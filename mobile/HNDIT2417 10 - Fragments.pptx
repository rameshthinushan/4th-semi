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handoutMasterIdLst>
    <p:handoutMasterId r:id="rId11"/>
  </p:handoutMasterIdLst>
  <p:sldIdLst>
    <p:sldId id="256" r:id="rId2"/>
    <p:sldId id="260" r:id="rId3"/>
    <p:sldId id="261" r:id="rId4"/>
    <p:sldId id="259" r:id="rId5"/>
    <p:sldId id="262" r:id="rId6"/>
    <p:sldId id="263" r:id="rId7"/>
    <p:sldId id="264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06" autoAdjust="0"/>
    <p:restoredTop sz="93416" autoAdjust="0"/>
  </p:normalViewPr>
  <p:slideViewPr>
    <p:cSldViewPr>
      <p:cViewPr>
        <p:scale>
          <a:sx n="70" d="100"/>
          <a:sy n="70" d="100"/>
        </p:scale>
        <p:origin x="-1320" y="-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0B1830-6508-4C11-808F-56C5790E9D9F}" type="datetimeFigureOut">
              <a:rPr lang="en-US" smtClean="0"/>
              <a:t>1/4/2019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err="1"/>
              <a:t>Janaka</a:t>
            </a:r>
            <a:r>
              <a:rPr lang="en-US" dirty="0"/>
              <a:t> </a:t>
            </a:r>
            <a:r>
              <a:rPr lang="en-US" dirty="0" err="1"/>
              <a:t>Rajakaruna</a:t>
            </a:r>
            <a:r>
              <a:rPr lang="en-US" dirty="0"/>
              <a:t>, ATI- </a:t>
            </a:r>
            <a:r>
              <a:rPr lang="en-US" dirty="0" err="1" smtClean="0"/>
              <a:t>Dehiwala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EA3082-602E-4D44-BEB2-84D3721F4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9751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1FA2C1-307D-4FC7-A5E0-140B8A765D7E}" type="datetimeFigureOut">
              <a:rPr lang="en-US" smtClean="0"/>
              <a:t>1/4/2019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E8BF15-7F91-4F61-BBC8-F8783FE2E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190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2247901"/>
            <a:ext cx="3886200" cy="19811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8A4AF-1913-4289-86F7-8CC148495CD5}" type="datetimeFigureOut">
              <a:rPr lang="en-US" smtClean="0"/>
              <a:t>1/4/2019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9469" y="4724400"/>
            <a:ext cx="7406640" cy="17526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Fragments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HNDIT2417</a:t>
            </a:r>
            <a:br>
              <a:rPr lang="en-US" sz="3600" dirty="0" smtClean="0"/>
            </a:br>
            <a:r>
              <a:rPr lang="en-US" sz="3600" dirty="0" smtClean="0"/>
              <a:t>Mobile Application Development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781392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8229600" cy="22098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 algn="just">
              <a:buNone/>
            </a:pPr>
            <a:r>
              <a:rPr lang="en-US" dirty="0"/>
              <a:t>Fragment is a piece of an application's user interface or behavior that can be placed in an Activity which enable more modular activity design</a:t>
            </a:r>
          </a:p>
        </p:txBody>
      </p:sp>
    </p:spTree>
    <p:extLst>
      <p:ext uri="{BB962C8B-B14F-4D97-AF65-F5344CB8AC3E}">
        <p14:creationId xmlns:p14="http://schemas.microsoft.com/office/powerpoint/2010/main" val="1158010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</p:spPr>
        <p:txBody>
          <a:bodyPr/>
          <a:lstStyle/>
          <a:p>
            <a:r>
              <a:rPr lang="en-US" dirty="0"/>
              <a:t>Fragments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442" y="1600200"/>
            <a:ext cx="8429625" cy="508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86377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 smtClean="0"/>
              <a:t>Fragments are created by </a:t>
            </a:r>
          </a:p>
          <a:p>
            <a:pPr lvl="1" algn="just"/>
            <a:r>
              <a:rPr lang="en-US" dirty="0"/>
              <a:t>E</a:t>
            </a:r>
            <a:r>
              <a:rPr lang="en-US" dirty="0" smtClean="0"/>
              <a:t>xtending </a:t>
            </a:r>
            <a:r>
              <a:rPr lang="en-US" b="1" dirty="0"/>
              <a:t>Fragment </a:t>
            </a:r>
            <a:r>
              <a:rPr lang="en-US" dirty="0" smtClean="0"/>
              <a:t>class</a:t>
            </a:r>
          </a:p>
          <a:p>
            <a:pPr lvl="1" algn="just"/>
            <a:r>
              <a:rPr lang="en-US" dirty="0" smtClean="0"/>
              <a:t>Declaring </a:t>
            </a:r>
            <a:r>
              <a:rPr lang="en-US" dirty="0"/>
              <a:t>the fragment in the activity's layout file, as a </a:t>
            </a:r>
            <a:r>
              <a:rPr lang="en-US" b="1" dirty="0"/>
              <a:t>&lt;fragment&gt; </a:t>
            </a:r>
            <a:r>
              <a:rPr lang="en-US" dirty="0"/>
              <a:t>element. </a:t>
            </a:r>
            <a:endParaRPr lang="en-US" dirty="0" smtClean="0"/>
          </a:p>
          <a:p>
            <a:pPr algn="just"/>
            <a:r>
              <a:rPr lang="en-US" dirty="0" smtClean="0"/>
              <a:t>Fragments can </a:t>
            </a:r>
            <a:r>
              <a:rPr lang="en-US" dirty="0"/>
              <a:t>add or remove </a:t>
            </a:r>
            <a:r>
              <a:rPr lang="en-US" dirty="0" smtClean="0"/>
              <a:t>while </a:t>
            </a:r>
            <a:r>
              <a:rPr lang="en-US" dirty="0"/>
              <a:t>the activity </a:t>
            </a:r>
            <a:r>
              <a:rPr lang="en-US" dirty="0" smtClean="0"/>
              <a:t>is running.</a:t>
            </a:r>
          </a:p>
          <a:p>
            <a:pPr algn="just"/>
            <a:r>
              <a:rPr lang="en-US" dirty="0"/>
              <a:t>A fragment can be used in multiple </a:t>
            </a:r>
            <a:r>
              <a:rPr lang="en-US" dirty="0" smtClean="0"/>
              <a:t>activities</a:t>
            </a:r>
          </a:p>
          <a:p>
            <a:r>
              <a:rPr lang="en-US" dirty="0"/>
              <a:t>Fragments were added to the Android API in Honeycomb version of</a:t>
            </a:r>
          </a:p>
          <a:p>
            <a:r>
              <a:rPr lang="en-US" dirty="0"/>
              <a:t>Android which has API version 11.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974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Advantage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Divide </a:t>
            </a:r>
            <a:r>
              <a:rPr lang="en-US" dirty="0"/>
              <a:t>device screen and control different parts separately</a:t>
            </a:r>
          </a:p>
        </p:txBody>
      </p:sp>
    </p:spTree>
    <p:extLst>
      <p:ext uri="{BB962C8B-B14F-4D97-AF65-F5344CB8AC3E}">
        <p14:creationId xmlns:p14="http://schemas.microsoft.com/office/powerpoint/2010/main" val="1266702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Life Cycle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Fragme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524000"/>
            <a:ext cx="9025631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457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Callback Methods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4716007"/>
              </p:ext>
            </p:extLst>
          </p:nvPr>
        </p:nvGraphicFramePr>
        <p:xfrm>
          <a:off x="228600" y="1905000"/>
          <a:ext cx="8763000" cy="45434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6934200"/>
              </a:tblGrid>
              <a:tr h="5048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Callback method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Description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onAttach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Called when a fragment is first attached to its context.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onCreate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calls this method when creating the fragment. 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onCreateView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Calls when 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draw its user interface for the first time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onActivityCreated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the host activity is created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onStart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When 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fragment gets visible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onResume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When 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Fragment becomes active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onPaused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Calls when 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first indication that the user is leaving the fragment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onStop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When 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Fragment going to be stopped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5123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Callback Methods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537813"/>
              </p:ext>
            </p:extLst>
          </p:nvPr>
        </p:nvGraphicFramePr>
        <p:xfrm>
          <a:off x="228600" y="1905000"/>
          <a:ext cx="8763000" cy="25774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6934200"/>
              </a:tblGrid>
              <a:tr h="5048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Callback method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Description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onPaused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When 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is leaving the fragment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onDestroyView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called when the view is removed from the activity’s view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onDestroy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called to do final cleanup of the fragment's state.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onDetach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called immediately prior to the fragment no longer being associated with its activity.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3480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2007</TotalTime>
  <Words>235</Words>
  <Application>Microsoft Office PowerPoint</Application>
  <PresentationFormat>On-screen Show (4:3)</PresentationFormat>
  <Paragraphs>46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HNDIT</vt:lpstr>
      <vt:lpstr>HNDIT2417 Mobile Application Development</vt:lpstr>
      <vt:lpstr>Fragments</vt:lpstr>
      <vt:lpstr>Fragments</vt:lpstr>
      <vt:lpstr>Fragments</vt:lpstr>
      <vt:lpstr>Advantage</vt:lpstr>
      <vt:lpstr>Life Cycle</vt:lpstr>
      <vt:lpstr>Callback Methods </vt:lpstr>
      <vt:lpstr>Callback Methods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Nayomi Gamlath</dc:creator>
  <cp:lastModifiedBy>pc</cp:lastModifiedBy>
  <cp:revision>465</cp:revision>
  <dcterms:created xsi:type="dcterms:W3CDTF">2012-08-16T13:03:13Z</dcterms:created>
  <dcterms:modified xsi:type="dcterms:W3CDTF">2019-01-04T01:15:00Z</dcterms:modified>
</cp:coreProperties>
</file>