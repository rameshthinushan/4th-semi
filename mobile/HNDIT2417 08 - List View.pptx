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06" autoAdjust="0"/>
    <p:restoredTop sz="93416" autoAdjust="0"/>
  </p:normalViewPr>
  <p:slideViewPr>
    <p:cSldViewPr>
      <p:cViewPr>
        <p:scale>
          <a:sx n="70" d="100"/>
          <a:sy n="70" d="100"/>
        </p:scale>
        <p:origin x="-1320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0B1830-6508-4C11-808F-56C5790E9D9F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err="1"/>
              <a:t>Janaka</a:t>
            </a:r>
            <a:r>
              <a:rPr lang="en-US" dirty="0"/>
              <a:t> </a:t>
            </a:r>
            <a:r>
              <a:rPr lang="en-US" dirty="0" err="1"/>
              <a:t>Rajakaruna</a:t>
            </a:r>
            <a:r>
              <a:rPr lang="en-US" dirty="0"/>
              <a:t>, ATI- </a:t>
            </a:r>
            <a:r>
              <a:rPr lang="en-US" dirty="0" err="1" smtClean="0"/>
              <a:t>Dehiwala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EA3082-602E-4D44-BEB2-84D3721F4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751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FA2C1-307D-4FC7-A5E0-140B8A765D7E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8BF15-7F91-4F61-BBC8-F8783FE2E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90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247901"/>
            <a:ext cx="3886200" cy="19811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8A4AF-1913-4289-86F7-8CC148495CD5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9469" y="4724400"/>
            <a:ext cx="7406640" cy="17526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List View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HNDIT2417</a:t>
            </a:r>
            <a:br>
              <a:rPr lang="en-US" sz="3600" dirty="0" smtClean="0"/>
            </a:br>
            <a:r>
              <a:rPr lang="en-US" sz="3600" dirty="0" smtClean="0"/>
              <a:t>Mobile Application Development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8139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err="1"/>
              <a:t>ListView</a:t>
            </a:r>
            <a:r>
              <a:rPr lang="en-US" dirty="0"/>
              <a:t> is a view which groups several items and display them in vertical scrollable </a:t>
            </a:r>
            <a:r>
              <a:rPr lang="en-US" dirty="0" smtClean="0"/>
              <a:t>list.</a:t>
            </a:r>
          </a:p>
          <a:p>
            <a:pPr algn="just"/>
            <a:r>
              <a:rPr lang="en-US" dirty="0" smtClean="0"/>
              <a:t>The </a:t>
            </a:r>
            <a:r>
              <a:rPr lang="en-US" dirty="0"/>
              <a:t>list items are </a:t>
            </a:r>
            <a:r>
              <a:rPr lang="en-US" dirty="0" smtClean="0"/>
              <a:t>inserted </a:t>
            </a:r>
            <a:r>
              <a:rPr lang="en-US" dirty="0"/>
              <a:t>to the list using an </a:t>
            </a:r>
            <a:r>
              <a:rPr lang="en-US" b="1" dirty="0"/>
              <a:t>Adapter</a:t>
            </a:r>
            <a:r>
              <a:rPr lang="en-US" dirty="0"/>
              <a:t> that pulls content from a </a:t>
            </a:r>
            <a:r>
              <a:rPr lang="en-US" dirty="0" smtClean="0"/>
              <a:t>source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114800"/>
            <a:ext cx="7594805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1887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ArrayAdapter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Used when </a:t>
            </a:r>
            <a:r>
              <a:rPr lang="en-US" dirty="0"/>
              <a:t>data source is an </a:t>
            </a:r>
            <a:r>
              <a:rPr lang="en-US" dirty="0" smtClean="0"/>
              <a:t>array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First </a:t>
            </a:r>
            <a:r>
              <a:rPr lang="en-US" dirty="0"/>
              <a:t>argument </a:t>
            </a:r>
            <a:r>
              <a:rPr lang="en-US" b="1" dirty="0"/>
              <a:t>this</a:t>
            </a:r>
            <a:r>
              <a:rPr lang="en-US" dirty="0"/>
              <a:t> is the application context. Most of the case, keep it </a:t>
            </a:r>
            <a:r>
              <a:rPr lang="en-US" b="1" dirty="0"/>
              <a:t>this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Second argument </a:t>
            </a:r>
            <a:r>
              <a:rPr lang="en-US" dirty="0" smtClean="0"/>
              <a:t>is layout </a:t>
            </a:r>
            <a:r>
              <a:rPr lang="en-US" dirty="0"/>
              <a:t>defined in XML </a:t>
            </a:r>
            <a:r>
              <a:rPr lang="en-US" dirty="0" smtClean="0"/>
              <a:t>file.</a:t>
            </a:r>
            <a:endParaRPr lang="en-US" dirty="0"/>
          </a:p>
          <a:p>
            <a:pPr algn="just"/>
            <a:r>
              <a:rPr lang="en-US" dirty="0"/>
              <a:t>Final argument is an array of strings which will be </a:t>
            </a:r>
            <a:r>
              <a:rPr lang="en-US" dirty="0" smtClean="0"/>
              <a:t>populated </a:t>
            </a:r>
            <a:r>
              <a:rPr lang="en-US" dirty="0"/>
              <a:t>the text view.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2362200"/>
            <a:ext cx="754380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/>
              <a:t>ArrayAdapter</a:t>
            </a:r>
            <a:r>
              <a:rPr lang="en-US" sz="2400" dirty="0"/>
              <a:t> adapter = new </a:t>
            </a:r>
            <a:r>
              <a:rPr lang="en-US" sz="2400" dirty="0" err="1" smtClean="0"/>
              <a:t>ArrayAdapter</a:t>
            </a:r>
            <a:endParaRPr lang="en-US" sz="2400" dirty="0" smtClean="0"/>
          </a:p>
          <a:p>
            <a:r>
              <a:rPr lang="en-US" sz="2400" dirty="0" smtClean="0"/>
              <a:t>(</a:t>
            </a:r>
            <a:r>
              <a:rPr lang="en-US" sz="2400" dirty="0"/>
              <a:t>this,  </a:t>
            </a:r>
            <a:r>
              <a:rPr lang="en-US" sz="2400" dirty="0" smtClean="0"/>
              <a:t>android.R.layout.simple_list_item_1,CourseArray</a:t>
            </a:r>
            <a:r>
              <a:rPr lang="en-US" sz="24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333502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 view Clock Event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CourseListView.setOnItemClickListener</a:t>
            </a:r>
            <a:r>
              <a:rPr lang="en-US" dirty="0"/>
              <a:t>(new </a:t>
            </a:r>
            <a:r>
              <a:rPr lang="en-US" dirty="0" err="1"/>
              <a:t>AdapterView.OnItemClickListener</a:t>
            </a:r>
            <a:r>
              <a:rPr lang="en-US" dirty="0"/>
              <a:t>()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public </a:t>
            </a:r>
            <a:r>
              <a:rPr lang="en-US" dirty="0"/>
              <a:t>void </a:t>
            </a:r>
            <a:r>
              <a:rPr lang="en-US" dirty="0" err="1"/>
              <a:t>onItemClick</a:t>
            </a:r>
            <a:r>
              <a:rPr lang="en-US" dirty="0"/>
              <a:t>(</a:t>
            </a:r>
            <a:r>
              <a:rPr lang="en-US" dirty="0" err="1"/>
              <a:t>AdapterView</a:t>
            </a:r>
            <a:r>
              <a:rPr lang="en-US" dirty="0"/>
              <a:t> parent, View </a:t>
            </a:r>
            <a:r>
              <a:rPr lang="en-US" dirty="0" err="1"/>
              <a:t>view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 position, long id) {</a:t>
            </a:r>
          </a:p>
          <a:p>
            <a:pPr marL="0" indent="0">
              <a:buNone/>
            </a:pPr>
            <a:r>
              <a:rPr lang="en-US" dirty="0" smtClean="0"/>
              <a:t> String </a:t>
            </a:r>
            <a:r>
              <a:rPr lang="en-US" dirty="0"/>
              <a:t>item = ((</a:t>
            </a:r>
            <a:r>
              <a:rPr lang="en-US" dirty="0" err="1"/>
              <a:t>TextView</a:t>
            </a:r>
            <a:r>
              <a:rPr lang="en-US" dirty="0"/>
              <a:t>) view).</a:t>
            </a:r>
            <a:r>
              <a:rPr lang="en-US" dirty="0" err="1"/>
              <a:t>getText</a:t>
            </a:r>
            <a:r>
              <a:rPr lang="en-US" dirty="0"/>
              <a:t>().</a:t>
            </a:r>
            <a:r>
              <a:rPr lang="en-US" dirty="0" err="1"/>
              <a:t>toString</a:t>
            </a:r>
            <a:r>
              <a:rPr lang="en-US" dirty="0" smtClean="0"/>
              <a:t>();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 smtClean="0"/>
              <a:t>Toast.makeText</a:t>
            </a:r>
            <a:r>
              <a:rPr lang="en-US" dirty="0" smtClean="0"/>
              <a:t>(</a:t>
            </a:r>
            <a:r>
              <a:rPr lang="en-US" dirty="0" err="1" smtClean="0"/>
              <a:t>getBaseContext</a:t>
            </a:r>
            <a:r>
              <a:rPr lang="en-US" dirty="0"/>
              <a:t>(), item, </a:t>
            </a:r>
            <a:r>
              <a:rPr lang="en-US" dirty="0" err="1" smtClean="0"/>
              <a:t>Toast.LENGTH_LONG</a:t>
            </a:r>
            <a:r>
              <a:rPr lang="en-US" dirty="0"/>
              <a:t>).show();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});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0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1713</TotalTime>
  <Words>73</Words>
  <Application>Microsoft Office PowerPoint</Application>
  <PresentationFormat>On-screen Show (4:3)</PresentationFormat>
  <Paragraphs>22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HNDIT</vt:lpstr>
      <vt:lpstr>HNDIT2417 Mobile Application Development</vt:lpstr>
      <vt:lpstr>List View</vt:lpstr>
      <vt:lpstr>ArrayAdapter</vt:lpstr>
      <vt:lpstr>List view Clock Event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Nayomi Gamlath</dc:creator>
  <cp:lastModifiedBy>pc</cp:lastModifiedBy>
  <cp:revision>356</cp:revision>
  <dcterms:created xsi:type="dcterms:W3CDTF">2012-08-16T13:03:13Z</dcterms:created>
  <dcterms:modified xsi:type="dcterms:W3CDTF">2019-01-07T04:17:04Z</dcterms:modified>
</cp:coreProperties>
</file>