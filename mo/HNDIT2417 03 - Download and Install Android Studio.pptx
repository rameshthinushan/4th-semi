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8" r:id="rId3"/>
    <p:sldId id="257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62" r:id="rId15"/>
    <p:sldId id="259" r:id="rId16"/>
    <p:sldId id="260" r:id="rId17"/>
    <p:sldId id="26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87059" autoAdjust="0"/>
  </p:normalViewPr>
  <p:slideViewPr>
    <p:cSldViewPr>
      <p:cViewPr>
        <p:scale>
          <a:sx n="70" d="100"/>
          <a:sy n="70" d="100"/>
        </p:scale>
        <p:origin x="-13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3A99AA-E18B-4813-816E-B07801F4AD93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 smtClean="0"/>
              <a:t>Janaka</a:t>
            </a:r>
            <a:r>
              <a:rPr lang="en-US" dirty="0" smtClean="0"/>
              <a:t> </a:t>
            </a:r>
            <a:r>
              <a:rPr lang="en-US" dirty="0" err="1" smtClean="0"/>
              <a:t>Rajakaruna</a:t>
            </a:r>
            <a:r>
              <a:rPr lang="en-US" dirty="0" smtClean="0"/>
              <a:t>, ATI- </a:t>
            </a:r>
            <a:r>
              <a:rPr lang="en-US" dirty="0" err="1" smtClean="0"/>
              <a:t>Dehiwal</a:t>
            </a:r>
            <a:r>
              <a:rPr lang="en-US" dirty="0" err="1"/>
              <a:t>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B6B07-0EF5-4A8C-BFB2-03E232BBA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76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FA2C1-307D-4FC7-A5E0-140B8A765D7E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8BF15-7F91-4F61-BBC8-F8783FE2E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9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3886200" cy="19811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9469" y="4724400"/>
            <a:ext cx="7406640" cy="1752600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Installing Android Studio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HNDIT2417</a:t>
            </a:r>
            <a:br>
              <a:rPr lang="en-US" sz="3600" dirty="0" smtClean="0"/>
            </a:br>
            <a:r>
              <a:rPr lang="en-US" sz="3600" dirty="0" smtClean="0"/>
              <a:t>Mobile Application Development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8139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Android Studio </a:t>
            </a:r>
            <a:r>
              <a:rPr lang="en-US" dirty="0" smtClean="0"/>
              <a:t>downloads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4" y="2209800"/>
            <a:ext cx="888623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650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Installing </a:t>
            </a:r>
            <a:r>
              <a:rPr lang="en-US" dirty="0"/>
              <a:t>Android </a:t>
            </a:r>
            <a:r>
              <a:rPr lang="en-US" dirty="0" smtClean="0"/>
              <a:t>Studio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If you downloaded an .exe file (recommended), double-click to launch it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you downloaded a .zip file, unpack the ZIP, copy the </a:t>
            </a:r>
            <a:r>
              <a:rPr lang="en-US" b="1" dirty="0"/>
              <a:t>android-studio</a:t>
            </a:r>
            <a:r>
              <a:rPr lang="en-US" dirty="0"/>
              <a:t> folder into your </a:t>
            </a:r>
            <a:r>
              <a:rPr lang="en-US" b="1"/>
              <a:t>Program </a:t>
            </a:r>
            <a:r>
              <a:rPr lang="en-US" b="1" smtClean="0"/>
              <a:t>Files </a:t>
            </a:r>
            <a:r>
              <a:rPr lang="en-US" smtClean="0"/>
              <a:t>folder</a:t>
            </a:r>
            <a:r>
              <a:rPr lang="en-US" dirty="0"/>
              <a:t>, and then open the </a:t>
            </a:r>
            <a:r>
              <a:rPr lang="en-US" b="1" dirty="0"/>
              <a:t>android-studio &gt; bin</a:t>
            </a:r>
            <a:r>
              <a:rPr lang="en-US" dirty="0"/>
              <a:t> folder and launch studio64.exe (for 64-bit machines) or studio.exe (for 32-bit machines).</a:t>
            </a:r>
          </a:p>
          <a:p>
            <a:pPr algn="just"/>
            <a:r>
              <a:rPr lang="en-US" dirty="0"/>
              <a:t>Follow the setup wizard in Android Studio and install any SDK packages that it recommends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35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Android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Welcome dialog</a:t>
            </a:r>
            <a:endParaRPr lang="en-US" dirty="0"/>
          </a:p>
        </p:txBody>
      </p:sp>
      <p:sp>
        <p:nvSpPr>
          <p:cNvPr id="4" name="AutoShape 2" descr="The installer presents the Android Studio Setup dialog box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The installer presents the Android Studio Setup dialog box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The installer presents the Android Studio Setup dialog box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The installer presents the Android Studio Setup dialog box.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844" y="2438400"/>
            <a:ext cx="5618135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6348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Installing Android </a:t>
            </a:r>
            <a:r>
              <a:rPr lang="en-US" b="1" dirty="0" smtClean="0"/>
              <a:t>Studio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Android SDK </a:t>
            </a:r>
            <a:endParaRPr lang="en-US" dirty="0" smtClean="0"/>
          </a:p>
          <a:p>
            <a:r>
              <a:rPr lang="en-US" dirty="0" smtClean="0"/>
              <a:t>Android </a:t>
            </a:r>
            <a:r>
              <a:rPr lang="en-US" dirty="0"/>
              <a:t>Virtual Device (AVD).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688" y="3047999"/>
            <a:ext cx="4846112" cy="381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250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Android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License </a:t>
            </a:r>
            <a:r>
              <a:rPr lang="en-US" dirty="0"/>
              <a:t>agreement dialog box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4783" y="2362200"/>
            <a:ext cx="5709217" cy="4491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426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Android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Installation </a:t>
            </a:r>
            <a:r>
              <a:rPr lang="en-US" dirty="0"/>
              <a:t>locations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362200"/>
            <a:ext cx="5705475" cy="4473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559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Android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</a:t>
            </a:r>
            <a:r>
              <a:rPr lang="en-US" dirty="0"/>
              <a:t>the shortcut</a:t>
            </a:r>
          </a:p>
        </p:txBody>
      </p:sp>
      <p:sp>
        <p:nvSpPr>
          <p:cNvPr id="4" name="AutoShape 2" descr="Let the installer create a new shortcut for Android Studio or cancel shortcut creation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525" y="2362200"/>
            <a:ext cx="5705475" cy="4503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54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Android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Splash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886200"/>
            <a:ext cx="3571875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7669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Android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Importing </a:t>
            </a:r>
            <a:r>
              <a:rPr lang="en-US" dirty="0"/>
              <a:t>settings from any </a:t>
            </a:r>
            <a:r>
              <a:rPr lang="en-US" dirty="0" smtClean="0"/>
              <a:t>previously installed version of </a:t>
            </a:r>
            <a:r>
              <a:rPr lang="en-US" dirty="0"/>
              <a:t>Android Studio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4766007"/>
            <a:ext cx="4876800" cy="2106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277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Android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Install type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2381250"/>
            <a:ext cx="5905500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393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Android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Download </a:t>
            </a:r>
            <a:r>
              <a:rPr lang="en-US" dirty="0"/>
              <a:t>and unzip various components.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91912"/>
            <a:ext cx="5410200" cy="4092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799" y="2749932"/>
            <a:ext cx="5405651" cy="4097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934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Android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smtClean="0"/>
              <a:t>the computer </a:t>
            </a:r>
            <a:r>
              <a:rPr lang="en-US" dirty="0"/>
              <a:t>isn't Intel </a:t>
            </a:r>
            <a:r>
              <a:rPr lang="en-US" dirty="0" smtClean="0"/>
              <a:t>based, following message will appear</a:t>
            </a:r>
          </a:p>
        </p:txBody>
      </p:sp>
      <p:sp>
        <p:nvSpPr>
          <p:cNvPr id="4" name="AutoShape 2" descr="androidstudiop1 fig1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869140"/>
            <a:ext cx="4179627" cy="2953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433079" y="3048000"/>
            <a:ext cx="4114800" cy="338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Unable to install Intel  Hardware Accelerated Execution Manager (HAXM)</a:t>
            </a:r>
          </a:p>
          <a:p>
            <a:pPr lvl="1"/>
            <a:r>
              <a:rPr lang="en-US" dirty="0" smtClean="0"/>
              <a:t>Emulator will not run without HAXM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99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SDK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Android SDK is "the tool" for building and compiling android app, while Android Studio is the GUI tool (IDE) for "consuming" Android SDK. However, Android SDK can be run stand-alone (by using command-prompt), or with the other IDE like Eclipse</a:t>
            </a:r>
          </a:p>
        </p:txBody>
      </p:sp>
    </p:spTree>
    <p:extLst>
      <p:ext uri="{BB962C8B-B14F-4D97-AF65-F5344CB8AC3E}">
        <p14:creationId xmlns:p14="http://schemas.microsoft.com/office/powerpoint/2010/main" val="117202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Android SDK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71801"/>
            <a:ext cx="8229600" cy="315436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Required </a:t>
            </a:r>
            <a:r>
              <a:rPr lang="en-US" dirty="0"/>
              <a:t>libraries</a:t>
            </a:r>
          </a:p>
          <a:p>
            <a:r>
              <a:rPr lang="en-US" dirty="0"/>
              <a:t>Debugger</a:t>
            </a:r>
          </a:p>
          <a:p>
            <a:r>
              <a:rPr lang="en-US" dirty="0"/>
              <a:t>An emulator</a:t>
            </a:r>
          </a:p>
          <a:p>
            <a:r>
              <a:rPr lang="en-US" dirty="0"/>
              <a:t>Relevant documentation for the Android application program interfaces (APIs)</a:t>
            </a:r>
          </a:p>
          <a:p>
            <a:r>
              <a:rPr lang="en-US" dirty="0"/>
              <a:t>Sample source code</a:t>
            </a:r>
          </a:p>
          <a:p>
            <a:r>
              <a:rPr lang="en-US" dirty="0"/>
              <a:t>Tutorials for the Android OS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905001"/>
            <a:ext cx="8229600" cy="1066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Set of development tools used to develop applications for Android platform. The Android SDK includes the following</a:t>
            </a:r>
          </a:p>
        </p:txBody>
      </p:sp>
    </p:spTree>
    <p:extLst>
      <p:ext uri="{BB962C8B-B14F-4D97-AF65-F5344CB8AC3E}">
        <p14:creationId xmlns:p14="http://schemas.microsoft.com/office/powerpoint/2010/main" val="11661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SDK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Developers </a:t>
            </a:r>
            <a:r>
              <a:rPr lang="en-US" dirty="0"/>
              <a:t>must download and install each version’s SDK for the particular </a:t>
            </a:r>
            <a:r>
              <a:rPr lang="en-US" dirty="0" smtClean="0"/>
              <a:t>phone</a:t>
            </a:r>
          </a:p>
          <a:p>
            <a:r>
              <a:rPr lang="en-US" sz="2800" dirty="0"/>
              <a:t>Android </a:t>
            </a:r>
            <a:r>
              <a:rPr lang="en-US" sz="2800" dirty="0" smtClean="0"/>
              <a:t>SDK path on windows 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C</a:t>
            </a:r>
            <a:r>
              <a:rPr lang="en-US" sz="2800" dirty="0"/>
              <a:t>:\Users\Your.name\AppData\Local\Android\sdk</a:t>
            </a:r>
          </a:p>
        </p:txBody>
      </p:sp>
    </p:spTree>
    <p:extLst>
      <p:ext uri="{BB962C8B-B14F-4D97-AF65-F5344CB8AC3E}">
        <p14:creationId xmlns:p14="http://schemas.microsoft.com/office/powerpoint/2010/main" val="418439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Development Kit (JDK)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Since Android applications are written in Java code, a user should have the Java Development Kit (JDK) installed.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89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3955</TotalTime>
  <Words>242</Words>
  <Application>Microsoft Office PowerPoint</Application>
  <PresentationFormat>On-screen Show (4:3)</PresentationFormat>
  <Paragraphs>46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HNDIT</vt:lpstr>
      <vt:lpstr>HNDIT2417 Mobile Application Development</vt:lpstr>
      <vt:lpstr>Android Studio downloads</vt:lpstr>
      <vt:lpstr>Installing Android Studio</vt:lpstr>
      <vt:lpstr>Installing Android Studio</vt:lpstr>
      <vt:lpstr>Installing Android Studio</vt:lpstr>
      <vt:lpstr>Installing Android Studio</vt:lpstr>
      <vt:lpstr>Installing Android Studio</vt:lpstr>
      <vt:lpstr>Installing Android Studio</vt:lpstr>
      <vt:lpstr>Installing Android Studio</vt:lpstr>
      <vt:lpstr>Installing Android Studio</vt:lpstr>
      <vt:lpstr>Installing Android Studio</vt:lpstr>
      <vt:lpstr>Installing Android Studio</vt:lpstr>
      <vt:lpstr>Installing Android Studio</vt:lpstr>
      <vt:lpstr>Android SDK</vt:lpstr>
      <vt:lpstr>Android SDK</vt:lpstr>
      <vt:lpstr>Android SDK</vt:lpstr>
      <vt:lpstr>Java Development Kit (JDK)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Nayomi Gamlath</dc:creator>
  <cp:lastModifiedBy>pc</cp:lastModifiedBy>
  <cp:revision>244</cp:revision>
  <dcterms:created xsi:type="dcterms:W3CDTF">2012-08-16T13:03:13Z</dcterms:created>
  <dcterms:modified xsi:type="dcterms:W3CDTF">2018-12-22T13:49:50Z</dcterms:modified>
</cp:coreProperties>
</file>