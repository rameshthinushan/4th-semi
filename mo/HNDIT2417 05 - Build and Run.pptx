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handoutMasterIdLst>
    <p:handoutMasterId r:id="rId19"/>
  </p:handoutMasterIdLst>
  <p:sldIdLst>
    <p:sldId id="256" r:id="rId2"/>
    <p:sldId id="295" r:id="rId3"/>
    <p:sldId id="287" r:id="rId4"/>
    <p:sldId id="297" r:id="rId5"/>
    <p:sldId id="285" r:id="rId6"/>
    <p:sldId id="288" r:id="rId7"/>
    <p:sldId id="294" r:id="rId8"/>
    <p:sldId id="286" r:id="rId9"/>
    <p:sldId id="298" r:id="rId10"/>
    <p:sldId id="289" r:id="rId11"/>
    <p:sldId id="290" r:id="rId12"/>
    <p:sldId id="292" r:id="rId13"/>
    <p:sldId id="291" r:id="rId14"/>
    <p:sldId id="293" r:id="rId15"/>
    <p:sldId id="296" r:id="rId16"/>
    <p:sldId id="29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62" autoAdjust="0"/>
  </p:normalViewPr>
  <p:slideViewPr>
    <p:cSldViewPr>
      <p:cViewPr>
        <p:scale>
          <a:sx n="70" d="100"/>
          <a:sy n="70" d="100"/>
        </p:scale>
        <p:origin x="-135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4B38BF-B703-4282-ABA6-A27F1B242382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/>
              <a:t>Janaka</a:t>
            </a:r>
            <a:r>
              <a:rPr lang="en-US" dirty="0"/>
              <a:t> </a:t>
            </a:r>
            <a:r>
              <a:rPr lang="en-US" dirty="0" err="1"/>
              <a:t>Rajakaruna</a:t>
            </a:r>
            <a:r>
              <a:rPr lang="en-US" dirty="0"/>
              <a:t>, ATI- </a:t>
            </a:r>
            <a:r>
              <a:rPr lang="en-US" dirty="0" err="1" smtClean="0"/>
              <a:t>Dehiwala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66381-4CF6-4840-8249-B46320F7FB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848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FA2C1-307D-4FC7-A5E0-140B8A765D7E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8BF15-7F91-4F61-BBC8-F8783FE2E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90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2247901"/>
            <a:ext cx="3886200" cy="19811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8A4AF-1913-4289-86F7-8CC148495CD5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F29F4-B58F-44A3-AE17-0DDA2C35BB4A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724400"/>
            <a:ext cx="7406640" cy="175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Build and Run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HNDIT2417</a:t>
            </a:r>
            <a:br>
              <a:rPr lang="en-US" sz="3600" dirty="0" smtClean="0"/>
            </a:br>
            <a:r>
              <a:rPr lang="en-US" sz="3600" dirty="0" smtClean="0"/>
              <a:t>Mobile Application Development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78139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Building the </a:t>
            </a:r>
            <a:r>
              <a:rPr lang="en-US" dirty="0" smtClean="0"/>
              <a:t>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Gradle is open </a:t>
            </a:r>
            <a:r>
              <a:rPr lang="en-US" dirty="0"/>
              <a:t>source build automation tool, to build the app's application package (APK) file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An </a:t>
            </a:r>
            <a:r>
              <a:rPr lang="en-US" dirty="0" err="1"/>
              <a:t>apk</a:t>
            </a:r>
            <a:r>
              <a:rPr lang="en-US" dirty="0"/>
              <a:t> file gets signed and pushed to the device using ADB(Android Debug Bridge</a:t>
            </a:r>
            <a:r>
              <a:rPr lang="en-US" dirty="0" smtClean="0"/>
              <a:t>)</a:t>
            </a:r>
          </a:p>
          <a:p>
            <a:pPr lvl="1"/>
            <a:endParaRPr lang="en-US" dirty="0" smtClean="0"/>
          </a:p>
          <a:p>
            <a:pPr lvl="1"/>
            <a:endParaRPr 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5410200"/>
            <a:ext cx="39052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610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Running Options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Run on Android emulator in PC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on a real </a:t>
            </a:r>
            <a:r>
              <a:rPr lang="en-US" dirty="0" smtClean="0"/>
              <a:t>device</a:t>
            </a:r>
          </a:p>
          <a:p>
            <a:pPr lvl="1"/>
            <a:r>
              <a:rPr lang="en-US" dirty="0" smtClean="0"/>
              <a:t>Install on real device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5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1.Running </a:t>
            </a:r>
            <a:r>
              <a:rPr lang="en-US" dirty="0" smtClean="0"/>
              <a:t>on Android </a:t>
            </a:r>
            <a:r>
              <a:rPr lang="en-US" dirty="0"/>
              <a:t>Emulator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Android </a:t>
            </a:r>
            <a:r>
              <a:rPr lang="en-US" dirty="0" smtClean="0"/>
              <a:t>Emulator</a:t>
            </a:r>
          </a:p>
          <a:p>
            <a:pPr lvl="1" algn="just"/>
            <a:r>
              <a:rPr lang="en-US" dirty="0"/>
              <a:t>Android Emulator simulates Android devices on </a:t>
            </a:r>
            <a:r>
              <a:rPr lang="en-US" dirty="0" smtClean="0"/>
              <a:t>computer </a:t>
            </a:r>
            <a:r>
              <a:rPr lang="en-US" dirty="0"/>
              <a:t>so that </a:t>
            </a:r>
            <a:r>
              <a:rPr lang="en-US" dirty="0" smtClean="0"/>
              <a:t>developer can </a:t>
            </a:r>
            <a:r>
              <a:rPr lang="en-US" dirty="0"/>
              <a:t>test </a:t>
            </a:r>
            <a:r>
              <a:rPr lang="en-US" dirty="0" smtClean="0"/>
              <a:t>applications  </a:t>
            </a:r>
            <a:r>
              <a:rPr lang="en-US" dirty="0"/>
              <a:t>without </a:t>
            </a:r>
            <a:r>
              <a:rPr lang="en-US" dirty="0" smtClean="0"/>
              <a:t>physical </a:t>
            </a:r>
            <a:r>
              <a:rPr lang="en-US" dirty="0"/>
              <a:t>device</a:t>
            </a:r>
            <a:r>
              <a:rPr lang="en-US" dirty="0" smtClean="0"/>
              <a:t>.</a:t>
            </a:r>
          </a:p>
          <a:p>
            <a:pPr lvl="1" algn="just"/>
            <a:r>
              <a:rPr lang="en-US" dirty="0"/>
              <a:t>Android Emulator uses an </a:t>
            </a:r>
            <a:r>
              <a:rPr lang="en-US" i="1" dirty="0"/>
              <a:t>Android virtual device (AVD)</a:t>
            </a:r>
            <a:r>
              <a:rPr lang="en-US" dirty="0"/>
              <a:t> to specify the Android version and hardware characteristics of the simulated device.</a:t>
            </a:r>
          </a:p>
          <a:p>
            <a:pPr lvl="1"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39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Android virtual </a:t>
            </a:r>
            <a:r>
              <a:rPr lang="en-US" dirty="0" smtClean="0"/>
              <a:t>devices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Android </a:t>
            </a:r>
            <a:r>
              <a:rPr lang="en-US" dirty="0"/>
              <a:t>Virtual Device (AVD) </a:t>
            </a:r>
            <a:r>
              <a:rPr lang="en-US" dirty="0" smtClean="0"/>
              <a:t>defines </a:t>
            </a:r>
            <a:r>
              <a:rPr lang="en-US" dirty="0"/>
              <a:t>the characteristics of an Android phone, tablet, Wear OS, or Android TV device that you want to simulate in the Android Emulator. </a:t>
            </a:r>
            <a:endParaRPr lang="en-US" dirty="0" smtClean="0"/>
          </a:p>
          <a:p>
            <a:pPr algn="just"/>
            <a:r>
              <a:rPr lang="en-US" dirty="0"/>
              <a:t>AVD contains a hardware profile, system image, storage area, skin, and other </a:t>
            </a:r>
            <a:r>
              <a:rPr lang="en-US" dirty="0" smtClean="0"/>
              <a:t>properties</a:t>
            </a:r>
          </a:p>
          <a:p>
            <a:pPr algn="just"/>
            <a:r>
              <a:rPr lang="en-US" b="1" dirty="0" smtClean="0"/>
              <a:t>AVD</a:t>
            </a:r>
            <a:r>
              <a:rPr lang="en-US" dirty="0" smtClean="0"/>
              <a:t> works </a:t>
            </a:r>
            <a:r>
              <a:rPr lang="en-US" dirty="0"/>
              <a:t>with the emulator to provide a virtual device-specific environment </a:t>
            </a:r>
            <a:r>
              <a:rPr lang="en-US" dirty="0" smtClean="0"/>
              <a:t>to </a:t>
            </a:r>
            <a:r>
              <a:rPr lang="en-US" dirty="0"/>
              <a:t>install and run </a:t>
            </a:r>
            <a:r>
              <a:rPr lang="en-US" b="1" dirty="0"/>
              <a:t>Android</a:t>
            </a:r>
            <a:r>
              <a:rPr lang="en-US" dirty="0"/>
              <a:t> apps.</a:t>
            </a:r>
          </a:p>
        </p:txBody>
      </p:sp>
    </p:spTree>
    <p:extLst>
      <p:ext uri="{BB962C8B-B14F-4D97-AF65-F5344CB8AC3E}">
        <p14:creationId xmlns:p14="http://schemas.microsoft.com/office/powerpoint/2010/main" val="217220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AVD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AVD Manager is an </a:t>
            </a:r>
            <a:r>
              <a:rPr lang="en-US" dirty="0" smtClean="0"/>
              <a:t>interface which developer can </a:t>
            </a:r>
            <a:r>
              <a:rPr lang="en-US" dirty="0"/>
              <a:t>launch from Android Studio that helps </a:t>
            </a:r>
            <a:r>
              <a:rPr lang="en-US" dirty="0" smtClean="0"/>
              <a:t>to create </a:t>
            </a:r>
            <a:r>
              <a:rPr lang="en-US" dirty="0"/>
              <a:t>and manage </a:t>
            </a:r>
            <a:r>
              <a:rPr lang="en-US" dirty="0" smtClean="0"/>
              <a:t>AVD.</a:t>
            </a:r>
          </a:p>
          <a:p>
            <a:r>
              <a:rPr lang="en-US" dirty="0"/>
              <a:t>Select </a:t>
            </a:r>
            <a:r>
              <a:rPr lang="en-US" b="1" dirty="0"/>
              <a:t>Tools &gt; AVD Manager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446" y="5410200"/>
            <a:ext cx="1930854" cy="10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947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469900"/>
            <a:ext cx="6223000" cy="591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4709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virtual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590800"/>
            <a:ext cx="7848600" cy="284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937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Run/Debug Configurations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20571"/>
            <a:ext cx="8229600" cy="2105591"/>
          </a:xfrm>
        </p:spPr>
        <p:txBody>
          <a:bodyPr/>
          <a:lstStyle/>
          <a:p>
            <a:r>
              <a:rPr lang="en-US" dirty="0" smtClean="0"/>
              <a:t>Can </a:t>
            </a:r>
            <a:r>
              <a:rPr lang="en-US" dirty="0"/>
              <a:t>define a configuration for one-time use, or save it for future use.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9972"/>
            <a:ext cx="2222500" cy="1254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788" y="1759972"/>
            <a:ext cx="5168900" cy="226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300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Snapshots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Snapshot</a:t>
            </a:r>
            <a:r>
              <a:rPr lang="en-US" dirty="0"/>
              <a:t> is a stored image of an </a:t>
            </a:r>
            <a:r>
              <a:rPr lang="en-US" dirty="0" smtClean="0"/>
              <a:t>AVD that </a:t>
            </a:r>
            <a:r>
              <a:rPr lang="en-US" dirty="0"/>
              <a:t>preserves the entire state of the device at the </a:t>
            </a:r>
            <a:r>
              <a:rPr lang="en-US" dirty="0" smtClean="0"/>
              <a:t>time including OS </a:t>
            </a:r>
            <a:r>
              <a:rPr lang="en-US" dirty="0"/>
              <a:t>settings, application state, and user </a:t>
            </a:r>
            <a:r>
              <a:rPr lang="en-US" dirty="0" smtClean="0"/>
              <a:t>data.</a:t>
            </a:r>
          </a:p>
          <a:p>
            <a:pPr algn="just"/>
            <a:r>
              <a:rPr lang="en-US" dirty="0" smtClean="0"/>
              <a:t>Multiple snapshots can be saved for </a:t>
            </a:r>
            <a:r>
              <a:rPr lang="en-US" dirty="0"/>
              <a:t>each AVD</a:t>
            </a:r>
            <a:endParaRPr lang="en-US" dirty="0" smtClean="0"/>
          </a:p>
          <a:p>
            <a:pPr algn="just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4464619"/>
            <a:ext cx="39878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012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Advantages </a:t>
            </a:r>
          </a:p>
          <a:p>
            <a:pPr lvl="1" algn="just"/>
            <a:r>
              <a:rPr lang="en-US" dirty="0" smtClean="0"/>
              <a:t>Saving the </a:t>
            </a:r>
            <a:r>
              <a:rPr lang="en-US" dirty="0"/>
              <a:t>time of waiting for the operating system and applications on the virtual device to </a:t>
            </a:r>
            <a:r>
              <a:rPr lang="en-US" dirty="0" smtClean="0"/>
              <a:t>restart.</a:t>
            </a:r>
          </a:p>
          <a:p>
            <a:pPr lvl="1" algn="just"/>
            <a:r>
              <a:rPr lang="en-US" dirty="0"/>
              <a:t>S</a:t>
            </a:r>
            <a:r>
              <a:rPr lang="en-US" dirty="0" smtClean="0"/>
              <a:t>aving the </a:t>
            </a:r>
            <a:r>
              <a:rPr lang="en-US" dirty="0"/>
              <a:t>effort of bringing </a:t>
            </a:r>
            <a:r>
              <a:rPr lang="en-US" dirty="0" smtClean="0"/>
              <a:t>testing app </a:t>
            </a:r>
            <a:r>
              <a:rPr lang="en-US" dirty="0"/>
              <a:t>back to the state at which </a:t>
            </a:r>
            <a:r>
              <a:rPr lang="en-US" dirty="0" smtClean="0"/>
              <a:t>want </a:t>
            </a:r>
            <a:r>
              <a:rPr lang="en-US" dirty="0"/>
              <a:t>to resume </a:t>
            </a:r>
            <a:r>
              <a:rPr lang="en-US" dirty="0" smtClean="0"/>
              <a:t>testing.</a:t>
            </a:r>
          </a:p>
          <a:p>
            <a:pPr marL="457200" lvl="1" indent="0" algn="just"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066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Save general </a:t>
            </a:r>
            <a:r>
              <a:rPr lang="en-US" dirty="0" smtClean="0"/>
              <a:t>snapshots</a:t>
            </a:r>
          </a:p>
          <a:p>
            <a:pPr lvl="1" algn="just"/>
            <a:r>
              <a:rPr lang="en-US" dirty="0"/>
              <a:t> </a:t>
            </a:r>
            <a:r>
              <a:rPr lang="en-US" b="1" dirty="0"/>
              <a:t>Snapshots</a:t>
            </a:r>
            <a:r>
              <a:rPr lang="en-US" dirty="0"/>
              <a:t> category, and click the </a:t>
            </a:r>
            <a:r>
              <a:rPr lang="en-US" b="1" dirty="0"/>
              <a:t>Take snapshot</a:t>
            </a:r>
            <a:r>
              <a:rPr lang="en-US" dirty="0"/>
              <a:t> </a:t>
            </a:r>
            <a:endParaRPr lang="en-US" dirty="0" smtClean="0"/>
          </a:p>
          <a:p>
            <a:pPr algn="just"/>
            <a:r>
              <a:rPr lang="en-US" dirty="0"/>
              <a:t>Delete a snapshot</a:t>
            </a:r>
          </a:p>
          <a:p>
            <a:pPr lvl="1" algn="just"/>
            <a:r>
              <a:rPr lang="en-US" dirty="0"/>
              <a:t>Extended controls window, select </a:t>
            </a:r>
            <a:r>
              <a:rPr lang="en-US" dirty="0" smtClean="0"/>
              <a:t>the </a:t>
            </a:r>
            <a:r>
              <a:rPr lang="en-US" b="1" dirty="0" smtClean="0"/>
              <a:t>Snapshots</a:t>
            </a:r>
            <a:r>
              <a:rPr lang="en-US" dirty="0" smtClean="0"/>
              <a:t> category</a:t>
            </a:r>
            <a:r>
              <a:rPr lang="en-US" dirty="0"/>
              <a:t>, select the snapshot, and click the </a:t>
            </a:r>
            <a:r>
              <a:rPr lang="en-US" dirty="0" smtClean="0"/>
              <a:t>delete</a:t>
            </a:r>
          </a:p>
          <a:p>
            <a:pPr algn="just"/>
            <a:r>
              <a:rPr lang="en-US" dirty="0"/>
              <a:t>Load a snapshot</a:t>
            </a:r>
          </a:p>
          <a:p>
            <a:pPr lvl="1" algn="just"/>
            <a:r>
              <a:rPr lang="en-US" dirty="0"/>
              <a:t>Extended controls window, select </a:t>
            </a:r>
            <a:r>
              <a:rPr lang="en-US" dirty="0" smtClean="0"/>
              <a:t>the </a:t>
            </a:r>
            <a:r>
              <a:rPr lang="en-US" b="1" dirty="0" smtClean="0"/>
              <a:t>Snapshots</a:t>
            </a:r>
            <a:r>
              <a:rPr lang="en-US" dirty="0"/>
              <a:t> category, choose a snapshot, and click the load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60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boot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By default, each AVD is set to automatically save a quick-boot snapshot on exit and load from a quick-boot snapshot on start.</a:t>
            </a:r>
          </a:p>
        </p:txBody>
      </p:sp>
    </p:spTree>
    <p:extLst>
      <p:ext uri="{BB962C8B-B14F-4D97-AF65-F5344CB8AC3E}">
        <p14:creationId xmlns:p14="http://schemas.microsoft.com/office/powerpoint/2010/main" val="3627664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Disable Quick </a:t>
            </a:r>
            <a:r>
              <a:rPr lang="en-US" dirty="0" smtClean="0"/>
              <a:t>Boot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Select </a:t>
            </a:r>
            <a:r>
              <a:rPr lang="en-US" sz="2800" b="1" dirty="0"/>
              <a:t>Tools &gt; AVD Manager</a:t>
            </a:r>
            <a:r>
              <a:rPr lang="en-US" sz="2800" dirty="0"/>
              <a:t> and click </a:t>
            </a:r>
            <a:r>
              <a:rPr lang="en-US" sz="2800" b="1" dirty="0"/>
              <a:t>Edit this AVD</a:t>
            </a:r>
            <a:r>
              <a:rPr lang="en-US" sz="2800" dirty="0"/>
              <a:t> .</a:t>
            </a:r>
          </a:p>
          <a:p>
            <a:r>
              <a:rPr lang="en-US" sz="2800" dirty="0"/>
              <a:t>Click </a:t>
            </a:r>
            <a:r>
              <a:rPr lang="en-US" sz="2800" b="1" dirty="0"/>
              <a:t>Show Advanced Settings</a:t>
            </a:r>
            <a:r>
              <a:rPr lang="en-US" sz="2800" dirty="0"/>
              <a:t> and scroll down to </a:t>
            </a:r>
            <a:r>
              <a:rPr lang="en-US" sz="2800" b="1" dirty="0"/>
              <a:t>Emulated Performance</a:t>
            </a:r>
            <a:r>
              <a:rPr lang="en-US" sz="2800" dirty="0"/>
              <a:t>.</a:t>
            </a:r>
          </a:p>
          <a:p>
            <a:r>
              <a:rPr lang="en-US" sz="2800" dirty="0"/>
              <a:t>Select </a:t>
            </a:r>
            <a:r>
              <a:rPr lang="en-US" sz="2800" b="1" dirty="0"/>
              <a:t>Cold boot</a:t>
            </a:r>
            <a:r>
              <a:rPr lang="en-US" sz="2800" dirty="0"/>
              <a:t>.</a:t>
            </a:r>
          </a:p>
          <a:p>
            <a:endParaRPr lang="en-US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758" y="5486400"/>
            <a:ext cx="30607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56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</a:t>
            </a:r>
            <a:r>
              <a:rPr lang="en-US" dirty="0" smtClean="0"/>
              <a:t>.Android </a:t>
            </a:r>
            <a:r>
              <a:rPr lang="en-US" dirty="0" smtClean="0"/>
              <a:t>Package (APK) on real device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 fontAlgn="base">
              <a:buFont typeface="Arial" pitchFamily="34" charset="0"/>
              <a:buChar char="•"/>
            </a:pPr>
            <a:r>
              <a:rPr lang="en-US" dirty="0"/>
              <a:t>Android Studio saves the APKs you build in </a:t>
            </a:r>
            <a:r>
              <a:rPr lang="en-US" b="1" i="1" dirty="0" smtClean="0"/>
              <a:t>project-name</a:t>
            </a:r>
            <a:r>
              <a:rPr lang="en-US" dirty="0" smtClean="0"/>
              <a:t>/</a:t>
            </a:r>
            <a:r>
              <a:rPr lang="en-US" b="1" i="1" dirty="0" smtClean="0"/>
              <a:t>module-name</a:t>
            </a:r>
            <a:r>
              <a:rPr lang="en-US" dirty="0" smtClean="0"/>
              <a:t>/build/outputs/</a:t>
            </a:r>
            <a:r>
              <a:rPr lang="en-US" dirty="0" err="1" smtClean="0"/>
              <a:t>apk</a:t>
            </a:r>
            <a:r>
              <a:rPr lang="en-US" dirty="0" smtClean="0"/>
              <a:t>/</a:t>
            </a:r>
          </a:p>
          <a:p>
            <a:pPr marL="0" lvl="1" indent="0" fontAlgn="base">
              <a:buNone/>
            </a:pPr>
            <a:r>
              <a:rPr lang="en-US" dirty="0"/>
              <a:t>	</a:t>
            </a:r>
            <a:r>
              <a:rPr lang="en-US" b="1" dirty="0" smtClean="0"/>
              <a:t>app-</a:t>
            </a:r>
            <a:r>
              <a:rPr lang="en-US" b="1" dirty="0" err="1" smtClean="0"/>
              <a:t>debug.apk</a:t>
            </a:r>
            <a:endParaRPr lang="en-US" b="1" dirty="0"/>
          </a:p>
          <a:p>
            <a:pPr marL="342900" lvl="1" indent="-342900" fontAlgn="base">
              <a:buFont typeface="Arial" pitchFamily="34" charset="0"/>
              <a:buChar char="•"/>
            </a:pPr>
            <a:r>
              <a:rPr lang="en-US" dirty="0" smtClean="0"/>
              <a:t>Copy the </a:t>
            </a:r>
            <a:r>
              <a:rPr lang="en-US" b="1" dirty="0" smtClean="0"/>
              <a:t>app-</a:t>
            </a:r>
            <a:r>
              <a:rPr lang="en-US" b="1" dirty="0" err="1" smtClean="0"/>
              <a:t>debug.apk</a:t>
            </a:r>
            <a:r>
              <a:rPr lang="en-US" dirty="0" smtClean="0"/>
              <a:t> to mobile device </a:t>
            </a:r>
            <a:endParaRPr lang="en-US" dirty="0"/>
          </a:p>
          <a:p>
            <a:pPr marL="342900" lvl="1" indent="-342900" fontAlgn="base">
              <a:buFont typeface="Arial" pitchFamily="34" charset="0"/>
              <a:buChar char="•"/>
            </a:pPr>
            <a:r>
              <a:rPr lang="en-US" dirty="0" smtClean="0"/>
              <a:t>Install the</a:t>
            </a:r>
            <a:r>
              <a:rPr lang="en-US" b="1" dirty="0" smtClean="0"/>
              <a:t> app-</a:t>
            </a:r>
            <a:r>
              <a:rPr lang="en-US" b="1" dirty="0" err="1" smtClean="0"/>
              <a:t>debug.apk</a:t>
            </a:r>
            <a:r>
              <a:rPr lang="en-US" b="1" dirty="0" smtClean="0"/>
              <a:t> </a:t>
            </a:r>
          </a:p>
          <a:p>
            <a:pPr marL="342900" lvl="1" indent="-342900" fontAlgn="base">
              <a:buFont typeface="Arial" pitchFamily="34" charset="0"/>
              <a:buChar char="•"/>
            </a:pPr>
            <a:r>
              <a:rPr lang="en-US" dirty="0" smtClean="0"/>
              <a:t>The default security settings of the device will not let the app installed whish is from unknown source</a:t>
            </a:r>
          </a:p>
          <a:p>
            <a:pPr marL="0" lvl="1" indent="0" fontAlgn="base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371297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 app from Unknown 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0" y="1905000"/>
            <a:ext cx="3733800" cy="4221163"/>
          </a:xfrm>
        </p:spPr>
        <p:txBody>
          <a:bodyPr/>
          <a:lstStyle/>
          <a:p>
            <a:r>
              <a:rPr lang="en-US" dirty="0" smtClean="0"/>
              <a:t>Go to</a:t>
            </a:r>
          </a:p>
          <a:p>
            <a:pPr lvl="1"/>
            <a:r>
              <a:rPr lang="en-US" b="1" dirty="0" smtClean="0"/>
              <a:t>Settings</a:t>
            </a:r>
            <a:r>
              <a:rPr lang="en-US" b="1" dirty="0"/>
              <a:t> &gt; Security &gt; Unknown </a:t>
            </a:r>
            <a:r>
              <a:rPr lang="en-US" b="1" dirty="0" smtClean="0"/>
              <a:t>sources</a:t>
            </a:r>
          </a:p>
          <a:p>
            <a:pPr lvl="1"/>
            <a:r>
              <a:rPr lang="en-US" dirty="0" smtClean="0"/>
              <a:t>Disable default security settings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4495800" cy="4991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9579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5104</TotalTime>
  <Words>261</Words>
  <Application>Microsoft Office PowerPoint</Application>
  <PresentationFormat>On-screen Show (4:3)</PresentationFormat>
  <Paragraphs>55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HNDIT</vt:lpstr>
      <vt:lpstr>HNDIT2417 Mobile Application Development</vt:lpstr>
      <vt:lpstr>Building the app</vt:lpstr>
      <vt:lpstr>Running Options</vt:lpstr>
      <vt:lpstr>1.Running on Android Emulator</vt:lpstr>
      <vt:lpstr>Android virtual devices</vt:lpstr>
      <vt:lpstr>AVD Manager</vt:lpstr>
      <vt:lpstr>PowerPoint Presentation</vt:lpstr>
      <vt:lpstr>Android virtual devices</vt:lpstr>
      <vt:lpstr>Run/Debug Configurations</vt:lpstr>
      <vt:lpstr>Snapshots</vt:lpstr>
      <vt:lpstr>Snapshots</vt:lpstr>
      <vt:lpstr>Snapshots</vt:lpstr>
      <vt:lpstr>Quick boot</vt:lpstr>
      <vt:lpstr>Disable Quick Boot</vt:lpstr>
      <vt:lpstr>2.Android Package (APK) on real device</vt:lpstr>
      <vt:lpstr>Install app from Unknown Source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Nayomi Gamlath</dc:creator>
  <cp:lastModifiedBy>pc</cp:lastModifiedBy>
  <cp:revision>372</cp:revision>
  <dcterms:created xsi:type="dcterms:W3CDTF">2012-08-16T13:03:13Z</dcterms:created>
  <dcterms:modified xsi:type="dcterms:W3CDTF">2018-12-22T14:27:26Z</dcterms:modified>
</cp:coreProperties>
</file>