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0" r:id="rId3"/>
    <p:sldId id="259" r:id="rId4"/>
    <p:sldId id="264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87059" autoAdjust="0"/>
  </p:normalViewPr>
  <p:slideViewPr>
    <p:cSldViewPr>
      <p:cViewPr>
        <p:scale>
          <a:sx n="70" d="100"/>
          <a:sy n="70" d="100"/>
        </p:scale>
        <p:origin x="-13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99AA-E18B-4813-816E-B07801F4AD93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 smtClean="0"/>
              <a:t>Janaka</a:t>
            </a:r>
            <a:r>
              <a:rPr lang="en-US" dirty="0" smtClean="0"/>
              <a:t> </a:t>
            </a:r>
            <a:r>
              <a:rPr lang="en-US" dirty="0" err="1" smtClean="0"/>
              <a:t>Rajakaruna</a:t>
            </a:r>
            <a:r>
              <a:rPr lang="en-US" dirty="0" smtClean="0"/>
              <a:t>, ATI- </a:t>
            </a:r>
            <a:r>
              <a:rPr lang="en-US" dirty="0" err="1" smtClean="0"/>
              <a:t>Dehiwal</a:t>
            </a:r>
            <a:r>
              <a:rPr lang="en-US" dirty="0" err="1"/>
              <a:t>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B6B07-0EF5-4A8C-BFB2-03E232BBA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5348-62BD-4C73-B9B8-B6CEF0004C40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A0E2-BB4F-4F35-8FC2-1BECC1A03735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AC2C-F734-4DAB-9B2F-6B0B4316BDB1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4B6-CFF2-4C19-8362-14A983EB9999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8087B-A3A9-4C71-B8FA-913C0D188475}" type="datetime1">
              <a:rPr lang="en-US" smtClean="0"/>
              <a:t>12/25/2018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8269-43D2-4062-8EE2-276038E59C96}" type="datetime1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7B3F-8592-4151-A4EE-3162DDB96308}" type="datetime1">
              <a:rPr lang="en-US" smtClean="0"/>
              <a:t>12/25/2018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8066F-136C-4DE2-BBA3-1BB1EAF1B21F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7A90-D8BC-45EA-9918-FDB053208B27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B887-A8C3-47E8-8805-E21E8023EA83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E91E-BA94-4DFD-A921-7E6D579FF3A2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652DD-E8B2-409E-B458-95A0563AFC14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/>
              <a:t>Mobile </a:t>
            </a:r>
            <a:r>
              <a:rPr lang="en-US" sz="2800" dirty="0" smtClean="0"/>
              <a:t>Apps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90" y="5486400"/>
            <a:ext cx="1770906" cy="132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mobile app or mobile application is a computer program or software application designed to run on a mobile device such as a phone/tablet or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6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Native Apps</a:t>
            </a:r>
          </a:p>
          <a:p>
            <a:pPr lvl="1"/>
            <a:r>
              <a:rPr lang="en-US" dirty="0" smtClean="0"/>
              <a:t>Developed for </a:t>
            </a:r>
            <a:r>
              <a:rPr lang="en-US" dirty="0"/>
              <a:t>one particular mobile device and is installed directly onto the device itself. </a:t>
            </a:r>
            <a:endParaRPr lang="en-US" dirty="0" smtClean="0"/>
          </a:p>
          <a:p>
            <a:pPr lvl="1"/>
            <a:r>
              <a:rPr lang="en-US" dirty="0" smtClean="0"/>
              <a:t>Download </a:t>
            </a:r>
            <a:r>
              <a:rPr lang="en-US" dirty="0"/>
              <a:t>them via app stores online or the app </a:t>
            </a:r>
            <a:r>
              <a:rPr lang="en-US" dirty="0" smtClean="0"/>
              <a:t>marketplace</a:t>
            </a:r>
          </a:p>
          <a:p>
            <a:pPr lvl="2"/>
            <a:r>
              <a:rPr lang="en-US" dirty="0" smtClean="0"/>
              <a:t>Apple </a:t>
            </a:r>
            <a:r>
              <a:rPr lang="en-US" dirty="0"/>
              <a:t>App </a:t>
            </a:r>
            <a:r>
              <a:rPr lang="en-US" dirty="0" smtClean="0"/>
              <a:t>Store</a:t>
            </a:r>
          </a:p>
          <a:p>
            <a:pPr lvl="2"/>
            <a:r>
              <a:rPr lang="en-US" dirty="0" smtClean="0"/>
              <a:t>Google </a:t>
            </a:r>
            <a:r>
              <a:rPr lang="en-US" dirty="0"/>
              <a:t>Play </a:t>
            </a:r>
            <a:r>
              <a:rPr lang="en-US" dirty="0" smtClean="0"/>
              <a:t>store</a:t>
            </a:r>
            <a:endParaRPr lang="en-US" b="1" dirty="0" smtClean="0"/>
          </a:p>
          <a:p>
            <a:r>
              <a:rPr lang="en-US" dirty="0"/>
              <a:t>Web Aps</a:t>
            </a:r>
          </a:p>
          <a:p>
            <a:pPr lvl="1"/>
            <a:r>
              <a:rPr lang="en-US" dirty="0"/>
              <a:t>Internet-enabled apps</a:t>
            </a:r>
          </a:p>
          <a:p>
            <a:pPr lvl="1"/>
            <a:r>
              <a:rPr lang="en-US" dirty="0"/>
              <a:t>Accessible via the mobile device’s web browser</a:t>
            </a:r>
          </a:p>
          <a:p>
            <a:pPr lvl="1"/>
            <a:r>
              <a:rPr lang="en-US" dirty="0"/>
              <a:t>Not downloaded onto the user’s mobile device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5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Platforms and 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Each mobile platform offers the developer its own standardized SDK, development tools and other user interface elements, which they can use to develop their native </a:t>
            </a:r>
            <a:r>
              <a:rPr lang="en-US" dirty="0" smtClean="0"/>
              <a:t>apps.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err="1" smtClean="0"/>
              <a:t>iOS</a:t>
            </a:r>
            <a:r>
              <a:rPr lang="en-US" dirty="0" smtClean="0"/>
              <a:t> </a:t>
            </a:r>
            <a:r>
              <a:rPr lang="en-US" dirty="0"/>
              <a:t>uses </a:t>
            </a:r>
            <a:r>
              <a:rPr lang="en-US" dirty="0" smtClean="0"/>
              <a:t>Objective-C</a:t>
            </a:r>
          </a:p>
          <a:p>
            <a:pPr lvl="1"/>
            <a:r>
              <a:rPr lang="en-US" dirty="0"/>
              <a:t>Android uses </a:t>
            </a:r>
            <a:r>
              <a:rPr lang="en-US" dirty="0" smtClean="0"/>
              <a:t>Java</a:t>
            </a:r>
          </a:p>
          <a:p>
            <a:pPr lvl="1"/>
            <a:r>
              <a:rPr lang="en-US" dirty="0"/>
              <a:t>BlackBerry uses </a:t>
            </a:r>
            <a:r>
              <a:rPr lang="en-US" dirty="0" smtClean="0"/>
              <a:t>Java</a:t>
            </a:r>
            <a:endParaRPr lang="en-US" dirty="0"/>
          </a:p>
          <a:p>
            <a:pPr lvl="1"/>
            <a:r>
              <a:rPr lang="en-US" dirty="0" smtClean="0"/>
              <a:t>Windows </a:t>
            </a:r>
            <a:r>
              <a:rPr lang="en-US" dirty="0"/>
              <a:t>Mobile uses C</a:t>
            </a:r>
            <a:r>
              <a:rPr lang="en-US" dirty="0" smtClean="0"/>
              <a:t>++</a:t>
            </a:r>
          </a:p>
          <a:p>
            <a:pPr lvl="1"/>
            <a:r>
              <a:rPr lang="en-US" dirty="0"/>
              <a:t>Symbian </a:t>
            </a:r>
            <a:r>
              <a:rPr lang="en-US" dirty="0"/>
              <a:t>uses </a:t>
            </a:r>
            <a:r>
              <a:rPr lang="en-US" dirty="0" smtClean="0"/>
              <a:t>C++</a:t>
            </a:r>
            <a:endParaRPr lang="en-US" dirty="0" smtClean="0"/>
          </a:p>
          <a:p>
            <a:pPr algn="just"/>
            <a:r>
              <a:rPr lang="en-US" dirty="0" smtClean="0"/>
              <a:t>But </a:t>
            </a:r>
            <a:r>
              <a:rPr lang="en-US" dirty="0" smtClean="0"/>
              <a:t>for web apps developer has to aim multiple </a:t>
            </a:r>
            <a:r>
              <a:rPr lang="en-US" dirty="0"/>
              <a:t>mobile platforms and </a:t>
            </a:r>
            <a:r>
              <a:rPr lang="en-US" dirty="0" smtClean="0"/>
              <a:t>multiple web </a:t>
            </a:r>
            <a:r>
              <a:rPr lang="en-US" dirty="0" smtClean="0"/>
              <a:t>browsers without standard SDK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2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Native 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Pros</a:t>
            </a:r>
          </a:p>
          <a:p>
            <a:pPr lvl="1" algn="just"/>
            <a:r>
              <a:rPr lang="en-US" dirty="0" smtClean="0"/>
              <a:t>Easy to find(online store)</a:t>
            </a:r>
          </a:p>
          <a:p>
            <a:pPr lvl="1" algn="just"/>
            <a:r>
              <a:rPr lang="en-US" dirty="0" smtClean="0"/>
              <a:t>Compatible with device’s </a:t>
            </a:r>
            <a:r>
              <a:rPr lang="en-US" dirty="0"/>
              <a:t>built-in </a:t>
            </a:r>
            <a:r>
              <a:rPr lang="en-US" dirty="0" smtClean="0"/>
              <a:t>features</a:t>
            </a:r>
          </a:p>
          <a:p>
            <a:pPr lvl="1" algn="just"/>
            <a:r>
              <a:rPr lang="en-US" dirty="0" smtClean="0"/>
              <a:t>Easier </a:t>
            </a:r>
            <a:r>
              <a:rPr lang="en-US" dirty="0"/>
              <a:t>to work with and perform faster on the </a:t>
            </a:r>
            <a:r>
              <a:rPr lang="en-US" dirty="0" smtClean="0"/>
              <a:t>device</a:t>
            </a:r>
          </a:p>
          <a:p>
            <a:pPr lvl="1" algn="just"/>
            <a:r>
              <a:rPr lang="en-US" dirty="0" smtClean="0"/>
              <a:t>Secure </a:t>
            </a:r>
            <a:r>
              <a:rPr lang="en-US" dirty="0"/>
              <a:t>d</a:t>
            </a:r>
            <a:r>
              <a:rPr lang="en-US" dirty="0" smtClean="0"/>
              <a:t>ue to already approved </a:t>
            </a:r>
            <a:r>
              <a:rPr lang="en-US" dirty="0"/>
              <a:t>on an app store</a:t>
            </a:r>
            <a:endParaRPr lang="en-US" dirty="0" smtClean="0"/>
          </a:p>
          <a:p>
            <a:pPr algn="just"/>
            <a:r>
              <a:rPr lang="en-US" dirty="0" smtClean="0"/>
              <a:t>Cons</a:t>
            </a:r>
            <a:endParaRPr lang="en-US" dirty="0"/>
          </a:p>
          <a:p>
            <a:pPr lvl="1" algn="just"/>
            <a:r>
              <a:rPr lang="en-US" dirty="0" smtClean="0"/>
              <a:t>App </a:t>
            </a:r>
            <a:r>
              <a:rPr lang="en-US" dirty="0"/>
              <a:t>to be compatible with multiple mobile devices and platforms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Maintenance cost is high</a:t>
            </a:r>
          </a:p>
          <a:p>
            <a:pPr lvl="1" algn="just"/>
            <a:r>
              <a:rPr lang="en-US" dirty="0" smtClean="0"/>
              <a:t>Need to approved </a:t>
            </a:r>
            <a:r>
              <a:rPr lang="en-US" dirty="0"/>
              <a:t>on an app store </a:t>
            </a:r>
            <a:r>
              <a:rPr lang="en-US" dirty="0" smtClean="0"/>
              <a:t>,may take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7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Pros</a:t>
            </a:r>
          </a:p>
          <a:p>
            <a:pPr lvl="1"/>
            <a:r>
              <a:rPr lang="en-US" dirty="0" smtClean="0"/>
              <a:t>Always up to date</a:t>
            </a:r>
          </a:p>
          <a:p>
            <a:pPr lvl="1"/>
            <a:r>
              <a:rPr lang="en-US" dirty="0" smtClean="0"/>
              <a:t>No centralized store</a:t>
            </a:r>
          </a:p>
          <a:p>
            <a:pPr lvl="1"/>
            <a:r>
              <a:rPr lang="en-US" dirty="0" smtClean="0"/>
              <a:t>Newest </a:t>
            </a:r>
            <a:r>
              <a:rPr lang="en-US" dirty="0"/>
              <a:t>version is always </a:t>
            </a:r>
            <a:r>
              <a:rPr lang="en-US" dirty="0" smtClean="0"/>
              <a:t>loads </a:t>
            </a:r>
            <a:r>
              <a:rPr lang="en-US" dirty="0"/>
              <a:t>when a user accesses a web </a:t>
            </a:r>
            <a:r>
              <a:rPr lang="en-US" dirty="0" smtClean="0"/>
              <a:t>app</a:t>
            </a:r>
          </a:p>
          <a:p>
            <a:r>
              <a:rPr lang="en-US" dirty="0" smtClean="0"/>
              <a:t>Cons</a:t>
            </a:r>
          </a:p>
          <a:p>
            <a:pPr lvl="1"/>
            <a:r>
              <a:rPr lang="en-US" dirty="0" smtClean="0"/>
              <a:t>Developing cost may high</a:t>
            </a:r>
          </a:p>
          <a:p>
            <a:pPr lvl="1"/>
            <a:r>
              <a:rPr lang="en-US" dirty="0" smtClean="0"/>
              <a:t>Not accessible the devices native features.</a:t>
            </a:r>
          </a:p>
          <a:p>
            <a:pPr lvl="1"/>
            <a:r>
              <a:rPr lang="en-US" dirty="0" smtClean="0"/>
              <a:t>Not </a:t>
            </a:r>
            <a:r>
              <a:rPr lang="en-US" dirty="0"/>
              <a:t> </a:t>
            </a:r>
            <a:r>
              <a:rPr lang="en-US" dirty="0" smtClean="0"/>
              <a:t>systematically </a:t>
            </a:r>
            <a:r>
              <a:rPr lang="en-US" dirty="0"/>
              <a:t>listed in any app store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Not </a:t>
            </a:r>
            <a:r>
              <a:rPr lang="en-US" dirty="0"/>
              <a:t>always </a:t>
            </a:r>
            <a:r>
              <a:rPr lang="en-US" dirty="0" smtClean="0"/>
              <a:t>guaranteed to safe </a:t>
            </a:r>
            <a:r>
              <a:rPr lang="en-US" dirty="0"/>
              <a:t>and </a:t>
            </a:r>
            <a:r>
              <a:rPr lang="en-US" dirty="0" smtClean="0"/>
              <a:t>secure.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0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Distribution Platforms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Google Play</a:t>
            </a:r>
          </a:p>
          <a:p>
            <a:r>
              <a:rPr lang="en-US" dirty="0"/>
              <a:t>Apple's App </a:t>
            </a:r>
            <a:r>
              <a:rPr lang="en-US" dirty="0" smtClean="0"/>
              <a:t>Store</a:t>
            </a:r>
          </a:p>
          <a:p>
            <a:r>
              <a:rPr lang="en-US" dirty="0"/>
              <a:t>Microsoft </a:t>
            </a:r>
            <a:r>
              <a:rPr lang="en-US" dirty="0" smtClean="0"/>
              <a:t>Store /</a:t>
            </a:r>
            <a:r>
              <a:rPr lang="en-US" dirty="0"/>
              <a:t> Windows Store</a:t>
            </a:r>
          </a:p>
          <a:p>
            <a:r>
              <a:rPr lang="en-US" dirty="0"/>
              <a:t>Amazon </a:t>
            </a:r>
            <a:r>
              <a:rPr lang="en-US" dirty="0" err="1" smtClean="0"/>
              <a:t>Appstore</a:t>
            </a:r>
            <a:endParaRPr lang="en-US" dirty="0" smtClean="0"/>
          </a:p>
          <a:p>
            <a:r>
              <a:rPr lang="en-US" dirty="0"/>
              <a:t>BlackBerry </a:t>
            </a:r>
            <a:r>
              <a:rPr lang="en-US" dirty="0" smtClean="0"/>
              <a:t>World</a:t>
            </a:r>
          </a:p>
          <a:p>
            <a:r>
              <a:rPr lang="en-US" dirty="0"/>
              <a:t>Samsung Apps </a:t>
            </a:r>
            <a:endParaRPr lang="en-US" dirty="0" smtClean="0"/>
          </a:p>
          <a:p>
            <a:r>
              <a:rPr lang="en-US" dirty="0"/>
              <a:t>Opera Mobile </a:t>
            </a:r>
            <a:r>
              <a:rPr lang="en-US" dirty="0" smtClean="0"/>
              <a:t>Store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7</a:t>
            </a:fld>
            <a:endParaRPr lang="en-US"/>
          </a:p>
        </p:txBody>
      </p:sp>
      <p:pic>
        <p:nvPicPr>
          <p:cNvPr id="1026" name="Picture 2" descr="Image result for Apple's App St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404" y="1752600"/>
            <a:ext cx="136259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opera mobile sto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985" y="3380096"/>
            <a:ext cx="1268104" cy="12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google play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9" y="297123"/>
            <a:ext cx="1522903" cy="152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amazon appsto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798" y="4675496"/>
            <a:ext cx="1268104" cy="12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43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web applications include </a:t>
            </a:r>
            <a:endParaRPr lang="en-US" dirty="0" smtClean="0"/>
          </a:p>
          <a:p>
            <a:pPr lvl="1"/>
            <a:r>
              <a:rPr lang="en-US" dirty="0" smtClean="0"/>
              <a:t>Web mail</a:t>
            </a:r>
          </a:p>
          <a:p>
            <a:pPr lvl="1"/>
            <a:r>
              <a:rPr lang="en-US" dirty="0" smtClean="0"/>
              <a:t>Online </a:t>
            </a:r>
            <a:r>
              <a:rPr lang="en-US" dirty="0"/>
              <a:t>retail </a:t>
            </a:r>
            <a:r>
              <a:rPr lang="en-US" dirty="0" smtClean="0"/>
              <a:t>sales</a:t>
            </a:r>
          </a:p>
          <a:p>
            <a:pPr lvl="1"/>
            <a:r>
              <a:rPr lang="en-US" dirty="0" smtClean="0"/>
              <a:t>Online auctions</a:t>
            </a:r>
          </a:p>
          <a:p>
            <a:pPr lvl="1"/>
            <a:r>
              <a:rPr lang="en-US" dirty="0" smtClean="0"/>
              <a:t>Wikis</a:t>
            </a:r>
          </a:p>
          <a:p>
            <a:pPr lvl="1"/>
            <a:r>
              <a:rPr lang="en-US" dirty="0" smtClean="0"/>
              <a:t>Instant </a:t>
            </a:r>
            <a:r>
              <a:rPr lang="en-US" dirty="0"/>
              <a:t>messaging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0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841500"/>
            <a:ext cx="7110413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88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Wireless Application Protocol (WAP)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Introduced in 1999</a:t>
            </a:r>
          </a:p>
          <a:p>
            <a:pPr algn="just"/>
            <a:r>
              <a:rPr lang="en-US" dirty="0" smtClean="0"/>
              <a:t>Standard</a:t>
            </a:r>
            <a:r>
              <a:rPr lang="en-US" dirty="0"/>
              <a:t> for accessing information over a mobile wireless network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WAP browser</a:t>
            </a:r>
            <a:r>
              <a:rPr lang="en-US" dirty="0"/>
              <a:t> is a web browser for mobile </a:t>
            </a:r>
            <a:r>
              <a:rPr lang="en-US" dirty="0" smtClean="0"/>
              <a:t>devices such </a:t>
            </a:r>
            <a:r>
              <a:rPr lang="en-US" dirty="0"/>
              <a:t>as mobile phones that uses the protocol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WML - WAP markup language, </a:t>
            </a:r>
            <a:r>
              <a:rPr lang="en-US" dirty="0"/>
              <a:t> serve content from web sites. </a:t>
            </a:r>
            <a:r>
              <a:rPr lang="en-US" dirty="0" smtClean="0"/>
              <a:t>Required less processing power than 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89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WAP protocol </a:t>
            </a:r>
            <a:r>
              <a:rPr lang="en-US" dirty="0" smtClean="0"/>
              <a:t>suite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0078"/>
              </p:ext>
            </p:extLst>
          </p:nvPr>
        </p:nvGraphicFramePr>
        <p:xfrm>
          <a:off x="914400" y="2743200"/>
          <a:ext cx="7772400" cy="3253902"/>
        </p:xfrm>
        <a:graphic>
          <a:graphicData uri="http://schemas.openxmlformats.org/drawingml/2006/table">
            <a:tbl>
              <a:tblPr/>
              <a:tblGrid>
                <a:gridCol w="7772400"/>
              </a:tblGrid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effectLst/>
                        </a:rPr>
                        <a:t>Wireless Application Environment (WAE)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effectLst/>
                        </a:rPr>
                        <a:t>Wireless Session Protocol (WSP)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effectLst/>
                        </a:rPr>
                        <a:t>Wireless Transaction Protocol (WTP)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effectLst/>
                        </a:rPr>
                        <a:t>Wireless Transport Layer Security (WTLS)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effectLst/>
                        </a:rPr>
                        <a:t>Wireless Datagram Protocol (WDP)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231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effectLst/>
                        </a:rPr>
                        <a:t>Any </a:t>
                      </a:r>
                      <a:r>
                        <a:rPr lang="en-US" sz="2400" b="0" dirty="0">
                          <a:effectLst/>
                        </a:rPr>
                        <a:t>wireless data </a:t>
                      </a:r>
                      <a:r>
                        <a:rPr lang="en-US" sz="2400" b="0" dirty="0" smtClean="0">
                          <a:effectLst/>
                        </a:rPr>
                        <a:t>network</a:t>
                      </a:r>
                      <a:endParaRPr lang="en-US" sz="2400" b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Multimedia Messaging Service (MMS) </a:t>
            </a:r>
            <a:endParaRPr lang="en-US" dirty="0" smtClean="0"/>
          </a:p>
          <a:p>
            <a:pPr algn="just"/>
            <a:r>
              <a:rPr lang="en-US" dirty="0" smtClean="0"/>
              <a:t>Combination </a:t>
            </a:r>
            <a:r>
              <a:rPr lang="en-US" dirty="0"/>
              <a:t>of WAP and SMS </a:t>
            </a:r>
            <a:r>
              <a:rPr lang="en-US" dirty="0" smtClean="0"/>
              <a:t>allowing </a:t>
            </a:r>
            <a:r>
              <a:rPr lang="en-US" dirty="0"/>
              <a:t> multimedia content to and from a mobile phone over a cellular network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Allowing </a:t>
            </a:r>
            <a:r>
              <a:rPr lang="en-US" dirty="0"/>
              <a:t>the exchange of text messages greater than 160 characters in </a:t>
            </a:r>
            <a:r>
              <a:rPr lang="en-US" dirty="0" smtClean="0"/>
              <a:t>length.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7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Browser</a:t>
            </a:r>
            <a:r>
              <a:rPr lang="en-US" dirty="0"/>
              <a:t> designed for use on a mobile device such as a mobile phone or PDA. </a:t>
            </a:r>
            <a:endParaRPr lang="en-US" dirty="0" smtClean="0"/>
          </a:p>
          <a:p>
            <a:pPr algn="just"/>
            <a:r>
              <a:rPr lang="en-US" dirty="0" smtClean="0"/>
              <a:t>Mobile </a:t>
            </a:r>
            <a:r>
              <a:rPr lang="en-US" dirty="0"/>
              <a:t>browsers are optimized so as to display Web content most effectively for small screens on portable devices. </a:t>
            </a:r>
            <a:endParaRPr lang="en-US" dirty="0" smtClean="0"/>
          </a:p>
          <a:p>
            <a:pPr algn="just"/>
            <a:r>
              <a:rPr lang="en-US" dirty="0" smtClean="0"/>
              <a:t>Mobile </a:t>
            </a:r>
            <a:r>
              <a:rPr lang="en-US" dirty="0"/>
              <a:t>browser software must be small and efficient to accommodate the low memory capacity and low-bandwidth of wireless </a:t>
            </a:r>
            <a:r>
              <a:rPr lang="en-US" dirty="0" smtClean="0"/>
              <a:t>devices</a:t>
            </a:r>
          </a:p>
          <a:p>
            <a:pPr algn="just"/>
            <a:r>
              <a:rPr lang="en-US" dirty="0" smtClean="0"/>
              <a:t>Recent </a:t>
            </a:r>
            <a:r>
              <a:rPr lang="en-US" dirty="0"/>
              <a:t>mobile browsers can handle latest technologies also such as CSS 2.1, JavaScript, and Ajax</a:t>
            </a:r>
          </a:p>
        </p:txBody>
      </p:sp>
    </p:spTree>
    <p:extLst>
      <p:ext uri="{BB962C8B-B14F-4D97-AF65-F5344CB8AC3E}">
        <p14:creationId xmlns:p14="http://schemas.microsoft.com/office/powerpoint/2010/main" val="334604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4358</TotalTime>
  <Words>264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HNDIT</vt:lpstr>
      <vt:lpstr>HNDIT2417 Mobile Application Development</vt:lpstr>
      <vt:lpstr>Mobile App</vt:lpstr>
      <vt:lpstr>Types of Apps</vt:lpstr>
      <vt:lpstr>Mobile Platforms and Apps</vt:lpstr>
      <vt:lpstr>Native Apps</vt:lpstr>
      <vt:lpstr>Web Apps</vt:lpstr>
      <vt:lpstr>Distribution Platforms</vt:lpstr>
      <vt:lpstr>Web Apps</vt:lpstr>
      <vt:lpstr>Web Apps</vt:lpstr>
      <vt:lpstr>Wireless Application Protocol (WAP)</vt:lpstr>
      <vt:lpstr>WAP protocol suite</vt:lpstr>
      <vt:lpstr>MMS</vt:lpstr>
      <vt:lpstr>Mobile Browser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403</cp:revision>
  <dcterms:created xsi:type="dcterms:W3CDTF">2012-08-16T13:03:13Z</dcterms:created>
  <dcterms:modified xsi:type="dcterms:W3CDTF">2018-12-25T10:49:31Z</dcterms:modified>
</cp:coreProperties>
</file>