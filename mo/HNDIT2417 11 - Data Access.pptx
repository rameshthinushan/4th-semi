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06" autoAdjust="0"/>
    <p:restoredTop sz="93416" autoAdjust="0"/>
  </p:normalViewPr>
  <p:slideViewPr>
    <p:cSldViewPr>
      <p:cViewPr>
        <p:scale>
          <a:sx n="70" d="100"/>
          <a:sy n="70" d="100"/>
        </p:scale>
        <p:origin x="-1320" y="-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0B1830-6508-4C11-808F-56C5790E9D9F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A3082-602E-4D44-BEB2-84D3721F47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751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9469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/>
              <a:t>Data Access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Persistent </a:t>
            </a:r>
            <a:r>
              <a:rPr lang="en-US" dirty="0"/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229600" cy="1295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Data which survives </a:t>
            </a:r>
            <a:r>
              <a:rPr lang="en-US" dirty="0"/>
              <a:t>after the process with which it was created has ended.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581400"/>
            <a:ext cx="8229600" cy="2544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smtClean="0"/>
              <a:t>Data to secondary storage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702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smtClean="0"/>
              <a:t>Access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preferences</a:t>
            </a:r>
          </a:p>
          <a:p>
            <a:r>
              <a:rPr lang="en-US" dirty="0"/>
              <a:t>Files</a:t>
            </a:r>
          </a:p>
          <a:p>
            <a:r>
              <a:rPr lang="en-US" dirty="0"/>
              <a:t>SQLite database</a:t>
            </a:r>
          </a:p>
          <a:p>
            <a:r>
              <a:rPr lang="en-US" dirty="0"/>
              <a:t>Other storage options</a:t>
            </a:r>
          </a:p>
          <a:p>
            <a:r>
              <a:rPr lang="en-US" dirty="0"/>
              <a:t>Network connection</a:t>
            </a:r>
          </a:p>
          <a:p>
            <a:r>
              <a:rPr lang="en-US" dirty="0"/>
              <a:t>Backing up app data</a:t>
            </a:r>
          </a:p>
          <a:p>
            <a:r>
              <a:rPr lang="en-US" dirty="0"/>
              <a:t>Firebase</a:t>
            </a:r>
          </a:p>
        </p:txBody>
      </p:sp>
    </p:spTree>
    <p:extLst>
      <p:ext uri="{BB962C8B-B14F-4D97-AF65-F5344CB8AC3E}">
        <p14:creationId xmlns:p14="http://schemas.microsoft.com/office/powerpoint/2010/main" val="170628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</a:t>
            </a:r>
            <a:r>
              <a:rPr lang="en-US" dirty="0" smtClean="0"/>
              <a:t>Preferences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SharedPreferences </a:t>
            </a:r>
            <a:r>
              <a:rPr lang="en-US" dirty="0"/>
              <a:t>allows activities and applications to keep </a:t>
            </a:r>
            <a:r>
              <a:rPr lang="en-US" dirty="0" smtClean="0"/>
              <a:t>user preference.</a:t>
            </a:r>
            <a:r>
              <a:rPr lang="en-US" dirty="0"/>
              <a:t> user-specified configuration </a:t>
            </a:r>
            <a:r>
              <a:rPr lang="en-US" dirty="0" smtClean="0"/>
              <a:t>details.</a:t>
            </a:r>
          </a:p>
          <a:p>
            <a:pPr algn="just"/>
            <a:r>
              <a:rPr lang="en-US" dirty="0" smtClean="0"/>
              <a:t>Store </a:t>
            </a:r>
            <a:r>
              <a:rPr lang="en-US" dirty="0"/>
              <a:t>private primitive data in key-value </a:t>
            </a:r>
            <a:r>
              <a:rPr lang="en-US" dirty="0" smtClean="0"/>
              <a:t>pair</a:t>
            </a:r>
          </a:p>
          <a:p>
            <a:pPr lvl="1" algn="just"/>
            <a:r>
              <a:rPr lang="en-US" dirty="0" smtClean="0"/>
              <a:t>Data </a:t>
            </a:r>
            <a:r>
              <a:rPr lang="en-US" dirty="0"/>
              <a:t>is not naturally accessible to other </a:t>
            </a:r>
            <a:r>
              <a:rPr lang="en-US" dirty="0" smtClean="0"/>
              <a:t>apps</a:t>
            </a:r>
          </a:p>
          <a:p>
            <a:pPr lvl="1" algn="just"/>
            <a:r>
              <a:rPr lang="en-US" dirty="0" smtClean="0"/>
              <a:t>Primitive </a:t>
            </a:r>
            <a:r>
              <a:rPr lang="en-US" dirty="0"/>
              <a:t>data </a:t>
            </a:r>
            <a:r>
              <a:rPr lang="en-US" dirty="0" smtClean="0"/>
              <a:t>types used in: </a:t>
            </a:r>
          </a:p>
          <a:p>
            <a:pPr lvl="2" algn="just"/>
            <a:r>
              <a:rPr lang="en-US" dirty="0" err="1" smtClean="0"/>
              <a:t>boolean</a:t>
            </a:r>
            <a:r>
              <a:rPr lang="en-US" dirty="0" smtClean="0"/>
              <a:t>, float, </a:t>
            </a:r>
            <a:r>
              <a:rPr lang="en-US" dirty="0" err="1" smtClean="0"/>
              <a:t>int</a:t>
            </a:r>
            <a:r>
              <a:rPr lang="en-US" dirty="0" smtClean="0"/>
              <a:t>, long, </a:t>
            </a:r>
            <a:r>
              <a:rPr lang="en-US" dirty="0"/>
              <a:t>and </a:t>
            </a:r>
            <a:r>
              <a:rPr lang="en-US" dirty="0" smtClean="0"/>
              <a:t>string.</a:t>
            </a:r>
          </a:p>
          <a:p>
            <a:pPr algn="just"/>
            <a:r>
              <a:rPr lang="en-US" dirty="0"/>
              <a:t>The key-value pairs are written to XML files that persist across user sessions</a:t>
            </a:r>
          </a:p>
        </p:txBody>
      </p:sp>
    </p:spTree>
    <p:extLst>
      <p:ext uri="{BB962C8B-B14F-4D97-AF65-F5344CB8AC3E}">
        <p14:creationId xmlns:p14="http://schemas.microsoft.com/office/powerpoint/2010/main" val="724292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SharedPreferences</a:t>
            </a:r>
            <a:r>
              <a:rPr lang="en-US" dirty="0"/>
              <a:t> is application </a:t>
            </a:r>
            <a:r>
              <a:rPr lang="en-US" dirty="0" smtClean="0"/>
              <a:t>specific</a:t>
            </a:r>
          </a:p>
          <a:p>
            <a:r>
              <a:rPr lang="en-US" dirty="0" smtClean="0"/>
              <a:t>Data </a:t>
            </a:r>
            <a:r>
              <a:rPr lang="en-US" dirty="0"/>
              <a:t> </a:t>
            </a:r>
            <a:r>
              <a:rPr lang="en-US" dirty="0" smtClean="0"/>
              <a:t>will lost </a:t>
            </a:r>
            <a:r>
              <a:rPr lang="en-US" dirty="0"/>
              <a:t>on </a:t>
            </a:r>
            <a:r>
              <a:rPr lang="en-US" dirty="0" smtClean="0"/>
              <a:t>performing:</a:t>
            </a:r>
            <a:endParaRPr lang="en-US" dirty="0"/>
          </a:p>
          <a:p>
            <a:pPr lvl="1"/>
            <a:r>
              <a:rPr lang="en-US" dirty="0" smtClean="0"/>
              <a:t>Uninstalling </a:t>
            </a:r>
            <a:r>
              <a:rPr lang="en-US" dirty="0"/>
              <a:t>the application</a:t>
            </a:r>
          </a:p>
          <a:p>
            <a:pPr lvl="1"/>
            <a:r>
              <a:rPr lang="en-US" dirty="0" smtClean="0"/>
              <a:t>Clearing </a:t>
            </a:r>
            <a:r>
              <a:rPr lang="en-US" dirty="0"/>
              <a:t>the application data (through Settings)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2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Preferences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382000" cy="4221163"/>
          </a:xfrm>
        </p:spPr>
        <p:txBody>
          <a:bodyPr>
            <a:normAutofit/>
          </a:bodyPr>
          <a:lstStyle/>
          <a:p>
            <a:r>
              <a:rPr lang="en-US" sz="2600" b="1" dirty="0" err="1"/>
              <a:t>getPreferences</a:t>
            </a:r>
            <a:r>
              <a:rPr lang="en-US" sz="2600" b="1" dirty="0"/>
              <a:t>()</a:t>
            </a:r>
            <a:r>
              <a:rPr lang="en-US" sz="2600" dirty="0"/>
              <a:t> : </a:t>
            </a:r>
            <a:endParaRPr lang="en-US" sz="2600" dirty="0" smtClean="0"/>
          </a:p>
          <a:p>
            <a:pPr lvl="1"/>
            <a:r>
              <a:rPr lang="en-US" sz="2600" dirty="0" smtClean="0"/>
              <a:t>Used within Activity</a:t>
            </a:r>
            <a:r>
              <a:rPr lang="en-US" sz="2600" dirty="0"/>
              <a:t>, to access activity-specific </a:t>
            </a:r>
            <a:r>
              <a:rPr lang="en-US" sz="2600" dirty="0" smtClean="0"/>
              <a:t>preferences</a:t>
            </a:r>
          </a:p>
          <a:p>
            <a:pPr lvl="1"/>
            <a:endParaRPr lang="en-US" sz="2600" dirty="0"/>
          </a:p>
          <a:p>
            <a:r>
              <a:rPr lang="en-US" sz="2600" b="1" dirty="0" err="1" smtClean="0"/>
              <a:t>getSharedPreferences</a:t>
            </a:r>
            <a:r>
              <a:rPr lang="en-US" sz="2600" b="1" dirty="0" smtClean="0"/>
              <a:t>(</a:t>
            </a:r>
            <a:r>
              <a:rPr lang="en-US" sz="2600" b="1" dirty="0"/>
              <a:t>String </a:t>
            </a:r>
            <a:r>
              <a:rPr lang="en-US" sz="2600" b="1" dirty="0" smtClean="0"/>
              <a:t>PRF_FILE_NAME</a:t>
            </a:r>
            <a:r>
              <a:rPr lang="en-US" sz="2600" b="1" dirty="0"/>
              <a:t>, </a:t>
            </a:r>
            <a:r>
              <a:rPr lang="en-US" sz="2600" b="1" dirty="0" err="1"/>
              <a:t>int</a:t>
            </a:r>
            <a:r>
              <a:rPr lang="en-US" sz="2600" b="1" dirty="0"/>
              <a:t> mode</a:t>
            </a:r>
            <a:r>
              <a:rPr lang="en-US" sz="2600" b="1" dirty="0" smtClean="0"/>
              <a:t>)</a:t>
            </a:r>
            <a:r>
              <a:rPr lang="en-US" sz="2600" b="1" dirty="0"/>
              <a:t> </a:t>
            </a:r>
            <a:endParaRPr lang="en-US" sz="2600" b="1" dirty="0" smtClean="0"/>
          </a:p>
          <a:p>
            <a:pPr lvl="1"/>
            <a:r>
              <a:rPr lang="en-US" sz="2600" dirty="0" smtClean="0"/>
              <a:t>Used within Activity </a:t>
            </a:r>
            <a:r>
              <a:rPr lang="en-US" sz="2600" dirty="0"/>
              <a:t>(or </a:t>
            </a:r>
            <a:r>
              <a:rPr lang="en-US" sz="2600" dirty="0" smtClean="0"/>
              <a:t>application </a:t>
            </a:r>
            <a:r>
              <a:rPr lang="en-US" sz="2600" dirty="0"/>
              <a:t>Context), to access application-level </a:t>
            </a:r>
            <a:r>
              <a:rPr lang="en-US" sz="2600" dirty="0" smtClean="0"/>
              <a:t>preferences</a:t>
            </a:r>
          </a:p>
          <a:p>
            <a:pPr lvl="1"/>
            <a:r>
              <a:rPr lang="en-US" sz="2400" b="1" dirty="0"/>
              <a:t>PRF_FILE_NAME </a:t>
            </a:r>
            <a:r>
              <a:rPr lang="en-US" sz="2200" dirty="0"/>
              <a:t> is the name of the file.</a:t>
            </a:r>
          </a:p>
          <a:p>
            <a:pPr lvl="1"/>
            <a:r>
              <a:rPr lang="en-US" sz="2200" b="1" dirty="0"/>
              <a:t>mode</a:t>
            </a:r>
            <a:r>
              <a:rPr lang="en-US" sz="2200" dirty="0"/>
              <a:t> is the operating </a:t>
            </a:r>
            <a:r>
              <a:rPr lang="en-US" sz="2200" dirty="0" smtClean="0"/>
              <a:t>mode</a:t>
            </a:r>
          </a:p>
          <a:p>
            <a:pPr lvl="1"/>
            <a:endParaRPr lang="en-US" sz="2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70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Operating Modes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MODE_PRIVATE</a:t>
            </a:r>
            <a:r>
              <a:rPr lang="en-US" dirty="0"/>
              <a:t>: the default mode, where the created file can only be accessed by the calling application</a:t>
            </a:r>
          </a:p>
          <a:p>
            <a:r>
              <a:rPr lang="en-US" b="1" dirty="0"/>
              <a:t>MODE_WORLD_READABLE</a:t>
            </a:r>
            <a:r>
              <a:rPr lang="en-US" dirty="0"/>
              <a:t>: Creating world-readable files is very dangerous, and likely to cause security holes in applications</a:t>
            </a:r>
          </a:p>
          <a:p>
            <a:r>
              <a:rPr lang="en-US" b="1" dirty="0"/>
              <a:t>MODE_WORLD_WRITEABLE</a:t>
            </a:r>
            <a:r>
              <a:rPr lang="en-US" dirty="0"/>
              <a:t>: Creating world-writable files is very dangerous, and likely to cause security holes in applications</a:t>
            </a:r>
          </a:p>
          <a:p>
            <a:r>
              <a:rPr lang="en-US" b="1" dirty="0"/>
              <a:t>MODE_MULTI_PROCESS</a:t>
            </a:r>
            <a:r>
              <a:rPr lang="en-US" dirty="0"/>
              <a:t>: This method will check for modification of preferences even if the Shared Preference instance has already been loaded</a:t>
            </a:r>
          </a:p>
          <a:p>
            <a:r>
              <a:rPr lang="en-US" b="1" dirty="0"/>
              <a:t>MODE_APPEND</a:t>
            </a:r>
            <a:r>
              <a:rPr lang="en-US" dirty="0"/>
              <a:t>: This will append the new preferences with the already existing preferences</a:t>
            </a:r>
          </a:p>
          <a:p>
            <a:r>
              <a:rPr lang="en-US" b="1" dirty="0"/>
              <a:t>MODE_ENABLE_WRITE_AHEAD_LOGGING</a:t>
            </a:r>
            <a:r>
              <a:rPr lang="en-US" dirty="0"/>
              <a:t>: Database open flag. When it is set, it would enable write ahead logging by default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6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Storing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2400" dirty="0"/>
              <a:t>Declare Shared </a:t>
            </a:r>
            <a:r>
              <a:rPr lang="en-US" sz="2400" dirty="0" smtClean="0"/>
              <a:t>preference object</a:t>
            </a:r>
            <a:endParaRPr lang="en-US" sz="2400" dirty="0"/>
          </a:p>
          <a:p>
            <a:pPr lvl="1"/>
            <a:r>
              <a:rPr lang="en-US" sz="2000" dirty="0" smtClean="0"/>
              <a:t>SharedPreferences </a:t>
            </a:r>
            <a:r>
              <a:rPr lang="en-US" sz="2000" b="1" dirty="0" err="1" smtClean="0"/>
              <a:t>MyPref</a:t>
            </a:r>
            <a:r>
              <a:rPr lang="en-US" sz="2000" b="1" dirty="0" smtClean="0"/>
              <a:t> 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smtClean="0"/>
              <a:t>Initialize </a:t>
            </a:r>
            <a:r>
              <a:rPr lang="en-US" sz="2400" dirty="0"/>
              <a:t>the Shared preference object</a:t>
            </a:r>
            <a:endParaRPr lang="en-US" sz="2400" dirty="0"/>
          </a:p>
          <a:p>
            <a:pPr lvl="1"/>
            <a:r>
              <a:rPr lang="en-US" sz="2000" b="1" dirty="0" err="1" smtClean="0"/>
              <a:t>MyPref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err="1"/>
              <a:t>getSharedPreferences</a:t>
            </a:r>
            <a:r>
              <a:rPr lang="en-US" sz="2000" dirty="0" smtClean="0"/>
              <a:t>(</a:t>
            </a:r>
            <a:r>
              <a:rPr lang="en-US" sz="2000" b="1" dirty="0" smtClean="0"/>
              <a:t>"</a:t>
            </a:r>
            <a:r>
              <a:rPr lang="en-US" sz="2000" b="1" dirty="0" err="1" smtClean="0"/>
              <a:t>mypref</a:t>
            </a:r>
            <a:r>
              <a:rPr lang="en-US" sz="2000" b="1" dirty="0"/>
              <a:t>"</a:t>
            </a:r>
            <a:r>
              <a:rPr lang="en-US" sz="2000" dirty="0"/>
              <a:t>, </a:t>
            </a:r>
            <a:r>
              <a:rPr lang="en-US" sz="2000" dirty="0" err="1"/>
              <a:t>Context.</a:t>
            </a:r>
            <a:r>
              <a:rPr lang="en-US" sz="2000" b="1" i="1" dirty="0" err="1"/>
              <a:t>MODE_PRIVATE</a:t>
            </a:r>
            <a:r>
              <a:rPr lang="en-US" sz="2000" dirty="0"/>
              <a:t>);</a:t>
            </a:r>
            <a:endParaRPr lang="en-US" sz="2000" dirty="0" smtClean="0"/>
          </a:p>
          <a:p>
            <a:r>
              <a:rPr lang="en-US" sz="2400" dirty="0" smtClean="0"/>
              <a:t>Create Editor Object</a:t>
            </a:r>
          </a:p>
          <a:p>
            <a:pPr lvl="1"/>
            <a:r>
              <a:rPr lang="en-US" sz="2000" dirty="0" err="1"/>
              <a:t>SharedPreferences.Editor</a:t>
            </a:r>
            <a:r>
              <a:rPr lang="en-US" sz="2000" dirty="0"/>
              <a:t> editor = </a:t>
            </a:r>
            <a:r>
              <a:rPr lang="en-US" sz="2000" b="1" dirty="0" err="1"/>
              <a:t>MyPref</a:t>
            </a:r>
            <a:r>
              <a:rPr lang="en-US" sz="2000" dirty="0" err="1"/>
              <a:t>.edit</a:t>
            </a:r>
            <a:r>
              <a:rPr lang="en-US" sz="2000" dirty="0"/>
              <a:t>();</a:t>
            </a:r>
            <a:endParaRPr lang="en-US" sz="2000" dirty="0" smtClean="0"/>
          </a:p>
          <a:p>
            <a:pPr lvl="1"/>
            <a:r>
              <a:rPr lang="en-US" sz="2000" dirty="0" smtClean="0"/>
              <a:t>Editor Interface </a:t>
            </a:r>
            <a:r>
              <a:rPr lang="en-US" sz="2000" dirty="0"/>
              <a:t>used for modifying values in </a:t>
            </a:r>
            <a:r>
              <a:rPr lang="en-US" sz="2000" dirty="0" smtClean="0"/>
              <a:t>a SharedPreferences</a:t>
            </a:r>
            <a:r>
              <a:rPr lang="en-US" sz="2000" dirty="0"/>
              <a:t> </a:t>
            </a:r>
            <a:r>
              <a:rPr lang="en-US" sz="2000" dirty="0" smtClean="0"/>
              <a:t>object </a:t>
            </a:r>
          </a:p>
          <a:p>
            <a:r>
              <a:rPr lang="en-US" sz="2400" dirty="0" smtClean="0"/>
              <a:t>Commit </a:t>
            </a:r>
            <a:r>
              <a:rPr lang="en-US" sz="2400" dirty="0" smtClean="0"/>
              <a:t>the change</a:t>
            </a:r>
          </a:p>
          <a:p>
            <a:pPr lvl="1"/>
            <a:r>
              <a:rPr lang="en-US" sz="2000" dirty="0" err="1" smtClean="0"/>
              <a:t>editor.commit</a:t>
            </a:r>
            <a:r>
              <a:rPr lang="en-US" sz="2000" dirty="0" smtClean="0"/>
              <a:t>()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1786</TotalTime>
  <Words>253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HNDIT</vt:lpstr>
      <vt:lpstr>HNDIT2417 Mobile Application Development</vt:lpstr>
      <vt:lpstr>Persistent data</vt:lpstr>
      <vt:lpstr>Data Access Options</vt:lpstr>
      <vt:lpstr>Shared Preferences</vt:lpstr>
      <vt:lpstr>Shared Preferences</vt:lpstr>
      <vt:lpstr>Shared Preferences</vt:lpstr>
      <vt:lpstr>Operating Modes</vt:lpstr>
      <vt:lpstr>Storing Data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398</cp:revision>
  <dcterms:created xsi:type="dcterms:W3CDTF">2012-08-16T13:03:13Z</dcterms:created>
  <dcterms:modified xsi:type="dcterms:W3CDTF">2019-01-02T12:59:50Z</dcterms:modified>
</cp:coreProperties>
</file>