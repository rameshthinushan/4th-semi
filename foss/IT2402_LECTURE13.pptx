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5" r:id="rId1"/>
  </p:sldMasterIdLst>
  <p:notesMasterIdLst>
    <p:notesMasterId r:id="rId9"/>
  </p:notesMasterIdLst>
  <p:sldIdLst>
    <p:sldId id="539" r:id="rId2"/>
    <p:sldId id="540" r:id="rId3"/>
    <p:sldId id="541" r:id="rId4"/>
    <p:sldId id="542" r:id="rId5"/>
    <p:sldId id="543" r:id="rId6"/>
    <p:sldId id="544" r:id="rId7"/>
    <p:sldId id="514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FFFFFF"/>
    <a:srgbClr val="008000"/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4" autoAdjust="0"/>
    <p:restoredTop sz="83025" autoAdjust="0"/>
  </p:normalViewPr>
  <p:slideViewPr>
    <p:cSldViewPr>
      <p:cViewPr varScale="1">
        <p:scale>
          <a:sx n="72" d="100"/>
          <a:sy n="72" d="100"/>
        </p:scale>
        <p:origin x="175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67EA41F-F937-4695-ABB5-3DD9FC03DBB8}" type="datetimeFigureOut">
              <a:rPr lang="en-US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9806739-C791-46CE-93F0-517719BD19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4523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4AE668-F1CA-43CC-B224-31C4FB1DBC35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7EFC5B-740B-4522-A0AB-5F62F4C767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76174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8C5B54-1915-4CCF-BFE8-35A322F52A79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6D9CF1-302D-4F0B-92B7-33217D1A59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402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DBDF9C-0C2C-44E4-A845-2D25F1BABF6B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5E5768-A308-4713-BFA1-B86A1A28879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424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5772F5-FBC4-4CEF-AE3F-43F45729A248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6ADA-1504-4291-A2C4-533E1D2E0A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78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2E72A5-4903-410D-8791-A372FD1F24FD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3AE5CF-A03A-4DBF-B1DB-DF3D5CB2024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533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DD1508-1772-4A02-80CA-2EB513C787D2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B3ED1E-04D3-4624-AA03-F86959AA640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363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1E7AA6-C5F1-48F7-90D3-6DDD94D4EDA2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0B0EBB-2F9F-409B-93E8-4092BA6839E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58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6DCCC5-D01C-4F8B-9B0D-7F7EDD315DC6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1EBEA3-F81C-42D0-B78D-3014A771B6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726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E074C9-74CC-4DE2-B1F3-373E5E47989D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F5F67E-9C63-49F9-856D-181D3B7A99D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230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D99824-1F69-4447-A1FA-885D9A971CFD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3F0F90-7C74-4A0B-8F64-E4025412BFD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65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6A6526-D663-48E6-9215-CEB195B25779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A039B4-C0FB-4C68-9D23-BFF8BCD2816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21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78CB468-4193-42D6-A575-D53A1410C8CC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5F4C108-F6EC-4FF6-A109-4D6046DA9A0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814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  <p:sldLayoutId id="2147483968" r:id="rId3"/>
    <p:sldLayoutId id="2147483969" r:id="rId4"/>
    <p:sldLayoutId id="2147483970" r:id="rId5"/>
    <p:sldLayoutId id="2147483971" r:id="rId6"/>
    <p:sldLayoutId id="2147483972" r:id="rId7"/>
    <p:sldLayoutId id="2147483973" r:id="rId8"/>
    <p:sldLayoutId id="2147483974" r:id="rId9"/>
    <p:sldLayoutId id="2147483975" r:id="rId10"/>
    <p:sldLayoutId id="214748397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381000" y="4800600"/>
            <a:ext cx="8077200" cy="1500188"/>
          </a:xfrm>
        </p:spPr>
        <p:txBody>
          <a:bodyPr>
            <a:normAutofit/>
          </a:bodyPr>
          <a:lstStyle/>
          <a:p>
            <a:r>
              <a:rPr lang="en-US" sz="4400" dirty="0"/>
              <a:t>Samba Server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5400" y="2592324"/>
            <a:ext cx="3733800" cy="167335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dirty="0"/>
              <a:t>IT2402 </a:t>
            </a:r>
            <a:br>
              <a:rPr lang="en-US" sz="3200" dirty="0"/>
            </a:br>
            <a:r>
              <a:rPr lang="en-US" sz="3200" dirty="0"/>
              <a:t> Free and Open Source Software Solutions</a:t>
            </a:r>
          </a:p>
        </p:txBody>
      </p:sp>
    </p:spTree>
    <p:extLst>
      <p:ext uri="{BB962C8B-B14F-4D97-AF65-F5344CB8AC3E}">
        <p14:creationId xmlns:p14="http://schemas.microsoft.com/office/powerpoint/2010/main" val="3284371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39825"/>
          </a:xfrm>
        </p:spPr>
        <p:txBody>
          <a:bodyPr/>
          <a:lstStyle/>
          <a:p>
            <a:r>
              <a:rPr lang="en-US" dirty="0"/>
              <a:t>Server Message Block (SMB)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pPr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sz="2800" dirty="0"/>
              <a:t>Samba is an extremely useful networking tool for anyone who has both Windows and Unix systems on his network. Running on a Unix system, it allows Windows to share files and printers on the Unix host, and it also allows Unix users to access resources shared by Windows systems.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613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9144000" cy="1139825"/>
          </a:xfrm>
        </p:spPr>
        <p:txBody>
          <a:bodyPr/>
          <a:lstStyle/>
          <a:p>
            <a:r>
              <a:rPr lang="en-US" dirty="0"/>
              <a:t>Create fully access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05001"/>
            <a:ext cx="9144000" cy="4648200"/>
          </a:xfrm>
        </p:spPr>
        <p:txBody>
          <a:bodyPr/>
          <a:lstStyle/>
          <a:p>
            <a:pPr algn="just">
              <a:lnSpc>
                <a:spcPct val="200000"/>
              </a:lnSpc>
              <a:buNone/>
            </a:pPr>
            <a:r>
              <a:rPr lang="en-US" dirty="0"/>
              <a:t> 	Create a shared directory in </a:t>
            </a:r>
            <a:r>
              <a:rPr lang="en-US" dirty="0" err="1"/>
              <a:t>linux</a:t>
            </a:r>
            <a:r>
              <a:rPr lang="en-US" dirty="0"/>
              <a:t> which everyone can read and write, and authentication is not needed.</a:t>
            </a:r>
          </a:p>
        </p:txBody>
      </p:sp>
    </p:spTree>
    <p:extLst>
      <p:ext uri="{BB962C8B-B14F-4D97-AF65-F5344CB8AC3E}">
        <p14:creationId xmlns:p14="http://schemas.microsoft.com/office/powerpoint/2010/main" val="2297419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9144000" cy="1139825"/>
          </a:xfrm>
        </p:spPr>
        <p:txBody>
          <a:bodyPr/>
          <a:lstStyle/>
          <a:p>
            <a:r>
              <a:rPr lang="en-US" dirty="0" err="1"/>
              <a:t>Smb.conf</a:t>
            </a:r>
            <a:r>
              <a:rPr lang="en-US" dirty="0"/>
              <a:t> file editing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458200" cy="4876800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sz="2400" b="1" dirty="0"/>
              <a:t>[</a:t>
            </a:r>
            <a:r>
              <a:rPr lang="en-US" sz="2400" b="1" dirty="0" err="1"/>
              <a:t>root@lan</a:t>
            </a:r>
            <a:r>
              <a:rPr lang="en-US" sz="2400" b="1" dirty="0"/>
              <a:t> ~]# vi /etc/samba/</a:t>
            </a:r>
            <a:r>
              <a:rPr lang="en-US" sz="2400" b="1" dirty="0" err="1"/>
              <a:t>smb.conf</a:t>
            </a:r>
            <a:endParaRPr lang="en-US" sz="2400" b="1" dirty="0"/>
          </a:p>
          <a:p>
            <a:pPr>
              <a:lnSpc>
                <a:spcPct val="150000"/>
              </a:lnSpc>
              <a:buNone/>
            </a:pPr>
            <a:r>
              <a:rPr lang="en-US" sz="2400" b="1" dirty="0"/>
              <a:t>	workgroup = WORKGROUP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/>
              <a:t>uncomment and change IP address you allow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/>
              <a:t>	hosts allow = 127. 10.0.0.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/>
              <a:t>change (no auth)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/>
              <a:t>	security = share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597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9144000" cy="1139825"/>
          </a:xfrm>
        </p:spPr>
        <p:txBody>
          <a:bodyPr/>
          <a:lstStyle/>
          <a:p>
            <a:r>
              <a:rPr lang="en-US" dirty="0" err="1"/>
              <a:t>Smb.conf</a:t>
            </a:r>
            <a:r>
              <a:rPr lang="en-US" dirty="0"/>
              <a:t> file editing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52600"/>
            <a:ext cx="9144000" cy="5105400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sz="2000" b="1" dirty="0"/>
              <a:t> add follows to the end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/>
              <a:t>[Share]				# any name you like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/>
              <a:t>   		path = /home/share	# shared directory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/>
              <a:t>   		writable = yes		# writable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/>
              <a:t>   		guest ok = yes		# guest OK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/>
              <a:t>   		guest only = yes		# guest only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/>
              <a:t>   		create mode = 0777	# fully accessed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/>
              <a:t>   		directory mode = 0777	# fully accessed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/>
              <a:t>  		 share modes = yes	#  warn if some people access to a file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726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39825"/>
          </a:xfrm>
        </p:spPr>
        <p:txBody>
          <a:bodyPr/>
          <a:lstStyle/>
          <a:p>
            <a:r>
              <a:rPr lang="en-US" dirty="0"/>
              <a:t>Limited shared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pPr algn="just">
              <a:lnSpc>
                <a:spcPct val="150000"/>
              </a:lnSpc>
              <a:buNone/>
            </a:pPr>
            <a:r>
              <a:rPr lang="en-US" dirty="0"/>
              <a:t>	a shared Folder which requires user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2379481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86200" y="2971800"/>
            <a:ext cx="1752600" cy="1250950"/>
          </a:xfrm>
        </p:spPr>
        <p:txBody>
          <a:bodyPr/>
          <a:lstStyle/>
          <a:p>
            <a:r>
              <a:rPr lang="en-US" dirty="0"/>
              <a:t>END.</a:t>
            </a:r>
          </a:p>
        </p:txBody>
      </p:sp>
    </p:spTree>
    <p:extLst>
      <p:ext uri="{BB962C8B-B14F-4D97-AF65-F5344CB8AC3E}">
        <p14:creationId xmlns:p14="http://schemas.microsoft.com/office/powerpoint/2010/main" val="1457809355"/>
      </p:ext>
    </p:extLst>
  </p:cSld>
  <p:clrMapOvr>
    <a:masterClrMapping/>
  </p:clrMapOvr>
</p:sld>
</file>

<file path=ppt/theme/theme1.xml><?xml version="1.0" encoding="utf-8"?>
<a:theme xmlns:a="http://schemas.openxmlformats.org/drawingml/2006/main" name="moodle201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dle2019" id="{706F3948-5CF7-4044-AB3D-3E6D4A39D46D}" vid="{08034E9D-67D0-4A4F-A8FE-36E87C6CF4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moodle2019</Template>
  <TotalTime>5268</TotalTime>
  <Words>286</Words>
  <Application>Microsoft Office PowerPoint</Application>
  <PresentationFormat>On-screen Show (4:3)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moodle2019</vt:lpstr>
      <vt:lpstr>IT2402   Free and Open Source Software Solutions</vt:lpstr>
      <vt:lpstr>Server Message Block (SMB)</vt:lpstr>
      <vt:lpstr>Create fully access directory</vt:lpstr>
      <vt:lpstr>Smb.conf file editing</vt:lpstr>
      <vt:lpstr>Smb.conf file editing</vt:lpstr>
      <vt:lpstr>Limited shared directory</vt:lpstr>
      <vt:lpstr>END.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 side programming</dc:title>
  <dc:creator>tfn</dc:creator>
  <cp:lastModifiedBy>USER</cp:lastModifiedBy>
  <cp:revision>544</cp:revision>
  <dcterms:created xsi:type="dcterms:W3CDTF">2009-08-27T14:05:17Z</dcterms:created>
  <dcterms:modified xsi:type="dcterms:W3CDTF">2020-03-23T12:10:12Z</dcterms:modified>
</cp:coreProperties>
</file>