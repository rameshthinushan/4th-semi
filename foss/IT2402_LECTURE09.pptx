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5" r:id="rId1"/>
  </p:sldMasterIdLst>
  <p:notesMasterIdLst>
    <p:notesMasterId r:id="rId10"/>
  </p:notesMasterIdLst>
  <p:sldIdLst>
    <p:sldId id="539" r:id="rId2"/>
    <p:sldId id="540" r:id="rId3"/>
    <p:sldId id="541" r:id="rId4"/>
    <p:sldId id="542" r:id="rId5"/>
    <p:sldId id="543" r:id="rId6"/>
    <p:sldId id="544" r:id="rId7"/>
    <p:sldId id="545" r:id="rId8"/>
    <p:sldId id="51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FFFF"/>
    <a:srgbClr val="008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83025" autoAdjust="0"/>
  </p:normalViewPr>
  <p:slideViewPr>
    <p:cSldViewPr>
      <p:cViewPr varScale="1">
        <p:scale>
          <a:sx n="72" d="100"/>
          <a:sy n="72" d="100"/>
        </p:scale>
        <p:origin x="175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7EA41F-F937-4695-ABB5-3DD9FC03DBB8}" type="datetimeFigureOut">
              <a:rPr lang="en-US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9806739-C791-46CE-93F0-517719BD1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AE668-F1CA-43CC-B224-31C4FB1DBC35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7EFC5B-740B-4522-A0AB-5F62F4C76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399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8C5B54-1915-4CCF-BFE8-35A322F52A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D9CF1-302D-4F0B-92B7-33217D1A5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2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BDF9C-0C2C-44E4-A845-2D25F1BABF6B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E5768-A308-4713-BFA1-B86A1A2887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3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5772F5-FBC4-4CEF-AE3F-43F45729A248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6ADA-1504-4291-A2C4-533E1D2E0A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E72A5-4903-410D-8791-A372FD1F24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AE5CF-A03A-4DBF-B1DB-DF3D5CB20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8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D1508-1772-4A02-80CA-2EB513C787D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3ED1E-04D3-4624-AA03-F86959AA64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E7AA6-C5F1-48F7-90D3-6DDD94D4EDA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0EBB-2F9F-409B-93E8-4092BA683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8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DCCC5-D01C-4F8B-9B0D-7F7EDD315DC6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EBEA3-F81C-42D0-B78D-3014A771B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23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074C9-74CC-4DE2-B1F3-373E5E47989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5F67E-9C63-49F9-856D-181D3B7A9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40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99824-1F69-4447-A1FA-885D9A971C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3F0F90-7C74-4A0B-8F64-E4025412BF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6A6526-D663-48E6-9215-CEB195B257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A039B4-C0FB-4C68-9D23-BFF8BCD28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9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8CB468-4193-42D6-A575-D53A1410C8CC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F4C108-F6EC-4FF6-A109-4D6046DA9A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1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077200" cy="1500188"/>
          </a:xfrm>
        </p:spPr>
        <p:txBody>
          <a:bodyPr>
            <a:normAutofit/>
          </a:bodyPr>
          <a:lstStyle/>
          <a:p>
            <a:r>
              <a:rPr lang="en-US" sz="4400" dirty="0"/>
              <a:t>Reading and Writing </a:t>
            </a:r>
            <a:r>
              <a:rPr lang="en-US" sz="4400" dirty="0" err="1"/>
              <a:t>tapes,backups</a:t>
            </a:r>
            <a:r>
              <a:rPr lang="en-US" sz="4400" dirty="0"/>
              <a:t>, and archives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5400" y="2592324"/>
            <a:ext cx="3733800" cy="167335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IT2402 </a:t>
            </a:r>
            <a:br>
              <a:rPr lang="en-US" sz="3200" dirty="0"/>
            </a:br>
            <a:r>
              <a:rPr lang="en-US" sz="3200" dirty="0"/>
              <a:t> 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28437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39825"/>
          </a:xfrm>
        </p:spPr>
        <p:txBody>
          <a:bodyPr/>
          <a:lstStyle/>
          <a:p>
            <a:r>
              <a:rPr lang="en-US" b="1" dirty="0"/>
              <a:t>Linux tar command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9144000" cy="4759325"/>
          </a:xfrm>
        </p:spPr>
        <p:txBody>
          <a:bodyPr/>
          <a:lstStyle/>
          <a:p>
            <a:pPr algn="just"/>
            <a:r>
              <a:rPr lang="en-US" dirty="0"/>
              <a:t>The name "tar" stands for "tape archive".</a:t>
            </a:r>
          </a:p>
          <a:p>
            <a:pPr algn="just"/>
            <a:r>
              <a:rPr lang="en-US" dirty="0"/>
              <a:t>used to create compressed archives that can easily be moved around, from disk to disk, or computer to computer. </a:t>
            </a:r>
          </a:p>
          <a:p>
            <a:pPr algn="just"/>
            <a:r>
              <a:rPr lang="en-US" dirty="0"/>
              <a:t>One user may archive a large collection of files, and another user may extract those files, with both of them using the tar command. </a:t>
            </a:r>
          </a:p>
        </p:txBody>
      </p:sp>
    </p:spTree>
    <p:extLst>
      <p:ext uri="{BB962C8B-B14F-4D97-AF65-F5344CB8AC3E}">
        <p14:creationId xmlns:p14="http://schemas.microsoft.com/office/powerpoint/2010/main" val="155173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39825"/>
          </a:xfrm>
        </p:spPr>
        <p:txBody>
          <a:bodyPr/>
          <a:lstStyle/>
          <a:p>
            <a:r>
              <a:rPr lang="en-US" b="1" dirty="0"/>
              <a:t>Create a tar archive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105400"/>
          </a:xfrm>
        </p:spPr>
        <p:txBody>
          <a:bodyPr/>
          <a:lstStyle/>
          <a:p>
            <a:r>
              <a:rPr lang="en-US" dirty="0"/>
              <a:t>tar [flags] archive-file-name files-to-archive </a:t>
            </a:r>
          </a:p>
          <a:p>
            <a:r>
              <a:rPr lang="en-US" sz="3100" dirty="0"/>
              <a:t>Tar </a:t>
            </a:r>
            <a:r>
              <a:rPr lang="en-US" sz="3100" dirty="0" err="1"/>
              <a:t>cvf</a:t>
            </a:r>
            <a:r>
              <a:rPr lang="en-US" sz="3100" dirty="0"/>
              <a:t> </a:t>
            </a:r>
            <a:r>
              <a:rPr lang="en-US" sz="3100" dirty="0" err="1"/>
              <a:t>MyProject.20140714.tar</a:t>
            </a:r>
            <a:r>
              <a:rPr lang="en-US" sz="3100" dirty="0"/>
              <a:t>  </a:t>
            </a:r>
            <a:r>
              <a:rPr lang="en-US" sz="3100" dirty="0" err="1"/>
              <a:t>MyProject</a:t>
            </a:r>
            <a:endParaRPr lang="en-US" sz="31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c - "create archive".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V - "verbose", which tells </a:t>
            </a:r>
            <a:r>
              <a:rPr lang="en-US" sz="2400" dirty="0" err="1"/>
              <a:t>tarto</a:t>
            </a:r>
            <a:r>
              <a:rPr lang="en-US" sz="2400" dirty="0"/>
              <a:t> print all the filenames        	    as they are added to the archive.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F - tells </a:t>
            </a:r>
            <a:r>
              <a:rPr lang="en-US" sz="2400" dirty="0" err="1"/>
              <a:t>tarthat</a:t>
            </a:r>
            <a:r>
              <a:rPr lang="en-US" sz="2400" dirty="0"/>
              <a:t> the name of the archive appears next 	    (right after these options).</a:t>
            </a:r>
          </a:p>
          <a:p>
            <a:r>
              <a:rPr lang="en-US" sz="3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064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139825"/>
          </a:xfrm>
        </p:spPr>
        <p:txBody>
          <a:bodyPr/>
          <a:lstStyle/>
          <a:p>
            <a:r>
              <a:rPr lang="en-US" b="1" dirty="0"/>
              <a:t>List the contents of a tar archive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tar </a:t>
            </a:r>
            <a:r>
              <a:rPr lang="en-US" dirty="0" err="1"/>
              <a:t>tvf</a:t>
            </a:r>
            <a:r>
              <a:rPr lang="en-US" dirty="0"/>
              <a:t> my-</a:t>
            </a:r>
            <a:r>
              <a:rPr lang="en-US" dirty="0" err="1"/>
              <a:t>archive.tar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	This lists all the files in the archive, but does not extract them.</a:t>
            </a:r>
          </a:p>
        </p:txBody>
      </p:sp>
    </p:spTree>
    <p:extLst>
      <p:ext uri="{BB962C8B-B14F-4D97-AF65-F5344CB8AC3E}">
        <p14:creationId xmlns:p14="http://schemas.microsoft.com/office/powerpoint/2010/main" val="402333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39825"/>
          </a:xfrm>
        </p:spPr>
        <p:txBody>
          <a:bodyPr/>
          <a:lstStyle/>
          <a:p>
            <a:r>
              <a:rPr lang="en-US" b="1" dirty="0"/>
              <a:t>Extracting a tar archive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tar </a:t>
            </a:r>
            <a:r>
              <a:rPr lang="en-US" dirty="0" err="1"/>
              <a:t>xvf</a:t>
            </a:r>
            <a:r>
              <a:rPr lang="en-US" dirty="0"/>
              <a:t> my-</a:t>
            </a:r>
            <a:r>
              <a:rPr lang="en-US" dirty="0" err="1"/>
              <a:t>archive.tar</a:t>
            </a:r>
            <a:r>
              <a:rPr lang="en-US" dirty="0"/>
              <a:t>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/>
              <a:t>	To </a:t>
            </a:r>
            <a:r>
              <a:rPr lang="en-US" i="1" dirty="0"/>
              <a:t>extract</a:t>
            </a:r>
            <a:r>
              <a:rPr lang="en-US" dirty="0"/>
              <a:t> the contents of a Linux tar archive, now just replace the </a:t>
            </a:r>
            <a:r>
              <a:rPr lang="en-US" dirty="0" err="1"/>
              <a:t>tflag</a:t>
            </a:r>
            <a:r>
              <a:rPr lang="en-US" dirty="0"/>
              <a:t> with the x("extract") flag. </a:t>
            </a:r>
          </a:p>
        </p:txBody>
      </p:sp>
    </p:spTree>
    <p:extLst>
      <p:ext uri="{BB962C8B-B14F-4D97-AF65-F5344CB8AC3E}">
        <p14:creationId xmlns:p14="http://schemas.microsoft.com/office/powerpoint/2010/main" val="404782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1139825"/>
          </a:xfrm>
        </p:spPr>
        <p:txBody>
          <a:bodyPr/>
          <a:lstStyle/>
          <a:p>
            <a:r>
              <a:rPr lang="en-US" b="1" dirty="0"/>
              <a:t>Creating a compressed archive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029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Linux tar command with </a:t>
            </a:r>
            <a:r>
              <a:rPr lang="en-US" dirty="0" err="1"/>
              <a:t>gzip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err="1"/>
              <a:t>gzip</a:t>
            </a:r>
            <a:r>
              <a:rPr lang="en-US" dirty="0"/>
              <a:t> </a:t>
            </a:r>
            <a:r>
              <a:rPr lang="en-US" dirty="0" err="1"/>
              <a:t>MyProject.20140724.tar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to create a </a:t>
            </a:r>
            <a:r>
              <a:rPr lang="en-US" dirty="0" err="1"/>
              <a:t>gzip'd</a:t>
            </a:r>
            <a:r>
              <a:rPr lang="en-US" dirty="0"/>
              <a:t> tar archive with one tar command</a:t>
            </a:r>
          </a:p>
          <a:p>
            <a:pPr lvl="1">
              <a:lnSpc>
                <a:spcPct val="150000"/>
              </a:lnSpc>
              <a:buNone/>
            </a:pPr>
            <a:r>
              <a:rPr lang="en-US" dirty="0"/>
              <a:t>tar </a:t>
            </a:r>
            <a:r>
              <a:rPr lang="en-US" dirty="0" err="1"/>
              <a:t>czvf</a:t>
            </a:r>
            <a:r>
              <a:rPr lang="en-US" dirty="0"/>
              <a:t> </a:t>
            </a:r>
            <a:r>
              <a:rPr lang="en-US" dirty="0" err="1"/>
              <a:t>MyProject.20090816.tgz</a:t>
            </a:r>
            <a:r>
              <a:rPr lang="en-US" dirty="0"/>
              <a:t> </a:t>
            </a:r>
            <a:r>
              <a:rPr lang="en-US" dirty="0" err="1"/>
              <a:t>MyProject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3693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1139825"/>
          </a:xfrm>
        </p:spPr>
        <p:txBody>
          <a:bodyPr/>
          <a:lstStyle/>
          <a:p>
            <a:r>
              <a:rPr lang="en-US" sz="4800" dirty="0"/>
              <a:t>Extract a compress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2133600"/>
          </a:xfrm>
        </p:spPr>
        <p:txBody>
          <a:bodyPr/>
          <a:lstStyle/>
          <a:p>
            <a:r>
              <a:rPr lang="en-US" sz="3600" dirty="0"/>
              <a:t>Tar </a:t>
            </a:r>
            <a:r>
              <a:rPr lang="en-US" sz="3600" dirty="0" err="1"/>
              <a:t>xvfz</a:t>
            </a:r>
            <a:r>
              <a:rPr lang="en-US" sz="3600" dirty="0"/>
              <a:t> </a:t>
            </a:r>
            <a:r>
              <a:rPr lang="en-US" sz="3600" dirty="0" err="1"/>
              <a:t>myfile.tar.gz</a:t>
            </a:r>
            <a:r>
              <a:rPr lang="en-US" sz="3600" dirty="0"/>
              <a:t> </a:t>
            </a:r>
            <a:r>
              <a:rPr lang="en-US" sz="3600" dirty="0" err="1"/>
              <a:t>dname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625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86200" y="2971800"/>
            <a:ext cx="1752600" cy="1250950"/>
          </a:xfrm>
        </p:spPr>
        <p:txBody>
          <a:bodyPr/>
          <a:lstStyle/>
          <a:p>
            <a:r>
              <a:rPr lang="en-US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1457809355"/>
      </p:ext>
    </p:extLst>
  </p:cSld>
  <p:clrMapOvr>
    <a:masterClrMapping/>
  </p:clrMapOvr>
</p:sld>
</file>

<file path=ppt/theme/theme1.xml><?xml version="1.0" encoding="utf-8"?>
<a:theme xmlns:a="http://schemas.openxmlformats.org/drawingml/2006/main" name="moodle201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dle2019" id="{706F3948-5CF7-4044-AB3D-3E6D4A39D46D}" vid="{08034E9D-67D0-4A4F-A8FE-36E87C6CF4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moodle2019</Template>
  <TotalTime>5246</TotalTime>
  <Words>256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moodle2019</vt:lpstr>
      <vt:lpstr>IT2402   Free and Open Source Software Solutions</vt:lpstr>
      <vt:lpstr>Linux tar command </vt:lpstr>
      <vt:lpstr>Create a tar archive </vt:lpstr>
      <vt:lpstr>List the contents of a tar archive</vt:lpstr>
      <vt:lpstr>Extracting a tar archive</vt:lpstr>
      <vt:lpstr>Creating a compressed archive</vt:lpstr>
      <vt:lpstr>Extract a compress archive</vt:lpstr>
      <vt:lpstr>END.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programming</dc:title>
  <dc:creator>tfn</dc:creator>
  <cp:lastModifiedBy>USER</cp:lastModifiedBy>
  <cp:revision>534</cp:revision>
  <dcterms:created xsi:type="dcterms:W3CDTF">2009-08-27T14:05:17Z</dcterms:created>
  <dcterms:modified xsi:type="dcterms:W3CDTF">2020-03-23T11:33:02Z</dcterms:modified>
</cp:coreProperties>
</file>