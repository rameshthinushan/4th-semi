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69" d="100"/>
          <a:sy n="69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3A893-B5F1-4FD3-A873-F93377500652}" type="datetimeFigureOut">
              <a:rPr lang="en-US" smtClean="0"/>
              <a:t>12/16/2021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4CA47-3FA1-43C7-A48B-2DF65316D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61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F6D2-44A6-457E-BECE-6EFF2E06D04D}" type="datetime1">
              <a:rPr lang="en-US" smtClean="0"/>
              <a:t>12/16/2021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77BC-5467-467A-9DA3-B36D212AFEB4}" type="datetime1">
              <a:rPr lang="en-US" smtClean="0"/>
              <a:t>12/16/2021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7E63-2ACC-411F-8977-D58F3645160C}" type="datetime1">
              <a:rPr lang="en-US" smtClean="0"/>
              <a:t>12/16/2021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B2414-6792-482A-AD03-3CA81E6C7630}" type="datetime1">
              <a:rPr lang="en-US" smtClean="0"/>
              <a:t>12/16/2021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275C5-E551-4C52-9147-A739B214D717}" type="datetime1">
              <a:rPr lang="en-US" smtClean="0"/>
              <a:t>12/16/2021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5DC2-1AAD-48DC-815B-7318792DF083}" type="datetime1">
              <a:rPr lang="en-US" smtClean="0"/>
              <a:t>12/16/2021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A79A1-2276-47B6-AE5C-6DB52AE75E8F}" type="datetime1">
              <a:rPr lang="en-US" smtClean="0"/>
              <a:t>12/16/2021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54252-1634-4670-8E6F-AE6A2AAED8E7}" type="datetime1">
              <a:rPr lang="en-US" smtClean="0"/>
              <a:t>12/16/2021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8E7D-B6B3-4F0B-B48C-58493EDA00AF}" type="datetime1">
              <a:rPr lang="en-US" smtClean="0"/>
              <a:t>12/16/2021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B7099-F393-4D20-9E41-17196A194003}" type="datetime1">
              <a:rPr lang="en-US" smtClean="0"/>
              <a:t>12/16/2021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4F421-DC7A-480A-B934-3EA640F67BD0}" type="datetime1">
              <a:rPr lang="en-US" smtClean="0"/>
              <a:t>12/16/2021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8A681-5811-4208-8697-90B98D709A8E}" type="datetime1">
              <a:rPr lang="en-US" smtClean="0"/>
              <a:t>12/16/2021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LINUX PROCESS MANAGEMENT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F81947-8A8B-4A01-89A7-99D906642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0" y="2362200"/>
            <a:ext cx="3886200" cy="1981200"/>
          </a:xfrm>
        </p:spPr>
        <p:txBody>
          <a:bodyPr>
            <a:noAutofit/>
          </a:bodyPr>
          <a:lstStyle/>
          <a:p>
            <a:r>
              <a:rPr lang="en-US" sz="3600" dirty="0"/>
              <a:t>IT2402-Free and Open Source Software Solutions</a:t>
            </a:r>
          </a:p>
        </p:txBody>
      </p:sp>
    </p:spTree>
    <p:extLst>
      <p:ext uri="{BB962C8B-B14F-4D97-AF65-F5344CB8AC3E}">
        <p14:creationId xmlns:p14="http://schemas.microsoft.com/office/powerpoint/2010/main" val="357841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process?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instance of a program </a:t>
            </a:r>
          </a:p>
          <a:p>
            <a:pPr lvl="1"/>
            <a:r>
              <a:rPr lang="en-US" dirty="0"/>
              <a:t>Ex: Hello world program in C language</a:t>
            </a:r>
          </a:p>
          <a:p>
            <a:pPr lvl="1">
              <a:buNone/>
            </a:pPr>
            <a:r>
              <a:rPr lang="en-US" dirty="0"/>
              <a:t>	#</a:t>
            </a:r>
            <a:r>
              <a:rPr lang="en-US" sz="2400" dirty="0"/>
              <a:t>include&lt;</a:t>
            </a:r>
            <a:r>
              <a:rPr lang="en-US" sz="2400" dirty="0" err="1"/>
              <a:t>stdio.h</a:t>
            </a:r>
            <a:r>
              <a:rPr lang="en-US" sz="2400" dirty="0"/>
              <a:t>&gt; </a:t>
            </a:r>
          </a:p>
          <a:p>
            <a:pPr lvl="1">
              <a:buNone/>
            </a:pPr>
            <a:r>
              <a:rPr lang="en-US" sz="2400" dirty="0"/>
              <a:t>	</a:t>
            </a:r>
            <a:r>
              <a:rPr lang="en-US" sz="2400" dirty="0" err="1"/>
              <a:t>int</a:t>
            </a:r>
            <a:r>
              <a:rPr lang="en-US" sz="2400" dirty="0"/>
              <a:t> main() </a:t>
            </a:r>
          </a:p>
          <a:p>
            <a:pPr lvl="1">
              <a:buNone/>
            </a:pPr>
            <a:r>
              <a:rPr lang="en-US" sz="2400" dirty="0"/>
              <a:t>	{ </a:t>
            </a:r>
          </a:p>
          <a:p>
            <a:pPr lvl="1">
              <a:buNone/>
            </a:pPr>
            <a:r>
              <a:rPr lang="en-US" sz="2400" dirty="0"/>
              <a:t>		</a:t>
            </a:r>
            <a:r>
              <a:rPr lang="en-US" sz="2400" dirty="0" err="1"/>
              <a:t>printf</a:t>
            </a:r>
            <a:r>
              <a:rPr lang="en-US" sz="2400" dirty="0"/>
              <a:t>("Hello World"); </a:t>
            </a:r>
          </a:p>
          <a:p>
            <a:pPr lvl="1">
              <a:buNone/>
            </a:pPr>
            <a:r>
              <a:rPr lang="en-US" sz="2400" dirty="0"/>
              <a:t>		return 0; </a:t>
            </a:r>
          </a:p>
          <a:p>
            <a:pPr lvl="1">
              <a:buNone/>
            </a:pPr>
            <a:r>
              <a:rPr lang="en-US" sz="2400" dirty="0"/>
              <a:t>   }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03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Compile the program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		</a:t>
            </a:r>
            <a:r>
              <a:rPr lang="en-US" b="1" dirty="0" err="1"/>
              <a:t>gcc</a:t>
            </a:r>
            <a:r>
              <a:rPr lang="en-US" dirty="0"/>
              <a:t>  </a:t>
            </a:r>
            <a:r>
              <a:rPr lang="en-US" u="sng" dirty="0" err="1"/>
              <a:t>fileNameWithExtension</a:t>
            </a:r>
            <a:r>
              <a:rPr lang="en-US" dirty="0"/>
              <a:t> </a:t>
            </a:r>
            <a:r>
              <a:rPr lang="en-US" b="1" dirty="0"/>
              <a:t>–o </a:t>
            </a:r>
            <a:r>
              <a:rPr lang="en-US" u="sng" dirty="0" err="1"/>
              <a:t>fileName</a:t>
            </a:r>
            <a:endParaRPr lang="en-US" u="sng" dirty="0"/>
          </a:p>
          <a:p>
            <a:pPr>
              <a:lnSpc>
                <a:spcPct val="150000"/>
              </a:lnSpc>
              <a:buNone/>
            </a:pPr>
            <a:r>
              <a:rPr lang="en-US" dirty="0"/>
              <a:t>		Ex: </a:t>
            </a:r>
            <a:r>
              <a:rPr lang="en-US" dirty="0" err="1"/>
              <a:t>gcc</a:t>
            </a:r>
            <a:r>
              <a:rPr lang="en-US" dirty="0"/>
              <a:t> </a:t>
            </a:r>
            <a:r>
              <a:rPr lang="en-US" dirty="0" err="1"/>
              <a:t>hello.c</a:t>
            </a:r>
            <a:r>
              <a:rPr lang="en-US" dirty="0"/>
              <a:t> –o hello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Run file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	 	</a:t>
            </a:r>
            <a:r>
              <a:rPr lang="en-US" b="1" dirty="0"/>
              <a:t>./</a:t>
            </a:r>
            <a:r>
              <a:rPr lang="en-US" u="sng" dirty="0" err="1"/>
              <a:t>fileName</a:t>
            </a:r>
            <a:endParaRPr lang="en-US" u="sng" dirty="0"/>
          </a:p>
          <a:p>
            <a:pPr>
              <a:lnSpc>
                <a:spcPct val="150000"/>
              </a:lnSpc>
              <a:buNone/>
            </a:pPr>
            <a:r>
              <a:rPr lang="en-US" dirty="0"/>
              <a:t>		Ex: ./hello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Checking process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		</a:t>
            </a:r>
            <a:r>
              <a:rPr lang="en-US" b="1" dirty="0" err="1"/>
              <a:t>ps</a:t>
            </a:r>
            <a:r>
              <a:rPr lang="en-US" b="1" dirty="0"/>
              <a:t> -</a:t>
            </a:r>
            <a:r>
              <a:rPr lang="en-US" b="1" dirty="0" err="1"/>
              <a:t>aef</a:t>
            </a:r>
            <a:r>
              <a:rPr lang="en-US" b="1" dirty="0"/>
              <a:t> </a:t>
            </a:r>
            <a:r>
              <a:rPr lang="en-US" dirty="0"/>
              <a:t>| </a:t>
            </a:r>
            <a:r>
              <a:rPr lang="en-US" b="1" dirty="0" err="1"/>
              <a:t>grep</a:t>
            </a:r>
            <a:r>
              <a:rPr lang="en-US" dirty="0"/>
              <a:t> </a:t>
            </a:r>
            <a:r>
              <a:rPr lang="en-US" u="sng" dirty="0" err="1"/>
              <a:t>fileName</a:t>
            </a:r>
            <a:endParaRPr lang="en-US" u="sng" dirty="0"/>
          </a:p>
          <a:p>
            <a:pPr>
              <a:lnSpc>
                <a:spcPct val="150000"/>
              </a:lnSpc>
              <a:buNone/>
            </a:pPr>
            <a:r>
              <a:rPr lang="en-US" dirty="0"/>
              <a:t>		Ex: </a:t>
            </a:r>
            <a:r>
              <a:rPr lang="en-US" dirty="0" err="1"/>
              <a:t>grep</a:t>
            </a:r>
            <a:r>
              <a:rPr lang="en-US" dirty="0"/>
              <a:t> hello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		      </a:t>
            </a:r>
            <a:r>
              <a:rPr lang="en-US" dirty="0" err="1"/>
              <a:t>ps</a:t>
            </a:r>
            <a:r>
              <a:rPr lang="en-US" dirty="0"/>
              <a:t> –</a:t>
            </a:r>
            <a:r>
              <a:rPr lang="en-US" dirty="0" err="1"/>
              <a:t>aef</a:t>
            </a:r>
            <a:r>
              <a:rPr lang="en-US" dirty="0"/>
              <a:t> hello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69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To give a snapshot of the current processes</a:t>
            </a:r>
          </a:p>
          <a:p>
            <a:pPr lvl="1"/>
            <a:r>
              <a:rPr lang="en-US" b="1" dirty="0" err="1"/>
              <a:t>ps</a:t>
            </a:r>
            <a:endParaRPr lang="en-US" b="1" dirty="0"/>
          </a:p>
          <a:p>
            <a:r>
              <a:rPr lang="en-US" dirty="0"/>
              <a:t>To provides most </a:t>
            </a:r>
            <a:r>
              <a:rPr lang="en-US" dirty="0" err="1"/>
              <a:t>cpu</a:t>
            </a:r>
            <a:r>
              <a:rPr lang="en-US" dirty="0"/>
              <a:t>-intensive task on the system </a:t>
            </a:r>
          </a:p>
          <a:p>
            <a:pPr lvl="1"/>
            <a:r>
              <a:rPr lang="en-US" b="1" dirty="0"/>
              <a:t>top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To get repetitive update of current status</a:t>
            </a:r>
          </a:p>
          <a:p>
            <a:pPr lvl="1" algn="just">
              <a:lnSpc>
                <a:spcPct val="150000"/>
              </a:lnSpc>
            </a:pPr>
            <a:r>
              <a:rPr lang="en-US" b="1" dirty="0"/>
              <a:t>Top</a:t>
            </a:r>
          </a:p>
          <a:p>
            <a:pPr lvl="1" algn="just">
              <a:lnSpc>
                <a:spcPct val="150000"/>
              </a:lnSpc>
            </a:pPr>
            <a:r>
              <a:rPr lang="en-US" b="1"/>
              <a:t>https://www.guru99.com/linux-commands-cheat-sheet.html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97268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3057</TotalTime>
  <Words>154</Words>
  <Application>Microsoft Office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HNDIT</vt:lpstr>
      <vt:lpstr>IT2402-Free and Open Source Software Solutions</vt:lpstr>
      <vt:lpstr>What is a process?</vt:lpstr>
      <vt:lpstr>Try</vt:lpstr>
      <vt:lpstr>Try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HP</cp:lastModifiedBy>
  <cp:revision>54</cp:revision>
  <dcterms:created xsi:type="dcterms:W3CDTF">2020-01-03T07:42:12Z</dcterms:created>
  <dcterms:modified xsi:type="dcterms:W3CDTF">2021-12-15T20:29:57Z</dcterms:modified>
</cp:coreProperties>
</file>