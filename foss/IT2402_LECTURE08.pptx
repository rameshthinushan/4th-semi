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5" r:id="rId1"/>
  </p:sldMasterIdLst>
  <p:notesMasterIdLst>
    <p:notesMasterId r:id="rId12"/>
  </p:notesMasterIdLst>
  <p:sldIdLst>
    <p:sldId id="539" r:id="rId2"/>
    <p:sldId id="542" r:id="rId3"/>
    <p:sldId id="543" r:id="rId4"/>
    <p:sldId id="544" r:id="rId5"/>
    <p:sldId id="545" r:id="rId6"/>
    <p:sldId id="546" r:id="rId7"/>
    <p:sldId id="547" r:id="rId8"/>
    <p:sldId id="548" r:id="rId9"/>
    <p:sldId id="549" r:id="rId10"/>
    <p:sldId id="51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FFFFFF"/>
    <a:srgbClr val="008000"/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4" autoAdjust="0"/>
    <p:restoredTop sz="83025" autoAdjust="0"/>
  </p:normalViewPr>
  <p:slideViewPr>
    <p:cSldViewPr>
      <p:cViewPr varScale="1">
        <p:scale>
          <a:sx n="72" d="100"/>
          <a:sy n="72" d="100"/>
        </p:scale>
        <p:origin x="175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67EA41F-F937-4695-ABB5-3DD9FC03DBB8}" type="datetimeFigureOut">
              <a:rPr lang="en-US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9806739-C791-46CE-93F0-517719BD19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523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4AE668-F1CA-43CC-B224-31C4FB1DBC35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7EFC5B-740B-4522-A0AB-5F62F4C76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63369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8C5B54-1915-4CCF-BFE8-35A322F52A79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6D9CF1-302D-4F0B-92B7-33217D1A59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14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DBDF9C-0C2C-44E4-A845-2D25F1BABF6B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5E5768-A308-4713-BFA1-B86A1A2887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3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5772F5-FBC4-4CEF-AE3F-43F45729A248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6ADA-1504-4291-A2C4-533E1D2E0A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2E72A5-4903-410D-8791-A372FD1F24FD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3AE5CF-A03A-4DBF-B1DB-DF3D5CB2024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8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DD1508-1772-4A02-80CA-2EB513C787D2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B3ED1E-04D3-4624-AA03-F86959AA64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938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1E7AA6-C5F1-48F7-90D3-6DDD94D4EDA2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0B0EBB-2F9F-409B-93E8-4092BA6839E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8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6DCCC5-D01C-4F8B-9B0D-7F7EDD315DC6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1EBEA3-F81C-42D0-B78D-3014A771B6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0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E074C9-74CC-4DE2-B1F3-373E5E47989D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F5F67E-9C63-49F9-856D-181D3B7A99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4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D99824-1F69-4447-A1FA-885D9A971CFD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3F0F90-7C74-4A0B-8F64-E4025412BF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00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6A6526-D663-48E6-9215-CEB195B25779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A039B4-C0FB-4C68-9D23-BFF8BCD281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03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78CB468-4193-42D6-A575-D53A1410C8CC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5F4C108-F6EC-4FF6-A109-4D6046DA9A0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54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381000" y="4800600"/>
            <a:ext cx="8077200" cy="1500188"/>
          </a:xfrm>
        </p:spPr>
        <p:txBody>
          <a:bodyPr>
            <a:normAutofit/>
          </a:bodyPr>
          <a:lstStyle/>
          <a:p>
            <a:r>
              <a:rPr lang="en-US" sz="4400" dirty="0"/>
              <a:t>Local user management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9200" y="2592324"/>
            <a:ext cx="3733800" cy="167335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dirty="0"/>
              <a:t>IT2402 </a:t>
            </a:r>
            <a:br>
              <a:rPr lang="en-US" sz="3200" dirty="0"/>
            </a:br>
            <a:r>
              <a:rPr lang="en-US" sz="3200" dirty="0"/>
              <a:t> Free and Open Source Software Solutions</a:t>
            </a:r>
          </a:p>
        </p:txBody>
      </p:sp>
    </p:spTree>
    <p:extLst>
      <p:ext uri="{BB962C8B-B14F-4D97-AF65-F5344CB8AC3E}">
        <p14:creationId xmlns:p14="http://schemas.microsoft.com/office/powerpoint/2010/main" val="3284371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18750" t="36458" r="49219" b="8333"/>
          <a:stretch>
            <a:fillRect/>
          </a:stretch>
        </p:blipFill>
        <p:spPr bwMode="auto">
          <a:xfrm>
            <a:off x="2133600" y="1431073"/>
            <a:ext cx="4191000" cy="5417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865187"/>
          </a:xfrm>
        </p:spPr>
        <p:txBody>
          <a:bodyPr/>
          <a:lstStyle/>
          <a:p>
            <a:r>
              <a:rPr lang="en-US" sz="2800" dirty="0"/>
              <a:t>Adding a New User  using the User Management 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93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865187"/>
          </a:xfrm>
        </p:spPr>
        <p:txBody>
          <a:bodyPr/>
          <a:lstStyle/>
          <a:p>
            <a:r>
              <a:rPr lang="en-US" sz="2800" dirty="0"/>
              <a:t>Adding a New User    from the command-line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 err="1"/>
              <a:t>useradd</a:t>
            </a:r>
            <a:r>
              <a:rPr lang="en-US" sz="2800" dirty="0"/>
              <a:t> --home /home/john </a:t>
            </a:r>
            <a:r>
              <a:rPr lang="en-US" sz="2800" dirty="0" err="1"/>
              <a:t>john</a:t>
            </a:r>
            <a:r>
              <a:rPr lang="en-US" sz="2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passwd</a:t>
            </a:r>
            <a:r>
              <a:rPr lang="en-US" sz="2800" dirty="0"/>
              <a:t> john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Useradd</a:t>
            </a:r>
            <a:r>
              <a:rPr lang="en-US" sz="2800" dirty="0"/>
              <a:t> </a:t>
            </a:r>
            <a:r>
              <a:rPr lang="en-US" sz="2800" dirty="0" err="1"/>
              <a:t>user_name</a:t>
            </a:r>
            <a:endParaRPr lang="en-US" sz="2800" dirty="0"/>
          </a:p>
          <a:p>
            <a:pPr>
              <a:lnSpc>
                <a:spcPct val="150000"/>
              </a:lnSpc>
              <a:buNone/>
            </a:pPr>
            <a:r>
              <a:rPr lang="en-US" sz="2800" dirty="0"/>
              <a:t>		</a:t>
            </a:r>
            <a:r>
              <a:rPr lang="en-US" sz="2400" dirty="0"/>
              <a:t>/etc/default/</a:t>
            </a:r>
            <a:r>
              <a:rPr lang="en-US" sz="2400" dirty="0" err="1"/>
              <a:t>useradd</a:t>
            </a:r>
            <a:r>
              <a:rPr lang="en-US" sz="2400" dirty="0"/>
              <a:t>  file specifies the home.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954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941387"/>
          </a:xfrm>
        </p:spPr>
        <p:txBody>
          <a:bodyPr/>
          <a:lstStyle/>
          <a:p>
            <a:r>
              <a:rPr lang="en-US" dirty="0"/>
              <a:t>/etc/</a:t>
            </a:r>
            <a:r>
              <a:rPr lang="en-US" dirty="0" err="1"/>
              <a:t>passwd</a:t>
            </a:r>
            <a:r>
              <a:rPr lang="en-US" dirty="0"/>
              <a:t>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  <a:ext cx="9144000" cy="45720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This is the file in Linux system that contains all the relevant information related to user login.</a:t>
            </a:r>
          </a:p>
        </p:txBody>
      </p:sp>
    </p:spTree>
    <p:extLst>
      <p:ext uri="{BB962C8B-B14F-4D97-AF65-F5344CB8AC3E}">
        <p14:creationId xmlns:p14="http://schemas.microsoft.com/office/powerpoint/2010/main" val="4256319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788987"/>
          </a:xfrm>
        </p:spPr>
        <p:txBody>
          <a:bodyPr/>
          <a:lstStyle/>
          <a:p>
            <a:r>
              <a:rPr lang="en-US" dirty="0"/>
              <a:t>/etc/</a:t>
            </a:r>
            <a:r>
              <a:rPr lang="en-US" dirty="0" err="1"/>
              <a:t>passwd</a:t>
            </a:r>
            <a:r>
              <a:rPr lang="en-US" dirty="0"/>
              <a:t> File Format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-455" t="8409" r="28556" b="74772"/>
          <a:stretch>
            <a:fillRect/>
          </a:stretch>
        </p:blipFill>
        <p:spPr bwMode="auto">
          <a:xfrm>
            <a:off x="0" y="1705380"/>
            <a:ext cx="9193164" cy="1612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28600" y="3505200"/>
            <a:ext cx="86868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b="1" dirty="0"/>
              <a:t>User name </a:t>
            </a:r>
            <a:r>
              <a:rPr lang="en-US" sz="2000" dirty="0"/>
              <a:t>–User login name ( 1-32 characters in length.)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b="1" dirty="0"/>
              <a:t>Password</a:t>
            </a:r>
            <a:r>
              <a:rPr lang="en-US" sz="2000" dirty="0"/>
              <a:t>: An x character indicates that encrypted password</a:t>
            </a:r>
          </a:p>
          <a:p>
            <a:pPr marL="342900" indent="-342900" algn="just">
              <a:lnSpc>
                <a:spcPct val="150000"/>
              </a:lnSpc>
              <a:buFontTx/>
              <a:buAutoNum type="arabicPeriod"/>
            </a:pPr>
            <a:r>
              <a:rPr lang="en-US" sz="2000" b="1" dirty="0"/>
              <a:t>User ID (UID)</a:t>
            </a:r>
            <a:r>
              <a:rPr lang="en-US" sz="2000" dirty="0"/>
              <a:t>: Each user must be assigned a user ID (UID). </a:t>
            </a:r>
          </a:p>
          <a:p>
            <a:pPr marL="800100" lvl="1" indent="-342900" algn="just">
              <a:lnSpc>
                <a:spcPct val="150000"/>
              </a:lnSpc>
            </a:pPr>
            <a:r>
              <a:rPr lang="en-US" sz="2000" dirty="0"/>
              <a:t>UID 0 (zero) is reserved for root </a:t>
            </a:r>
          </a:p>
          <a:p>
            <a:pPr marL="800100" lvl="1" indent="-342900" algn="just">
              <a:lnSpc>
                <a:spcPct val="150000"/>
              </a:lnSpc>
            </a:pPr>
            <a:r>
              <a:rPr lang="en-US" sz="2000" dirty="0"/>
              <a:t>UIDs 1-99 are reserved for other predefined accounts. </a:t>
            </a:r>
          </a:p>
          <a:p>
            <a:pPr marL="800100" lvl="1" indent="-342900" algn="just">
              <a:lnSpc>
                <a:spcPct val="150000"/>
              </a:lnSpc>
            </a:pPr>
            <a:r>
              <a:rPr lang="en-US" sz="2000" dirty="0"/>
              <a:t>UID 100-999 are reserved by system for administrative and system accounts/groups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331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1"/>
            <a:ext cx="8229600" cy="838200"/>
          </a:xfrm>
        </p:spPr>
        <p:txBody>
          <a:bodyPr/>
          <a:lstStyle/>
          <a:p>
            <a:r>
              <a:rPr lang="en-US" dirty="0"/>
              <a:t>/etc/shadow File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991600" cy="54102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stores actual password in encrypted format for user's account with additional properties related to user password</a:t>
            </a:r>
          </a:p>
        </p:txBody>
      </p:sp>
    </p:spTree>
    <p:extLst>
      <p:ext uri="{BB962C8B-B14F-4D97-AF65-F5344CB8AC3E}">
        <p14:creationId xmlns:p14="http://schemas.microsoft.com/office/powerpoint/2010/main" val="3588773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731838"/>
          </a:xfrm>
        </p:spPr>
        <p:txBody>
          <a:bodyPr/>
          <a:lstStyle/>
          <a:p>
            <a:r>
              <a:rPr lang="en-US" sz="2800" dirty="0"/>
              <a:t>Adding a New Group using the User Management tool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 l="18750" t="18750" r="25781" b="43750"/>
          <a:stretch>
            <a:fillRect/>
          </a:stretch>
        </p:blipFill>
        <p:spPr bwMode="auto">
          <a:xfrm>
            <a:off x="0" y="1688206"/>
            <a:ext cx="9144000" cy="4636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79628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731838"/>
          </a:xfrm>
        </p:spPr>
        <p:txBody>
          <a:bodyPr/>
          <a:lstStyle/>
          <a:p>
            <a:r>
              <a:rPr lang="en-US" sz="2800" dirty="0"/>
              <a:t>Adding a New Group  from the command line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 bwMode="auto">
          <a:xfrm>
            <a:off x="228600" y="3048000"/>
            <a:ext cx="8686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</a:pPr>
            <a:r>
              <a:rPr lang="en-US" sz="3200" dirty="0" err="1"/>
              <a:t>groupadd</a:t>
            </a:r>
            <a:r>
              <a:rPr lang="en-US" sz="3200" dirty="0"/>
              <a:t> accounts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2964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1093787"/>
          </a:xfrm>
        </p:spPr>
        <p:txBody>
          <a:bodyPr/>
          <a:lstStyle/>
          <a:p>
            <a:r>
              <a:rPr lang="en-US" sz="3600" dirty="0"/>
              <a:t>Group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algn="just"/>
            <a:r>
              <a:rPr lang="en-US" dirty="0"/>
              <a:t>add an existing user to an existing group</a:t>
            </a:r>
          </a:p>
          <a:p>
            <a:pPr algn="just">
              <a:buNone/>
            </a:pPr>
            <a:r>
              <a:rPr lang="en-US" dirty="0"/>
              <a:t>		</a:t>
            </a:r>
            <a:r>
              <a:rPr lang="en-US" dirty="0" err="1"/>
              <a:t>usermod</a:t>
            </a:r>
            <a:r>
              <a:rPr lang="en-US" dirty="0"/>
              <a:t> -G accounts john</a:t>
            </a:r>
          </a:p>
          <a:p>
            <a:pPr algn="just"/>
            <a:r>
              <a:rPr lang="en-US" dirty="0"/>
              <a:t>add an existing user to a number of existing groups:</a:t>
            </a:r>
          </a:p>
          <a:p>
            <a:pPr lvl="1" algn="just">
              <a:buNone/>
            </a:pPr>
            <a:r>
              <a:rPr lang="en-US" dirty="0"/>
              <a:t>	</a:t>
            </a:r>
            <a:r>
              <a:rPr lang="en-US" dirty="0" err="1"/>
              <a:t>usermod</a:t>
            </a:r>
            <a:r>
              <a:rPr lang="en-US" dirty="0"/>
              <a:t> -G </a:t>
            </a:r>
            <a:r>
              <a:rPr lang="en-US" dirty="0" err="1"/>
              <a:t>accounts,sales,support</a:t>
            </a:r>
            <a:r>
              <a:rPr lang="en-US" dirty="0"/>
              <a:t> john</a:t>
            </a:r>
          </a:p>
          <a:p>
            <a:pPr algn="just"/>
            <a:r>
              <a:rPr lang="en-US" dirty="0"/>
              <a:t>To retain any current group memberships, use the -a flag to append the new group memberships:</a:t>
            </a:r>
          </a:p>
          <a:p>
            <a:pPr algn="just">
              <a:buNone/>
            </a:pPr>
            <a:r>
              <a:rPr lang="en-US" dirty="0"/>
              <a:t>		</a:t>
            </a:r>
            <a:r>
              <a:rPr lang="en-US" sz="2800" dirty="0" err="1"/>
              <a:t>usermod</a:t>
            </a:r>
            <a:r>
              <a:rPr lang="en-US" sz="2800" dirty="0"/>
              <a:t> -a -G </a:t>
            </a:r>
            <a:r>
              <a:rPr lang="en-US" sz="2800" dirty="0" err="1"/>
              <a:t>accounts,sales,support</a:t>
            </a:r>
            <a:r>
              <a:rPr lang="en-US" sz="2800" dirty="0"/>
              <a:t> john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606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86200" y="2971800"/>
            <a:ext cx="1752600" cy="1250950"/>
          </a:xfrm>
        </p:spPr>
        <p:txBody>
          <a:bodyPr/>
          <a:lstStyle/>
          <a:p>
            <a:r>
              <a:rPr lang="en-US" dirty="0"/>
              <a:t>END.</a:t>
            </a:r>
          </a:p>
        </p:txBody>
      </p:sp>
    </p:spTree>
    <p:extLst>
      <p:ext uri="{BB962C8B-B14F-4D97-AF65-F5344CB8AC3E}">
        <p14:creationId xmlns:p14="http://schemas.microsoft.com/office/powerpoint/2010/main" val="1457809355"/>
      </p:ext>
    </p:extLst>
  </p:cSld>
  <p:clrMapOvr>
    <a:masterClrMapping/>
  </p:clrMapOvr>
</p:sld>
</file>

<file path=ppt/theme/theme1.xml><?xml version="1.0" encoding="utf-8"?>
<a:theme xmlns:a="http://schemas.openxmlformats.org/drawingml/2006/main" name="moodle201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dle2019" id="{706F3948-5CF7-4044-AB3D-3E6D4A39D46D}" vid="{08034E9D-67D0-4A4F-A8FE-36E87C6CF4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moodle2019</Template>
  <TotalTime>5245</TotalTime>
  <Words>271</Words>
  <Application>Microsoft Office PowerPoint</Application>
  <PresentationFormat>On-screen Show (4:3)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moodle2019</vt:lpstr>
      <vt:lpstr>IT2402   Free and Open Source Software Solutions</vt:lpstr>
      <vt:lpstr>Adding a New User  using the User Management tool</vt:lpstr>
      <vt:lpstr>Adding a New User    from the command-line</vt:lpstr>
      <vt:lpstr>/etc/passwd file</vt:lpstr>
      <vt:lpstr>/etc/passwd File Format</vt:lpstr>
      <vt:lpstr>/etc/shadow File Format</vt:lpstr>
      <vt:lpstr>Adding a New Group using the User Management tool</vt:lpstr>
      <vt:lpstr>Adding a New Group  from the command line</vt:lpstr>
      <vt:lpstr>Group management</vt:lpstr>
      <vt:lpstr>END.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 side programming</dc:title>
  <dc:creator>tfn</dc:creator>
  <cp:lastModifiedBy>USER</cp:lastModifiedBy>
  <cp:revision>532</cp:revision>
  <dcterms:created xsi:type="dcterms:W3CDTF">2009-08-27T14:05:17Z</dcterms:created>
  <dcterms:modified xsi:type="dcterms:W3CDTF">2020-03-23T11:28:06Z</dcterms:modified>
</cp:coreProperties>
</file>