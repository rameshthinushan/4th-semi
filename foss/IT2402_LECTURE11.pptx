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5" r:id="rId1"/>
  </p:sldMasterIdLst>
  <p:notesMasterIdLst>
    <p:notesMasterId r:id="rId13"/>
  </p:notesMasterIdLst>
  <p:sldIdLst>
    <p:sldId id="539" r:id="rId2"/>
    <p:sldId id="540" r:id="rId3"/>
    <p:sldId id="541" r:id="rId4"/>
    <p:sldId id="542" r:id="rId5"/>
    <p:sldId id="543" r:id="rId6"/>
    <p:sldId id="544" r:id="rId7"/>
    <p:sldId id="545" r:id="rId8"/>
    <p:sldId id="546" r:id="rId9"/>
    <p:sldId id="547" r:id="rId10"/>
    <p:sldId id="548" r:id="rId11"/>
    <p:sldId id="51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  <a:srgbClr val="FFFFFF"/>
    <a:srgbClr val="008000"/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64" autoAdjust="0"/>
    <p:restoredTop sz="83025" autoAdjust="0"/>
  </p:normalViewPr>
  <p:slideViewPr>
    <p:cSldViewPr>
      <p:cViewPr varScale="1">
        <p:scale>
          <a:sx n="72" d="100"/>
          <a:sy n="72" d="100"/>
        </p:scale>
        <p:origin x="1757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67EA41F-F937-4695-ABB5-3DD9FC03DBB8}" type="datetimeFigureOut">
              <a:rPr lang="en-US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9806739-C791-46CE-93F0-517719BD19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4523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4AE668-F1CA-43CC-B224-31C4FB1DBC35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7EFC5B-740B-4522-A0AB-5F62F4C767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Chapter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Course Title style</a:t>
            </a:r>
          </a:p>
        </p:txBody>
      </p:sp>
    </p:spTree>
    <p:extLst>
      <p:ext uri="{BB962C8B-B14F-4D97-AF65-F5344CB8AC3E}">
        <p14:creationId xmlns:p14="http://schemas.microsoft.com/office/powerpoint/2010/main" val="2754077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8C5B54-1915-4CCF-BFE8-35A322F52A79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6D9CF1-302D-4F0B-92B7-33217D1A59D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805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DBDF9C-0C2C-44E4-A845-2D25F1BABF6B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5E5768-A308-4713-BFA1-B86A1A28879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832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65772F5-FBC4-4CEF-AE3F-43F45729A248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4C6ADA-1504-4291-A2C4-533E1D2E0A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689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2E72A5-4903-410D-8791-A372FD1F24FD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3AE5CF-A03A-4DBF-B1DB-DF3D5CB2024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363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DD1508-1772-4A02-80CA-2EB513C787D2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B3ED1E-04D3-4624-AA03-F86959AA640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123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1E7AA6-C5F1-48F7-90D3-6DDD94D4EDA2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0B0EBB-2F9F-409B-93E8-4092BA6839E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51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6DCCC5-D01C-4F8B-9B0D-7F7EDD315DC6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1EBEA3-F81C-42D0-B78D-3014A771B64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277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BE074C9-74CC-4DE2-B1F3-373E5E47989D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F5F67E-9C63-49F9-856D-181D3B7A99D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338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CD99824-1F69-4447-A1FA-885D9A971CFD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3F0F90-7C74-4A0B-8F64-E4025412BFD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627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6A6526-D663-48E6-9215-CEB195B25779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A039B4-C0FB-4C68-9D23-BFF8BCD2816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439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78CB468-4193-42D6-A575-D53A1410C8CC}" type="datetimeFigureOut">
              <a:rPr lang="en-US" smtClean="0"/>
              <a:pPr>
                <a:defRPr/>
              </a:pPr>
              <a:t>3/23/2020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5F4C108-F6EC-4FF6-A109-4D6046DA9A0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481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6" r:id="rId1"/>
    <p:sldLayoutId id="2147483967" r:id="rId2"/>
    <p:sldLayoutId id="2147483968" r:id="rId3"/>
    <p:sldLayoutId id="2147483969" r:id="rId4"/>
    <p:sldLayoutId id="2147483970" r:id="rId5"/>
    <p:sldLayoutId id="2147483971" r:id="rId6"/>
    <p:sldLayoutId id="2147483972" r:id="rId7"/>
    <p:sldLayoutId id="2147483973" r:id="rId8"/>
    <p:sldLayoutId id="2147483974" r:id="rId9"/>
    <p:sldLayoutId id="2147483975" r:id="rId10"/>
    <p:sldLayoutId id="2147483976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Subtitle 2"/>
          <p:cNvSpPr>
            <a:spLocks noGrp="1"/>
          </p:cNvSpPr>
          <p:nvPr>
            <p:ph type="subTitle" idx="1"/>
          </p:nvPr>
        </p:nvSpPr>
        <p:spPr>
          <a:xfrm>
            <a:off x="381000" y="4800600"/>
            <a:ext cx="8077200" cy="1500188"/>
          </a:xfrm>
        </p:spPr>
        <p:txBody>
          <a:bodyPr>
            <a:normAutofit/>
          </a:bodyPr>
          <a:lstStyle/>
          <a:p>
            <a:r>
              <a:rPr lang="en-US" sz="4400" dirty="0"/>
              <a:t>Cron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5400" y="2438400"/>
            <a:ext cx="3733800" cy="167335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200" dirty="0"/>
              <a:t>IT2402 </a:t>
            </a:r>
            <a:br>
              <a:rPr lang="en-US" sz="3200" dirty="0"/>
            </a:br>
            <a:r>
              <a:rPr lang="en-US" sz="3200" dirty="0"/>
              <a:t> Free and Open Source Software Solutions</a:t>
            </a:r>
          </a:p>
        </p:txBody>
      </p:sp>
    </p:spTree>
    <p:extLst>
      <p:ext uri="{BB962C8B-B14F-4D97-AF65-F5344CB8AC3E}">
        <p14:creationId xmlns:p14="http://schemas.microsoft.com/office/powerpoint/2010/main" val="3284371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39825"/>
          </a:xfrm>
        </p:spPr>
        <p:txBody>
          <a:bodyPr/>
          <a:lstStyle/>
          <a:p>
            <a:r>
              <a:rPr lang="en-US" dirty="0" err="1"/>
              <a:t>Cron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76400"/>
            <a:ext cx="8915400" cy="5181600"/>
          </a:xfrm>
        </p:spPr>
        <p:txBody>
          <a:bodyPr/>
          <a:lstStyle/>
          <a:p>
            <a:pPr algn="just">
              <a:lnSpc>
                <a:spcPct val="150000"/>
              </a:lnSpc>
              <a:buNone/>
            </a:pPr>
            <a:r>
              <a:rPr lang="en-US" dirty="0"/>
              <a:t>	</a:t>
            </a:r>
            <a:r>
              <a:rPr lang="en-US" sz="4000" dirty="0" err="1"/>
              <a:t>cron</a:t>
            </a:r>
            <a:r>
              <a:rPr lang="en-US" sz="4000" dirty="0"/>
              <a:t> is a </a:t>
            </a:r>
            <a:r>
              <a:rPr lang="en-US" sz="4000" dirty="0" err="1"/>
              <a:t>unix</a:t>
            </a:r>
            <a:r>
              <a:rPr lang="en-US" sz="4000" dirty="0"/>
              <a:t>, </a:t>
            </a:r>
            <a:r>
              <a:rPr lang="en-US" sz="4000" dirty="0" err="1"/>
              <a:t>solaris</a:t>
            </a:r>
            <a:r>
              <a:rPr lang="en-US" sz="4000" dirty="0"/>
              <a:t> utility that allows tasks to be automatically run in the background at regular intervals by the </a:t>
            </a:r>
            <a:r>
              <a:rPr lang="en-US" sz="4000" dirty="0" err="1"/>
              <a:t>cron</a:t>
            </a:r>
            <a:r>
              <a:rPr lang="en-US" sz="4000" dirty="0"/>
              <a:t> daemon.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038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Crontab</a:t>
            </a:r>
            <a:r>
              <a:rPr lang="en-US" b="1" dirty="0"/>
              <a:t>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715000"/>
          </a:xfrm>
        </p:spPr>
        <p:txBody>
          <a:bodyPr/>
          <a:lstStyle/>
          <a:p>
            <a:pPr algn="just">
              <a:lnSpc>
                <a:spcPts val="4900"/>
              </a:lnSpc>
              <a:buNone/>
            </a:pPr>
            <a:r>
              <a:rPr lang="en-US" dirty="0"/>
              <a:t>	</a:t>
            </a:r>
            <a:r>
              <a:rPr lang="en-US" dirty="0" err="1"/>
              <a:t>Crontab</a:t>
            </a:r>
            <a:r>
              <a:rPr lang="en-US" dirty="0"/>
              <a:t> syntax </a:t>
            </a:r>
          </a:p>
          <a:p>
            <a:pPr algn="just">
              <a:lnSpc>
                <a:spcPts val="4900"/>
              </a:lnSpc>
              <a:buNone/>
            </a:pPr>
            <a:r>
              <a:rPr lang="en-US" dirty="0"/>
              <a:t>	A </a:t>
            </a:r>
            <a:r>
              <a:rPr lang="en-US" dirty="0" err="1"/>
              <a:t>crontab</a:t>
            </a:r>
            <a:r>
              <a:rPr lang="en-US" dirty="0"/>
              <a:t> file has five fields for specifying day , date and time followed by the command to be run at that interval.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13125" t="24000" r="52458" b="58000"/>
          <a:stretch>
            <a:fillRect/>
          </a:stretch>
        </p:blipFill>
        <p:spPr bwMode="auto">
          <a:xfrm>
            <a:off x="0" y="3886201"/>
            <a:ext cx="9091505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83115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85800"/>
            <a:ext cx="9144000" cy="1139825"/>
          </a:xfrm>
        </p:spPr>
        <p:txBody>
          <a:bodyPr/>
          <a:lstStyle/>
          <a:p>
            <a:r>
              <a:rPr lang="en-US" sz="3200" b="1" dirty="0"/>
              <a:t>Schedule a Job For More Than One Instance (e.g. Twice a Day)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8800"/>
            <a:ext cx="9144000" cy="5029200"/>
          </a:xfrm>
        </p:spPr>
        <p:txBody>
          <a:bodyPr/>
          <a:lstStyle/>
          <a:p>
            <a:pPr algn="just">
              <a:lnSpc>
                <a:spcPct val="150000"/>
              </a:lnSpc>
              <a:buNone/>
            </a:pPr>
            <a:r>
              <a:rPr lang="en-US" dirty="0"/>
              <a:t>	This example executes the specified incremental backup shell script (incremental-backup) at 11:00 and 16:00 on every day.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dirty="0"/>
              <a:t>	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400" dirty="0"/>
              <a:t>	00 11,16 * * * /home/</a:t>
            </a:r>
            <a:r>
              <a:rPr lang="en-US" sz="2400" dirty="0" err="1"/>
              <a:t>ramesh</a:t>
            </a:r>
            <a:r>
              <a:rPr lang="en-US" sz="2400" dirty="0"/>
              <a:t>/bin/incremental-backup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199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0"/>
            <a:ext cx="9144000" cy="1139825"/>
          </a:xfrm>
        </p:spPr>
        <p:txBody>
          <a:bodyPr/>
          <a:lstStyle/>
          <a:p>
            <a:r>
              <a:rPr lang="en-US" sz="3600" b="1" dirty="0" err="1"/>
              <a:t>Cron</a:t>
            </a:r>
            <a:r>
              <a:rPr lang="en-US" sz="3600" b="1" dirty="0"/>
              <a:t> Job every weekday during working hours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81200"/>
            <a:ext cx="9144000" cy="4876800"/>
          </a:xfrm>
        </p:spPr>
        <p:txBody>
          <a:bodyPr/>
          <a:lstStyle/>
          <a:p>
            <a:pPr algn="just">
              <a:lnSpc>
                <a:spcPct val="150000"/>
              </a:lnSpc>
              <a:buNone/>
            </a:pPr>
            <a:r>
              <a:rPr lang="en-US" dirty="0"/>
              <a:t>	This example checks the status of the database every weekday (</a:t>
            </a:r>
            <a:r>
              <a:rPr lang="en-US" dirty="0" err="1"/>
              <a:t>i.e</a:t>
            </a:r>
            <a:r>
              <a:rPr lang="en-US" dirty="0"/>
              <a:t> excluding Sat and Sun) during the working hours 9 </a:t>
            </a:r>
            <a:r>
              <a:rPr lang="en-US" dirty="0" err="1"/>
              <a:t>a.m</a:t>
            </a:r>
            <a:r>
              <a:rPr lang="en-US" dirty="0"/>
              <a:t> – 6 p.m.</a:t>
            </a:r>
          </a:p>
          <a:p>
            <a:pPr algn="just">
              <a:lnSpc>
                <a:spcPct val="150000"/>
              </a:lnSpc>
              <a:buNone/>
            </a:pPr>
            <a:endParaRPr lang="en-US" dirty="0"/>
          </a:p>
          <a:p>
            <a:pPr algn="just">
              <a:lnSpc>
                <a:spcPct val="150000"/>
              </a:lnSpc>
              <a:buNone/>
            </a:pPr>
            <a:r>
              <a:rPr lang="en-US" dirty="0"/>
              <a:t>	</a:t>
            </a:r>
            <a:r>
              <a:rPr lang="en-US" sz="2500" dirty="0"/>
              <a:t>00 09-18 * * 1-5 /home/</a:t>
            </a:r>
            <a:r>
              <a:rPr lang="en-US" sz="2500" dirty="0" err="1"/>
              <a:t>ramesh</a:t>
            </a:r>
            <a:r>
              <a:rPr lang="en-US" sz="2500" dirty="0"/>
              <a:t>/bin/check-db-status</a:t>
            </a:r>
          </a:p>
        </p:txBody>
      </p:sp>
    </p:spTree>
    <p:extLst>
      <p:ext uri="{BB962C8B-B14F-4D97-AF65-F5344CB8AC3E}">
        <p14:creationId xmlns:p14="http://schemas.microsoft.com/office/powerpoint/2010/main" val="2553293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09600"/>
            <a:ext cx="9144000" cy="1139825"/>
          </a:xfrm>
        </p:spPr>
        <p:txBody>
          <a:bodyPr/>
          <a:lstStyle/>
          <a:p>
            <a:r>
              <a:rPr lang="en-US" sz="2800" b="1" dirty="0"/>
              <a:t>Schedule a Background </a:t>
            </a:r>
            <a:r>
              <a:rPr lang="en-US" sz="2800" b="1" dirty="0" err="1"/>
              <a:t>Cron</a:t>
            </a:r>
            <a:r>
              <a:rPr lang="en-US" sz="2800" b="1" dirty="0"/>
              <a:t> Job For Every 10 Minutes.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057400"/>
            <a:ext cx="8229600" cy="4530725"/>
          </a:xfrm>
        </p:spPr>
        <p:txBody>
          <a:bodyPr/>
          <a:lstStyle/>
          <a:p>
            <a:r>
              <a:rPr lang="en-US" sz="2400" dirty="0"/>
              <a:t>*/10 * * * * /home/</a:t>
            </a:r>
            <a:r>
              <a:rPr lang="en-US" sz="2400" dirty="0" err="1"/>
              <a:t>ramesh</a:t>
            </a:r>
            <a:r>
              <a:rPr lang="en-US" sz="2400" dirty="0"/>
              <a:t>/check-disk-space</a:t>
            </a:r>
          </a:p>
        </p:txBody>
      </p:sp>
    </p:spTree>
    <p:extLst>
      <p:ext uri="{BB962C8B-B14F-4D97-AF65-F5344CB8AC3E}">
        <p14:creationId xmlns:p14="http://schemas.microsoft.com/office/powerpoint/2010/main" val="42375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685800"/>
            <a:ext cx="8229600" cy="1139825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Schedule a </a:t>
            </a:r>
            <a:r>
              <a:rPr lang="en-US" sz="4000" b="1" dirty="0" err="1"/>
              <a:t>Cron</a:t>
            </a:r>
            <a:r>
              <a:rPr lang="en-US" sz="4000" b="1" dirty="0"/>
              <a:t> Job Beginning of Every Month using @monthly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667000"/>
            <a:ext cx="9144000" cy="2286000"/>
          </a:xfrm>
        </p:spPr>
        <p:txBody>
          <a:bodyPr/>
          <a:lstStyle/>
          <a:p>
            <a:pPr>
              <a:buNone/>
            </a:pPr>
            <a:r>
              <a:rPr lang="en-US" dirty="0"/>
              <a:t>@monthly /home/</a:t>
            </a:r>
            <a:r>
              <a:rPr lang="en-US" dirty="0" err="1"/>
              <a:t>ramesh</a:t>
            </a:r>
            <a:r>
              <a:rPr lang="en-US" dirty="0"/>
              <a:t>/</a:t>
            </a:r>
            <a:r>
              <a:rPr lang="en-US" dirty="0" err="1"/>
              <a:t>suse</a:t>
            </a:r>
            <a:r>
              <a:rPr lang="en-US" dirty="0"/>
              <a:t>/bin/tape-backup</a:t>
            </a:r>
          </a:p>
        </p:txBody>
      </p:sp>
    </p:spTree>
    <p:extLst>
      <p:ext uri="{BB962C8B-B14F-4D97-AF65-F5344CB8AC3E}">
        <p14:creationId xmlns:p14="http://schemas.microsoft.com/office/powerpoint/2010/main" val="3991042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0"/>
            <a:ext cx="9144000" cy="1139825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Execute a Linux Command After Every Reboot using @reboot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327275"/>
            <a:ext cx="8229600" cy="3082925"/>
          </a:xfrm>
        </p:spPr>
        <p:txBody>
          <a:bodyPr/>
          <a:lstStyle/>
          <a:p>
            <a:r>
              <a:rPr lang="en-US" dirty="0"/>
              <a:t>@reboot </a:t>
            </a:r>
            <a:r>
              <a:rPr lang="en-US" dirty="0" err="1"/>
              <a:t>CMD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543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71278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View Root </a:t>
            </a:r>
            <a:r>
              <a:rPr lang="en-US" b="1" dirty="0" err="1"/>
              <a:t>Crontab</a:t>
            </a:r>
            <a:r>
              <a:rPr lang="en-US" b="1" dirty="0"/>
              <a:t> entries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4759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/>
              <a:t>View</a:t>
            </a:r>
            <a:r>
              <a:rPr lang="en-US" sz="2400" b="1" dirty="0"/>
              <a:t> </a:t>
            </a:r>
            <a:r>
              <a:rPr lang="en-US" sz="2400" dirty="0"/>
              <a:t>Current Logged-In User’s </a:t>
            </a:r>
            <a:r>
              <a:rPr lang="en-US" sz="2400" dirty="0" err="1"/>
              <a:t>Crontab</a:t>
            </a:r>
            <a:r>
              <a:rPr lang="en-US" sz="2400" dirty="0"/>
              <a:t> entries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/>
              <a:t>	 </a:t>
            </a:r>
            <a:r>
              <a:rPr lang="en-US" sz="2400" dirty="0" err="1"/>
              <a:t>ramesh@dev</a:t>
            </a:r>
            <a:r>
              <a:rPr lang="en-US" sz="2400" dirty="0"/>
              <a:t>-db$ </a:t>
            </a:r>
            <a:r>
              <a:rPr lang="en-US" sz="2400" b="1" dirty="0" err="1"/>
              <a:t>crontab</a:t>
            </a:r>
            <a:r>
              <a:rPr lang="en-US" sz="2400" b="1" dirty="0"/>
              <a:t> -l</a:t>
            </a:r>
            <a:r>
              <a:rPr lang="en-US" sz="24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View Root </a:t>
            </a:r>
            <a:r>
              <a:rPr lang="en-US" sz="2400" dirty="0" err="1"/>
              <a:t>Crontab</a:t>
            </a:r>
            <a:r>
              <a:rPr lang="en-US" sz="2400" dirty="0"/>
              <a:t> entries</a:t>
            </a:r>
          </a:p>
          <a:p>
            <a:pPr>
              <a:buNone/>
            </a:pPr>
            <a:r>
              <a:rPr lang="en-US" sz="2400" dirty="0"/>
              <a:t>	Login as root user (</a:t>
            </a:r>
            <a:r>
              <a:rPr lang="en-US" sz="2400" dirty="0" err="1"/>
              <a:t>su</a:t>
            </a:r>
            <a:r>
              <a:rPr lang="en-US" sz="2400" dirty="0"/>
              <a:t> – root) and do </a:t>
            </a:r>
            <a:r>
              <a:rPr lang="en-US" sz="2400" dirty="0" err="1"/>
              <a:t>crontab</a:t>
            </a:r>
            <a:r>
              <a:rPr lang="en-US" sz="2400" dirty="0"/>
              <a:t> -l as shown below.</a:t>
            </a:r>
          </a:p>
          <a:p>
            <a:pPr>
              <a:buNone/>
            </a:pPr>
            <a:r>
              <a:rPr lang="en-US" sz="2400" dirty="0"/>
              <a:t>	</a:t>
            </a:r>
            <a:r>
              <a:rPr lang="en-US" sz="2400" dirty="0" err="1"/>
              <a:t>root@dev</a:t>
            </a:r>
            <a:r>
              <a:rPr lang="en-US" sz="2400" dirty="0"/>
              <a:t>-db# </a:t>
            </a:r>
            <a:r>
              <a:rPr lang="en-US" sz="2400" dirty="0" err="1"/>
              <a:t>crontab</a:t>
            </a:r>
            <a:r>
              <a:rPr lang="en-US" sz="2400" dirty="0"/>
              <a:t> -l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View Other Linux User’s </a:t>
            </a:r>
            <a:r>
              <a:rPr lang="en-US" sz="2400" dirty="0" err="1"/>
              <a:t>Crontabs</a:t>
            </a:r>
            <a:r>
              <a:rPr lang="en-US" sz="2400" dirty="0"/>
              <a:t> entries</a:t>
            </a:r>
          </a:p>
          <a:p>
            <a:pPr>
              <a:lnSpc>
                <a:spcPct val="150000"/>
              </a:lnSpc>
              <a:buNone/>
            </a:pPr>
            <a:r>
              <a:rPr lang="es-ES" sz="2400" dirty="0"/>
              <a:t>	</a:t>
            </a:r>
            <a:r>
              <a:rPr lang="es-ES" sz="2400" dirty="0" err="1"/>
              <a:t>root@dev-db</a:t>
            </a:r>
            <a:r>
              <a:rPr lang="es-ES" sz="2400" dirty="0"/>
              <a:t># </a:t>
            </a:r>
            <a:r>
              <a:rPr lang="es-ES" sz="2400" dirty="0" err="1"/>
              <a:t>crontab</a:t>
            </a:r>
            <a:r>
              <a:rPr lang="es-ES" sz="2400" dirty="0"/>
              <a:t> -u </a:t>
            </a:r>
            <a:r>
              <a:rPr lang="es-ES" sz="2400" dirty="0" err="1"/>
              <a:t>sathiya</a:t>
            </a:r>
            <a:r>
              <a:rPr lang="es-ES" sz="2400" dirty="0"/>
              <a:t> -l </a:t>
            </a:r>
            <a:endParaRPr lang="en-US" sz="2400" dirty="0" err="1"/>
          </a:p>
        </p:txBody>
      </p:sp>
    </p:spTree>
    <p:extLst>
      <p:ext uri="{BB962C8B-B14F-4D97-AF65-F5344CB8AC3E}">
        <p14:creationId xmlns:p14="http://schemas.microsoft.com/office/powerpoint/2010/main" val="3060811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85800"/>
            <a:ext cx="9144000" cy="1139825"/>
          </a:xfrm>
        </p:spPr>
        <p:txBody>
          <a:bodyPr/>
          <a:lstStyle/>
          <a:p>
            <a:r>
              <a:rPr lang="en-US" sz="3600" b="1" dirty="0"/>
              <a:t>Specify PATH Variable in the </a:t>
            </a:r>
            <a:r>
              <a:rPr lang="en-US" sz="3600" b="1" dirty="0" err="1"/>
              <a:t>Crontab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8800"/>
            <a:ext cx="9144000" cy="5029200"/>
          </a:xfrm>
        </p:spPr>
        <p:txBody>
          <a:bodyPr/>
          <a:lstStyle/>
          <a:p>
            <a:pPr algn="just">
              <a:lnSpc>
                <a:spcPct val="150000"/>
              </a:lnSpc>
              <a:buNone/>
            </a:pPr>
            <a:r>
              <a:rPr lang="en-US" sz="2400" dirty="0"/>
              <a:t>	Instead of specifying /home/</a:t>
            </a:r>
            <a:r>
              <a:rPr lang="en-US" sz="2400" dirty="0" err="1"/>
              <a:t>ramesh</a:t>
            </a:r>
            <a:r>
              <a:rPr lang="en-US" sz="2400" dirty="0"/>
              <a:t>/tape-backup, if you want to just specify tape-backup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400" dirty="0"/>
              <a:t>	</a:t>
            </a:r>
            <a:r>
              <a:rPr lang="en-US" sz="2400" dirty="0" err="1"/>
              <a:t>ramesh@dev</a:t>
            </a:r>
            <a:r>
              <a:rPr lang="en-US" sz="2400" dirty="0"/>
              <a:t>-db$ </a:t>
            </a:r>
            <a:r>
              <a:rPr lang="en-US" sz="2400" dirty="0" err="1"/>
              <a:t>crontab</a:t>
            </a:r>
            <a:r>
              <a:rPr lang="en-US" sz="2400" dirty="0"/>
              <a:t> –l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400" dirty="0"/>
              <a:t> 	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400" dirty="0"/>
              <a:t>	</a:t>
            </a:r>
            <a:r>
              <a:rPr lang="en-US" sz="2000" dirty="0"/>
              <a:t>PATH=/bin:/</a:t>
            </a:r>
            <a:r>
              <a:rPr lang="en-US" sz="2000" dirty="0" err="1"/>
              <a:t>sbin</a:t>
            </a:r>
            <a:r>
              <a:rPr lang="en-US" sz="2000" dirty="0"/>
              <a:t>:/</a:t>
            </a:r>
            <a:r>
              <a:rPr lang="en-US" sz="2000" dirty="0" err="1"/>
              <a:t>usr</a:t>
            </a:r>
            <a:r>
              <a:rPr lang="en-US" sz="2000" dirty="0"/>
              <a:t>/bin:/</a:t>
            </a:r>
            <a:r>
              <a:rPr lang="en-US" sz="2000" dirty="0" err="1"/>
              <a:t>usr</a:t>
            </a:r>
            <a:r>
              <a:rPr lang="en-US" sz="2000" dirty="0"/>
              <a:t>/</a:t>
            </a:r>
            <a:r>
              <a:rPr lang="en-US" sz="2000" dirty="0" err="1"/>
              <a:t>sbin</a:t>
            </a:r>
            <a:r>
              <a:rPr lang="en-US" sz="2000" dirty="0"/>
              <a:t>:/home/</a:t>
            </a:r>
            <a:r>
              <a:rPr lang="en-US" sz="2000" dirty="0" err="1"/>
              <a:t>ramesh</a:t>
            </a:r>
            <a:r>
              <a:rPr lang="en-US" sz="2000" dirty="0"/>
              <a:t> </a:t>
            </a:r>
            <a:endParaRPr lang="en-US" sz="2400" dirty="0"/>
          </a:p>
          <a:p>
            <a:pPr algn="just">
              <a:lnSpc>
                <a:spcPct val="150000"/>
              </a:lnSpc>
              <a:buNone/>
            </a:pPr>
            <a:r>
              <a:rPr lang="en-US" sz="2400" dirty="0"/>
              <a:t>	</a:t>
            </a:r>
            <a:r>
              <a:rPr lang="en-US" sz="2000" dirty="0"/>
              <a:t>@yearly annual-maintenance */10 * * * * check-disk-space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88757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886200" y="2971800"/>
            <a:ext cx="1752600" cy="1250950"/>
          </a:xfrm>
        </p:spPr>
        <p:txBody>
          <a:bodyPr/>
          <a:lstStyle/>
          <a:p>
            <a:r>
              <a:rPr lang="en-US" dirty="0"/>
              <a:t>END.</a:t>
            </a:r>
          </a:p>
        </p:txBody>
      </p:sp>
    </p:spTree>
    <p:extLst>
      <p:ext uri="{BB962C8B-B14F-4D97-AF65-F5344CB8AC3E}">
        <p14:creationId xmlns:p14="http://schemas.microsoft.com/office/powerpoint/2010/main" val="1457809355"/>
      </p:ext>
    </p:extLst>
  </p:cSld>
  <p:clrMapOvr>
    <a:masterClrMapping/>
  </p:clrMapOvr>
</p:sld>
</file>

<file path=ppt/theme/theme1.xml><?xml version="1.0" encoding="utf-8"?>
<a:theme xmlns:a="http://schemas.openxmlformats.org/drawingml/2006/main" name="moodle2019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odle2019" id="{706F3948-5CF7-4044-AB3D-3E6D4A39D46D}" vid="{08034E9D-67D0-4A4F-A8FE-36E87C6CF4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moodle2019</Template>
  <TotalTime>5254</TotalTime>
  <Words>365</Words>
  <Application>Microsoft Office PowerPoint</Application>
  <PresentationFormat>On-screen Show (4:3)</PresentationFormat>
  <Paragraphs>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moodle2019</vt:lpstr>
      <vt:lpstr>IT2402   Free and Open Source Software Solutions</vt:lpstr>
      <vt:lpstr>Cron</vt:lpstr>
      <vt:lpstr>Crontab file</vt:lpstr>
      <vt:lpstr>Schedule a Job For More Than One Instance (e.g. Twice a Day)</vt:lpstr>
      <vt:lpstr>Cron Job every weekday during working hours</vt:lpstr>
      <vt:lpstr>Schedule a Background Cron Job For Every 10 Minutes.</vt:lpstr>
      <vt:lpstr>Schedule a Cron Job Beginning of Every Month using @monthly</vt:lpstr>
      <vt:lpstr>Execute a Linux Command After Every Reboot using @reboot</vt:lpstr>
      <vt:lpstr>View Root Crontab entries</vt:lpstr>
      <vt:lpstr>Specify PATH Variable in the Crontab</vt:lpstr>
      <vt:lpstr>END.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Server side programming</dc:title>
  <dc:creator>tfn</dc:creator>
  <cp:lastModifiedBy>USER</cp:lastModifiedBy>
  <cp:revision>541</cp:revision>
  <dcterms:created xsi:type="dcterms:W3CDTF">2009-08-27T14:05:17Z</dcterms:created>
  <dcterms:modified xsi:type="dcterms:W3CDTF">2020-03-23T12:05:45Z</dcterms:modified>
</cp:coreProperties>
</file>