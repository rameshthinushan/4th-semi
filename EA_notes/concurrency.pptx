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44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47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16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08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83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26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68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788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23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55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96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8FF70-60B9-4F5A-A898-D7D6F95474FD}" type="datetimeFigureOut">
              <a:rPr lang="en-GB" smtClean="0"/>
              <a:t>10/11/2021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1D062-365F-4757-96BA-119303246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87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809625"/>
            <a:ext cx="989647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5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723900"/>
            <a:ext cx="1023937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9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2021-11-10T09:49:13Z</dcterms:created>
  <dcterms:modified xsi:type="dcterms:W3CDTF">2021-11-10T09:49:52Z</dcterms:modified>
</cp:coreProperties>
</file>