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302" r:id="rId3"/>
    <p:sldId id="298" r:id="rId4"/>
    <p:sldId id="305" r:id="rId5"/>
    <p:sldId id="307" r:id="rId6"/>
    <p:sldId id="308" r:id="rId7"/>
    <p:sldId id="310" r:id="rId8"/>
    <p:sldId id="309" r:id="rId9"/>
    <p:sldId id="311" r:id="rId10"/>
    <p:sldId id="317" r:id="rId11"/>
    <p:sldId id="312" r:id="rId12"/>
    <p:sldId id="313" r:id="rId13"/>
    <p:sldId id="314" r:id="rId14"/>
    <p:sldId id="315" r:id="rId15"/>
    <p:sldId id="318" r:id="rId16"/>
    <p:sldId id="31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4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6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27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400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45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23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1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13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95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69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58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F9743-36D2-425F-BFE2-CD14E052E9AD}" type="datetimeFigureOut">
              <a:rPr lang="en-US" smtClean="0"/>
              <a:t>10/8/2021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7E3EC-8968-4793-A468-2F7C5545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46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37" y="1114425"/>
            <a:ext cx="10296525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30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753631" y="500907"/>
            <a:ext cx="10278989" cy="5592243"/>
            <a:chOff x="2343150" y="1381125"/>
            <a:chExt cx="7505700" cy="409575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43150" y="1381125"/>
              <a:ext cx="7505700" cy="4095750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83850" y="3041724"/>
              <a:ext cx="1964999" cy="2435151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43150" y="1381126"/>
              <a:ext cx="870069" cy="7613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0674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87" y="414337"/>
            <a:ext cx="10410825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1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533400"/>
            <a:ext cx="965835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329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361" y="201984"/>
            <a:ext cx="9096375" cy="641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978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052" y="375421"/>
            <a:ext cx="9397502" cy="602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701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228" y="512172"/>
            <a:ext cx="9041811" cy="605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419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461" y="435971"/>
            <a:ext cx="8441327" cy="557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479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961" y="422637"/>
            <a:ext cx="8382953" cy="596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783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312" y="320448"/>
            <a:ext cx="8607471" cy="613642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1257" y="320448"/>
            <a:ext cx="2037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Web Services 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351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979" y="348207"/>
            <a:ext cx="8129044" cy="615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656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888" y="589189"/>
            <a:ext cx="8317775" cy="550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659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593" y="585378"/>
            <a:ext cx="9204143" cy="548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24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113" y="603340"/>
            <a:ext cx="9022121" cy="485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403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545" y="574627"/>
            <a:ext cx="9657791" cy="560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938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801" y="354056"/>
            <a:ext cx="9251497" cy="587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600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3</Words>
  <Application>Microsoft Office PowerPoint</Application>
  <PresentationFormat>Widescreen</PresentationFormat>
  <Paragraphs>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Ewis</cp:lastModifiedBy>
  <cp:revision>29</cp:revision>
  <dcterms:created xsi:type="dcterms:W3CDTF">2021-08-18T10:05:31Z</dcterms:created>
  <dcterms:modified xsi:type="dcterms:W3CDTF">2021-10-08T11:41:35Z</dcterms:modified>
</cp:coreProperties>
</file>