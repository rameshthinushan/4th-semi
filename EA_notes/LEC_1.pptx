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2"/>
  </p:notesMasterIdLst>
  <p:sldIdLst>
    <p:sldId id="256" r:id="rId2"/>
    <p:sldId id="257" r:id="rId3"/>
    <p:sldId id="258" r:id="rId4"/>
    <p:sldId id="259" r:id="rId5"/>
    <p:sldId id="260" r:id="rId6"/>
    <p:sldId id="261" r:id="rId7"/>
    <p:sldId id="262" r:id="rId8"/>
    <p:sldId id="265" r:id="rId9"/>
    <p:sldId id="321" r:id="rId10"/>
    <p:sldId id="266" r:id="rId11"/>
    <p:sldId id="322" r:id="rId12"/>
    <p:sldId id="268" r:id="rId13"/>
    <p:sldId id="269" r:id="rId14"/>
    <p:sldId id="270" r:id="rId15"/>
    <p:sldId id="271" r:id="rId16"/>
    <p:sldId id="272" r:id="rId17"/>
    <p:sldId id="273" r:id="rId18"/>
    <p:sldId id="274" r:id="rId19"/>
    <p:sldId id="275" r:id="rId20"/>
    <p:sldId id="276" r:id="rId21"/>
    <p:sldId id="298"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296" r:id="rId40"/>
    <p:sldId id="297"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4" autoAdjust="0"/>
    <p:restoredTop sz="94660"/>
  </p:normalViewPr>
  <p:slideViewPr>
    <p:cSldViewPr>
      <p:cViewPr varScale="1">
        <p:scale>
          <a:sx n="69" d="100"/>
          <a:sy n="69" d="100"/>
        </p:scale>
        <p:origin x="138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1AF1BF-01CA-4961-8652-E6477156C05F}" type="datetimeFigureOut">
              <a:rPr lang="en-US" smtClean="0"/>
              <a:pPr/>
              <a:t>8/17/2021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1FD58E-DEE8-4398-ADC3-3A3441DE8C86}" type="slidenum">
              <a:rPr lang="en-US" smtClean="0"/>
              <a:pPr/>
              <a:t>‹#›</a:t>
            </a:fld>
            <a:endParaRPr lang="en-US"/>
          </a:p>
        </p:txBody>
      </p:sp>
    </p:spTree>
    <p:extLst>
      <p:ext uri="{BB962C8B-B14F-4D97-AF65-F5344CB8AC3E}">
        <p14:creationId xmlns:p14="http://schemas.microsoft.com/office/powerpoint/2010/main" val="2159205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p:spPr>
      </p:sp>
      <p:sp>
        <p:nvSpPr>
          <p:cNvPr id="665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65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89049F7-7639-4762-8C48-EABA0C0F8DF2}" type="slidenum">
              <a:rPr lang="en-US"/>
              <a:pPr fontAlgn="base">
                <a:spcBef>
                  <a:spcPct val="0"/>
                </a:spcBef>
                <a:spcAft>
                  <a:spcPct val="0"/>
                </a:spcAft>
              </a:pPr>
              <a:t>16</a:t>
            </a:fld>
            <a:endParaRPr lang="en-US"/>
          </a:p>
        </p:txBody>
      </p:sp>
    </p:spTree>
    <p:extLst>
      <p:ext uri="{BB962C8B-B14F-4D97-AF65-F5344CB8AC3E}">
        <p14:creationId xmlns:p14="http://schemas.microsoft.com/office/powerpoint/2010/main" val="2019283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75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EF16534-52E3-4CD3-82B4-F25BBEB7BC0F}" type="slidenum">
              <a:rPr lang="en-US"/>
              <a:pPr fontAlgn="base">
                <a:spcBef>
                  <a:spcPct val="0"/>
                </a:spcBef>
                <a:spcAft>
                  <a:spcPct val="0"/>
                </a:spcAft>
              </a:pPr>
              <a:t>17</a:t>
            </a:fld>
            <a:endParaRPr lang="en-US"/>
          </a:p>
        </p:txBody>
      </p:sp>
    </p:spTree>
    <p:extLst>
      <p:ext uri="{BB962C8B-B14F-4D97-AF65-F5344CB8AC3E}">
        <p14:creationId xmlns:p14="http://schemas.microsoft.com/office/powerpoint/2010/main" val="4129909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86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D80C54E-6499-4A7E-9554-AF8C52A58206}" type="slidenum">
              <a:rPr lang="en-US"/>
              <a:pPr fontAlgn="base">
                <a:spcBef>
                  <a:spcPct val="0"/>
                </a:spcBef>
                <a:spcAft>
                  <a:spcPct val="0"/>
                </a:spcAft>
              </a:pPr>
              <a:t>18</a:t>
            </a:fld>
            <a:endParaRPr lang="en-US"/>
          </a:p>
        </p:txBody>
      </p:sp>
    </p:spTree>
    <p:extLst>
      <p:ext uri="{BB962C8B-B14F-4D97-AF65-F5344CB8AC3E}">
        <p14:creationId xmlns:p14="http://schemas.microsoft.com/office/powerpoint/2010/main" val="493606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p:spPr>
      </p:sp>
      <p:sp>
        <p:nvSpPr>
          <p:cNvPr id="6963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96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0FC7B62-ACBC-4C83-93B1-039AF156F89E}" type="slidenum">
              <a:rPr lang="en-US"/>
              <a:pPr fontAlgn="base">
                <a:spcBef>
                  <a:spcPct val="0"/>
                </a:spcBef>
                <a:spcAft>
                  <a:spcPct val="0"/>
                </a:spcAft>
              </a:pPr>
              <a:t>19</a:t>
            </a:fld>
            <a:endParaRPr lang="en-US"/>
          </a:p>
        </p:txBody>
      </p:sp>
    </p:spTree>
    <p:extLst>
      <p:ext uri="{BB962C8B-B14F-4D97-AF65-F5344CB8AC3E}">
        <p14:creationId xmlns:p14="http://schemas.microsoft.com/office/powerpoint/2010/main" val="4251800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p:spPr>
      </p:sp>
      <p:sp>
        <p:nvSpPr>
          <p:cNvPr id="7065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706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45EE929-A778-4340-B2F2-B893C4BDAD72}" type="slidenum">
              <a:rPr lang="en-US"/>
              <a:pPr fontAlgn="base">
                <a:spcBef>
                  <a:spcPct val="0"/>
                </a:spcBef>
                <a:spcAft>
                  <a:spcPct val="0"/>
                </a:spcAft>
              </a:pPr>
              <a:t>20</a:t>
            </a:fld>
            <a:endParaRPr lang="en-US"/>
          </a:p>
        </p:txBody>
      </p:sp>
    </p:spTree>
    <p:extLst>
      <p:ext uri="{BB962C8B-B14F-4D97-AF65-F5344CB8AC3E}">
        <p14:creationId xmlns:p14="http://schemas.microsoft.com/office/powerpoint/2010/main" val="23822079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24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1342875-15D6-4996-9A53-D3CE7E0E1656}" type="slidenum">
              <a:rPr lang="en-US"/>
              <a:pPr fontAlgn="base">
                <a:spcBef>
                  <a:spcPct val="0"/>
                </a:spcBef>
                <a:spcAft>
                  <a:spcPct val="0"/>
                </a:spcAft>
              </a:pPr>
              <a:t>21</a:t>
            </a:fld>
            <a:endParaRPr lang="en-US"/>
          </a:p>
        </p:txBody>
      </p:sp>
    </p:spTree>
    <p:extLst>
      <p:ext uri="{BB962C8B-B14F-4D97-AF65-F5344CB8AC3E}">
        <p14:creationId xmlns:p14="http://schemas.microsoft.com/office/powerpoint/2010/main" val="1110663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p:spPr>
      </p:sp>
      <p:sp>
        <p:nvSpPr>
          <p:cNvPr id="9113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11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33001FF-9391-4A54-9CD4-28479AC66628}" type="slidenum">
              <a:rPr lang="en-US"/>
              <a:pPr fontAlgn="base">
                <a:spcBef>
                  <a:spcPct val="0"/>
                </a:spcBef>
                <a:spcAft>
                  <a:spcPct val="0"/>
                </a:spcAft>
              </a:pPr>
              <a:t>39</a:t>
            </a:fld>
            <a:endParaRPr lang="en-US"/>
          </a:p>
        </p:txBody>
      </p:sp>
    </p:spTree>
    <p:extLst>
      <p:ext uri="{BB962C8B-B14F-4D97-AF65-F5344CB8AC3E}">
        <p14:creationId xmlns:p14="http://schemas.microsoft.com/office/powerpoint/2010/main" val="395611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p:spPr>
      </p:sp>
      <p:sp>
        <p:nvSpPr>
          <p:cNvPr id="9216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21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0AD8B82-BA90-4D37-9CEE-7D5AE470854B}" type="slidenum">
              <a:rPr lang="en-US"/>
              <a:pPr fontAlgn="base">
                <a:spcBef>
                  <a:spcPct val="0"/>
                </a:spcBef>
                <a:spcAft>
                  <a:spcPct val="0"/>
                </a:spcAft>
              </a:pPr>
              <a:t>40</a:t>
            </a:fld>
            <a:endParaRPr lang="en-US"/>
          </a:p>
        </p:txBody>
      </p:sp>
    </p:spTree>
    <p:extLst>
      <p:ext uri="{BB962C8B-B14F-4D97-AF65-F5344CB8AC3E}">
        <p14:creationId xmlns:p14="http://schemas.microsoft.com/office/powerpoint/2010/main" val="21879677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BFC9A3-AF3C-4CC1-8FAA-58AD05255FE4}" type="datetimeFigureOut">
              <a:rPr lang="en-US" smtClean="0"/>
              <a:pPr/>
              <a:t>8/17/2021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8/17/2021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BFC9A3-AF3C-4CC1-8FAA-58AD05255FE4}" type="datetimeFigureOut">
              <a:rPr lang="en-US" smtClean="0"/>
              <a:pPr/>
              <a:t>8/17/2021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BFC9A3-AF3C-4CC1-8FAA-58AD05255FE4}" type="datetimeFigureOut">
              <a:rPr lang="en-US" smtClean="0"/>
              <a:pPr/>
              <a:t>8/17/2021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BFC9A3-AF3C-4CC1-8FAA-58AD05255FE4}" type="datetimeFigureOut">
              <a:rPr lang="en-US" smtClean="0"/>
              <a:pPr/>
              <a:t>8/17/2021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BFC9A3-AF3C-4CC1-8FAA-58AD05255FE4}" type="datetimeFigureOut">
              <a:rPr lang="en-US" smtClean="0"/>
              <a:pPr/>
              <a:t>8/17/2021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FC9A3-AF3C-4CC1-8FAA-58AD05255FE4}" type="datetimeFigureOut">
              <a:rPr lang="en-US" smtClean="0"/>
              <a:pPr/>
              <a:t>8/17/2021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C9A3-AF3C-4CC1-8FAA-58AD05255FE4}" type="datetimeFigureOut">
              <a:rPr lang="en-US" smtClean="0"/>
              <a:pPr/>
              <a:t>8/17/2021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C9A3-AF3C-4CC1-8FAA-58AD05255FE4}" type="datetimeFigureOut">
              <a:rPr lang="en-US" smtClean="0"/>
              <a:pPr/>
              <a:t>8/17/2021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8/17/2021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FC9A3-AF3C-4CC1-8FAA-58AD05255FE4}" type="datetimeFigureOut">
              <a:rPr lang="en-US" smtClean="0"/>
              <a:pPr/>
              <a:t>8/17/2021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87FE11-6A5F-4A23-80E7-CB018A330197}" type="slidenum">
              <a:rPr lang="en-US" smtClean="0"/>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FC9A3-AF3C-4CC1-8FAA-58AD05255FE4}" type="datetimeFigureOut">
              <a:rPr lang="en-US" smtClean="0"/>
              <a:pPr/>
              <a:t>8/17/2021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87FE11-6A5F-4A23-80E7-CB018A330197}" type="slidenum">
              <a:rPr lang="en-US" smtClean="0"/>
              <a:pPr/>
              <a:t>‹#›</a:t>
            </a:fld>
            <a:endParaRPr lang="en-US"/>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wmf"/><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wmf"/><Relationship Id="rId4" Type="http://schemas.openxmlformats.org/officeDocument/2006/relationships/image" Target="../media/image5.wmf"/></Relationships>
</file>

<file path=ppt/slides/_rels/slide23.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96240" y="813816"/>
            <a:ext cx="8153400" cy="1472184"/>
          </a:xfrm>
        </p:spPr>
        <p:txBody>
          <a:bodyPr>
            <a:noAutofit/>
          </a:bodyPr>
          <a:lstStyle/>
          <a:p>
            <a:r>
              <a:rPr lang="en-US" sz="4800" b="1" dirty="0" smtClean="0">
                <a:effectLst>
                  <a:outerShdw blurRad="38100" dist="38100" dir="2700000" algn="tl">
                    <a:srgbClr val="000000">
                      <a:alpha val="43137"/>
                    </a:srgbClr>
                  </a:outerShdw>
                </a:effectLst>
              </a:rPr>
              <a:t>IT4101</a:t>
            </a:r>
            <a:br>
              <a:rPr lang="en-US" sz="4800" b="1" dirty="0" smtClean="0">
                <a:effectLst>
                  <a:outerShdw blurRad="38100" dist="38100" dir="2700000" algn="tl">
                    <a:srgbClr val="000000">
                      <a:alpha val="43137"/>
                    </a:srgbClr>
                  </a:outerShdw>
                </a:effectLst>
              </a:rPr>
            </a:br>
            <a:r>
              <a:rPr lang="en-US" sz="4800" b="1" dirty="0">
                <a:effectLst>
                  <a:outerShdw blurRad="38100" dist="38100" dir="2700000" algn="tl">
                    <a:srgbClr val="000000">
                      <a:alpha val="43137"/>
                    </a:srgbClr>
                  </a:outerShdw>
                </a:effectLst>
              </a:rPr>
              <a:t>Enterprise Architecture</a:t>
            </a:r>
            <a:r>
              <a:rPr lang="en-US" b="1" dirty="0">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Iskoola Pota" panose="020B0502040204020203" pitchFamily="34" charset="0"/>
              </a:rPr>
              <a:t/>
            </a:r>
            <a:br>
              <a:rPr lang="en-US" b="1" dirty="0">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Iskoola Pota" panose="020B0502040204020203" pitchFamily="34" charset="0"/>
              </a:rPr>
            </a:br>
            <a:endParaRPr lang="en-US" sz="4800"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b="1" dirty="0" smtClean="0">
                <a:effectLst>
                  <a:outerShdw blurRad="38100" dist="38100" dir="2700000" algn="tl">
                    <a:srgbClr val="000000">
                      <a:alpha val="43137"/>
                    </a:srgbClr>
                  </a:outerShdw>
                </a:effectLst>
              </a:rPr>
              <a:t>Module Data</a:t>
            </a:r>
            <a:endParaRPr lang="en-US" b="1" dirty="0">
              <a:effectLst>
                <a:outerShdw blurRad="38100" dist="38100" dir="2700000" algn="tl">
                  <a:srgbClr val="000000">
                    <a:alpha val="43137"/>
                  </a:srgbClr>
                </a:outerShdw>
              </a:effectLst>
            </a:endParaRPr>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Module Data</a:t>
            </a:r>
            <a:endParaRPr lang="en-US" sz="2800" b="1" i="1" dirty="0">
              <a:solidFill>
                <a:srgbClr val="EAEAEA"/>
              </a:solidFill>
              <a:effectLst>
                <a:outerShdw blurRad="38100" dist="38100" dir="2700000" algn="tl">
                  <a:srgbClr val="C0C0C0"/>
                </a:outerShdw>
              </a:effectLst>
              <a:latin typeface="+mn-lt"/>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930825436"/>
              </p:ext>
            </p:extLst>
          </p:nvPr>
        </p:nvGraphicFramePr>
        <p:xfrm>
          <a:off x="533400" y="1531730"/>
          <a:ext cx="8381999" cy="4429102"/>
        </p:xfrm>
        <a:graphic>
          <a:graphicData uri="http://schemas.openxmlformats.org/drawingml/2006/table">
            <a:tbl>
              <a:tblPr firstRow="1" firstCol="1" bandRow="1">
                <a:tableStyleId>{22838BEF-8BB2-4498-84A7-C5851F593DF1}</a:tableStyleId>
              </a:tblPr>
              <a:tblGrid>
                <a:gridCol w="1600200">
                  <a:extLst>
                    <a:ext uri="{9D8B030D-6E8A-4147-A177-3AD203B41FA5}">
                      <a16:colId xmlns:a16="http://schemas.microsoft.com/office/drawing/2014/main" val="20000"/>
                    </a:ext>
                  </a:extLst>
                </a:gridCol>
                <a:gridCol w="1618683">
                  <a:extLst>
                    <a:ext uri="{9D8B030D-6E8A-4147-A177-3AD203B41FA5}">
                      <a16:colId xmlns:a16="http://schemas.microsoft.com/office/drawing/2014/main" val="20001"/>
                    </a:ext>
                  </a:extLst>
                </a:gridCol>
                <a:gridCol w="1616416">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260700">
                  <a:extLst>
                    <a:ext uri="{9D8B030D-6E8A-4147-A177-3AD203B41FA5}">
                      <a16:colId xmlns:a16="http://schemas.microsoft.com/office/drawing/2014/main" val="20004"/>
                    </a:ext>
                  </a:extLst>
                </a:gridCol>
              </a:tblGrid>
              <a:tr h="1003848">
                <a:tc>
                  <a:txBody>
                    <a:bodyPr/>
                    <a:lstStyle/>
                    <a:p>
                      <a:pPr marL="0" marR="0" algn="l">
                        <a:lnSpc>
                          <a:spcPct val="150000"/>
                        </a:lnSpc>
                        <a:spcBef>
                          <a:spcPts val="0"/>
                        </a:spcBef>
                        <a:spcAft>
                          <a:spcPts val="1000"/>
                        </a:spcAft>
                      </a:pPr>
                      <a:r>
                        <a:rPr lang="en-US" sz="2400" dirty="0">
                          <a:effectLst/>
                        </a:rPr>
                        <a:t>Module Code</a:t>
                      </a:r>
                      <a:endParaRPr lang="en-US" sz="2000" dirty="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a:effectLst/>
                        </a:rPr>
                        <a:t>HNDIT2411</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a:effectLst/>
                        </a:rPr>
                        <a:t>Module Title</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gridSpan="2">
                  <a:txBody>
                    <a:bodyPr/>
                    <a:lstStyle/>
                    <a:p>
                      <a:pPr marL="0" marR="0" algn="l">
                        <a:lnSpc>
                          <a:spcPct val="150000"/>
                        </a:lnSpc>
                        <a:spcBef>
                          <a:spcPts val="0"/>
                        </a:spcBef>
                        <a:spcAft>
                          <a:spcPts val="1000"/>
                        </a:spcAft>
                      </a:pPr>
                      <a:r>
                        <a:rPr lang="en-US" sz="2400" dirty="0">
                          <a:effectLst/>
                        </a:rPr>
                        <a:t>Enterprise Architecture</a:t>
                      </a:r>
                      <a:endParaRPr lang="en-US" sz="2000" dirty="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hMerge="1">
                  <a:txBody>
                    <a:bodyPr/>
                    <a:lstStyle/>
                    <a:p>
                      <a:endParaRPr lang="en-US"/>
                    </a:p>
                  </a:txBody>
                  <a:tcPr/>
                </a:tc>
                <a:extLst>
                  <a:ext uri="{0D108BD9-81ED-4DB2-BD59-A6C34878D82A}">
                    <a16:rowId xmlns:a16="http://schemas.microsoft.com/office/drawing/2014/main" val="10000"/>
                  </a:ext>
                </a:extLst>
              </a:tr>
              <a:tr h="1003848">
                <a:tc>
                  <a:txBody>
                    <a:bodyPr/>
                    <a:lstStyle/>
                    <a:p>
                      <a:pPr marL="0" marR="0" algn="l">
                        <a:lnSpc>
                          <a:spcPct val="150000"/>
                        </a:lnSpc>
                        <a:spcBef>
                          <a:spcPts val="0"/>
                        </a:spcBef>
                        <a:spcAft>
                          <a:spcPts val="1000"/>
                        </a:spcAft>
                      </a:pPr>
                      <a:r>
                        <a:rPr lang="en-US" sz="2400" dirty="0">
                          <a:effectLst/>
                        </a:rPr>
                        <a:t>Credits</a:t>
                      </a:r>
                      <a:endParaRPr lang="en-US" sz="2000" dirty="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dirty="0">
                          <a:effectLst/>
                        </a:rPr>
                        <a:t>3</a:t>
                      </a:r>
                      <a:endParaRPr lang="en-US" sz="2000" dirty="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rowSpan="2">
                  <a:txBody>
                    <a:bodyPr/>
                    <a:lstStyle/>
                    <a:p>
                      <a:pPr marL="0" marR="0" algn="l">
                        <a:lnSpc>
                          <a:spcPct val="150000"/>
                        </a:lnSpc>
                        <a:spcBef>
                          <a:spcPts val="0"/>
                        </a:spcBef>
                        <a:spcAft>
                          <a:spcPts val="1000"/>
                        </a:spcAft>
                      </a:pPr>
                      <a:r>
                        <a:rPr lang="en-US" sz="2400">
                          <a:effectLst/>
                        </a:rPr>
                        <a:t>Hours /Week</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a:effectLst/>
                        </a:rPr>
                        <a:t>Lectures</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dirty="0">
                          <a:effectLst/>
                        </a:rPr>
                        <a:t>15</a:t>
                      </a:r>
                      <a:endParaRPr lang="en-US" sz="2000" dirty="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extLst>
                  <a:ext uri="{0D108BD9-81ED-4DB2-BD59-A6C34878D82A}">
                    <a16:rowId xmlns:a16="http://schemas.microsoft.com/office/drawing/2014/main" val="10001"/>
                  </a:ext>
                </a:extLst>
              </a:tr>
              <a:tr h="1003848">
                <a:tc>
                  <a:txBody>
                    <a:bodyPr/>
                    <a:lstStyle/>
                    <a:p>
                      <a:pPr marL="0" marR="0" algn="l">
                        <a:lnSpc>
                          <a:spcPct val="150000"/>
                        </a:lnSpc>
                        <a:spcBef>
                          <a:spcPts val="0"/>
                        </a:spcBef>
                        <a:spcAft>
                          <a:spcPts val="1000"/>
                        </a:spcAft>
                      </a:pPr>
                      <a:r>
                        <a:rPr lang="en-US" sz="2400">
                          <a:effectLst/>
                        </a:rPr>
                        <a:t>GPA/NGPA</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a:effectLst/>
                        </a:rPr>
                        <a:t>GPA</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vMerge="1">
                  <a:txBody>
                    <a:bodyPr/>
                    <a:lstStyle/>
                    <a:p>
                      <a:endParaRPr lang="en-US"/>
                    </a:p>
                  </a:txBody>
                  <a:tcPr/>
                </a:tc>
                <a:tc>
                  <a:txBody>
                    <a:bodyPr/>
                    <a:lstStyle/>
                    <a:p>
                      <a:pPr marL="0" marR="0" algn="l">
                        <a:lnSpc>
                          <a:spcPct val="150000"/>
                        </a:lnSpc>
                        <a:spcBef>
                          <a:spcPts val="0"/>
                        </a:spcBef>
                        <a:spcAft>
                          <a:spcPts val="1000"/>
                        </a:spcAft>
                      </a:pPr>
                      <a:r>
                        <a:rPr lang="en-US" sz="2400">
                          <a:effectLst/>
                        </a:rPr>
                        <a:t>Lab/Tutorial</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a:effectLst/>
                        </a:rPr>
                        <a:t>60</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extLst>
                  <a:ext uri="{0D108BD9-81ED-4DB2-BD59-A6C34878D82A}">
                    <a16:rowId xmlns:a16="http://schemas.microsoft.com/office/drawing/2014/main" val="10002"/>
                  </a:ext>
                </a:extLst>
              </a:tr>
              <a:tr h="1324126">
                <a:tc>
                  <a:txBody>
                    <a:bodyPr/>
                    <a:lstStyle/>
                    <a:p>
                      <a:pPr marL="0" marR="0" algn="l">
                        <a:lnSpc>
                          <a:spcPct val="150000"/>
                        </a:lnSpc>
                        <a:spcBef>
                          <a:spcPts val="0"/>
                        </a:spcBef>
                        <a:spcAft>
                          <a:spcPts val="1000"/>
                        </a:spcAft>
                      </a:pPr>
                      <a:r>
                        <a:rPr lang="en-US" sz="2400">
                          <a:effectLst/>
                        </a:rPr>
                        <a:t>Semester</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a:effectLst/>
                        </a:rPr>
                        <a:t>S4</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400">
                          <a:effectLst/>
                        </a:rPr>
                        <a:t>Module Type</a:t>
                      </a:r>
                      <a:endParaRPr lang="en-US" sz="20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gridSpan="2">
                  <a:txBody>
                    <a:bodyPr/>
                    <a:lstStyle/>
                    <a:p>
                      <a:pPr marL="0" marR="0" algn="l">
                        <a:lnSpc>
                          <a:spcPct val="115000"/>
                        </a:lnSpc>
                        <a:spcBef>
                          <a:spcPts val="0"/>
                        </a:spcBef>
                        <a:spcAft>
                          <a:spcPts val="1000"/>
                        </a:spcAft>
                      </a:pPr>
                      <a:r>
                        <a:rPr lang="en-US" sz="2400" dirty="0">
                          <a:effectLst/>
                        </a:rPr>
                        <a:t>Compulsory for Developer  track</a:t>
                      </a:r>
                      <a:endParaRPr lang="en-US" sz="2000" dirty="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Module Aims &amp; objectives</a:t>
            </a:r>
            <a:r>
              <a:rPr lang="en-US" dirty="0" smtClean="0"/>
              <a:t/>
            </a:r>
            <a:br>
              <a:rPr lang="en-US" dirty="0" smtClean="0"/>
            </a:br>
            <a:endParaRPr lang="en-US" dirty="0"/>
          </a:p>
        </p:txBody>
      </p:sp>
      <p:sp>
        <p:nvSpPr>
          <p:cNvPr id="3" name="Content Placeholder 2"/>
          <p:cNvSpPr>
            <a:spLocks noGrp="1"/>
          </p:cNvSpPr>
          <p:nvPr>
            <p:ph idx="1"/>
          </p:nvPr>
        </p:nvSpPr>
        <p:spPr>
          <a:xfrm>
            <a:off x="990600" y="1447800"/>
            <a:ext cx="7943088" cy="4800600"/>
          </a:xfrm>
        </p:spPr>
        <p:txBody>
          <a:bodyPr/>
          <a:lstStyle/>
          <a:p>
            <a:pPr algn="just">
              <a:lnSpc>
                <a:spcPct val="150000"/>
              </a:lnSpc>
            </a:pPr>
            <a:r>
              <a:rPr lang="en-GB" dirty="0"/>
              <a:t>Develop skills and exposure required to comprehend the architecture of a multi-layered enterprise application and the disadvantages associated with traditional approaches to accessing infrastructure services</a:t>
            </a: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Module Aims &amp; Objectives</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lstStyle/>
          <a:p>
            <a:r>
              <a:rPr lang="en-US" b="1" dirty="0" smtClean="0"/>
              <a:t>Learning Outcomes</a:t>
            </a:r>
            <a:endParaRPr lang="en-US" dirty="0"/>
          </a:p>
        </p:txBody>
      </p:sp>
      <p:sp>
        <p:nvSpPr>
          <p:cNvPr id="3" name="Content Placeholder 2"/>
          <p:cNvSpPr>
            <a:spLocks noGrp="1"/>
          </p:cNvSpPr>
          <p:nvPr>
            <p:ph idx="1"/>
          </p:nvPr>
        </p:nvSpPr>
        <p:spPr>
          <a:xfrm>
            <a:off x="990600" y="914400"/>
            <a:ext cx="8153400" cy="5943600"/>
          </a:xfrm>
        </p:spPr>
        <p:txBody>
          <a:bodyPr>
            <a:normAutofit fontScale="92500" lnSpcReduction="20000"/>
          </a:bodyPr>
          <a:lstStyle/>
          <a:p>
            <a:pPr algn="just">
              <a:lnSpc>
                <a:spcPct val="150000"/>
              </a:lnSpc>
            </a:pPr>
            <a:r>
              <a:rPr lang="en-US" b="1" i="1" dirty="0" smtClean="0"/>
              <a:t>At the end of the module the student will be able to</a:t>
            </a:r>
            <a:r>
              <a:rPr lang="en-US" dirty="0" smtClean="0"/>
              <a:t>:</a:t>
            </a:r>
          </a:p>
          <a:p>
            <a:pPr algn="just">
              <a:lnSpc>
                <a:spcPct val="150000"/>
              </a:lnSpc>
            </a:pPr>
            <a:r>
              <a:rPr lang="en-US" dirty="0" smtClean="0"/>
              <a:t>Describe the software engineering of programs using concurrency and synchronization and the development of distributed software</a:t>
            </a:r>
          </a:p>
          <a:p>
            <a:pPr algn="just">
              <a:lnSpc>
                <a:spcPct val="150000"/>
              </a:lnSpc>
            </a:pPr>
            <a:r>
              <a:rPr lang="en-US" dirty="0" smtClean="0"/>
              <a:t>Design and publish services as building blocks of service-oriented applications</a:t>
            </a:r>
          </a:p>
          <a:p>
            <a:pPr algn="just">
              <a:lnSpc>
                <a:spcPct val="150000"/>
              </a:lnSpc>
            </a:pPr>
            <a:r>
              <a:rPr lang="en-US" dirty="0" smtClean="0"/>
              <a:t>Use current technology for developing distributed systems and applications</a:t>
            </a:r>
          </a:p>
          <a:p>
            <a:pPr algn="just">
              <a:lnSpc>
                <a:spcPct val="150000"/>
              </a:lnSpc>
            </a:pP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Learning Outcomes</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498080" cy="1143000"/>
          </a:xfrm>
        </p:spPr>
        <p:txBody>
          <a:bodyPr/>
          <a:lstStyle/>
          <a:p>
            <a:r>
              <a:rPr lang="en-US" b="1" dirty="0" smtClean="0"/>
              <a:t>Outline Syllabus </a:t>
            </a:r>
            <a:endParaRPr lang="en-US" dirty="0"/>
          </a:p>
        </p:txBody>
      </p:sp>
      <p:sp>
        <p:nvSpPr>
          <p:cNvPr id="3" name="Content Placeholder 2"/>
          <p:cNvSpPr>
            <a:spLocks noGrp="1"/>
          </p:cNvSpPr>
          <p:nvPr>
            <p:ph idx="1"/>
          </p:nvPr>
        </p:nvSpPr>
        <p:spPr>
          <a:xfrm>
            <a:off x="762000" y="990600"/>
            <a:ext cx="8382000" cy="5715000"/>
          </a:xfrm>
        </p:spPr>
        <p:txBody>
          <a:bodyPr>
            <a:noAutofit/>
          </a:bodyPr>
          <a:lstStyle/>
          <a:p>
            <a:pPr algn="just">
              <a:lnSpc>
                <a:spcPct val="170000"/>
              </a:lnSpc>
            </a:pPr>
            <a:r>
              <a:rPr lang="en-US" sz="2400" dirty="0">
                <a:ea typeface="Times New Roman" panose="02020603050405020304" pitchFamily="18" charset="0"/>
              </a:rPr>
              <a:t>Introduction to distributed computing paradigm and service-oriented computing </a:t>
            </a:r>
            <a:r>
              <a:rPr lang="en-US" sz="2400" dirty="0" smtClean="0">
                <a:ea typeface="Times New Roman" panose="02020603050405020304" pitchFamily="18" charset="0"/>
              </a:rPr>
              <a:t>paradigm.</a:t>
            </a:r>
          </a:p>
          <a:p>
            <a:pPr algn="just">
              <a:lnSpc>
                <a:spcPct val="170000"/>
              </a:lnSpc>
            </a:pPr>
            <a:r>
              <a:rPr lang="en-US" sz="2400" dirty="0"/>
              <a:t>Principles of distributed software </a:t>
            </a:r>
            <a:r>
              <a:rPr lang="en-US" sz="2400" dirty="0" smtClean="0"/>
              <a:t>development</a:t>
            </a:r>
          </a:p>
          <a:p>
            <a:pPr algn="just">
              <a:lnSpc>
                <a:spcPct val="170000"/>
              </a:lnSpc>
            </a:pPr>
            <a:r>
              <a:rPr lang="en-US" sz="2400" dirty="0"/>
              <a:t>Programming with concurrency and </a:t>
            </a:r>
            <a:r>
              <a:rPr lang="en-US" sz="2400" dirty="0" smtClean="0"/>
              <a:t>multithreading</a:t>
            </a:r>
          </a:p>
          <a:p>
            <a:pPr algn="just">
              <a:lnSpc>
                <a:spcPct val="170000"/>
              </a:lnSpc>
            </a:pPr>
            <a:r>
              <a:rPr lang="en-US" sz="2400" dirty="0"/>
              <a:t>Working with databases (in Java</a:t>
            </a:r>
            <a:r>
              <a:rPr lang="en-US" sz="2400" dirty="0" smtClean="0"/>
              <a:t>)</a:t>
            </a:r>
          </a:p>
          <a:p>
            <a:pPr algn="just">
              <a:lnSpc>
                <a:spcPct val="170000"/>
              </a:lnSpc>
            </a:pPr>
            <a:r>
              <a:rPr lang="en-US" sz="2400" dirty="0"/>
              <a:t>Web-based application development and state </a:t>
            </a:r>
            <a:r>
              <a:rPr lang="en-US" sz="2400" dirty="0" smtClean="0"/>
              <a:t>management.</a:t>
            </a:r>
          </a:p>
          <a:p>
            <a:pPr algn="just">
              <a:lnSpc>
                <a:spcPct val="170000"/>
              </a:lnSpc>
            </a:pPr>
            <a:r>
              <a:rPr lang="en-US" sz="2400" dirty="0"/>
              <a:t>XML data representation and </a:t>
            </a:r>
            <a:r>
              <a:rPr lang="en-US" sz="2400" dirty="0" smtClean="0"/>
              <a:t>processing</a:t>
            </a:r>
          </a:p>
          <a:p>
            <a:pPr algn="just">
              <a:lnSpc>
                <a:spcPct val="170000"/>
              </a:lnSpc>
            </a:pPr>
            <a:r>
              <a:rPr lang="en-US" sz="2400" dirty="0"/>
              <a:t>Introduction to frameworks</a:t>
            </a:r>
            <a:endParaRPr lang="en-US" sz="2400" dirty="0" smtClean="0"/>
          </a:p>
          <a:p>
            <a:pPr algn="just">
              <a:lnSpc>
                <a:spcPct val="170000"/>
              </a:lnSpc>
            </a:pPr>
            <a:endParaRPr lang="en-US" sz="2400" dirty="0"/>
          </a:p>
          <a:p>
            <a:pPr algn="just">
              <a:lnSpc>
                <a:spcPct val="170000"/>
              </a:lnSpc>
            </a:pPr>
            <a:endParaRPr lang="en-US" sz="2400"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Outline Syllabus</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1143000"/>
          </a:xfrm>
        </p:spPr>
        <p:txBody>
          <a:bodyPr/>
          <a:lstStyle/>
          <a:p>
            <a:r>
              <a:rPr lang="en-US" b="1" dirty="0" smtClean="0"/>
              <a:t>Assessment and Weighting</a:t>
            </a: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Assessment and Weighting</a:t>
            </a:r>
            <a:endParaRPr lang="en-US" sz="2800" b="1" i="1" dirty="0">
              <a:solidFill>
                <a:srgbClr val="EAEAEA"/>
              </a:solidFill>
              <a:effectLst>
                <a:outerShdw blurRad="38100" dist="38100" dir="2700000" algn="tl">
                  <a:srgbClr val="C0C0C0"/>
                </a:outerShdw>
              </a:effectLst>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2354171019"/>
              </p:ext>
            </p:extLst>
          </p:nvPr>
        </p:nvGraphicFramePr>
        <p:xfrm>
          <a:off x="566381" y="1447800"/>
          <a:ext cx="8577619" cy="4371988"/>
        </p:xfrm>
        <a:graphic>
          <a:graphicData uri="http://schemas.openxmlformats.org/drawingml/2006/table">
            <a:tbl>
              <a:tblPr firstRow="1" firstCol="1" bandRow="1">
                <a:tableStyleId>{22838BEF-8BB2-4498-84A7-C5851F593DF1}</a:tableStyleId>
              </a:tblPr>
              <a:tblGrid>
                <a:gridCol w="2885378">
                  <a:extLst>
                    <a:ext uri="{9D8B030D-6E8A-4147-A177-3AD203B41FA5}">
                      <a16:colId xmlns:a16="http://schemas.microsoft.com/office/drawing/2014/main" val="20000"/>
                    </a:ext>
                  </a:extLst>
                </a:gridCol>
                <a:gridCol w="3602707">
                  <a:extLst>
                    <a:ext uri="{9D8B030D-6E8A-4147-A177-3AD203B41FA5}">
                      <a16:colId xmlns:a16="http://schemas.microsoft.com/office/drawing/2014/main" val="20001"/>
                    </a:ext>
                  </a:extLst>
                </a:gridCol>
                <a:gridCol w="2089534">
                  <a:extLst>
                    <a:ext uri="{9D8B030D-6E8A-4147-A177-3AD203B41FA5}">
                      <a16:colId xmlns:a16="http://schemas.microsoft.com/office/drawing/2014/main" val="20002"/>
                    </a:ext>
                  </a:extLst>
                </a:gridCol>
              </a:tblGrid>
              <a:tr h="936892">
                <a:tc>
                  <a:txBody>
                    <a:bodyPr/>
                    <a:lstStyle/>
                    <a:p>
                      <a:pPr marL="0" marR="0" algn="l">
                        <a:lnSpc>
                          <a:spcPct val="115000"/>
                        </a:lnSpc>
                        <a:spcBef>
                          <a:spcPts val="0"/>
                        </a:spcBef>
                        <a:spcAft>
                          <a:spcPts val="1000"/>
                        </a:spcAft>
                      </a:pPr>
                      <a:r>
                        <a:rPr lang="en-US" sz="2800">
                          <a:effectLst/>
                        </a:rPr>
                        <a:t>Type                                    </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15000"/>
                        </a:lnSpc>
                        <a:spcBef>
                          <a:spcPts val="0"/>
                        </a:spcBef>
                        <a:spcAft>
                          <a:spcPts val="1000"/>
                        </a:spcAft>
                      </a:pPr>
                      <a:r>
                        <a:rPr lang="en-US" sz="2800">
                          <a:effectLst/>
                        </a:rPr>
                        <a:t>Activity                                                                   </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15000"/>
                        </a:lnSpc>
                        <a:spcBef>
                          <a:spcPts val="0"/>
                        </a:spcBef>
                        <a:spcAft>
                          <a:spcPts val="1000"/>
                        </a:spcAft>
                      </a:pPr>
                      <a:r>
                        <a:rPr lang="en-US" sz="2800">
                          <a:effectLst/>
                        </a:rPr>
                        <a:t>Weighting</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extLst>
                  <a:ext uri="{0D108BD9-81ED-4DB2-BD59-A6C34878D82A}">
                    <a16:rowId xmlns:a16="http://schemas.microsoft.com/office/drawing/2014/main" val="10000"/>
                  </a:ext>
                </a:extLst>
              </a:tr>
              <a:tr h="1304125">
                <a:tc>
                  <a:txBody>
                    <a:bodyPr/>
                    <a:lstStyle/>
                    <a:p>
                      <a:pPr marL="0" marR="0" algn="l">
                        <a:lnSpc>
                          <a:spcPct val="115000"/>
                        </a:lnSpc>
                        <a:spcBef>
                          <a:spcPts val="0"/>
                        </a:spcBef>
                        <a:spcAft>
                          <a:spcPts val="1000"/>
                        </a:spcAft>
                      </a:pPr>
                      <a:r>
                        <a:rPr lang="en-US" sz="2800">
                          <a:effectLst/>
                        </a:rPr>
                        <a:t>Continuous Assessment </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15000"/>
                        </a:lnSpc>
                        <a:spcBef>
                          <a:spcPts val="0"/>
                        </a:spcBef>
                        <a:spcAft>
                          <a:spcPts val="1000"/>
                        </a:spcAft>
                      </a:pPr>
                      <a:r>
                        <a:rPr lang="en-US" sz="2800">
                          <a:effectLst/>
                        </a:rPr>
                        <a:t>In class participation, discussions and group work</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15000"/>
                        </a:lnSpc>
                        <a:spcBef>
                          <a:spcPts val="0"/>
                        </a:spcBef>
                        <a:spcAft>
                          <a:spcPts val="1000"/>
                        </a:spcAft>
                      </a:pPr>
                      <a:r>
                        <a:rPr lang="en-US" sz="2800">
                          <a:effectLst/>
                        </a:rPr>
                        <a:t>25%</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extLst>
                  <a:ext uri="{0D108BD9-81ED-4DB2-BD59-A6C34878D82A}">
                    <a16:rowId xmlns:a16="http://schemas.microsoft.com/office/drawing/2014/main" val="10001"/>
                  </a:ext>
                </a:extLst>
              </a:tr>
              <a:tr h="936892">
                <a:tc>
                  <a:txBody>
                    <a:bodyPr/>
                    <a:lstStyle/>
                    <a:p>
                      <a:pPr marL="0" marR="0" algn="l">
                        <a:lnSpc>
                          <a:spcPct val="115000"/>
                        </a:lnSpc>
                        <a:spcBef>
                          <a:spcPts val="0"/>
                        </a:spcBef>
                        <a:spcAft>
                          <a:spcPts val="1000"/>
                        </a:spcAft>
                      </a:pPr>
                      <a:r>
                        <a:rPr lang="en-US" sz="2800">
                          <a:effectLst/>
                        </a:rPr>
                        <a:t> </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15000"/>
                        </a:lnSpc>
                        <a:spcBef>
                          <a:spcPts val="0"/>
                        </a:spcBef>
                        <a:spcAft>
                          <a:spcPts val="1000"/>
                        </a:spcAft>
                      </a:pPr>
                      <a:r>
                        <a:rPr lang="en-US" sz="2800">
                          <a:effectLst/>
                        </a:rPr>
                        <a:t>Tutorials and assignments</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15000"/>
                        </a:lnSpc>
                        <a:spcBef>
                          <a:spcPts val="0"/>
                        </a:spcBef>
                        <a:spcAft>
                          <a:spcPts val="1000"/>
                        </a:spcAft>
                      </a:pPr>
                      <a:r>
                        <a:rPr lang="en-US" sz="2800">
                          <a:effectLst/>
                        </a:rPr>
                        <a:t>25%</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extLst>
                  <a:ext uri="{0D108BD9-81ED-4DB2-BD59-A6C34878D82A}">
                    <a16:rowId xmlns:a16="http://schemas.microsoft.com/office/drawing/2014/main" val="10002"/>
                  </a:ext>
                </a:extLst>
              </a:tr>
              <a:tr h="936892">
                <a:tc>
                  <a:txBody>
                    <a:bodyPr/>
                    <a:lstStyle/>
                    <a:p>
                      <a:pPr marL="0" marR="0" algn="l">
                        <a:lnSpc>
                          <a:spcPct val="115000"/>
                        </a:lnSpc>
                        <a:spcBef>
                          <a:spcPts val="0"/>
                        </a:spcBef>
                        <a:spcAft>
                          <a:spcPts val="1000"/>
                        </a:spcAft>
                      </a:pPr>
                      <a:r>
                        <a:rPr lang="en-US" sz="2800">
                          <a:effectLst/>
                        </a:rPr>
                        <a:t>End of semester examination </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15000"/>
                        </a:lnSpc>
                        <a:spcBef>
                          <a:spcPts val="0"/>
                        </a:spcBef>
                        <a:spcAft>
                          <a:spcPts val="1000"/>
                        </a:spcAft>
                      </a:pPr>
                      <a:r>
                        <a:rPr lang="en-US" sz="2800">
                          <a:effectLst/>
                        </a:rPr>
                        <a:t>Structured question paper </a:t>
                      </a:r>
                      <a:endParaRPr lang="en-US" sz="240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tc>
                  <a:txBody>
                    <a:bodyPr/>
                    <a:lstStyle/>
                    <a:p>
                      <a:pPr marL="0" marR="0" algn="l">
                        <a:lnSpc>
                          <a:spcPct val="150000"/>
                        </a:lnSpc>
                        <a:spcBef>
                          <a:spcPts val="0"/>
                        </a:spcBef>
                        <a:spcAft>
                          <a:spcPts val="1000"/>
                        </a:spcAft>
                      </a:pPr>
                      <a:r>
                        <a:rPr lang="en-US" sz="2800" dirty="0">
                          <a:effectLst/>
                        </a:rPr>
                        <a:t>50%</a:t>
                      </a:r>
                      <a:endParaRPr lang="en-US" sz="2400" dirty="0">
                        <a:effectLst/>
                        <a:latin typeface="Calibri" panose="020F0502020204030204" pitchFamily="34" charset="0"/>
                        <a:ea typeface="Times New Roman" panose="02020603050405020304" pitchFamily="18" charset="0"/>
                        <a:cs typeface="Iskoola Pota" panose="020B0502040204020203" pitchFamily="34" charset="0"/>
                      </a:endParaRPr>
                    </a:p>
                  </a:txBody>
                  <a:tcPr marL="68580" marR="68580" marT="0" marB="0"/>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498080" cy="1143000"/>
          </a:xfrm>
        </p:spPr>
        <p:txBody>
          <a:bodyPr/>
          <a:lstStyle/>
          <a:p>
            <a:r>
              <a:rPr lang="en-US" b="1" dirty="0" smtClean="0"/>
              <a:t>Prescribed Text</a:t>
            </a:r>
            <a:endParaRPr lang="en-US" dirty="0"/>
          </a:p>
        </p:txBody>
      </p:sp>
      <p:sp>
        <p:nvSpPr>
          <p:cNvPr id="3" name="Content Placeholder 2"/>
          <p:cNvSpPr>
            <a:spLocks noGrp="1"/>
          </p:cNvSpPr>
          <p:nvPr>
            <p:ph idx="1"/>
          </p:nvPr>
        </p:nvSpPr>
        <p:spPr>
          <a:xfrm>
            <a:off x="609600" y="1447800"/>
            <a:ext cx="8534400" cy="5410200"/>
          </a:xfrm>
        </p:spPr>
        <p:txBody>
          <a:bodyPr>
            <a:normAutofit/>
          </a:bodyPr>
          <a:lstStyle/>
          <a:p>
            <a:pPr algn="just">
              <a:lnSpc>
                <a:spcPct val="160000"/>
              </a:lnSpc>
            </a:pPr>
            <a:r>
              <a:rPr lang="en-US" i="1" dirty="0"/>
              <a:t>Expert One-on-One J2EE Design and Development by Rod Johnson</a:t>
            </a: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Prescribed Text</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066800"/>
            <a:ext cx="8229600" cy="1472184"/>
          </a:xfrm>
        </p:spPr>
        <p:txBody>
          <a:bodyPr>
            <a:noAutofit/>
            <a:scene3d>
              <a:camera prst="orthographicFront"/>
              <a:lightRig rig="threePt" dir="t"/>
            </a:scene3d>
            <a:sp3d extrusionH="57150">
              <a:bevelT w="82550" h="38100" prst="coolSlant"/>
            </a:sp3d>
          </a:bodyPr>
          <a:lstStyle/>
          <a:p>
            <a:pPr algn="ctr"/>
            <a:r>
              <a:rPr lang="en-US" sz="4000" dirty="0" smtClean="0"/>
              <a:t>1. Introduction To Distributed Computing Paradigm And Service-oriented </a:t>
            </a:r>
            <a:r>
              <a:rPr lang="en-US" sz="4000" u="sng" dirty="0" smtClean="0"/>
              <a:t>Computing Paradigm</a:t>
            </a:r>
            <a:r>
              <a:rPr lang="en-US" sz="4000" dirty="0" smtClean="0"/>
              <a:t/>
            </a:r>
            <a:br>
              <a:rPr lang="en-US" sz="4000" dirty="0" smtClean="0"/>
            </a:br>
            <a:r>
              <a:rPr lang="en-US" sz="4000" dirty="0" smtClean="0"/>
              <a:t/>
            </a:r>
            <a:br>
              <a:rPr lang="en-US" sz="4000" dirty="0" smtClean="0"/>
            </a:br>
            <a:endParaRPr lang="en-US" sz="4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Computing paradigms</a:t>
            </a:r>
            <a:endParaRPr lang="en-US" dirty="0"/>
          </a:p>
        </p:txBody>
      </p:sp>
      <p:sp>
        <p:nvSpPr>
          <p:cNvPr id="3" name="Content Placeholder 2"/>
          <p:cNvSpPr>
            <a:spLocks noGrp="1"/>
          </p:cNvSpPr>
          <p:nvPr>
            <p:ph idx="1"/>
          </p:nvPr>
        </p:nvSpPr>
        <p:spPr>
          <a:xfrm>
            <a:off x="1066800" y="1447800"/>
            <a:ext cx="8077200" cy="5410200"/>
          </a:xfrm>
        </p:spPr>
        <p:txBody>
          <a:bodyPr>
            <a:normAutofit/>
          </a:bodyPr>
          <a:lstStyle/>
          <a:p>
            <a:pPr algn="just">
              <a:lnSpc>
                <a:spcPct val="150000"/>
              </a:lnSpc>
            </a:pPr>
            <a:r>
              <a:rPr lang="en-US" dirty="0" smtClean="0"/>
              <a:t>A computing paradigm refers to the set of concepts, principles, and methods of expressing computation that allows human command on one hand and allows the computer to efficiently execute on the other hand. </a:t>
            </a:r>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Computing Paradigms</a:t>
            </a:r>
            <a:endParaRPr lang="en-US" sz="2800" b="1" i="1" dirty="0">
              <a:solidFill>
                <a:srgbClr val="EAEAEA"/>
              </a:solidFill>
              <a:effectLst>
                <a:outerShdw blurRad="38100" dist="38100" dir="2700000" algn="tl">
                  <a:srgbClr val="C0C0C0"/>
                </a:outerShdw>
              </a:effectLst>
              <a:latin typeface="+mn-lt"/>
            </a:endParaRPr>
          </a:p>
        </p:txBody>
      </p:sp>
    </p:spTree>
    <p:extLst>
      <p:ext uri="{BB962C8B-B14F-4D97-AF65-F5344CB8AC3E}">
        <p14:creationId xmlns:p14="http://schemas.microsoft.com/office/powerpoint/2010/main" val="35655410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Computing paradigms , Cont’</a:t>
            </a:r>
            <a:endParaRPr lang="en-US" dirty="0"/>
          </a:p>
        </p:txBody>
      </p:sp>
      <p:sp>
        <p:nvSpPr>
          <p:cNvPr id="3" name="Content Placeholder 2"/>
          <p:cNvSpPr>
            <a:spLocks noGrp="1"/>
          </p:cNvSpPr>
          <p:nvPr>
            <p:ph idx="1"/>
          </p:nvPr>
        </p:nvSpPr>
        <p:spPr>
          <a:xfrm>
            <a:off x="914400" y="1447800"/>
            <a:ext cx="8229600" cy="4800600"/>
          </a:xfrm>
        </p:spPr>
        <p:txBody>
          <a:bodyPr/>
          <a:lstStyle/>
          <a:p>
            <a:pPr algn="just">
              <a:lnSpc>
                <a:spcPct val="150000"/>
              </a:lnSpc>
            </a:pPr>
            <a:r>
              <a:rPr lang="en-US" dirty="0" smtClean="0"/>
              <a:t>The major computing paradigms that have dominated computer science education and software development are:</a:t>
            </a:r>
          </a:p>
          <a:p>
            <a:pPr lvl="2" algn="just">
              <a:lnSpc>
                <a:spcPct val="150000"/>
              </a:lnSpc>
              <a:buFont typeface="Wingdings" pitchFamily="2" charset="2"/>
              <a:buChar char="Ø"/>
            </a:pPr>
            <a:r>
              <a:rPr lang="en-US" i="1" dirty="0" smtClean="0">
                <a:solidFill>
                  <a:srgbClr val="002060"/>
                </a:solidFill>
              </a:rPr>
              <a:t>Imperative computing</a:t>
            </a:r>
          </a:p>
          <a:p>
            <a:pPr lvl="2" algn="just">
              <a:lnSpc>
                <a:spcPct val="150000"/>
              </a:lnSpc>
              <a:buFont typeface="Wingdings" pitchFamily="2" charset="2"/>
              <a:buChar char="Ø"/>
            </a:pPr>
            <a:r>
              <a:rPr lang="en-US" i="1" dirty="0">
                <a:solidFill>
                  <a:srgbClr val="002060"/>
                </a:solidFill>
              </a:rPr>
              <a:t>Procedural</a:t>
            </a:r>
            <a:r>
              <a:rPr lang="en-US" b="1" dirty="0" smtClean="0"/>
              <a:t> </a:t>
            </a:r>
            <a:r>
              <a:rPr lang="en-US" i="1" dirty="0">
                <a:solidFill>
                  <a:srgbClr val="002060"/>
                </a:solidFill>
              </a:rPr>
              <a:t>computing</a:t>
            </a:r>
          </a:p>
          <a:p>
            <a:pPr lvl="2" algn="just">
              <a:lnSpc>
                <a:spcPct val="150000"/>
              </a:lnSpc>
              <a:buFont typeface="Wingdings" pitchFamily="2" charset="2"/>
              <a:buChar char="Ø"/>
            </a:pPr>
            <a:r>
              <a:rPr lang="en-US" i="1" dirty="0" smtClean="0">
                <a:solidFill>
                  <a:srgbClr val="002060"/>
                </a:solidFill>
              </a:rPr>
              <a:t>Object-Oriented Computing (OOC)</a:t>
            </a:r>
          </a:p>
          <a:p>
            <a:pPr lvl="2" algn="just">
              <a:lnSpc>
                <a:spcPct val="150000"/>
              </a:lnSpc>
              <a:buFont typeface="Wingdings" pitchFamily="2" charset="2"/>
              <a:buChar char="Ø"/>
            </a:pPr>
            <a:r>
              <a:rPr lang="en-US" i="1" dirty="0" smtClean="0">
                <a:solidFill>
                  <a:srgbClr val="002060"/>
                </a:solidFill>
              </a:rPr>
              <a:t>Service-Oriented Computing (SOC)</a:t>
            </a:r>
          </a:p>
          <a:p>
            <a:pPr algn="just">
              <a:lnSpc>
                <a:spcPct val="150000"/>
              </a:lnSpc>
            </a:pP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Computing Paradigms</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Imperative computing</a:t>
            </a:r>
            <a:endParaRPr lang="en-US" dirty="0"/>
          </a:p>
        </p:txBody>
      </p:sp>
      <p:sp>
        <p:nvSpPr>
          <p:cNvPr id="3" name="Content Placeholder 2"/>
          <p:cNvSpPr>
            <a:spLocks noGrp="1"/>
          </p:cNvSpPr>
          <p:nvPr>
            <p:ph idx="1"/>
          </p:nvPr>
        </p:nvSpPr>
        <p:spPr/>
        <p:txBody>
          <a:bodyPr/>
          <a:lstStyle/>
          <a:p>
            <a:pPr algn="just">
              <a:lnSpc>
                <a:spcPct val="150000"/>
              </a:lnSpc>
            </a:pPr>
            <a:r>
              <a:rPr lang="en-US" dirty="0" smtClean="0"/>
              <a:t>Developed in the 1950s. </a:t>
            </a:r>
          </a:p>
          <a:p>
            <a:pPr algn="just">
              <a:lnSpc>
                <a:spcPct val="150000"/>
              </a:lnSpc>
            </a:pPr>
            <a:r>
              <a:rPr lang="en-US" dirty="0" smtClean="0"/>
              <a:t>FORTRAN was the flagship language of this approach, which dominated software development in the 50s and 60s and extended even into 70s.</a:t>
            </a: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Computing Paradigms</a:t>
            </a:r>
            <a:endParaRPr lang="en-US" sz="2800" b="1" i="1" dirty="0">
              <a:solidFill>
                <a:srgbClr val="EAEAEA"/>
              </a:solidFill>
              <a:effectLst>
                <a:outerShdw blurRad="38100" dist="38100" dir="2700000" algn="tl">
                  <a:srgbClr val="C0C0C0"/>
                </a:outerShdw>
              </a:effectLst>
              <a:latin typeface="+mn-lt"/>
            </a:endParaRPr>
          </a:p>
        </p:txBody>
      </p:sp>
    </p:spTree>
    <p:extLst>
      <p:ext uri="{BB962C8B-B14F-4D97-AF65-F5344CB8AC3E}">
        <p14:creationId xmlns:p14="http://schemas.microsoft.com/office/powerpoint/2010/main" val="4736818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Procedural computing</a:t>
            </a:r>
            <a:endParaRPr lang="en-US" dirty="0"/>
          </a:p>
        </p:txBody>
      </p:sp>
      <p:sp>
        <p:nvSpPr>
          <p:cNvPr id="3" name="Content Placeholder 2"/>
          <p:cNvSpPr>
            <a:spLocks noGrp="1"/>
          </p:cNvSpPr>
          <p:nvPr>
            <p:ph idx="1"/>
          </p:nvPr>
        </p:nvSpPr>
        <p:spPr>
          <a:xfrm>
            <a:off x="990600" y="1447800"/>
            <a:ext cx="8153400" cy="4800600"/>
          </a:xfrm>
        </p:spPr>
        <p:txBody>
          <a:bodyPr/>
          <a:lstStyle/>
          <a:p>
            <a:pPr algn="just">
              <a:lnSpc>
                <a:spcPct val="150000"/>
              </a:lnSpc>
            </a:pPr>
            <a:r>
              <a:rPr lang="en-US" dirty="0" smtClean="0"/>
              <a:t>Developed during the 1970s and 80s, which emphasized modular software design. </a:t>
            </a:r>
          </a:p>
          <a:p>
            <a:pPr algn="just">
              <a:lnSpc>
                <a:spcPct val="150000"/>
              </a:lnSpc>
            </a:pPr>
            <a:r>
              <a:rPr lang="en-US" dirty="0" smtClean="0"/>
              <a:t>Programming languages </a:t>
            </a:r>
            <a:r>
              <a:rPr lang="en-US" dirty="0" err="1" smtClean="0"/>
              <a:t>Algol</a:t>
            </a:r>
            <a:r>
              <a:rPr lang="en-US" dirty="0" smtClean="0"/>
              <a:t>, Pascal, and C represent this approach.</a:t>
            </a: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Computing Paradigms</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Object-Oriented Computing (OOC)</a:t>
            </a:r>
            <a:endParaRPr lang="en-US" dirty="0"/>
          </a:p>
        </p:txBody>
      </p:sp>
      <p:sp>
        <p:nvSpPr>
          <p:cNvPr id="3" name="Content Placeholder 2"/>
          <p:cNvSpPr>
            <a:spLocks noGrp="1"/>
          </p:cNvSpPr>
          <p:nvPr>
            <p:ph idx="1"/>
          </p:nvPr>
        </p:nvSpPr>
        <p:spPr>
          <a:xfrm>
            <a:off x="990600" y="1447800"/>
            <a:ext cx="8153400" cy="4800600"/>
          </a:xfrm>
        </p:spPr>
        <p:txBody>
          <a:bodyPr/>
          <a:lstStyle/>
          <a:p>
            <a:pPr algn="just">
              <a:lnSpc>
                <a:spcPct val="150000"/>
              </a:lnSpc>
            </a:pPr>
            <a:r>
              <a:rPr lang="en-US" dirty="0" smtClean="0"/>
              <a:t>Developed after the 80s, with an emphasis on abstraction and code reuse. </a:t>
            </a:r>
          </a:p>
          <a:p>
            <a:pPr algn="just">
              <a:lnSpc>
                <a:spcPct val="150000"/>
              </a:lnSpc>
            </a:pPr>
            <a:r>
              <a:rPr lang="en-US" dirty="0" smtClean="0"/>
              <a:t>Representative object-oriented programming languages include C++, Java, and C#.</a:t>
            </a: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Computing Paradigms</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866888" cy="1143000"/>
          </a:xfrm>
        </p:spPr>
        <p:txBody>
          <a:bodyPr>
            <a:normAutofit fontScale="90000"/>
          </a:bodyPr>
          <a:lstStyle/>
          <a:p>
            <a:r>
              <a:rPr lang="en-US" b="1" dirty="0" smtClean="0"/>
              <a:t>Service-Oriented Computing (SOC)</a:t>
            </a:r>
            <a:endParaRPr lang="en-US" dirty="0"/>
          </a:p>
        </p:txBody>
      </p:sp>
      <p:sp>
        <p:nvSpPr>
          <p:cNvPr id="3" name="Content Placeholder 2"/>
          <p:cNvSpPr>
            <a:spLocks noGrp="1"/>
          </p:cNvSpPr>
          <p:nvPr>
            <p:ph idx="1"/>
          </p:nvPr>
        </p:nvSpPr>
        <p:spPr>
          <a:xfrm>
            <a:off x="762000" y="1447800"/>
            <a:ext cx="8382000" cy="5410200"/>
          </a:xfrm>
        </p:spPr>
        <p:txBody>
          <a:bodyPr>
            <a:normAutofit lnSpcReduction="10000"/>
          </a:bodyPr>
          <a:lstStyle/>
          <a:p>
            <a:pPr algn="just">
              <a:lnSpc>
                <a:spcPct val="160000"/>
              </a:lnSpc>
            </a:pPr>
            <a:r>
              <a:rPr lang="en-US" dirty="0" smtClean="0"/>
              <a:t>Service-oriented computing represents a new generation distributed computing platform. </a:t>
            </a:r>
          </a:p>
          <a:p>
            <a:pPr algn="just">
              <a:lnSpc>
                <a:spcPct val="160000"/>
              </a:lnSpc>
            </a:pPr>
            <a:r>
              <a:rPr lang="en-US" dirty="0" smtClean="0"/>
              <a:t>As such, it encompasses many things, including its own design paradigm and design principles, design pattern catalogs, pattern languages, a distinct architectural model, and related concepts, technologies, and frameworks. </a:t>
            </a:r>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Computing Paradigms</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a:t>Service-Oriented Computing (SOC</a:t>
            </a:r>
            <a:r>
              <a:rPr lang="en-US" sz="3600" b="1" dirty="0" smtClean="0"/>
              <a:t>) ,</a:t>
            </a:r>
            <a:r>
              <a:rPr lang="en-US" sz="3600" b="1" dirty="0" err="1" smtClean="0"/>
              <a:t>Cont</a:t>
            </a:r>
            <a:r>
              <a:rPr lang="en-US" sz="3600" b="1" dirty="0" smtClean="0"/>
              <a:t>’</a:t>
            </a:r>
            <a:endParaRPr lang="en-US" sz="3600" dirty="0"/>
          </a:p>
        </p:txBody>
      </p:sp>
      <p:sp>
        <p:nvSpPr>
          <p:cNvPr id="3" name="Content Placeholder 2"/>
          <p:cNvSpPr>
            <a:spLocks noGrp="1"/>
          </p:cNvSpPr>
          <p:nvPr>
            <p:ph idx="1"/>
          </p:nvPr>
        </p:nvSpPr>
        <p:spPr>
          <a:xfrm>
            <a:off x="914400" y="1447800"/>
            <a:ext cx="8229600" cy="5410200"/>
          </a:xfrm>
        </p:spPr>
        <p:txBody>
          <a:bodyPr>
            <a:normAutofit fontScale="85000" lnSpcReduction="10000"/>
          </a:bodyPr>
          <a:lstStyle/>
          <a:p>
            <a:pPr algn="just">
              <a:lnSpc>
                <a:spcPct val="160000"/>
              </a:lnSpc>
            </a:pPr>
            <a:r>
              <a:rPr lang="en-US" dirty="0" smtClean="0"/>
              <a:t>Started in late 1990s. Java and C# are the two major programming languages on which SOC is built. </a:t>
            </a:r>
          </a:p>
          <a:p>
            <a:pPr algn="just">
              <a:lnSpc>
                <a:spcPct val="160000"/>
              </a:lnSpc>
            </a:pPr>
            <a:r>
              <a:rPr lang="en-US" dirty="0" smtClean="0"/>
              <a:t>SOC uses existing services to compose applications. The key to enable pervasive code reuse is the standardization of service interfaces leading to platform-independent code reuse. Incorporated with the Internet and search engines, service discovery is vital to SOC</a:t>
            </a:r>
          </a:p>
          <a:p>
            <a:pPr algn="just">
              <a:lnSpc>
                <a:spcPct val="160000"/>
              </a:lnSpc>
            </a:pPr>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smtClean="0">
                <a:solidFill>
                  <a:srgbClr val="EAEAEA"/>
                </a:solidFill>
                <a:effectLst>
                  <a:outerShdw blurRad="38100" dist="38100" dir="2700000" algn="tl">
                    <a:srgbClr val="C0C0C0"/>
                  </a:outerShdw>
                </a:effectLst>
                <a:latin typeface="+mn-lt"/>
              </a:rPr>
              <a:t>Computing Paradigms</a:t>
            </a:r>
            <a:endParaRPr lang="en-US" sz="2800" b="1" i="1" dirty="0">
              <a:solidFill>
                <a:srgbClr val="EAEAEA"/>
              </a:solidFill>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lstStyle/>
          <a:p>
            <a:pPr fontAlgn="auto">
              <a:spcAft>
                <a:spcPts val="0"/>
              </a:spcAft>
              <a:defRPr/>
            </a:pPr>
            <a:r>
              <a:rPr lang="en-US" dirty="0" smtClean="0">
                <a:solidFill>
                  <a:schemeClr val="accent1">
                    <a:satMod val="150000"/>
                  </a:schemeClr>
                </a:solidFill>
              </a:rPr>
              <a:t>SOC-Definition</a:t>
            </a:r>
            <a:endParaRPr lang="en-US" dirty="0">
              <a:solidFill>
                <a:schemeClr val="accent1">
                  <a:satMod val="150000"/>
                </a:schemeClr>
              </a:solidFill>
            </a:endParaRPr>
          </a:p>
        </p:txBody>
      </p:sp>
      <p:sp>
        <p:nvSpPr>
          <p:cNvPr id="3" name="Content Placeholder 2"/>
          <p:cNvSpPr>
            <a:spLocks noGrp="1"/>
          </p:cNvSpPr>
          <p:nvPr>
            <p:ph idx="1"/>
          </p:nvPr>
        </p:nvSpPr>
        <p:spPr>
          <a:xfrm>
            <a:off x="685800" y="1219200"/>
            <a:ext cx="8458200" cy="5638800"/>
          </a:xfrm>
        </p:spPr>
        <p:txBody>
          <a:bodyPr rtlCol="0">
            <a:normAutofit fontScale="85000" lnSpcReduction="10000"/>
          </a:bodyPr>
          <a:lstStyle/>
          <a:p>
            <a:pPr marL="438912" indent="-320040" algn="just" fontAlgn="auto">
              <a:lnSpc>
                <a:spcPct val="160000"/>
              </a:lnSpc>
              <a:spcBef>
                <a:spcPts val="0"/>
              </a:spcBef>
              <a:spcAft>
                <a:spcPts val="0"/>
              </a:spcAft>
              <a:buFont typeface="Wingdings 2"/>
              <a:buChar char=""/>
              <a:defRPr/>
            </a:pPr>
            <a:r>
              <a:rPr lang="en-US" dirty="0" smtClean="0"/>
              <a:t>SOC is an emerging cross-disciplinary paradigm for distributed computing that is changing the way software applications are designed, architected, delivered and consumed</a:t>
            </a:r>
          </a:p>
          <a:p>
            <a:pPr marL="438912" indent="-320040" algn="just" fontAlgn="auto">
              <a:lnSpc>
                <a:spcPct val="160000"/>
              </a:lnSpc>
              <a:spcBef>
                <a:spcPts val="0"/>
              </a:spcBef>
              <a:spcAft>
                <a:spcPts val="0"/>
              </a:spcAft>
              <a:buFont typeface="Wingdings 2"/>
              <a:buChar char=""/>
              <a:defRPr/>
            </a:pPr>
            <a:r>
              <a:rPr lang="en-US" dirty="0" smtClean="0"/>
              <a:t>SOC is a new computing paradigm that utilizes services as the basic constructs to support the development of rapid, low-cost and easy composition of distributed applications even in heterogeneous environments</a:t>
            </a:r>
          </a:p>
          <a:p>
            <a:pPr marL="438912" indent="-320040" algn="just" fontAlgn="auto">
              <a:lnSpc>
                <a:spcPct val="160000"/>
              </a:lnSpc>
              <a:spcBef>
                <a:spcPts val="0"/>
              </a:spcBef>
              <a:spcAft>
                <a:spcPts val="0"/>
              </a:spcAft>
              <a:buFont typeface="Wingdings 2"/>
              <a:buChar char=""/>
              <a:defRPr/>
            </a:pPr>
            <a:endParaRPr lang="en-US" dirty="0" smtClean="0"/>
          </a:p>
          <a:p>
            <a:pPr marL="438912" indent="-320040" algn="just" fontAlgn="auto">
              <a:lnSpc>
                <a:spcPct val="160000"/>
              </a:lnSpc>
              <a:spcBef>
                <a:spcPts val="0"/>
              </a:spcBef>
              <a:spcAft>
                <a:spcPts val="0"/>
              </a:spcAft>
              <a:buFont typeface="Wingdings 2"/>
              <a:buChar char=""/>
              <a:defRPr/>
            </a:pPr>
            <a:endParaRPr lang="en-US" dirty="0"/>
          </a:p>
        </p:txBody>
      </p:sp>
      <p:sp>
        <p:nvSpPr>
          <p:cNvPr id="5" name="Slide Number Placeholder 4"/>
          <p:cNvSpPr>
            <a:spLocks noGrp="1"/>
          </p:cNvSpPr>
          <p:nvPr>
            <p:ph type="sldNum" sz="quarter" idx="12"/>
          </p:nvPr>
        </p:nvSpPr>
        <p:spPr/>
        <p:txBody>
          <a:bodyPr/>
          <a:lstStyle/>
          <a:p>
            <a:pPr>
              <a:defRPr/>
            </a:pPr>
            <a:fld id="{850DB42F-16B7-4D7C-AE6B-C631B49FBD09}" type="slidenum">
              <a:rPr lang="en-US"/>
              <a:pPr>
                <a:defRPr/>
              </a:pPr>
              <a:t>16</a:t>
            </a:fld>
            <a:endParaRPr lang="en-US" dirty="0"/>
          </a:p>
        </p:txBody>
      </p:sp>
      <p:sp>
        <p:nvSpPr>
          <p:cNvPr id="4" name="Rectangle 3"/>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Bef>
                <a:spcPts val="0"/>
              </a:spcBef>
              <a:spcAft>
                <a:spcPts val="0"/>
              </a:spcAft>
              <a:defRPr/>
            </a:pPr>
            <a:r>
              <a:rPr lang="en-US" sz="2800" b="1" i="1" dirty="0">
                <a:solidFill>
                  <a:srgbClr val="EAEAEA"/>
                </a:solidFill>
                <a:effectLst>
                  <a:outerShdw blurRad="38100" dist="38100" dir="2700000" algn="tl">
                    <a:srgbClr val="C0C0C0"/>
                  </a:outerShdw>
                </a:effectLst>
                <a:latin typeface="+mn-lt"/>
              </a:rPr>
              <a:t>Service Oriented Computing</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smtClean="0">
                <a:solidFill>
                  <a:schemeClr val="accent1">
                    <a:satMod val="150000"/>
                  </a:schemeClr>
                </a:solidFill>
              </a:rPr>
              <a:t>Innovation</a:t>
            </a:r>
            <a:endParaRPr lang="en-US" dirty="0">
              <a:solidFill>
                <a:schemeClr val="accent1">
                  <a:satMod val="150000"/>
                </a:schemeClr>
              </a:solidFill>
            </a:endParaRPr>
          </a:p>
        </p:txBody>
      </p:sp>
      <p:sp>
        <p:nvSpPr>
          <p:cNvPr id="3" name="Content Placeholder 2"/>
          <p:cNvSpPr>
            <a:spLocks noGrp="1"/>
          </p:cNvSpPr>
          <p:nvPr>
            <p:ph idx="1"/>
          </p:nvPr>
        </p:nvSpPr>
        <p:spPr>
          <a:xfrm>
            <a:off x="762000" y="1600200"/>
            <a:ext cx="8153400" cy="4953000"/>
          </a:xfrm>
        </p:spPr>
        <p:txBody>
          <a:bodyPr>
            <a:normAutofit lnSpcReduction="10000"/>
          </a:bodyPr>
          <a:lstStyle/>
          <a:p>
            <a:pPr algn="just">
              <a:lnSpc>
                <a:spcPct val="150000"/>
              </a:lnSpc>
            </a:pPr>
            <a:r>
              <a:rPr lang="en-US" dirty="0" smtClean="0"/>
              <a:t>The major innovation in SOC is the move from the object oriented paradigm to a service oriented one</a:t>
            </a:r>
          </a:p>
          <a:p>
            <a:pPr lvl="1" algn="just">
              <a:lnSpc>
                <a:spcPct val="150000"/>
              </a:lnSpc>
            </a:pPr>
            <a:r>
              <a:rPr lang="en-US" b="1" dirty="0" smtClean="0">
                <a:solidFill>
                  <a:srgbClr val="9A3130"/>
                </a:solidFill>
              </a:rPr>
              <a:t>Object Oriented:</a:t>
            </a:r>
            <a:r>
              <a:rPr lang="en-US" dirty="0" smtClean="0">
                <a:solidFill>
                  <a:srgbClr val="9A3130"/>
                </a:solidFill>
              </a:rPr>
              <a:t> </a:t>
            </a:r>
          </a:p>
          <a:p>
            <a:pPr marL="1143000" lvl="2" algn="just">
              <a:lnSpc>
                <a:spcPct val="150000"/>
              </a:lnSpc>
            </a:pPr>
            <a:r>
              <a:rPr lang="en-US" dirty="0" smtClean="0"/>
              <a:t>Object: </a:t>
            </a:r>
            <a:r>
              <a:rPr lang="en-US" dirty="0" err="1" smtClean="0"/>
              <a:t>stateful</a:t>
            </a:r>
            <a:endParaRPr lang="en-US" dirty="0" smtClean="0"/>
          </a:p>
          <a:p>
            <a:pPr lvl="1" algn="just">
              <a:lnSpc>
                <a:spcPct val="150000"/>
              </a:lnSpc>
            </a:pPr>
            <a:r>
              <a:rPr lang="en-US" b="1" dirty="0" smtClean="0">
                <a:solidFill>
                  <a:srgbClr val="9A3130"/>
                </a:solidFill>
              </a:rPr>
              <a:t>Service Oriented:</a:t>
            </a:r>
            <a:r>
              <a:rPr lang="en-US" dirty="0" smtClean="0">
                <a:solidFill>
                  <a:srgbClr val="9A3130"/>
                </a:solidFill>
              </a:rPr>
              <a:t> </a:t>
            </a:r>
          </a:p>
          <a:p>
            <a:pPr marL="1143000" lvl="2" algn="just">
              <a:lnSpc>
                <a:spcPct val="150000"/>
              </a:lnSpc>
            </a:pPr>
            <a:r>
              <a:rPr lang="en-US" dirty="0" smtClean="0"/>
              <a:t>Service: stateless</a:t>
            </a:r>
          </a:p>
          <a:p>
            <a:pPr algn="just">
              <a:lnSpc>
                <a:spcPct val="150000"/>
              </a:lnSpc>
            </a:pPr>
            <a:endParaRPr lang="en-US" dirty="0" smtClean="0"/>
          </a:p>
          <a:p>
            <a:pPr algn="just">
              <a:lnSpc>
                <a:spcPct val="150000"/>
              </a:lnSpc>
            </a:pPr>
            <a:endParaRPr lang="en-US" dirty="0" smtClean="0"/>
          </a:p>
        </p:txBody>
      </p:sp>
      <p:sp>
        <p:nvSpPr>
          <p:cNvPr id="5" name="Slide Number Placeholder 4"/>
          <p:cNvSpPr>
            <a:spLocks noGrp="1"/>
          </p:cNvSpPr>
          <p:nvPr>
            <p:ph type="sldNum" sz="quarter" idx="12"/>
          </p:nvPr>
        </p:nvSpPr>
        <p:spPr/>
        <p:txBody>
          <a:bodyPr/>
          <a:lstStyle/>
          <a:p>
            <a:pPr>
              <a:defRPr/>
            </a:pPr>
            <a:fld id="{58FD7D7F-AD10-47AA-891C-DF760D0EECE7}" type="slidenum">
              <a:rPr lang="en-US"/>
              <a:pPr>
                <a:defRPr/>
              </a:pPr>
              <a:t>17</a:t>
            </a:fld>
            <a:endParaRPr lang="en-US" dirty="0"/>
          </a:p>
        </p:txBody>
      </p:sp>
      <p:sp>
        <p:nvSpPr>
          <p:cNvPr id="6" name="Rectangle 5"/>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Bef>
                <a:spcPts val="0"/>
              </a:spcBef>
              <a:spcAft>
                <a:spcPts val="0"/>
              </a:spcAft>
              <a:defRPr/>
            </a:pPr>
            <a:r>
              <a:rPr lang="en-US" sz="2800" b="1" i="1" dirty="0">
                <a:solidFill>
                  <a:srgbClr val="EAEAEA"/>
                </a:solidFill>
                <a:effectLst>
                  <a:outerShdw blurRad="38100" dist="38100" dir="2700000" algn="tl">
                    <a:srgbClr val="C0C0C0"/>
                  </a:outerShdw>
                </a:effectLst>
                <a:latin typeface="+mn-lt"/>
              </a:rPr>
              <a:t>Service Oriented Computing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amond(in)">
                                      <p:cBhvr>
                                        <p:cTn id="7" dur="500"/>
                                        <p:tgtEl>
                                          <p:spTgt spid="3">
                                            <p:txEl>
                                              <p:pRg st="1" end="1"/>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amond(in)">
                                      <p:cBhvr>
                                        <p:cTn id="10" dur="500"/>
                                        <p:tgtEl>
                                          <p:spTgt spid="3">
                                            <p:txEl>
                                              <p:pRg st="2" end="2"/>
                                            </p:txEl>
                                          </p:spTgt>
                                        </p:tgtEl>
                                      </p:cBhvr>
                                    </p:animEffect>
                                  </p:childTnLst>
                                </p:cTn>
                              </p:par>
                            </p:childTnLst>
                          </p:cTn>
                        </p:par>
                        <p:par>
                          <p:cTn id="11" fill="hold">
                            <p:stCondLst>
                              <p:cond delay="500"/>
                            </p:stCondLst>
                            <p:childTnLst>
                              <p:par>
                                <p:cTn id="12" presetID="8" presetClass="entr" presetSubtype="16" fill="hold" nodeType="after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diamond(in)">
                                      <p:cBhvr>
                                        <p:cTn id="14" dur="500"/>
                                        <p:tgtEl>
                                          <p:spTgt spid="3">
                                            <p:txEl>
                                              <p:pRg st="3" end="3"/>
                                            </p:txEl>
                                          </p:spTgt>
                                        </p:tgtEl>
                                      </p:cBhvr>
                                    </p:animEffect>
                                  </p:childTnLst>
                                </p:cTn>
                              </p:par>
                              <p:par>
                                <p:cTn id="15" presetID="8" presetClass="entr" presetSubtype="16"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amond(in)">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382000" cy="914400"/>
          </a:xfrm>
        </p:spPr>
        <p:txBody>
          <a:bodyPr>
            <a:normAutofit/>
          </a:bodyPr>
          <a:lstStyle/>
          <a:p>
            <a:pPr fontAlgn="auto">
              <a:spcAft>
                <a:spcPts val="0"/>
              </a:spcAft>
              <a:defRPr/>
            </a:pPr>
            <a:r>
              <a:rPr lang="en-US" dirty="0" smtClean="0">
                <a:solidFill>
                  <a:schemeClr val="accent1">
                    <a:satMod val="150000"/>
                  </a:schemeClr>
                </a:solidFill>
              </a:rPr>
              <a:t>Object oriented </a:t>
            </a:r>
            <a:r>
              <a:rPr lang="en-US" dirty="0" err="1" smtClean="0">
                <a:solidFill>
                  <a:schemeClr val="accent1">
                    <a:satMod val="150000"/>
                  </a:schemeClr>
                </a:solidFill>
              </a:rPr>
              <a:t>vs</a:t>
            </a:r>
            <a:r>
              <a:rPr lang="en-US" dirty="0" smtClean="0">
                <a:solidFill>
                  <a:schemeClr val="accent1">
                    <a:satMod val="150000"/>
                  </a:schemeClr>
                </a:solidFill>
              </a:rPr>
              <a:t> Service oriented</a:t>
            </a:r>
            <a:endParaRPr lang="en-US" dirty="0">
              <a:solidFill>
                <a:schemeClr val="accent1">
                  <a:satMod val="150000"/>
                </a:schemeClr>
              </a:solidFill>
            </a:endParaRPr>
          </a:p>
        </p:txBody>
      </p:sp>
      <p:sp>
        <p:nvSpPr>
          <p:cNvPr id="27651" name="Content Placeholder 2"/>
          <p:cNvSpPr>
            <a:spLocks noGrp="1"/>
          </p:cNvSpPr>
          <p:nvPr>
            <p:ph idx="1"/>
          </p:nvPr>
        </p:nvSpPr>
        <p:spPr>
          <a:xfrm>
            <a:off x="609600" y="1752600"/>
            <a:ext cx="8229600" cy="3124200"/>
          </a:xfrm>
        </p:spPr>
        <p:txBody>
          <a:bodyPr/>
          <a:lstStyle/>
          <a:p>
            <a:endParaRPr lang="en-US" smtClean="0"/>
          </a:p>
          <a:p>
            <a:endParaRPr lang="en-US" smtClean="0"/>
          </a:p>
        </p:txBody>
      </p:sp>
      <p:sp>
        <p:nvSpPr>
          <p:cNvPr id="5" name="Slide Number Placeholder 4"/>
          <p:cNvSpPr>
            <a:spLocks noGrp="1"/>
          </p:cNvSpPr>
          <p:nvPr>
            <p:ph type="sldNum" sz="quarter" idx="12"/>
          </p:nvPr>
        </p:nvSpPr>
        <p:spPr/>
        <p:txBody>
          <a:bodyPr/>
          <a:lstStyle/>
          <a:p>
            <a:pPr>
              <a:defRPr/>
            </a:pPr>
            <a:fld id="{63D56CC9-9BF9-4F90-A16C-E7283FE740A5}" type="slidenum">
              <a:rPr lang="en-US"/>
              <a:pPr>
                <a:defRPr/>
              </a:pPr>
              <a:t>18</a:t>
            </a:fld>
            <a:endParaRPr lang="en-US" dirty="0"/>
          </a:p>
        </p:txBody>
      </p:sp>
      <p:graphicFrame>
        <p:nvGraphicFramePr>
          <p:cNvPr id="6" name="Table 5"/>
          <p:cNvGraphicFramePr>
            <a:graphicFrameLocks noGrp="1"/>
          </p:cNvGraphicFramePr>
          <p:nvPr/>
        </p:nvGraphicFramePr>
        <p:xfrm>
          <a:off x="914400" y="820673"/>
          <a:ext cx="8229600" cy="5846828"/>
        </p:xfrm>
        <a:graphic>
          <a:graphicData uri="http://schemas.openxmlformats.org/drawingml/2006/table">
            <a:tbl>
              <a:tblPr/>
              <a:tblGrid>
                <a:gridCol w="1522144">
                  <a:extLst>
                    <a:ext uri="{9D8B030D-6E8A-4147-A177-3AD203B41FA5}">
                      <a16:colId xmlns:a16="http://schemas.microsoft.com/office/drawing/2014/main" val="20000"/>
                    </a:ext>
                  </a:extLst>
                </a:gridCol>
                <a:gridCol w="3178096">
                  <a:extLst>
                    <a:ext uri="{9D8B030D-6E8A-4147-A177-3AD203B41FA5}">
                      <a16:colId xmlns:a16="http://schemas.microsoft.com/office/drawing/2014/main" val="20001"/>
                    </a:ext>
                  </a:extLst>
                </a:gridCol>
                <a:gridCol w="3529360">
                  <a:extLst>
                    <a:ext uri="{9D8B030D-6E8A-4147-A177-3AD203B41FA5}">
                      <a16:colId xmlns:a16="http://schemas.microsoft.com/office/drawing/2014/main" val="20002"/>
                    </a:ext>
                  </a:extLst>
                </a:gridCol>
              </a:tblGrid>
              <a:tr h="179829">
                <a:tc>
                  <a:txBody>
                    <a:bodyPr/>
                    <a:lstStyle/>
                    <a:p>
                      <a:pPr marL="0" marR="0" algn="ctr">
                        <a:spcBef>
                          <a:spcPts val="0"/>
                        </a:spcBef>
                        <a:spcAft>
                          <a:spcPts val="0"/>
                        </a:spcAft>
                      </a:pPr>
                      <a:r>
                        <a:rPr lang="en-US" sz="1400" dirty="0">
                          <a:latin typeface="Times New Roman"/>
                          <a:ea typeface="Times New Roman"/>
                        </a:rPr>
                        <a:t>Features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lgn="ctr">
                        <a:spcBef>
                          <a:spcPts val="0"/>
                        </a:spcBef>
                        <a:spcAft>
                          <a:spcPts val="0"/>
                        </a:spcAft>
                      </a:pPr>
                      <a:r>
                        <a:rPr lang="en-US" sz="1400" dirty="0">
                          <a:latin typeface="Times New Roman"/>
                          <a:ea typeface="Times New Roman"/>
                        </a:rPr>
                        <a:t>Object-oriented computing</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BF8F"/>
                    </a:solidFill>
                  </a:tcPr>
                </a:tc>
                <a:tc>
                  <a:txBody>
                    <a:bodyPr/>
                    <a:lstStyle/>
                    <a:p>
                      <a:pPr marL="0" marR="0" algn="ctr">
                        <a:spcBef>
                          <a:spcPts val="0"/>
                        </a:spcBef>
                        <a:spcAft>
                          <a:spcPts val="0"/>
                        </a:spcAft>
                      </a:pPr>
                      <a:r>
                        <a:rPr lang="en-US" sz="1400">
                          <a:latin typeface="Times New Roman"/>
                          <a:ea typeface="Times New Roman"/>
                        </a:rPr>
                        <a:t>Service-oriented computing</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ABF8F"/>
                    </a:solidFill>
                  </a:tcPr>
                </a:tc>
                <a:extLst>
                  <a:ext uri="{0D108BD9-81ED-4DB2-BD59-A6C34878D82A}">
                    <a16:rowId xmlns:a16="http://schemas.microsoft.com/office/drawing/2014/main" val="10000"/>
                  </a:ext>
                </a:extLst>
              </a:tr>
              <a:tr h="864871">
                <a:tc>
                  <a:txBody>
                    <a:bodyPr/>
                    <a:lstStyle/>
                    <a:p>
                      <a:pPr marL="0" marR="0" algn="ctr">
                        <a:spcBef>
                          <a:spcPts val="0"/>
                        </a:spcBef>
                        <a:spcAft>
                          <a:spcPts val="0"/>
                        </a:spcAft>
                      </a:pPr>
                      <a:r>
                        <a:rPr lang="en-US" sz="1400">
                          <a:latin typeface="Times New Roman"/>
                          <a:ea typeface="Times New Roman"/>
                        </a:rPr>
                        <a:t>Methodology</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dirty="0">
                          <a:latin typeface="Times New Roman"/>
                          <a:ea typeface="Times New Roman"/>
                        </a:rPr>
                        <a:t>Application development by</a:t>
                      </a:r>
                    </a:p>
                    <a:p>
                      <a:pPr marL="0" marR="0">
                        <a:spcBef>
                          <a:spcPts val="0"/>
                        </a:spcBef>
                        <a:spcAft>
                          <a:spcPts val="0"/>
                        </a:spcAft>
                      </a:pPr>
                      <a:r>
                        <a:rPr lang="en-US" sz="1400" dirty="0">
                          <a:latin typeface="Times New Roman"/>
                          <a:ea typeface="Times New Roman"/>
                        </a:rPr>
                        <a:t>identifying tightly coupled classes. Application architecture is hierarchical based on the inheritance relationships.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Times New Roman"/>
                          <a:ea typeface="Times New Roman"/>
                        </a:rPr>
                        <a:t>Application development by identifying loosely coupled services and composing them into executable applications.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29741">
                <a:tc>
                  <a:txBody>
                    <a:bodyPr/>
                    <a:lstStyle/>
                    <a:p>
                      <a:pPr marL="0" marR="0">
                        <a:spcBef>
                          <a:spcPts val="0"/>
                        </a:spcBef>
                        <a:spcAft>
                          <a:spcPts val="0"/>
                        </a:spcAft>
                      </a:pPr>
                      <a:r>
                        <a:rPr lang="en-US" sz="1400">
                          <a:latin typeface="Times New Roman"/>
                          <a:ea typeface="Times New Roman"/>
                        </a:rPr>
                        <a:t>Level of abstraction and cooperation</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dirty="0">
                          <a:latin typeface="Times New Roman"/>
                          <a:ea typeface="Times New Roman"/>
                        </a:rPr>
                        <a:t>Application development is often</a:t>
                      </a:r>
                    </a:p>
                    <a:p>
                      <a:pPr marL="0" marR="0">
                        <a:spcBef>
                          <a:spcPts val="0"/>
                        </a:spcBef>
                        <a:spcAft>
                          <a:spcPts val="0"/>
                        </a:spcAft>
                      </a:pPr>
                      <a:r>
                        <a:rPr lang="en-US" sz="1400" dirty="0">
                          <a:latin typeface="Times New Roman"/>
                          <a:ea typeface="Times New Roman"/>
                        </a:rPr>
                        <a:t>delegated to a single team</a:t>
                      </a:r>
                    </a:p>
                    <a:p>
                      <a:pPr marL="0" marR="0">
                        <a:spcBef>
                          <a:spcPts val="0"/>
                        </a:spcBef>
                        <a:spcAft>
                          <a:spcPts val="0"/>
                        </a:spcAft>
                      </a:pPr>
                      <a:r>
                        <a:rPr lang="en-US" sz="1400" dirty="0">
                          <a:latin typeface="Times New Roman"/>
                          <a:ea typeface="Times New Roman"/>
                        </a:rPr>
                        <a:t>responsible for the entire life cycle of the application. Developers must have knowledge of application domain and programming.</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Times New Roman"/>
                          <a:ea typeface="Times New Roman"/>
                        </a:rPr>
                        <a:t>Development is delegated to three independent parties: application builder, service provider, and service broker. Application builders need to understand application logic and may not know</a:t>
                      </a:r>
                    </a:p>
                    <a:p>
                      <a:pPr marL="0" marR="0">
                        <a:spcBef>
                          <a:spcPts val="0"/>
                        </a:spcBef>
                        <a:spcAft>
                          <a:spcPts val="0"/>
                        </a:spcAft>
                      </a:pPr>
                      <a:r>
                        <a:rPr lang="en-US" sz="1400">
                          <a:latin typeface="Times New Roman"/>
                          <a:ea typeface="Times New Roman"/>
                        </a:rPr>
                        <a:t>how individual services are implemented. Service providers can program but do not have to understand the applications that use their services.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210818">
                <a:tc>
                  <a:txBody>
                    <a:bodyPr/>
                    <a:lstStyle/>
                    <a:p>
                      <a:pPr marL="0" marR="0">
                        <a:spcBef>
                          <a:spcPts val="0"/>
                        </a:spcBef>
                        <a:spcAft>
                          <a:spcPts val="0"/>
                        </a:spcAft>
                      </a:pPr>
                      <a:r>
                        <a:rPr lang="en-US" sz="1400">
                          <a:latin typeface="Times New Roman"/>
                          <a:ea typeface="Times New Roman"/>
                        </a:rPr>
                        <a:t>Code sharing and reuse</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a:latin typeface="Times New Roman"/>
                          <a:ea typeface="Times New Roman"/>
                        </a:rPr>
                        <a:t>Code reuse through inheritance of</a:t>
                      </a:r>
                    </a:p>
                    <a:p>
                      <a:pPr marL="0" marR="0">
                        <a:spcBef>
                          <a:spcPts val="0"/>
                        </a:spcBef>
                        <a:spcAft>
                          <a:spcPts val="0"/>
                        </a:spcAft>
                      </a:pPr>
                      <a:r>
                        <a:rPr lang="en-US" sz="1400">
                          <a:latin typeface="Times New Roman"/>
                          <a:ea typeface="Times New Roman"/>
                        </a:rPr>
                        <a:t>class members and through library functions. Library functions have to be imported at compilation time and are platform dependent.</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Times New Roman"/>
                          <a:ea typeface="Times New Roman"/>
                        </a:rPr>
                        <a:t>Code reuse at the service level. Services have standard interfaces and are published on Internet repository. They are platform-independent and can be searched and remotely accessed. Service brokerage enables systematic sharing of services.</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37845">
                <a:tc>
                  <a:txBody>
                    <a:bodyPr/>
                    <a:lstStyle/>
                    <a:p>
                      <a:pPr marL="0" marR="0">
                        <a:spcBef>
                          <a:spcPts val="0"/>
                        </a:spcBef>
                        <a:spcAft>
                          <a:spcPts val="0"/>
                        </a:spcAft>
                      </a:pPr>
                      <a:r>
                        <a:rPr lang="en-US" sz="1400">
                          <a:latin typeface="Times New Roman"/>
                          <a:ea typeface="Times New Roman"/>
                        </a:rPr>
                        <a:t>Dynamic binding and recomposition</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a:latin typeface="Times New Roman"/>
                          <a:ea typeface="Times New Roman"/>
                        </a:rPr>
                        <a:t>Associating a name to a method at runtime. The method must have</a:t>
                      </a:r>
                    </a:p>
                    <a:p>
                      <a:pPr marL="0" marR="0">
                        <a:spcBef>
                          <a:spcPts val="0"/>
                        </a:spcBef>
                        <a:spcAft>
                          <a:spcPts val="0"/>
                        </a:spcAft>
                      </a:pPr>
                      <a:r>
                        <a:rPr lang="en-US" sz="1400">
                          <a:latin typeface="Times New Roman"/>
                          <a:ea typeface="Times New Roman"/>
                        </a:rPr>
                        <a:t>been linked to the executable code before the application is deployed.</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Times New Roman"/>
                          <a:ea typeface="Times New Roman"/>
                        </a:rPr>
                        <a:t>Binding a service request to a service at runtime. The services can be discovered after the application has been deployed. This feature allows an application to be recomposed at runtime.</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91896">
                <a:tc>
                  <a:txBody>
                    <a:bodyPr/>
                    <a:lstStyle/>
                    <a:p>
                      <a:pPr marL="0" marR="0">
                        <a:spcBef>
                          <a:spcPts val="0"/>
                        </a:spcBef>
                        <a:spcAft>
                          <a:spcPts val="0"/>
                        </a:spcAft>
                      </a:pPr>
                      <a:r>
                        <a:rPr lang="en-US" sz="1400">
                          <a:latin typeface="Times New Roman"/>
                          <a:ea typeface="Times New Roman"/>
                        </a:rPr>
                        <a:t>System maintenance</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marL="0" marR="0">
                        <a:spcBef>
                          <a:spcPts val="0"/>
                        </a:spcBef>
                        <a:spcAft>
                          <a:spcPts val="0"/>
                        </a:spcAft>
                      </a:pPr>
                      <a:r>
                        <a:rPr lang="en-US" sz="1400">
                          <a:latin typeface="Times New Roman"/>
                          <a:ea typeface="Times New Roman"/>
                        </a:rPr>
                        <a:t>Users need to upgrade their software regularly. The application has to be stopped to perform the upgrading.</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Times New Roman"/>
                          <a:ea typeface="Times New Roman"/>
                        </a:rPr>
                        <a:t>The service code resides on service providers' computers. Services can be updated without users' involvement.</a:t>
                      </a:r>
                    </a:p>
                  </a:txBody>
                  <a:tcPr marL="53474" marR="5347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Rectangle 6"/>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Bef>
                <a:spcPts val="0"/>
              </a:spcBef>
              <a:spcAft>
                <a:spcPts val="0"/>
              </a:spcAft>
              <a:defRPr/>
            </a:pPr>
            <a:r>
              <a:rPr lang="en-US" sz="2800" b="1" i="1" dirty="0">
                <a:solidFill>
                  <a:srgbClr val="EAEAEA"/>
                </a:solidFill>
                <a:effectLst>
                  <a:outerShdw blurRad="38100" dist="38100" dir="2700000" algn="tl">
                    <a:srgbClr val="C0C0C0"/>
                  </a:outerShdw>
                </a:effectLst>
                <a:latin typeface="+mn-lt"/>
              </a:rPr>
              <a:t>Service Oriented Computing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5448"/>
            <a:ext cx="8382000" cy="1252728"/>
          </a:xfrm>
        </p:spPr>
        <p:txBody>
          <a:bodyPr/>
          <a:lstStyle/>
          <a:p>
            <a:pPr fontAlgn="auto">
              <a:spcAft>
                <a:spcPts val="0"/>
              </a:spcAft>
              <a:defRPr/>
            </a:pPr>
            <a:r>
              <a:rPr lang="en-US" dirty="0" smtClean="0">
                <a:solidFill>
                  <a:schemeClr val="accent1">
                    <a:satMod val="150000"/>
                  </a:schemeClr>
                </a:solidFill>
              </a:rPr>
              <a:t>Who is using SOC?</a:t>
            </a:r>
            <a:endParaRPr lang="en-US" dirty="0">
              <a:solidFill>
                <a:schemeClr val="accent1">
                  <a:satMod val="150000"/>
                </a:schemeClr>
              </a:solidFill>
            </a:endParaRPr>
          </a:p>
        </p:txBody>
      </p:sp>
      <p:sp>
        <p:nvSpPr>
          <p:cNvPr id="28675" name="Content Placeholder 2"/>
          <p:cNvSpPr>
            <a:spLocks noGrp="1"/>
          </p:cNvSpPr>
          <p:nvPr>
            <p:ph idx="1"/>
          </p:nvPr>
        </p:nvSpPr>
        <p:spPr>
          <a:xfrm>
            <a:off x="685800" y="1371600"/>
            <a:ext cx="8458200" cy="5257800"/>
          </a:xfrm>
        </p:spPr>
        <p:txBody>
          <a:bodyPr>
            <a:normAutofit fontScale="92500"/>
          </a:bodyPr>
          <a:lstStyle/>
          <a:p>
            <a:pPr algn="just">
              <a:lnSpc>
                <a:spcPct val="150000"/>
              </a:lnSpc>
            </a:pPr>
            <a:r>
              <a:rPr lang="en-US" sz="3000" dirty="0" smtClean="0"/>
              <a:t>All major computer corporations, including BEA, IBM, Microsoft, Oracle, HP, SAP, Intel, Cisco, Juniper, SAP, and Sun Microsystems, have moved towards the SOC paradigm</a:t>
            </a:r>
          </a:p>
          <a:p>
            <a:pPr algn="just">
              <a:lnSpc>
                <a:spcPct val="150000"/>
              </a:lnSpc>
            </a:pPr>
            <a:r>
              <a:rPr lang="en-US" sz="3000" dirty="0" smtClean="0"/>
              <a:t>SOC is being adopted by major computer uses, including banks (Web banking services), retailers (Web shopping services), airlines (Web booking services)…</a:t>
            </a:r>
          </a:p>
        </p:txBody>
      </p:sp>
      <p:sp>
        <p:nvSpPr>
          <p:cNvPr id="5" name="Slide Number Placeholder 4"/>
          <p:cNvSpPr>
            <a:spLocks noGrp="1"/>
          </p:cNvSpPr>
          <p:nvPr>
            <p:ph type="sldNum" sz="quarter" idx="12"/>
          </p:nvPr>
        </p:nvSpPr>
        <p:spPr/>
        <p:txBody>
          <a:bodyPr/>
          <a:lstStyle/>
          <a:p>
            <a:pPr>
              <a:defRPr/>
            </a:pPr>
            <a:fld id="{58B62F01-11EB-42CA-84F7-E7FAC0FB91C7}" type="slidenum">
              <a:rPr lang="en-US"/>
              <a:pPr>
                <a:defRPr/>
              </a:pPr>
              <a:t>19</a:t>
            </a:fld>
            <a:endParaRPr lang="en-US" dirty="0"/>
          </a:p>
        </p:txBody>
      </p:sp>
      <p:sp>
        <p:nvSpPr>
          <p:cNvPr id="6" name="Rectangle 5"/>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Bef>
                <a:spcPts val="0"/>
              </a:spcBef>
              <a:spcAft>
                <a:spcPts val="0"/>
              </a:spcAft>
              <a:defRPr/>
            </a:pPr>
            <a:r>
              <a:rPr lang="en-US" sz="2800" b="1" i="1" dirty="0">
                <a:solidFill>
                  <a:srgbClr val="EAEAEA"/>
                </a:solidFill>
                <a:effectLst>
                  <a:outerShdw blurRad="38100" dist="38100" dir="2700000" algn="tl">
                    <a:srgbClr val="C0C0C0"/>
                  </a:outerShdw>
                </a:effectLst>
                <a:latin typeface="+mn-lt"/>
              </a:rPr>
              <a:t>Service Oriented Computing</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rIns="45720" anchor="ctr"/>
          <a:lstStyle/>
          <a:p>
            <a:pPr fontAlgn="auto">
              <a:spcAft>
                <a:spcPts val="0"/>
              </a:spcAft>
              <a:defRPr/>
            </a:pPr>
            <a:r>
              <a:rPr lang="en-US" sz="4500" dirty="0" smtClean="0">
                <a:solidFill>
                  <a:schemeClr val="accent1">
                    <a:satMod val="150000"/>
                  </a:schemeClr>
                </a:solidFill>
              </a:rPr>
              <a:t>SOC Elements</a:t>
            </a:r>
            <a:endParaRPr lang="en-US" sz="4500" dirty="0">
              <a:solidFill>
                <a:schemeClr val="accent1">
                  <a:satMod val="150000"/>
                </a:schemeClr>
              </a:solidFill>
            </a:endParaRPr>
          </a:p>
        </p:txBody>
      </p:sp>
      <p:sp>
        <p:nvSpPr>
          <p:cNvPr id="29699" name="Content Placeholder 2"/>
          <p:cNvSpPr>
            <a:spLocks noGrp="1"/>
          </p:cNvSpPr>
          <p:nvPr>
            <p:ph type="body" idx="1"/>
          </p:nvPr>
        </p:nvSpPr>
        <p:spPr>
          <a:xfrm>
            <a:off x="2286000" y="1371600"/>
            <a:ext cx="6858000" cy="5334000"/>
          </a:xfrm>
        </p:spPr>
        <p:txBody>
          <a:bodyPr lIns="54864" tIns="91440" rIns="91440" bIns="45720">
            <a:normAutofit/>
          </a:bodyPr>
          <a:lstStyle/>
          <a:p>
            <a:pPr marL="438150" indent="-319088" algn="just">
              <a:lnSpc>
                <a:spcPct val="150000"/>
              </a:lnSpc>
              <a:buFont typeface="Wingdings 2" pitchFamily="18" charset="2"/>
              <a:buChar char=""/>
            </a:pPr>
            <a:r>
              <a:rPr lang="en-US" sz="3200" smtClean="0">
                <a:solidFill>
                  <a:schemeClr val="tx1"/>
                </a:solidFill>
              </a:rPr>
              <a:t>Service Oriented Architecture</a:t>
            </a:r>
          </a:p>
          <a:p>
            <a:pPr marL="438150" indent="-319088" algn="just">
              <a:lnSpc>
                <a:spcPct val="150000"/>
              </a:lnSpc>
              <a:buFont typeface="Wingdings 2" pitchFamily="18" charset="2"/>
              <a:buChar char=""/>
            </a:pPr>
            <a:r>
              <a:rPr lang="en-US" sz="3200" smtClean="0">
                <a:solidFill>
                  <a:schemeClr val="tx1"/>
                </a:solidFill>
              </a:rPr>
              <a:t>Service Orientation</a:t>
            </a:r>
          </a:p>
          <a:p>
            <a:pPr marL="438150" indent="-319088" algn="just">
              <a:lnSpc>
                <a:spcPct val="150000"/>
              </a:lnSpc>
              <a:buFont typeface="Wingdings 2" pitchFamily="18" charset="2"/>
              <a:buChar char=""/>
            </a:pPr>
            <a:r>
              <a:rPr lang="en-US" sz="3200" smtClean="0">
                <a:solidFill>
                  <a:schemeClr val="tx1"/>
                </a:solidFill>
              </a:rPr>
              <a:t>Service Oriented Solution Logic</a:t>
            </a:r>
          </a:p>
          <a:p>
            <a:pPr marL="438150" indent="-319088" algn="just">
              <a:lnSpc>
                <a:spcPct val="150000"/>
              </a:lnSpc>
              <a:buFont typeface="Wingdings 2" pitchFamily="18" charset="2"/>
              <a:buChar char=""/>
            </a:pPr>
            <a:r>
              <a:rPr lang="en-US" sz="3200" smtClean="0">
                <a:solidFill>
                  <a:schemeClr val="tx1"/>
                </a:solidFill>
              </a:rPr>
              <a:t>Services</a:t>
            </a:r>
          </a:p>
          <a:p>
            <a:pPr marL="438150" indent="-319088" algn="just">
              <a:lnSpc>
                <a:spcPct val="150000"/>
              </a:lnSpc>
              <a:buFont typeface="Wingdings 2" pitchFamily="18" charset="2"/>
              <a:buChar char=""/>
            </a:pPr>
            <a:r>
              <a:rPr lang="en-US" sz="3200" smtClean="0">
                <a:solidFill>
                  <a:schemeClr val="tx1"/>
                </a:solidFill>
              </a:rPr>
              <a:t>Service Compositions</a:t>
            </a:r>
          </a:p>
          <a:p>
            <a:pPr marL="438150" indent="-319088" algn="just">
              <a:lnSpc>
                <a:spcPct val="150000"/>
              </a:lnSpc>
              <a:buFont typeface="Wingdings 2" pitchFamily="18" charset="2"/>
              <a:buChar char=""/>
            </a:pPr>
            <a:r>
              <a:rPr lang="en-US" sz="3200" smtClean="0">
                <a:solidFill>
                  <a:schemeClr val="tx1"/>
                </a:solidFill>
              </a:rPr>
              <a:t>Service Inventory</a:t>
            </a:r>
          </a:p>
        </p:txBody>
      </p:sp>
      <p:sp>
        <p:nvSpPr>
          <p:cNvPr id="4" name="Slide Number Placeholder 3"/>
          <p:cNvSpPr>
            <a:spLocks noGrp="1"/>
          </p:cNvSpPr>
          <p:nvPr>
            <p:ph type="sldNum" sz="quarter" idx="12"/>
          </p:nvPr>
        </p:nvSpPr>
        <p:spPr/>
        <p:txBody>
          <a:bodyPr/>
          <a:lstStyle/>
          <a:p>
            <a:pPr>
              <a:defRPr/>
            </a:pPr>
            <a:fld id="{D8DDE763-8F8F-42BC-B1EA-D3FED9CC93BB}" type="slidenum">
              <a:rPr lang="en-US" sz="1600"/>
              <a:pPr>
                <a:defRPr/>
              </a:pPr>
              <a:t>20</a:t>
            </a:fld>
            <a:endParaRPr lang="en-US" sz="160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 y="381000"/>
            <a:ext cx="9052560" cy="1143000"/>
          </a:xfrm>
        </p:spPr>
        <p:txBody>
          <a:bodyPr>
            <a:normAutofit fontScale="90000"/>
          </a:bodyPr>
          <a:lstStyle/>
          <a:p>
            <a:pPr fontAlgn="auto">
              <a:spcAft>
                <a:spcPts val="0"/>
              </a:spcAft>
              <a:defRPr/>
            </a:pPr>
            <a:r>
              <a:rPr lang="en-US" dirty="0" smtClean="0">
                <a:solidFill>
                  <a:schemeClr val="accent1">
                    <a:satMod val="150000"/>
                  </a:schemeClr>
                </a:solidFill>
              </a:rPr>
              <a:t>Service Oriented Architecture - Definition</a:t>
            </a:r>
            <a:endParaRPr lang="en-US" dirty="0">
              <a:solidFill>
                <a:schemeClr val="accent1">
                  <a:satMod val="150000"/>
                </a:schemeClr>
              </a:solidFill>
            </a:endParaRPr>
          </a:p>
        </p:txBody>
      </p:sp>
      <p:sp>
        <p:nvSpPr>
          <p:cNvPr id="3" name="Content Placeholder 2"/>
          <p:cNvSpPr>
            <a:spLocks noGrp="1"/>
          </p:cNvSpPr>
          <p:nvPr>
            <p:ph idx="1"/>
          </p:nvPr>
        </p:nvSpPr>
        <p:spPr>
          <a:xfrm>
            <a:off x="685800" y="1295400"/>
            <a:ext cx="8458200" cy="5562600"/>
          </a:xfrm>
        </p:spPr>
        <p:txBody>
          <a:bodyPr rtlCol="0">
            <a:normAutofit fontScale="92500"/>
          </a:bodyPr>
          <a:lstStyle/>
          <a:p>
            <a:pPr marL="438912" indent="-320040" algn="just" fontAlgn="auto">
              <a:lnSpc>
                <a:spcPct val="150000"/>
              </a:lnSpc>
              <a:spcBef>
                <a:spcPts val="0"/>
              </a:spcBef>
              <a:spcAft>
                <a:spcPts val="0"/>
              </a:spcAft>
              <a:buFont typeface="Wingdings 2"/>
              <a:buChar char=""/>
              <a:defRPr/>
            </a:pPr>
            <a:r>
              <a:rPr lang="en-US" dirty="0" smtClean="0">
                <a:latin typeface="+mj-lt"/>
              </a:rPr>
              <a:t>An architectural style of building software applications that promotes loose coupling between components so that you can reuse them and work within a distributed systems architecture</a:t>
            </a:r>
          </a:p>
          <a:p>
            <a:pPr marL="438912" indent="-320040" algn="just" fontAlgn="auto">
              <a:lnSpc>
                <a:spcPct val="150000"/>
              </a:lnSpc>
              <a:spcBef>
                <a:spcPts val="0"/>
              </a:spcBef>
              <a:spcAft>
                <a:spcPts val="0"/>
              </a:spcAft>
              <a:buFont typeface="Wingdings 2"/>
              <a:buChar char=""/>
              <a:defRPr/>
            </a:pPr>
            <a:r>
              <a:rPr lang="en-US" dirty="0" smtClean="0">
                <a:latin typeface="+mj-lt"/>
              </a:rPr>
              <a:t>This architecture has been wide-accepted</a:t>
            </a:r>
          </a:p>
          <a:p>
            <a:pPr marL="438912" indent="-320040" algn="just" fontAlgn="auto">
              <a:lnSpc>
                <a:spcPct val="150000"/>
              </a:lnSpc>
              <a:spcBef>
                <a:spcPts val="0"/>
              </a:spcBef>
              <a:spcAft>
                <a:spcPts val="0"/>
              </a:spcAft>
              <a:buFont typeface="Wingdings 2"/>
              <a:buChar char=""/>
              <a:defRPr/>
            </a:pPr>
            <a:r>
              <a:rPr lang="en-US" dirty="0" smtClean="0">
                <a:latin typeface="+mj-lt"/>
              </a:rPr>
              <a:t>Some SOA product has been built by Oracle (SOA Suite), IBM(</a:t>
            </a:r>
            <a:r>
              <a:rPr lang="en-US" dirty="0" err="1" smtClean="0">
                <a:latin typeface="+mj-lt"/>
              </a:rPr>
              <a:t>Websphere</a:t>
            </a:r>
            <a:r>
              <a:rPr lang="en-US" dirty="0" smtClean="0">
                <a:latin typeface="+mj-lt"/>
              </a:rPr>
              <a:t>), Microsoft(BizTalk)</a:t>
            </a:r>
            <a:endParaRPr lang="en-US" dirty="0">
              <a:latin typeface="+mj-lt"/>
            </a:endParaRPr>
          </a:p>
        </p:txBody>
      </p:sp>
      <p:sp>
        <p:nvSpPr>
          <p:cNvPr id="4" name="Slide Number Placeholder 3"/>
          <p:cNvSpPr>
            <a:spLocks noGrp="1"/>
          </p:cNvSpPr>
          <p:nvPr>
            <p:ph type="sldNum" sz="quarter" idx="12"/>
          </p:nvPr>
        </p:nvSpPr>
        <p:spPr/>
        <p:txBody>
          <a:bodyPr/>
          <a:lstStyle/>
          <a:p>
            <a:pPr>
              <a:defRPr/>
            </a:pPr>
            <a:fld id="{4A822B85-2415-4D91-AAA1-234D4C162499}" type="slidenum">
              <a:rPr lang="en-US"/>
              <a:pPr>
                <a:defRPr/>
              </a:pPr>
              <a:t>21</a:t>
            </a:fld>
            <a:endParaRPr lang="en-US" dirty="0"/>
          </a:p>
        </p:txBody>
      </p:sp>
      <p:sp>
        <p:nvSpPr>
          <p:cNvPr id="5" name="Rectangle 4"/>
          <p:cNvSpPr>
            <a:spLocks noChangeArrowheads="1"/>
          </p:cNvSpPr>
          <p:nvPr/>
        </p:nvSpPr>
        <p:spPr bwMode="auto">
          <a:xfrm rot="16200000">
            <a:off x="-2438400" y="3886200"/>
            <a:ext cx="5410200" cy="533400"/>
          </a:xfrm>
          <a:prstGeom prst="rect">
            <a:avLst/>
          </a:prstGeom>
          <a:solidFill>
            <a:schemeClr val="accent2"/>
          </a:solidFill>
          <a:ln w="9525">
            <a:noFill/>
            <a:miter lim="800000"/>
            <a:headEnd/>
            <a:tailEnd/>
          </a:ln>
          <a:effectLst/>
        </p:spPr>
        <p:txBody>
          <a:bodyPr anchor="ctr"/>
          <a:lstStyle/>
          <a:p>
            <a:pPr algn="ctr" fontAlgn="auto">
              <a:spcAft>
                <a:spcPts val="0"/>
              </a:spcAft>
              <a:defRPr/>
            </a:pPr>
            <a:r>
              <a:rPr lang="en-US" sz="2800" b="1" i="1" dirty="0">
                <a:solidFill>
                  <a:srgbClr val="EAEAEA"/>
                </a:solidFill>
                <a:effectLst>
                  <a:outerShdw blurRad="38100" dist="38100" dir="2700000" algn="tl">
                    <a:srgbClr val="C0C0C0"/>
                  </a:outerShdw>
                </a:effectLst>
                <a:latin typeface="+mn-lt"/>
              </a:rPr>
              <a:t>Service Oriented Architecture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dirty="0" smtClean="0">
                <a:solidFill>
                  <a:schemeClr val="tx1">
                    <a:lumMod val="65000"/>
                    <a:lumOff val="35000"/>
                  </a:schemeClr>
                </a:solidFill>
                <a:effectLst>
                  <a:outerShdw blurRad="63500" algn="ctr" rotWithShape="0">
                    <a:prstClr val="black">
                      <a:alpha val="14000"/>
                    </a:prstClr>
                  </a:outerShdw>
                </a:effectLst>
              </a:rPr>
              <a:t>Business Process</a:t>
            </a:r>
            <a:endParaRPr lang="en-US" dirty="0"/>
          </a:p>
        </p:txBody>
      </p:sp>
      <p:grpSp>
        <p:nvGrpSpPr>
          <p:cNvPr id="6147" name="Group 3252"/>
          <p:cNvGrpSpPr>
            <a:grpSpLocks/>
          </p:cNvGrpSpPr>
          <p:nvPr/>
        </p:nvGrpSpPr>
        <p:grpSpPr bwMode="auto">
          <a:xfrm>
            <a:off x="962025" y="1497013"/>
            <a:ext cx="7278688" cy="5132387"/>
            <a:chOff x="446088" y="1618517"/>
            <a:chExt cx="8135937" cy="5304571"/>
          </a:xfrm>
        </p:grpSpPr>
        <p:sp>
          <p:nvSpPr>
            <p:cNvPr id="6148" name="Rectangle 26"/>
            <p:cNvSpPr>
              <a:spLocks noChangeArrowheads="1"/>
            </p:cNvSpPr>
            <p:nvPr/>
          </p:nvSpPr>
          <p:spPr bwMode="auto">
            <a:xfrm>
              <a:off x="648683" y="2640152"/>
              <a:ext cx="1991366" cy="818155"/>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solidFill>
                    <a:schemeClr val="bg1"/>
                  </a:solidFill>
                  <a:latin typeface="Arial Black" panose="020B0A04020102020204" pitchFamily="34" charset="0"/>
                </a:rPr>
                <a:t>Sales &amp; Marketing Department</a:t>
              </a:r>
            </a:p>
          </p:txBody>
        </p:sp>
        <p:grpSp>
          <p:nvGrpSpPr>
            <p:cNvPr id="6149" name="Group 55"/>
            <p:cNvGrpSpPr>
              <a:grpSpLocks/>
            </p:cNvGrpSpPr>
            <p:nvPr/>
          </p:nvGrpSpPr>
          <p:grpSpPr bwMode="auto">
            <a:xfrm>
              <a:off x="446088" y="3526134"/>
              <a:ext cx="2498677" cy="3255667"/>
              <a:chOff x="72" y="1968"/>
              <a:chExt cx="1776" cy="2304"/>
            </a:xfrm>
          </p:grpSpPr>
          <p:grpSp>
            <p:nvGrpSpPr>
              <p:cNvPr id="7222" name="Group 51"/>
              <p:cNvGrpSpPr>
                <a:grpSpLocks/>
              </p:cNvGrpSpPr>
              <p:nvPr/>
            </p:nvGrpSpPr>
            <p:grpSpPr bwMode="auto">
              <a:xfrm>
                <a:off x="72" y="2928"/>
                <a:ext cx="1776" cy="720"/>
                <a:chOff x="72" y="2928"/>
                <a:chExt cx="1776" cy="720"/>
              </a:xfrm>
            </p:grpSpPr>
            <p:pic>
              <p:nvPicPr>
                <p:cNvPr id="7225" name="Picture 5" descr="j0079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 y="3360"/>
                  <a:ext cx="52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26" name="Picture 6" descr="j015756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8" y="3360"/>
                  <a:ext cx="429"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27" name="Picture 7" descr="j015756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68" y="3360"/>
                  <a:ext cx="288" cy="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28" name="Line 8"/>
                <p:cNvSpPr>
                  <a:spLocks noChangeShapeType="1"/>
                </p:cNvSpPr>
                <p:nvPr/>
              </p:nvSpPr>
              <p:spPr bwMode="auto">
                <a:xfrm>
                  <a:off x="888" y="2928"/>
                  <a:ext cx="960" cy="336"/>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29" name="Line 9"/>
                <p:cNvSpPr>
                  <a:spLocks noChangeShapeType="1"/>
                </p:cNvSpPr>
                <p:nvPr/>
              </p:nvSpPr>
              <p:spPr bwMode="auto">
                <a:xfrm>
                  <a:off x="216" y="3216"/>
                  <a:ext cx="0" cy="432"/>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30" name="Line 10"/>
                <p:cNvSpPr>
                  <a:spLocks noChangeShapeType="1"/>
                </p:cNvSpPr>
                <p:nvPr/>
              </p:nvSpPr>
              <p:spPr bwMode="auto">
                <a:xfrm>
                  <a:off x="1704" y="3202"/>
                  <a:ext cx="0" cy="446"/>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31" name="Line 11"/>
                <p:cNvSpPr>
                  <a:spLocks noChangeShapeType="1"/>
                </p:cNvSpPr>
                <p:nvPr/>
              </p:nvSpPr>
              <p:spPr bwMode="auto">
                <a:xfrm>
                  <a:off x="216" y="3216"/>
                  <a:ext cx="1488" cy="0"/>
                </a:xfrm>
                <a:prstGeom prst="line">
                  <a:avLst/>
                </a:prstGeom>
                <a:noFill/>
                <a:ln w="5715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32" name="Line 12"/>
                <p:cNvSpPr>
                  <a:spLocks noChangeShapeType="1"/>
                </p:cNvSpPr>
                <p:nvPr/>
              </p:nvSpPr>
              <p:spPr bwMode="auto">
                <a:xfrm>
                  <a:off x="216" y="3648"/>
                  <a:ext cx="1488" cy="0"/>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7233" name="Rectangle 13"/>
                <p:cNvSpPr>
                  <a:spLocks noChangeArrowheads="1"/>
                </p:cNvSpPr>
                <p:nvPr/>
              </p:nvSpPr>
              <p:spPr bwMode="auto">
                <a:xfrm>
                  <a:off x="888" y="3072"/>
                  <a:ext cx="96" cy="48"/>
                </a:xfrm>
                <a:prstGeom prst="rect">
                  <a:avLst/>
                </a:prstGeom>
                <a:solidFill>
                  <a:schemeClr val="bg1"/>
                </a:solidFill>
                <a:ln w="19050">
                  <a:solidFill>
                    <a:srgbClr val="008034"/>
                  </a:solidFill>
                  <a:miter lim="800000"/>
                  <a:headEnd/>
                  <a:tailEnd/>
                </a:ln>
              </p:spPr>
              <p:txBody>
                <a:bodyPr wrap="none" lIns="90000" tIns="90000" r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Times New Roman" panose="02020603050405020304" pitchFamily="18" charset="0"/>
                    <a:buChar char="•"/>
                  </a:pPr>
                  <a:endParaRPr lang="en-US" altLang="en-US" sz="1800">
                    <a:solidFill>
                      <a:srgbClr val="008034"/>
                    </a:solidFill>
                    <a:latin typeface="Arial" panose="020B0604020202020204" pitchFamily="34" charset="0"/>
                  </a:endParaRPr>
                </a:p>
              </p:txBody>
            </p:sp>
            <p:sp>
              <p:nvSpPr>
                <p:cNvPr id="7234" name="Line 14"/>
                <p:cNvSpPr>
                  <a:spLocks noChangeShapeType="1"/>
                </p:cNvSpPr>
                <p:nvPr/>
              </p:nvSpPr>
              <p:spPr bwMode="auto">
                <a:xfrm flipH="1">
                  <a:off x="72" y="2928"/>
                  <a:ext cx="816" cy="336"/>
                </a:xfrm>
                <a:prstGeom prst="line">
                  <a:avLst/>
                </a:prstGeom>
                <a:noFill/>
                <a:ln w="38100">
                  <a:solidFill>
                    <a:srgbClr val="1D04DA"/>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grpSp>
          <p:sp>
            <p:nvSpPr>
              <p:cNvPr id="7223" name="Rectangle 28"/>
              <p:cNvSpPr>
                <a:spLocks noChangeArrowheads="1"/>
              </p:cNvSpPr>
              <p:nvPr/>
            </p:nvSpPr>
            <p:spPr bwMode="auto">
              <a:xfrm>
                <a:off x="312" y="3792"/>
                <a:ext cx="1296" cy="48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a:solidFill>
                      <a:schemeClr val="bg1"/>
                    </a:solidFill>
                    <a:latin typeface="Arial" panose="020B0604020202020204" pitchFamily="34" charset="0"/>
                  </a:rPr>
                  <a:t> </a:t>
                </a:r>
                <a:r>
                  <a:rPr lang="en-US" altLang="en-US" sz="1600">
                    <a:solidFill>
                      <a:schemeClr val="bg1"/>
                    </a:solidFill>
                    <a:latin typeface="Arial Black" panose="020B0A04020102020204" pitchFamily="34" charset="0"/>
                  </a:rPr>
                  <a:t>Inventory (Stores)</a:t>
                </a:r>
                <a:r>
                  <a:rPr lang="en-US" altLang="en-US" sz="2000">
                    <a:solidFill>
                      <a:schemeClr val="bg1"/>
                    </a:solidFill>
                    <a:latin typeface="Arial" panose="020B0604020202020204" pitchFamily="34" charset="0"/>
                  </a:rPr>
                  <a:t> </a:t>
                </a:r>
              </a:p>
            </p:txBody>
          </p:sp>
          <p:sp>
            <p:nvSpPr>
              <p:cNvPr id="7224" name="Line 43"/>
              <p:cNvSpPr>
                <a:spLocks noChangeShapeType="1"/>
              </p:cNvSpPr>
              <p:nvPr/>
            </p:nvSpPr>
            <p:spPr bwMode="auto">
              <a:xfrm>
                <a:off x="912" y="1968"/>
                <a:ext cx="0" cy="912"/>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50" name="Group 56"/>
            <p:cNvGrpSpPr>
              <a:grpSpLocks/>
            </p:cNvGrpSpPr>
            <p:nvPr/>
          </p:nvGrpSpPr>
          <p:grpSpPr bwMode="auto">
            <a:xfrm>
              <a:off x="2708610" y="2640152"/>
              <a:ext cx="5492990" cy="2445989"/>
              <a:chOff x="1680" y="1341"/>
              <a:chExt cx="3906" cy="1731"/>
            </a:xfrm>
          </p:grpSpPr>
          <p:grpSp>
            <p:nvGrpSpPr>
              <p:cNvPr id="7218" name="Group 52"/>
              <p:cNvGrpSpPr>
                <a:grpSpLocks/>
              </p:cNvGrpSpPr>
              <p:nvPr/>
            </p:nvGrpSpPr>
            <p:grpSpPr bwMode="auto">
              <a:xfrm>
                <a:off x="1680" y="1341"/>
                <a:ext cx="3906" cy="483"/>
                <a:chOff x="1680" y="1341"/>
                <a:chExt cx="3906" cy="483"/>
              </a:xfrm>
            </p:grpSpPr>
            <p:sp>
              <p:nvSpPr>
                <p:cNvPr id="7220" name="Rectangle 27"/>
                <p:cNvSpPr>
                  <a:spLocks noChangeArrowheads="1"/>
                </p:cNvSpPr>
                <p:nvPr/>
              </p:nvSpPr>
              <p:spPr bwMode="auto">
                <a:xfrm>
                  <a:off x="4128" y="1341"/>
                  <a:ext cx="1458" cy="483"/>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000">
                    <a:solidFill>
                      <a:schemeClr val="bg1"/>
                    </a:solidFill>
                    <a:latin typeface="Arial" panose="020B0604020202020204" pitchFamily="34" charset="0"/>
                  </a:endParaRPr>
                </a:p>
                <a:p>
                  <a:pPr algn="ctr" eaLnBrk="1" hangingPunct="1">
                    <a:spcBef>
                      <a:spcPct val="0"/>
                    </a:spcBef>
                    <a:buFontTx/>
                    <a:buNone/>
                  </a:pPr>
                  <a:r>
                    <a:rPr lang="en-US" altLang="en-US" sz="1600">
                      <a:solidFill>
                        <a:schemeClr val="bg1"/>
                      </a:solidFill>
                      <a:latin typeface="Arial Black" panose="020B0A04020102020204" pitchFamily="34" charset="0"/>
                    </a:rPr>
                    <a:t>Purchasing Department</a:t>
                  </a:r>
                  <a:r>
                    <a:rPr lang="en-US" altLang="en-US" sz="2000">
                      <a:solidFill>
                        <a:schemeClr val="bg1"/>
                      </a:solidFill>
                      <a:latin typeface="Arial" panose="020B0604020202020204" pitchFamily="34" charset="0"/>
                    </a:rPr>
                    <a:t> </a:t>
                  </a:r>
                </a:p>
                <a:p>
                  <a:pPr algn="ctr" eaLnBrk="1" hangingPunct="1">
                    <a:spcBef>
                      <a:spcPct val="0"/>
                    </a:spcBef>
                    <a:buFontTx/>
                    <a:buNone/>
                  </a:pPr>
                  <a:endParaRPr lang="en-US" altLang="en-US" sz="2000">
                    <a:solidFill>
                      <a:schemeClr val="bg1"/>
                    </a:solidFill>
                    <a:latin typeface="Arial" panose="020B0604020202020204" pitchFamily="34" charset="0"/>
                  </a:endParaRPr>
                </a:p>
              </p:txBody>
            </p:sp>
            <p:sp>
              <p:nvSpPr>
                <p:cNvPr id="7221" name="Line 42"/>
                <p:cNvSpPr>
                  <a:spLocks noChangeShapeType="1"/>
                </p:cNvSpPr>
                <p:nvPr/>
              </p:nvSpPr>
              <p:spPr bwMode="auto">
                <a:xfrm>
                  <a:off x="1680" y="1632"/>
                  <a:ext cx="2208" cy="0"/>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7219" name="Line 45"/>
              <p:cNvSpPr>
                <a:spLocks noChangeShapeType="1"/>
              </p:cNvSpPr>
              <p:nvPr/>
            </p:nvSpPr>
            <p:spPr bwMode="auto">
              <a:xfrm flipV="1">
                <a:off x="1680" y="1824"/>
                <a:ext cx="2208" cy="1248"/>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151" name="Group 54"/>
            <p:cNvGrpSpPr>
              <a:grpSpLocks/>
            </p:cNvGrpSpPr>
            <p:nvPr/>
          </p:nvGrpSpPr>
          <p:grpSpPr bwMode="auto">
            <a:xfrm>
              <a:off x="3225105" y="3377764"/>
              <a:ext cx="5356920" cy="3404036"/>
              <a:chOff x="1872" y="1920"/>
              <a:chExt cx="3808" cy="2409"/>
            </a:xfrm>
          </p:grpSpPr>
          <p:sp>
            <p:nvSpPr>
              <p:cNvPr id="6178" name="Rectangle 29"/>
              <p:cNvSpPr>
                <a:spLocks noChangeArrowheads="1"/>
              </p:cNvSpPr>
              <p:nvPr/>
            </p:nvSpPr>
            <p:spPr bwMode="auto">
              <a:xfrm>
                <a:off x="4088" y="3840"/>
                <a:ext cx="1440" cy="489"/>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000">
                  <a:solidFill>
                    <a:schemeClr val="bg1"/>
                  </a:solidFill>
                  <a:latin typeface="Arial" panose="020B0604020202020204" pitchFamily="34" charset="0"/>
                </a:endParaRPr>
              </a:p>
              <a:p>
                <a:pPr algn="ctr" eaLnBrk="1" hangingPunct="1">
                  <a:spcBef>
                    <a:spcPct val="0"/>
                  </a:spcBef>
                  <a:buFontTx/>
                  <a:buNone/>
                </a:pPr>
                <a:r>
                  <a:rPr lang="en-US" altLang="en-US" sz="2000">
                    <a:solidFill>
                      <a:schemeClr val="bg1"/>
                    </a:solidFill>
                    <a:latin typeface="Arial" panose="020B0604020202020204" pitchFamily="34" charset="0"/>
                  </a:rPr>
                  <a:t> </a:t>
                </a:r>
                <a:r>
                  <a:rPr lang="en-US" altLang="en-US" sz="1600">
                    <a:solidFill>
                      <a:schemeClr val="bg1"/>
                    </a:solidFill>
                    <a:latin typeface="Arial Black" panose="020B0A04020102020204" pitchFamily="34" charset="0"/>
                  </a:rPr>
                  <a:t>Manufacturing</a:t>
                </a:r>
                <a:r>
                  <a:rPr lang="en-US" altLang="en-US" sz="2000">
                    <a:solidFill>
                      <a:schemeClr val="bg1"/>
                    </a:solidFill>
                    <a:latin typeface="Arial" panose="020B0604020202020204" pitchFamily="34" charset="0"/>
                  </a:rPr>
                  <a:t> </a:t>
                </a:r>
              </a:p>
              <a:p>
                <a:pPr algn="ctr" eaLnBrk="1" hangingPunct="1">
                  <a:spcBef>
                    <a:spcPct val="0"/>
                  </a:spcBef>
                  <a:buFontTx/>
                  <a:buNone/>
                </a:pPr>
                <a:endParaRPr lang="en-US" altLang="en-US" sz="2000">
                  <a:solidFill>
                    <a:schemeClr val="bg1"/>
                  </a:solidFill>
                  <a:latin typeface="Arial" panose="020B0604020202020204" pitchFamily="34" charset="0"/>
                </a:endParaRPr>
              </a:p>
            </p:txBody>
          </p:sp>
          <p:grpSp>
            <p:nvGrpSpPr>
              <p:cNvPr id="6179" name="Group 50"/>
              <p:cNvGrpSpPr>
                <a:grpSpLocks/>
              </p:cNvGrpSpPr>
              <p:nvPr/>
            </p:nvGrpSpPr>
            <p:grpSpPr bwMode="auto">
              <a:xfrm>
                <a:off x="3904" y="2288"/>
                <a:ext cx="1776" cy="1419"/>
                <a:chOff x="3904" y="2288"/>
                <a:chExt cx="1776" cy="1419"/>
              </a:xfrm>
            </p:grpSpPr>
            <p:grpSp>
              <p:nvGrpSpPr>
                <p:cNvPr id="6182" name="Group 30"/>
                <p:cNvGrpSpPr>
                  <a:grpSpLocks/>
                </p:cNvGrpSpPr>
                <p:nvPr/>
              </p:nvGrpSpPr>
              <p:grpSpPr bwMode="auto">
                <a:xfrm>
                  <a:off x="4145" y="3393"/>
                  <a:ext cx="523" cy="222"/>
                  <a:chOff x="4145" y="3457"/>
                  <a:chExt cx="523" cy="222"/>
                </a:xfrm>
              </p:grpSpPr>
              <p:sp>
                <p:nvSpPr>
                  <p:cNvPr id="7018" name="Freeform 31"/>
                  <p:cNvSpPr>
                    <a:spLocks/>
                  </p:cNvSpPr>
                  <p:nvPr/>
                </p:nvSpPr>
                <p:spPr bwMode="auto">
                  <a:xfrm>
                    <a:off x="4145" y="3457"/>
                    <a:ext cx="522" cy="221"/>
                  </a:xfrm>
                  <a:custGeom>
                    <a:avLst/>
                    <a:gdLst>
                      <a:gd name="T0" fmla="*/ 20 w 1044"/>
                      <a:gd name="T1" fmla="*/ 1 h 442"/>
                      <a:gd name="T2" fmla="*/ 22 w 1044"/>
                      <a:gd name="T3" fmla="*/ 2 h 442"/>
                      <a:gd name="T4" fmla="*/ 23 w 1044"/>
                      <a:gd name="T5" fmla="*/ 2 h 442"/>
                      <a:gd name="T6" fmla="*/ 24 w 1044"/>
                      <a:gd name="T7" fmla="*/ 3 h 442"/>
                      <a:gd name="T8" fmla="*/ 26 w 1044"/>
                      <a:gd name="T9" fmla="*/ 4 h 442"/>
                      <a:gd name="T10" fmla="*/ 26 w 1044"/>
                      <a:gd name="T11" fmla="*/ 4 h 442"/>
                      <a:gd name="T12" fmla="*/ 28 w 1044"/>
                      <a:gd name="T13" fmla="*/ 4 h 442"/>
                      <a:gd name="T14" fmla="*/ 27 w 1044"/>
                      <a:gd name="T15" fmla="*/ 5 h 442"/>
                      <a:gd name="T16" fmla="*/ 28 w 1044"/>
                      <a:gd name="T17" fmla="*/ 5 h 442"/>
                      <a:gd name="T18" fmla="*/ 30 w 1044"/>
                      <a:gd name="T19" fmla="*/ 6 h 442"/>
                      <a:gd name="T20" fmla="*/ 31 w 1044"/>
                      <a:gd name="T21" fmla="*/ 7 h 442"/>
                      <a:gd name="T22" fmla="*/ 32 w 1044"/>
                      <a:gd name="T23" fmla="*/ 8 h 442"/>
                      <a:gd name="T24" fmla="*/ 33 w 1044"/>
                      <a:gd name="T25" fmla="*/ 9 h 442"/>
                      <a:gd name="T26" fmla="*/ 33 w 1044"/>
                      <a:gd name="T27" fmla="*/ 10 h 442"/>
                      <a:gd name="T28" fmla="*/ 32 w 1044"/>
                      <a:gd name="T29" fmla="*/ 11 h 442"/>
                      <a:gd name="T30" fmla="*/ 33 w 1044"/>
                      <a:gd name="T31" fmla="*/ 12 h 442"/>
                      <a:gd name="T32" fmla="*/ 32 w 1044"/>
                      <a:gd name="T33" fmla="*/ 12 h 442"/>
                      <a:gd name="T34" fmla="*/ 31 w 1044"/>
                      <a:gd name="T35" fmla="*/ 12 h 442"/>
                      <a:gd name="T36" fmla="*/ 32 w 1044"/>
                      <a:gd name="T37" fmla="*/ 13 h 442"/>
                      <a:gd name="T38" fmla="*/ 31 w 1044"/>
                      <a:gd name="T39" fmla="*/ 13 h 442"/>
                      <a:gd name="T40" fmla="*/ 30 w 1044"/>
                      <a:gd name="T41" fmla="*/ 13 h 442"/>
                      <a:gd name="T42" fmla="*/ 29 w 1044"/>
                      <a:gd name="T43" fmla="*/ 14 h 442"/>
                      <a:gd name="T44" fmla="*/ 28 w 1044"/>
                      <a:gd name="T45" fmla="*/ 14 h 442"/>
                      <a:gd name="T46" fmla="*/ 26 w 1044"/>
                      <a:gd name="T47" fmla="*/ 14 h 442"/>
                      <a:gd name="T48" fmla="*/ 24 w 1044"/>
                      <a:gd name="T49" fmla="*/ 14 h 442"/>
                      <a:gd name="T50" fmla="*/ 23 w 1044"/>
                      <a:gd name="T51" fmla="*/ 14 h 442"/>
                      <a:gd name="T52" fmla="*/ 22 w 1044"/>
                      <a:gd name="T53" fmla="*/ 14 h 442"/>
                      <a:gd name="T54" fmla="*/ 19 w 1044"/>
                      <a:gd name="T55" fmla="*/ 14 h 442"/>
                      <a:gd name="T56" fmla="*/ 18 w 1044"/>
                      <a:gd name="T57" fmla="*/ 14 h 442"/>
                      <a:gd name="T58" fmla="*/ 17 w 1044"/>
                      <a:gd name="T59" fmla="*/ 14 h 442"/>
                      <a:gd name="T60" fmla="*/ 15 w 1044"/>
                      <a:gd name="T61" fmla="*/ 13 h 442"/>
                      <a:gd name="T62" fmla="*/ 14 w 1044"/>
                      <a:gd name="T63" fmla="*/ 13 h 442"/>
                      <a:gd name="T64" fmla="*/ 12 w 1044"/>
                      <a:gd name="T65" fmla="*/ 12 h 442"/>
                      <a:gd name="T66" fmla="*/ 10 w 1044"/>
                      <a:gd name="T67" fmla="*/ 11 h 442"/>
                      <a:gd name="T68" fmla="*/ 9 w 1044"/>
                      <a:gd name="T69" fmla="*/ 11 h 442"/>
                      <a:gd name="T70" fmla="*/ 7 w 1044"/>
                      <a:gd name="T71" fmla="*/ 10 h 442"/>
                      <a:gd name="T72" fmla="*/ 6 w 1044"/>
                      <a:gd name="T73" fmla="*/ 10 h 442"/>
                      <a:gd name="T74" fmla="*/ 5 w 1044"/>
                      <a:gd name="T75" fmla="*/ 10 h 442"/>
                      <a:gd name="T76" fmla="*/ 4 w 1044"/>
                      <a:gd name="T77" fmla="*/ 10 h 442"/>
                      <a:gd name="T78" fmla="*/ 3 w 1044"/>
                      <a:gd name="T79" fmla="*/ 9 h 442"/>
                      <a:gd name="T80" fmla="*/ 2 w 1044"/>
                      <a:gd name="T81" fmla="*/ 9 h 442"/>
                      <a:gd name="T82" fmla="*/ 1 w 1044"/>
                      <a:gd name="T83" fmla="*/ 8 h 442"/>
                      <a:gd name="T84" fmla="*/ 1 w 1044"/>
                      <a:gd name="T85" fmla="*/ 8 h 442"/>
                      <a:gd name="T86" fmla="*/ 2 w 1044"/>
                      <a:gd name="T87" fmla="*/ 7 h 442"/>
                      <a:gd name="T88" fmla="*/ 1 w 1044"/>
                      <a:gd name="T89" fmla="*/ 6 h 442"/>
                      <a:gd name="T90" fmla="*/ 0 w 1044"/>
                      <a:gd name="T91" fmla="*/ 5 h 442"/>
                      <a:gd name="T92" fmla="*/ 1 w 1044"/>
                      <a:gd name="T93" fmla="*/ 3 h 442"/>
                      <a:gd name="T94" fmla="*/ 1 w 1044"/>
                      <a:gd name="T95" fmla="*/ 2 h 442"/>
                      <a:gd name="T96" fmla="*/ 2 w 1044"/>
                      <a:gd name="T97" fmla="*/ 2 h 442"/>
                      <a:gd name="T98" fmla="*/ 3 w 1044"/>
                      <a:gd name="T99" fmla="*/ 1 h 442"/>
                      <a:gd name="T100" fmla="*/ 5 w 1044"/>
                      <a:gd name="T101" fmla="*/ 1 h 442"/>
                      <a:gd name="T102" fmla="*/ 8 w 1044"/>
                      <a:gd name="T103" fmla="*/ 1 h 442"/>
                      <a:gd name="T104" fmla="*/ 10 w 1044"/>
                      <a:gd name="T105" fmla="*/ 1 h 442"/>
                      <a:gd name="T106" fmla="*/ 13 w 1044"/>
                      <a:gd name="T107" fmla="*/ 1 h 442"/>
                      <a:gd name="T108" fmla="*/ 15 w 1044"/>
                      <a:gd name="T109" fmla="*/ 1 h 442"/>
                      <a:gd name="T110" fmla="*/ 17 w 1044"/>
                      <a:gd name="T111" fmla="*/ 1 h 442"/>
                      <a:gd name="T112" fmla="*/ 18 w 1044"/>
                      <a:gd name="T113" fmla="*/ 1 h 44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44"/>
                      <a:gd name="T172" fmla="*/ 0 h 442"/>
                      <a:gd name="T173" fmla="*/ 1044 w 1044"/>
                      <a:gd name="T174" fmla="*/ 442 h 44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44" h="442">
                        <a:moveTo>
                          <a:pt x="591" y="10"/>
                        </a:moveTo>
                        <a:lnTo>
                          <a:pt x="598" y="13"/>
                        </a:lnTo>
                        <a:lnTo>
                          <a:pt x="605" y="14"/>
                        </a:lnTo>
                        <a:lnTo>
                          <a:pt x="613" y="15"/>
                        </a:lnTo>
                        <a:lnTo>
                          <a:pt x="620" y="16"/>
                        </a:lnTo>
                        <a:lnTo>
                          <a:pt x="627" y="19"/>
                        </a:lnTo>
                        <a:lnTo>
                          <a:pt x="634" y="20"/>
                        </a:lnTo>
                        <a:lnTo>
                          <a:pt x="641" y="23"/>
                        </a:lnTo>
                        <a:lnTo>
                          <a:pt x="647" y="24"/>
                        </a:lnTo>
                        <a:lnTo>
                          <a:pt x="655" y="26"/>
                        </a:lnTo>
                        <a:lnTo>
                          <a:pt x="662" y="29"/>
                        </a:lnTo>
                        <a:lnTo>
                          <a:pt x="668" y="31"/>
                        </a:lnTo>
                        <a:lnTo>
                          <a:pt x="676" y="34"/>
                        </a:lnTo>
                        <a:lnTo>
                          <a:pt x="682" y="36"/>
                        </a:lnTo>
                        <a:lnTo>
                          <a:pt x="688" y="39"/>
                        </a:lnTo>
                        <a:lnTo>
                          <a:pt x="695" y="41"/>
                        </a:lnTo>
                        <a:lnTo>
                          <a:pt x="701" y="44"/>
                        </a:lnTo>
                        <a:lnTo>
                          <a:pt x="709" y="47"/>
                        </a:lnTo>
                        <a:lnTo>
                          <a:pt x="715" y="50"/>
                        </a:lnTo>
                        <a:lnTo>
                          <a:pt x="722" y="52"/>
                        </a:lnTo>
                        <a:lnTo>
                          <a:pt x="728" y="56"/>
                        </a:lnTo>
                        <a:lnTo>
                          <a:pt x="735" y="58"/>
                        </a:lnTo>
                        <a:lnTo>
                          <a:pt x="741" y="62"/>
                        </a:lnTo>
                        <a:lnTo>
                          <a:pt x="748" y="65"/>
                        </a:lnTo>
                        <a:lnTo>
                          <a:pt x="754" y="68"/>
                        </a:lnTo>
                        <a:lnTo>
                          <a:pt x="761" y="71"/>
                        </a:lnTo>
                        <a:lnTo>
                          <a:pt x="767" y="74"/>
                        </a:lnTo>
                        <a:lnTo>
                          <a:pt x="774" y="77"/>
                        </a:lnTo>
                        <a:lnTo>
                          <a:pt x="780" y="81"/>
                        </a:lnTo>
                        <a:lnTo>
                          <a:pt x="786" y="84"/>
                        </a:lnTo>
                        <a:lnTo>
                          <a:pt x="793" y="87"/>
                        </a:lnTo>
                        <a:lnTo>
                          <a:pt x="799" y="90"/>
                        </a:lnTo>
                        <a:lnTo>
                          <a:pt x="806" y="94"/>
                        </a:lnTo>
                        <a:lnTo>
                          <a:pt x="810" y="95"/>
                        </a:lnTo>
                        <a:lnTo>
                          <a:pt x="813" y="98"/>
                        </a:lnTo>
                        <a:lnTo>
                          <a:pt x="817" y="99"/>
                        </a:lnTo>
                        <a:lnTo>
                          <a:pt x="821" y="102"/>
                        </a:lnTo>
                        <a:lnTo>
                          <a:pt x="825" y="104"/>
                        </a:lnTo>
                        <a:lnTo>
                          <a:pt x="828" y="106"/>
                        </a:lnTo>
                        <a:lnTo>
                          <a:pt x="832" y="109"/>
                        </a:lnTo>
                        <a:lnTo>
                          <a:pt x="836" y="111"/>
                        </a:lnTo>
                        <a:lnTo>
                          <a:pt x="839" y="110"/>
                        </a:lnTo>
                        <a:lnTo>
                          <a:pt x="843" y="109"/>
                        </a:lnTo>
                        <a:lnTo>
                          <a:pt x="847" y="109"/>
                        </a:lnTo>
                        <a:lnTo>
                          <a:pt x="850" y="108"/>
                        </a:lnTo>
                        <a:lnTo>
                          <a:pt x="865" y="108"/>
                        </a:lnTo>
                        <a:lnTo>
                          <a:pt x="869" y="111"/>
                        </a:lnTo>
                        <a:lnTo>
                          <a:pt x="871" y="113"/>
                        </a:lnTo>
                        <a:lnTo>
                          <a:pt x="873" y="115"/>
                        </a:lnTo>
                        <a:lnTo>
                          <a:pt x="874" y="118"/>
                        </a:lnTo>
                        <a:lnTo>
                          <a:pt x="875" y="119"/>
                        </a:lnTo>
                        <a:lnTo>
                          <a:pt x="875" y="123"/>
                        </a:lnTo>
                        <a:lnTo>
                          <a:pt x="874" y="125"/>
                        </a:lnTo>
                        <a:lnTo>
                          <a:pt x="873" y="126"/>
                        </a:lnTo>
                        <a:lnTo>
                          <a:pt x="873" y="129"/>
                        </a:lnTo>
                        <a:lnTo>
                          <a:pt x="871" y="131"/>
                        </a:lnTo>
                        <a:lnTo>
                          <a:pt x="869" y="132"/>
                        </a:lnTo>
                        <a:lnTo>
                          <a:pt x="875" y="135"/>
                        </a:lnTo>
                        <a:lnTo>
                          <a:pt x="880" y="137"/>
                        </a:lnTo>
                        <a:lnTo>
                          <a:pt x="886" y="140"/>
                        </a:lnTo>
                        <a:lnTo>
                          <a:pt x="892" y="142"/>
                        </a:lnTo>
                        <a:lnTo>
                          <a:pt x="898" y="145"/>
                        </a:lnTo>
                        <a:lnTo>
                          <a:pt x="903" y="146"/>
                        </a:lnTo>
                        <a:lnTo>
                          <a:pt x="910" y="148"/>
                        </a:lnTo>
                        <a:lnTo>
                          <a:pt x="914" y="152"/>
                        </a:lnTo>
                        <a:lnTo>
                          <a:pt x="921" y="155"/>
                        </a:lnTo>
                        <a:lnTo>
                          <a:pt x="926" y="157"/>
                        </a:lnTo>
                        <a:lnTo>
                          <a:pt x="931" y="161"/>
                        </a:lnTo>
                        <a:lnTo>
                          <a:pt x="937" y="164"/>
                        </a:lnTo>
                        <a:lnTo>
                          <a:pt x="950" y="178"/>
                        </a:lnTo>
                        <a:lnTo>
                          <a:pt x="954" y="183"/>
                        </a:lnTo>
                        <a:lnTo>
                          <a:pt x="959" y="187"/>
                        </a:lnTo>
                        <a:lnTo>
                          <a:pt x="963" y="192"/>
                        </a:lnTo>
                        <a:lnTo>
                          <a:pt x="971" y="200"/>
                        </a:lnTo>
                        <a:lnTo>
                          <a:pt x="975" y="205"/>
                        </a:lnTo>
                        <a:lnTo>
                          <a:pt x="979" y="209"/>
                        </a:lnTo>
                        <a:lnTo>
                          <a:pt x="982" y="214"/>
                        </a:lnTo>
                        <a:lnTo>
                          <a:pt x="991" y="222"/>
                        </a:lnTo>
                        <a:lnTo>
                          <a:pt x="993" y="227"/>
                        </a:lnTo>
                        <a:lnTo>
                          <a:pt x="998" y="232"/>
                        </a:lnTo>
                        <a:lnTo>
                          <a:pt x="1001" y="237"/>
                        </a:lnTo>
                        <a:lnTo>
                          <a:pt x="1004" y="242"/>
                        </a:lnTo>
                        <a:lnTo>
                          <a:pt x="1008" y="247"/>
                        </a:lnTo>
                        <a:lnTo>
                          <a:pt x="1012" y="252"/>
                        </a:lnTo>
                        <a:lnTo>
                          <a:pt x="1014" y="257"/>
                        </a:lnTo>
                        <a:lnTo>
                          <a:pt x="1019" y="258"/>
                        </a:lnTo>
                        <a:lnTo>
                          <a:pt x="1024" y="261"/>
                        </a:lnTo>
                        <a:lnTo>
                          <a:pt x="1028" y="263"/>
                        </a:lnTo>
                        <a:lnTo>
                          <a:pt x="1033" y="266"/>
                        </a:lnTo>
                        <a:lnTo>
                          <a:pt x="1036" y="269"/>
                        </a:lnTo>
                        <a:lnTo>
                          <a:pt x="1039" y="273"/>
                        </a:lnTo>
                        <a:lnTo>
                          <a:pt x="1041" y="278"/>
                        </a:lnTo>
                        <a:lnTo>
                          <a:pt x="1041" y="283"/>
                        </a:lnTo>
                        <a:lnTo>
                          <a:pt x="1044" y="290"/>
                        </a:lnTo>
                        <a:lnTo>
                          <a:pt x="1044" y="298"/>
                        </a:lnTo>
                        <a:lnTo>
                          <a:pt x="1043" y="306"/>
                        </a:lnTo>
                        <a:lnTo>
                          <a:pt x="1041" y="314"/>
                        </a:lnTo>
                        <a:lnTo>
                          <a:pt x="1039" y="316"/>
                        </a:lnTo>
                        <a:lnTo>
                          <a:pt x="1036" y="320"/>
                        </a:lnTo>
                        <a:lnTo>
                          <a:pt x="1034" y="322"/>
                        </a:lnTo>
                        <a:lnTo>
                          <a:pt x="1032" y="326"/>
                        </a:lnTo>
                        <a:lnTo>
                          <a:pt x="1029" y="328"/>
                        </a:lnTo>
                        <a:lnTo>
                          <a:pt x="1027" y="332"/>
                        </a:lnTo>
                        <a:lnTo>
                          <a:pt x="1024" y="336"/>
                        </a:lnTo>
                        <a:lnTo>
                          <a:pt x="1022" y="340"/>
                        </a:lnTo>
                        <a:lnTo>
                          <a:pt x="1024" y="342"/>
                        </a:lnTo>
                        <a:lnTo>
                          <a:pt x="1025" y="344"/>
                        </a:lnTo>
                        <a:lnTo>
                          <a:pt x="1028" y="348"/>
                        </a:lnTo>
                        <a:lnTo>
                          <a:pt x="1030" y="351"/>
                        </a:lnTo>
                        <a:lnTo>
                          <a:pt x="1032" y="353"/>
                        </a:lnTo>
                        <a:lnTo>
                          <a:pt x="1033" y="357"/>
                        </a:lnTo>
                        <a:lnTo>
                          <a:pt x="1033" y="360"/>
                        </a:lnTo>
                        <a:lnTo>
                          <a:pt x="1032" y="364"/>
                        </a:lnTo>
                        <a:lnTo>
                          <a:pt x="1029" y="367"/>
                        </a:lnTo>
                        <a:lnTo>
                          <a:pt x="1028" y="369"/>
                        </a:lnTo>
                        <a:lnTo>
                          <a:pt x="1024" y="370"/>
                        </a:lnTo>
                        <a:lnTo>
                          <a:pt x="1022" y="372"/>
                        </a:lnTo>
                        <a:lnTo>
                          <a:pt x="1017" y="372"/>
                        </a:lnTo>
                        <a:lnTo>
                          <a:pt x="1014" y="373"/>
                        </a:lnTo>
                        <a:lnTo>
                          <a:pt x="1011" y="374"/>
                        </a:lnTo>
                        <a:lnTo>
                          <a:pt x="1007" y="375"/>
                        </a:lnTo>
                        <a:lnTo>
                          <a:pt x="1003" y="375"/>
                        </a:lnTo>
                        <a:lnTo>
                          <a:pt x="1002" y="376"/>
                        </a:lnTo>
                        <a:lnTo>
                          <a:pt x="999" y="376"/>
                        </a:lnTo>
                        <a:lnTo>
                          <a:pt x="998" y="378"/>
                        </a:lnTo>
                        <a:lnTo>
                          <a:pt x="997" y="378"/>
                        </a:lnTo>
                        <a:lnTo>
                          <a:pt x="1001" y="380"/>
                        </a:lnTo>
                        <a:lnTo>
                          <a:pt x="1004" y="383"/>
                        </a:lnTo>
                        <a:lnTo>
                          <a:pt x="1007" y="384"/>
                        </a:lnTo>
                        <a:lnTo>
                          <a:pt x="1019" y="396"/>
                        </a:lnTo>
                        <a:lnTo>
                          <a:pt x="1022" y="400"/>
                        </a:lnTo>
                        <a:lnTo>
                          <a:pt x="1022" y="401"/>
                        </a:lnTo>
                        <a:lnTo>
                          <a:pt x="1020" y="404"/>
                        </a:lnTo>
                        <a:lnTo>
                          <a:pt x="1018" y="405"/>
                        </a:lnTo>
                        <a:lnTo>
                          <a:pt x="1017" y="406"/>
                        </a:lnTo>
                        <a:lnTo>
                          <a:pt x="1013" y="407"/>
                        </a:lnTo>
                        <a:lnTo>
                          <a:pt x="1008" y="409"/>
                        </a:lnTo>
                        <a:lnTo>
                          <a:pt x="1004" y="409"/>
                        </a:lnTo>
                        <a:lnTo>
                          <a:pt x="1001" y="410"/>
                        </a:lnTo>
                        <a:lnTo>
                          <a:pt x="996" y="410"/>
                        </a:lnTo>
                        <a:lnTo>
                          <a:pt x="992" y="411"/>
                        </a:lnTo>
                        <a:lnTo>
                          <a:pt x="988" y="411"/>
                        </a:lnTo>
                        <a:lnTo>
                          <a:pt x="983" y="412"/>
                        </a:lnTo>
                        <a:lnTo>
                          <a:pt x="976" y="412"/>
                        </a:lnTo>
                        <a:lnTo>
                          <a:pt x="971" y="413"/>
                        </a:lnTo>
                        <a:lnTo>
                          <a:pt x="967" y="413"/>
                        </a:lnTo>
                        <a:lnTo>
                          <a:pt x="963" y="415"/>
                        </a:lnTo>
                        <a:lnTo>
                          <a:pt x="955" y="415"/>
                        </a:lnTo>
                        <a:lnTo>
                          <a:pt x="950" y="416"/>
                        </a:lnTo>
                        <a:lnTo>
                          <a:pt x="943" y="416"/>
                        </a:lnTo>
                        <a:lnTo>
                          <a:pt x="938" y="417"/>
                        </a:lnTo>
                        <a:lnTo>
                          <a:pt x="926" y="417"/>
                        </a:lnTo>
                        <a:lnTo>
                          <a:pt x="922" y="418"/>
                        </a:lnTo>
                        <a:lnTo>
                          <a:pt x="913" y="418"/>
                        </a:lnTo>
                        <a:lnTo>
                          <a:pt x="910" y="420"/>
                        </a:lnTo>
                        <a:lnTo>
                          <a:pt x="905" y="420"/>
                        </a:lnTo>
                        <a:lnTo>
                          <a:pt x="901" y="421"/>
                        </a:lnTo>
                        <a:lnTo>
                          <a:pt x="892" y="421"/>
                        </a:lnTo>
                        <a:lnTo>
                          <a:pt x="889" y="422"/>
                        </a:lnTo>
                        <a:lnTo>
                          <a:pt x="884" y="422"/>
                        </a:lnTo>
                        <a:lnTo>
                          <a:pt x="879" y="423"/>
                        </a:lnTo>
                        <a:lnTo>
                          <a:pt x="873" y="423"/>
                        </a:lnTo>
                        <a:lnTo>
                          <a:pt x="868" y="425"/>
                        </a:lnTo>
                        <a:lnTo>
                          <a:pt x="862" y="425"/>
                        </a:lnTo>
                        <a:lnTo>
                          <a:pt x="857" y="426"/>
                        </a:lnTo>
                        <a:lnTo>
                          <a:pt x="844" y="426"/>
                        </a:lnTo>
                        <a:lnTo>
                          <a:pt x="839" y="427"/>
                        </a:lnTo>
                        <a:lnTo>
                          <a:pt x="828" y="427"/>
                        </a:lnTo>
                        <a:lnTo>
                          <a:pt x="822" y="428"/>
                        </a:lnTo>
                        <a:lnTo>
                          <a:pt x="811" y="428"/>
                        </a:lnTo>
                        <a:lnTo>
                          <a:pt x="805" y="430"/>
                        </a:lnTo>
                        <a:lnTo>
                          <a:pt x="800" y="431"/>
                        </a:lnTo>
                        <a:lnTo>
                          <a:pt x="790" y="431"/>
                        </a:lnTo>
                        <a:lnTo>
                          <a:pt x="785" y="432"/>
                        </a:lnTo>
                        <a:lnTo>
                          <a:pt x="775" y="432"/>
                        </a:lnTo>
                        <a:lnTo>
                          <a:pt x="770" y="433"/>
                        </a:lnTo>
                        <a:lnTo>
                          <a:pt x="761" y="433"/>
                        </a:lnTo>
                        <a:lnTo>
                          <a:pt x="756" y="434"/>
                        </a:lnTo>
                        <a:lnTo>
                          <a:pt x="751" y="434"/>
                        </a:lnTo>
                        <a:lnTo>
                          <a:pt x="746" y="436"/>
                        </a:lnTo>
                        <a:lnTo>
                          <a:pt x="741" y="436"/>
                        </a:lnTo>
                        <a:lnTo>
                          <a:pt x="736" y="437"/>
                        </a:lnTo>
                        <a:lnTo>
                          <a:pt x="731" y="437"/>
                        </a:lnTo>
                        <a:lnTo>
                          <a:pt x="726" y="438"/>
                        </a:lnTo>
                        <a:lnTo>
                          <a:pt x="716" y="438"/>
                        </a:lnTo>
                        <a:lnTo>
                          <a:pt x="709" y="439"/>
                        </a:lnTo>
                        <a:lnTo>
                          <a:pt x="701" y="439"/>
                        </a:lnTo>
                        <a:lnTo>
                          <a:pt x="695" y="441"/>
                        </a:lnTo>
                        <a:lnTo>
                          <a:pt x="680" y="441"/>
                        </a:lnTo>
                        <a:lnTo>
                          <a:pt x="673" y="442"/>
                        </a:lnTo>
                        <a:lnTo>
                          <a:pt x="645" y="442"/>
                        </a:lnTo>
                        <a:lnTo>
                          <a:pt x="639" y="441"/>
                        </a:lnTo>
                        <a:lnTo>
                          <a:pt x="625" y="441"/>
                        </a:lnTo>
                        <a:lnTo>
                          <a:pt x="618" y="439"/>
                        </a:lnTo>
                        <a:lnTo>
                          <a:pt x="611" y="438"/>
                        </a:lnTo>
                        <a:lnTo>
                          <a:pt x="605" y="438"/>
                        </a:lnTo>
                        <a:lnTo>
                          <a:pt x="599" y="437"/>
                        </a:lnTo>
                        <a:lnTo>
                          <a:pt x="592" y="436"/>
                        </a:lnTo>
                        <a:lnTo>
                          <a:pt x="586" y="434"/>
                        </a:lnTo>
                        <a:lnTo>
                          <a:pt x="579" y="433"/>
                        </a:lnTo>
                        <a:lnTo>
                          <a:pt x="573" y="432"/>
                        </a:lnTo>
                        <a:lnTo>
                          <a:pt x="566" y="431"/>
                        </a:lnTo>
                        <a:lnTo>
                          <a:pt x="560" y="430"/>
                        </a:lnTo>
                        <a:lnTo>
                          <a:pt x="552" y="428"/>
                        </a:lnTo>
                        <a:lnTo>
                          <a:pt x="546" y="427"/>
                        </a:lnTo>
                        <a:lnTo>
                          <a:pt x="540" y="426"/>
                        </a:lnTo>
                        <a:lnTo>
                          <a:pt x="534" y="425"/>
                        </a:lnTo>
                        <a:lnTo>
                          <a:pt x="528" y="423"/>
                        </a:lnTo>
                        <a:lnTo>
                          <a:pt x="522" y="422"/>
                        </a:lnTo>
                        <a:lnTo>
                          <a:pt x="515" y="421"/>
                        </a:lnTo>
                        <a:lnTo>
                          <a:pt x="509" y="420"/>
                        </a:lnTo>
                        <a:lnTo>
                          <a:pt x="503" y="417"/>
                        </a:lnTo>
                        <a:lnTo>
                          <a:pt x="497" y="415"/>
                        </a:lnTo>
                        <a:lnTo>
                          <a:pt x="490" y="412"/>
                        </a:lnTo>
                        <a:lnTo>
                          <a:pt x="483" y="410"/>
                        </a:lnTo>
                        <a:lnTo>
                          <a:pt x="477" y="407"/>
                        </a:lnTo>
                        <a:lnTo>
                          <a:pt x="471" y="405"/>
                        </a:lnTo>
                        <a:lnTo>
                          <a:pt x="465" y="402"/>
                        </a:lnTo>
                        <a:lnTo>
                          <a:pt x="457" y="400"/>
                        </a:lnTo>
                        <a:lnTo>
                          <a:pt x="451" y="397"/>
                        </a:lnTo>
                        <a:lnTo>
                          <a:pt x="445" y="395"/>
                        </a:lnTo>
                        <a:lnTo>
                          <a:pt x="439" y="393"/>
                        </a:lnTo>
                        <a:lnTo>
                          <a:pt x="433" y="390"/>
                        </a:lnTo>
                        <a:lnTo>
                          <a:pt x="427" y="388"/>
                        </a:lnTo>
                        <a:lnTo>
                          <a:pt x="421" y="385"/>
                        </a:lnTo>
                        <a:lnTo>
                          <a:pt x="414" y="383"/>
                        </a:lnTo>
                        <a:lnTo>
                          <a:pt x="408" y="379"/>
                        </a:lnTo>
                        <a:lnTo>
                          <a:pt x="402" y="376"/>
                        </a:lnTo>
                        <a:lnTo>
                          <a:pt x="393" y="374"/>
                        </a:lnTo>
                        <a:lnTo>
                          <a:pt x="386" y="370"/>
                        </a:lnTo>
                        <a:lnTo>
                          <a:pt x="379" y="368"/>
                        </a:lnTo>
                        <a:lnTo>
                          <a:pt x="370" y="365"/>
                        </a:lnTo>
                        <a:lnTo>
                          <a:pt x="363" y="363"/>
                        </a:lnTo>
                        <a:lnTo>
                          <a:pt x="355" y="359"/>
                        </a:lnTo>
                        <a:lnTo>
                          <a:pt x="347" y="357"/>
                        </a:lnTo>
                        <a:lnTo>
                          <a:pt x="339" y="354"/>
                        </a:lnTo>
                        <a:lnTo>
                          <a:pt x="331" y="352"/>
                        </a:lnTo>
                        <a:lnTo>
                          <a:pt x="323" y="349"/>
                        </a:lnTo>
                        <a:lnTo>
                          <a:pt x="315" y="347"/>
                        </a:lnTo>
                        <a:lnTo>
                          <a:pt x="307" y="344"/>
                        </a:lnTo>
                        <a:lnTo>
                          <a:pt x="300" y="342"/>
                        </a:lnTo>
                        <a:lnTo>
                          <a:pt x="291" y="338"/>
                        </a:lnTo>
                        <a:lnTo>
                          <a:pt x="284" y="336"/>
                        </a:lnTo>
                        <a:lnTo>
                          <a:pt x="275" y="333"/>
                        </a:lnTo>
                        <a:lnTo>
                          <a:pt x="269" y="332"/>
                        </a:lnTo>
                        <a:lnTo>
                          <a:pt x="263" y="330"/>
                        </a:lnTo>
                        <a:lnTo>
                          <a:pt x="257" y="328"/>
                        </a:lnTo>
                        <a:lnTo>
                          <a:pt x="252" y="326"/>
                        </a:lnTo>
                        <a:lnTo>
                          <a:pt x="246" y="325"/>
                        </a:lnTo>
                        <a:lnTo>
                          <a:pt x="239" y="322"/>
                        </a:lnTo>
                        <a:lnTo>
                          <a:pt x="233" y="321"/>
                        </a:lnTo>
                        <a:lnTo>
                          <a:pt x="227" y="319"/>
                        </a:lnTo>
                        <a:lnTo>
                          <a:pt x="221" y="316"/>
                        </a:lnTo>
                        <a:lnTo>
                          <a:pt x="215" y="315"/>
                        </a:lnTo>
                        <a:lnTo>
                          <a:pt x="209" y="312"/>
                        </a:lnTo>
                        <a:lnTo>
                          <a:pt x="202" y="311"/>
                        </a:lnTo>
                        <a:lnTo>
                          <a:pt x="196" y="310"/>
                        </a:lnTo>
                        <a:lnTo>
                          <a:pt x="190" y="309"/>
                        </a:lnTo>
                        <a:lnTo>
                          <a:pt x="183" y="307"/>
                        </a:lnTo>
                        <a:lnTo>
                          <a:pt x="177" y="306"/>
                        </a:lnTo>
                        <a:lnTo>
                          <a:pt x="172" y="305"/>
                        </a:lnTo>
                        <a:lnTo>
                          <a:pt x="167" y="304"/>
                        </a:lnTo>
                        <a:lnTo>
                          <a:pt x="162" y="303"/>
                        </a:lnTo>
                        <a:lnTo>
                          <a:pt x="156" y="301"/>
                        </a:lnTo>
                        <a:lnTo>
                          <a:pt x="151" y="300"/>
                        </a:lnTo>
                        <a:lnTo>
                          <a:pt x="146" y="299"/>
                        </a:lnTo>
                        <a:lnTo>
                          <a:pt x="141" y="298"/>
                        </a:lnTo>
                        <a:lnTo>
                          <a:pt x="136" y="298"/>
                        </a:lnTo>
                        <a:lnTo>
                          <a:pt x="131" y="296"/>
                        </a:lnTo>
                        <a:lnTo>
                          <a:pt x="126" y="295"/>
                        </a:lnTo>
                        <a:lnTo>
                          <a:pt x="121" y="294"/>
                        </a:lnTo>
                        <a:lnTo>
                          <a:pt x="115" y="293"/>
                        </a:lnTo>
                        <a:lnTo>
                          <a:pt x="110" y="291"/>
                        </a:lnTo>
                        <a:lnTo>
                          <a:pt x="105" y="290"/>
                        </a:lnTo>
                        <a:lnTo>
                          <a:pt x="100" y="289"/>
                        </a:lnTo>
                        <a:lnTo>
                          <a:pt x="95" y="288"/>
                        </a:lnTo>
                        <a:lnTo>
                          <a:pt x="90" y="286"/>
                        </a:lnTo>
                        <a:lnTo>
                          <a:pt x="85" y="285"/>
                        </a:lnTo>
                        <a:lnTo>
                          <a:pt x="81" y="284"/>
                        </a:lnTo>
                        <a:lnTo>
                          <a:pt x="76" y="283"/>
                        </a:lnTo>
                        <a:lnTo>
                          <a:pt x="71" y="282"/>
                        </a:lnTo>
                        <a:lnTo>
                          <a:pt x="66" y="279"/>
                        </a:lnTo>
                        <a:lnTo>
                          <a:pt x="61" y="278"/>
                        </a:lnTo>
                        <a:lnTo>
                          <a:pt x="56" y="275"/>
                        </a:lnTo>
                        <a:lnTo>
                          <a:pt x="51" y="274"/>
                        </a:lnTo>
                        <a:lnTo>
                          <a:pt x="47" y="272"/>
                        </a:lnTo>
                        <a:lnTo>
                          <a:pt x="42" y="269"/>
                        </a:lnTo>
                        <a:lnTo>
                          <a:pt x="37" y="268"/>
                        </a:lnTo>
                        <a:lnTo>
                          <a:pt x="32" y="264"/>
                        </a:lnTo>
                        <a:lnTo>
                          <a:pt x="29" y="262"/>
                        </a:lnTo>
                        <a:lnTo>
                          <a:pt x="24" y="259"/>
                        </a:lnTo>
                        <a:lnTo>
                          <a:pt x="19" y="257"/>
                        </a:lnTo>
                        <a:lnTo>
                          <a:pt x="13" y="251"/>
                        </a:lnTo>
                        <a:lnTo>
                          <a:pt x="12" y="248"/>
                        </a:lnTo>
                        <a:lnTo>
                          <a:pt x="10" y="247"/>
                        </a:lnTo>
                        <a:lnTo>
                          <a:pt x="10" y="242"/>
                        </a:lnTo>
                        <a:lnTo>
                          <a:pt x="18" y="235"/>
                        </a:lnTo>
                        <a:lnTo>
                          <a:pt x="20" y="233"/>
                        </a:lnTo>
                        <a:lnTo>
                          <a:pt x="23" y="233"/>
                        </a:lnTo>
                        <a:lnTo>
                          <a:pt x="25" y="232"/>
                        </a:lnTo>
                        <a:lnTo>
                          <a:pt x="28" y="232"/>
                        </a:lnTo>
                        <a:lnTo>
                          <a:pt x="30" y="231"/>
                        </a:lnTo>
                        <a:lnTo>
                          <a:pt x="46" y="231"/>
                        </a:lnTo>
                        <a:lnTo>
                          <a:pt x="49" y="230"/>
                        </a:lnTo>
                        <a:lnTo>
                          <a:pt x="49" y="225"/>
                        </a:lnTo>
                        <a:lnTo>
                          <a:pt x="47" y="220"/>
                        </a:lnTo>
                        <a:lnTo>
                          <a:pt x="45" y="215"/>
                        </a:lnTo>
                        <a:lnTo>
                          <a:pt x="45" y="209"/>
                        </a:lnTo>
                        <a:lnTo>
                          <a:pt x="42" y="189"/>
                        </a:lnTo>
                        <a:lnTo>
                          <a:pt x="39" y="185"/>
                        </a:lnTo>
                        <a:lnTo>
                          <a:pt x="36" y="182"/>
                        </a:lnTo>
                        <a:lnTo>
                          <a:pt x="31" y="179"/>
                        </a:lnTo>
                        <a:lnTo>
                          <a:pt x="29" y="176"/>
                        </a:lnTo>
                        <a:lnTo>
                          <a:pt x="24" y="173"/>
                        </a:lnTo>
                        <a:lnTo>
                          <a:pt x="16" y="166"/>
                        </a:lnTo>
                        <a:lnTo>
                          <a:pt x="14" y="162"/>
                        </a:lnTo>
                        <a:lnTo>
                          <a:pt x="10" y="160"/>
                        </a:lnTo>
                        <a:lnTo>
                          <a:pt x="8" y="156"/>
                        </a:lnTo>
                        <a:lnTo>
                          <a:pt x="4" y="151"/>
                        </a:lnTo>
                        <a:lnTo>
                          <a:pt x="3" y="147"/>
                        </a:lnTo>
                        <a:lnTo>
                          <a:pt x="2" y="142"/>
                        </a:lnTo>
                        <a:lnTo>
                          <a:pt x="0" y="139"/>
                        </a:lnTo>
                        <a:lnTo>
                          <a:pt x="0" y="132"/>
                        </a:lnTo>
                        <a:lnTo>
                          <a:pt x="2" y="127"/>
                        </a:lnTo>
                        <a:lnTo>
                          <a:pt x="10" y="124"/>
                        </a:lnTo>
                        <a:lnTo>
                          <a:pt x="10" y="103"/>
                        </a:lnTo>
                        <a:lnTo>
                          <a:pt x="12" y="92"/>
                        </a:lnTo>
                        <a:lnTo>
                          <a:pt x="13" y="81"/>
                        </a:lnTo>
                        <a:lnTo>
                          <a:pt x="16" y="71"/>
                        </a:lnTo>
                        <a:lnTo>
                          <a:pt x="19" y="61"/>
                        </a:lnTo>
                        <a:lnTo>
                          <a:pt x="23" y="51"/>
                        </a:lnTo>
                        <a:lnTo>
                          <a:pt x="26" y="42"/>
                        </a:lnTo>
                        <a:lnTo>
                          <a:pt x="28" y="42"/>
                        </a:lnTo>
                        <a:lnTo>
                          <a:pt x="29" y="41"/>
                        </a:lnTo>
                        <a:lnTo>
                          <a:pt x="30" y="41"/>
                        </a:lnTo>
                        <a:lnTo>
                          <a:pt x="32" y="39"/>
                        </a:lnTo>
                        <a:lnTo>
                          <a:pt x="34" y="39"/>
                        </a:lnTo>
                        <a:lnTo>
                          <a:pt x="35" y="37"/>
                        </a:lnTo>
                        <a:lnTo>
                          <a:pt x="36" y="37"/>
                        </a:lnTo>
                        <a:lnTo>
                          <a:pt x="42" y="36"/>
                        </a:lnTo>
                        <a:lnTo>
                          <a:pt x="47" y="35"/>
                        </a:lnTo>
                        <a:lnTo>
                          <a:pt x="53" y="34"/>
                        </a:lnTo>
                        <a:lnTo>
                          <a:pt x="60" y="33"/>
                        </a:lnTo>
                        <a:lnTo>
                          <a:pt x="65" y="31"/>
                        </a:lnTo>
                        <a:lnTo>
                          <a:pt x="71" y="30"/>
                        </a:lnTo>
                        <a:lnTo>
                          <a:pt x="77" y="29"/>
                        </a:lnTo>
                        <a:lnTo>
                          <a:pt x="83" y="28"/>
                        </a:lnTo>
                        <a:lnTo>
                          <a:pt x="89" y="26"/>
                        </a:lnTo>
                        <a:lnTo>
                          <a:pt x="95" y="25"/>
                        </a:lnTo>
                        <a:lnTo>
                          <a:pt x="101" y="25"/>
                        </a:lnTo>
                        <a:lnTo>
                          <a:pt x="106" y="24"/>
                        </a:lnTo>
                        <a:lnTo>
                          <a:pt x="113" y="23"/>
                        </a:lnTo>
                        <a:lnTo>
                          <a:pt x="119" y="23"/>
                        </a:lnTo>
                        <a:lnTo>
                          <a:pt x="125" y="21"/>
                        </a:lnTo>
                        <a:lnTo>
                          <a:pt x="131" y="20"/>
                        </a:lnTo>
                        <a:lnTo>
                          <a:pt x="137" y="20"/>
                        </a:lnTo>
                        <a:lnTo>
                          <a:pt x="143" y="19"/>
                        </a:lnTo>
                        <a:lnTo>
                          <a:pt x="150" y="19"/>
                        </a:lnTo>
                        <a:lnTo>
                          <a:pt x="156" y="18"/>
                        </a:lnTo>
                        <a:lnTo>
                          <a:pt x="168" y="18"/>
                        </a:lnTo>
                        <a:lnTo>
                          <a:pt x="174" y="16"/>
                        </a:lnTo>
                        <a:lnTo>
                          <a:pt x="230" y="16"/>
                        </a:lnTo>
                        <a:lnTo>
                          <a:pt x="236" y="15"/>
                        </a:lnTo>
                        <a:lnTo>
                          <a:pt x="241" y="15"/>
                        </a:lnTo>
                        <a:lnTo>
                          <a:pt x="246" y="14"/>
                        </a:lnTo>
                        <a:lnTo>
                          <a:pt x="257" y="14"/>
                        </a:lnTo>
                        <a:lnTo>
                          <a:pt x="262" y="13"/>
                        </a:lnTo>
                        <a:lnTo>
                          <a:pt x="273" y="13"/>
                        </a:lnTo>
                        <a:lnTo>
                          <a:pt x="279" y="12"/>
                        </a:lnTo>
                        <a:lnTo>
                          <a:pt x="301" y="12"/>
                        </a:lnTo>
                        <a:lnTo>
                          <a:pt x="306" y="10"/>
                        </a:lnTo>
                        <a:lnTo>
                          <a:pt x="340" y="10"/>
                        </a:lnTo>
                        <a:lnTo>
                          <a:pt x="345" y="9"/>
                        </a:lnTo>
                        <a:lnTo>
                          <a:pt x="368" y="9"/>
                        </a:lnTo>
                        <a:lnTo>
                          <a:pt x="374" y="8"/>
                        </a:lnTo>
                        <a:lnTo>
                          <a:pt x="384" y="8"/>
                        </a:lnTo>
                        <a:lnTo>
                          <a:pt x="390" y="7"/>
                        </a:lnTo>
                        <a:lnTo>
                          <a:pt x="395" y="7"/>
                        </a:lnTo>
                        <a:lnTo>
                          <a:pt x="401" y="5"/>
                        </a:lnTo>
                        <a:lnTo>
                          <a:pt x="406" y="4"/>
                        </a:lnTo>
                        <a:lnTo>
                          <a:pt x="413" y="4"/>
                        </a:lnTo>
                        <a:lnTo>
                          <a:pt x="418" y="3"/>
                        </a:lnTo>
                        <a:lnTo>
                          <a:pt x="434" y="3"/>
                        </a:lnTo>
                        <a:lnTo>
                          <a:pt x="438" y="2"/>
                        </a:lnTo>
                        <a:lnTo>
                          <a:pt x="459" y="2"/>
                        </a:lnTo>
                        <a:lnTo>
                          <a:pt x="464" y="0"/>
                        </a:lnTo>
                        <a:lnTo>
                          <a:pt x="501" y="0"/>
                        </a:lnTo>
                        <a:lnTo>
                          <a:pt x="504" y="2"/>
                        </a:lnTo>
                        <a:lnTo>
                          <a:pt x="522" y="2"/>
                        </a:lnTo>
                        <a:lnTo>
                          <a:pt x="525" y="3"/>
                        </a:lnTo>
                        <a:lnTo>
                          <a:pt x="544" y="3"/>
                        </a:lnTo>
                        <a:lnTo>
                          <a:pt x="547" y="4"/>
                        </a:lnTo>
                        <a:lnTo>
                          <a:pt x="557" y="4"/>
                        </a:lnTo>
                        <a:lnTo>
                          <a:pt x="561" y="5"/>
                        </a:lnTo>
                        <a:lnTo>
                          <a:pt x="565" y="5"/>
                        </a:lnTo>
                        <a:lnTo>
                          <a:pt x="567" y="7"/>
                        </a:lnTo>
                        <a:lnTo>
                          <a:pt x="571" y="7"/>
                        </a:lnTo>
                        <a:lnTo>
                          <a:pt x="575" y="8"/>
                        </a:lnTo>
                        <a:lnTo>
                          <a:pt x="578" y="8"/>
                        </a:lnTo>
                        <a:lnTo>
                          <a:pt x="581" y="9"/>
                        </a:lnTo>
                        <a:lnTo>
                          <a:pt x="584" y="9"/>
                        </a:lnTo>
                        <a:lnTo>
                          <a:pt x="588" y="10"/>
                        </a:lnTo>
                        <a:lnTo>
                          <a:pt x="591"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9" name="Freeform 32"/>
                  <p:cNvSpPr>
                    <a:spLocks/>
                  </p:cNvSpPr>
                  <p:nvPr/>
                </p:nvSpPr>
                <p:spPr bwMode="auto">
                  <a:xfrm>
                    <a:off x="4440" y="3462"/>
                    <a:ext cx="108" cy="43"/>
                  </a:xfrm>
                  <a:custGeom>
                    <a:avLst/>
                    <a:gdLst>
                      <a:gd name="T0" fmla="*/ 7 w 215"/>
                      <a:gd name="T1" fmla="*/ 3 h 86"/>
                      <a:gd name="T2" fmla="*/ 7 w 215"/>
                      <a:gd name="T3" fmla="*/ 3 h 86"/>
                      <a:gd name="T4" fmla="*/ 6 w 215"/>
                      <a:gd name="T5" fmla="*/ 3 h 86"/>
                      <a:gd name="T6" fmla="*/ 6 w 215"/>
                      <a:gd name="T7" fmla="*/ 2 h 86"/>
                      <a:gd name="T8" fmla="*/ 5 w 215"/>
                      <a:gd name="T9" fmla="*/ 2 h 86"/>
                      <a:gd name="T10" fmla="*/ 5 w 215"/>
                      <a:gd name="T11" fmla="*/ 2 h 86"/>
                      <a:gd name="T12" fmla="*/ 5 w 215"/>
                      <a:gd name="T13" fmla="*/ 2 h 86"/>
                      <a:gd name="T14" fmla="*/ 4 w 215"/>
                      <a:gd name="T15" fmla="*/ 2 h 86"/>
                      <a:gd name="T16" fmla="*/ 4 w 215"/>
                      <a:gd name="T17" fmla="*/ 1 h 86"/>
                      <a:gd name="T18" fmla="*/ 3 w 215"/>
                      <a:gd name="T19" fmla="*/ 1 h 86"/>
                      <a:gd name="T20" fmla="*/ 3 w 215"/>
                      <a:gd name="T21" fmla="*/ 1 h 86"/>
                      <a:gd name="T22" fmla="*/ 2 w 215"/>
                      <a:gd name="T23" fmla="*/ 1 h 86"/>
                      <a:gd name="T24" fmla="*/ 2 w 215"/>
                      <a:gd name="T25" fmla="*/ 1 h 86"/>
                      <a:gd name="T26" fmla="*/ 2 w 215"/>
                      <a:gd name="T27" fmla="*/ 1 h 86"/>
                      <a:gd name="T28" fmla="*/ 1 w 215"/>
                      <a:gd name="T29" fmla="*/ 1 h 86"/>
                      <a:gd name="T30" fmla="*/ 1 w 215"/>
                      <a:gd name="T31" fmla="*/ 1 h 86"/>
                      <a:gd name="T32" fmla="*/ 0 w 215"/>
                      <a:gd name="T33" fmla="*/ 1 h 86"/>
                      <a:gd name="T34" fmla="*/ 1 w 215"/>
                      <a:gd name="T35" fmla="*/ 1 h 86"/>
                      <a:gd name="T36" fmla="*/ 1 w 215"/>
                      <a:gd name="T37" fmla="*/ 1 h 86"/>
                      <a:gd name="T38" fmla="*/ 2 w 215"/>
                      <a:gd name="T39" fmla="*/ 1 h 86"/>
                      <a:gd name="T40" fmla="*/ 2 w 215"/>
                      <a:gd name="T41" fmla="*/ 1 h 86"/>
                      <a:gd name="T42" fmla="*/ 3 w 215"/>
                      <a:gd name="T43" fmla="*/ 1 h 86"/>
                      <a:gd name="T44" fmla="*/ 3 w 215"/>
                      <a:gd name="T45" fmla="*/ 1 h 86"/>
                      <a:gd name="T46" fmla="*/ 4 w 215"/>
                      <a:gd name="T47" fmla="*/ 1 h 86"/>
                      <a:gd name="T48" fmla="*/ 4 w 215"/>
                      <a:gd name="T49" fmla="*/ 2 h 86"/>
                      <a:gd name="T50" fmla="*/ 4 w 215"/>
                      <a:gd name="T51" fmla="*/ 2 h 86"/>
                      <a:gd name="T52" fmla="*/ 5 w 215"/>
                      <a:gd name="T53" fmla="*/ 2 h 86"/>
                      <a:gd name="T54" fmla="*/ 5 w 215"/>
                      <a:gd name="T55" fmla="*/ 2 h 86"/>
                      <a:gd name="T56" fmla="*/ 6 w 215"/>
                      <a:gd name="T57" fmla="*/ 2 h 86"/>
                      <a:gd name="T58" fmla="*/ 6 w 215"/>
                      <a:gd name="T59" fmla="*/ 3 h 86"/>
                      <a:gd name="T60" fmla="*/ 6 w 215"/>
                      <a:gd name="T61" fmla="*/ 3 h 86"/>
                      <a:gd name="T62" fmla="*/ 7 w 215"/>
                      <a:gd name="T63" fmla="*/ 3 h 86"/>
                      <a:gd name="T64" fmla="*/ 7 w 215"/>
                      <a:gd name="T65" fmla="*/ 3 h 8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5"/>
                      <a:gd name="T100" fmla="*/ 0 h 86"/>
                      <a:gd name="T101" fmla="*/ 215 w 215"/>
                      <a:gd name="T102" fmla="*/ 86 h 8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5" h="86">
                        <a:moveTo>
                          <a:pt x="215" y="84"/>
                        </a:moveTo>
                        <a:lnTo>
                          <a:pt x="209" y="80"/>
                        </a:lnTo>
                        <a:lnTo>
                          <a:pt x="203" y="77"/>
                        </a:lnTo>
                        <a:lnTo>
                          <a:pt x="197" y="74"/>
                        </a:lnTo>
                        <a:lnTo>
                          <a:pt x="189" y="70"/>
                        </a:lnTo>
                        <a:lnTo>
                          <a:pt x="183" y="68"/>
                        </a:lnTo>
                        <a:lnTo>
                          <a:pt x="177" y="64"/>
                        </a:lnTo>
                        <a:lnTo>
                          <a:pt x="171" y="61"/>
                        </a:lnTo>
                        <a:lnTo>
                          <a:pt x="163" y="58"/>
                        </a:lnTo>
                        <a:lnTo>
                          <a:pt x="157" y="54"/>
                        </a:lnTo>
                        <a:lnTo>
                          <a:pt x="151" y="52"/>
                        </a:lnTo>
                        <a:lnTo>
                          <a:pt x="145" y="48"/>
                        </a:lnTo>
                        <a:lnTo>
                          <a:pt x="137" y="46"/>
                        </a:lnTo>
                        <a:lnTo>
                          <a:pt x="131" y="42"/>
                        </a:lnTo>
                        <a:lnTo>
                          <a:pt x="125" y="40"/>
                        </a:lnTo>
                        <a:lnTo>
                          <a:pt x="118" y="37"/>
                        </a:lnTo>
                        <a:lnTo>
                          <a:pt x="112" y="35"/>
                        </a:lnTo>
                        <a:lnTo>
                          <a:pt x="104" y="31"/>
                        </a:lnTo>
                        <a:lnTo>
                          <a:pt x="98" y="28"/>
                        </a:lnTo>
                        <a:lnTo>
                          <a:pt x="91" y="26"/>
                        </a:lnTo>
                        <a:lnTo>
                          <a:pt x="85" y="24"/>
                        </a:lnTo>
                        <a:lnTo>
                          <a:pt x="77" y="21"/>
                        </a:lnTo>
                        <a:lnTo>
                          <a:pt x="71" y="19"/>
                        </a:lnTo>
                        <a:lnTo>
                          <a:pt x="64" y="16"/>
                        </a:lnTo>
                        <a:lnTo>
                          <a:pt x="57" y="14"/>
                        </a:lnTo>
                        <a:lnTo>
                          <a:pt x="50" y="12"/>
                        </a:lnTo>
                        <a:lnTo>
                          <a:pt x="43" y="10"/>
                        </a:lnTo>
                        <a:lnTo>
                          <a:pt x="36" y="9"/>
                        </a:lnTo>
                        <a:lnTo>
                          <a:pt x="29" y="6"/>
                        </a:lnTo>
                        <a:lnTo>
                          <a:pt x="22" y="5"/>
                        </a:lnTo>
                        <a:lnTo>
                          <a:pt x="14" y="4"/>
                        </a:lnTo>
                        <a:lnTo>
                          <a:pt x="8" y="1"/>
                        </a:lnTo>
                        <a:lnTo>
                          <a:pt x="1" y="0"/>
                        </a:lnTo>
                        <a:lnTo>
                          <a:pt x="0" y="4"/>
                        </a:lnTo>
                        <a:lnTo>
                          <a:pt x="7" y="5"/>
                        </a:lnTo>
                        <a:lnTo>
                          <a:pt x="14" y="6"/>
                        </a:lnTo>
                        <a:lnTo>
                          <a:pt x="22" y="7"/>
                        </a:lnTo>
                        <a:lnTo>
                          <a:pt x="29" y="9"/>
                        </a:lnTo>
                        <a:lnTo>
                          <a:pt x="35" y="11"/>
                        </a:lnTo>
                        <a:lnTo>
                          <a:pt x="43" y="12"/>
                        </a:lnTo>
                        <a:lnTo>
                          <a:pt x="50" y="15"/>
                        </a:lnTo>
                        <a:lnTo>
                          <a:pt x="56" y="16"/>
                        </a:lnTo>
                        <a:lnTo>
                          <a:pt x="64" y="19"/>
                        </a:lnTo>
                        <a:lnTo>
                          <a:pt x="70" y="21"/>
                        </a:lnTo>
                        <a:lnTo>
                          <a:pt x="77" y="24"/>
                        </a:lnTo>
                        <a:lnTo>
                          <a:pt x="83" y="26"/>
                        </a:lnTo>
                        <a:lnTo>
                          <a:pt x="91" y="28"/>
                        </a:lnTo>
                        <a:lnTo>
                          <a:pt x="97" y="31"/>
                        </a:lnTo>
                        <a:lnTo>
                          <a:pt x="104" y="33"/>
                        </a:lnTo>
                        <a:lnTo>
                          <a:pt x="110" y="36"/>
                        </a:lnTo>
                        <a:lnTo>
                          <a:pt x="118" y="40"/>
                        </a:lnTo>
                        <a:lnTo>
                          <a:pt x="124" y="42"/>
                        </a:lnTo>
                        <a:lnTo>
                          <a:pt x="130" y="44"/>
                        </a:lnTo>
                        <a:lnTo>
                          <a:pt x="137" y="48"/>
                        </a:lnTo>
                        <a:lnTo>
                          <a:pt x="144" y="51"/>
                        </a:lnTo>
                        <a:lnTo>
                          <a:pt x="150" y="54"/>
                        </a:lnTo>
                        <a:lnTo>
                          <a:pt x="156" y="57"/>
                        </a:lnTo>
                        <a:lnTo>
                          <a:pt x="162" y="61"/>
                        </a:lnTo>
                        <a:lnTo>
                          <a:pt x="170" y="63"/>
                        </a:lnTo>
                        <a:lnTo>
                          <a:pt x="176" y="67"/>
                        </a:lnTo>
                        <a:lnTo>
                          <a:pt x="182" y="69"/>
                        </a:lnTo>
                        <a:lnTo>
                          <a:pt x="188" y="73"/>
                        </a:lnTo>
                        <a:lnTo>
                          <a:pt x="195" y="75"/>
                        </a:lnTo>
                        <a:lnTo>
                          <a:pt x="202" y="79"/>
                        </a:lnTo>
                        <a:lnTo>
                          <a:pt x="208" y="83"/>
                        </a:lnTo>
                        <a:lnTo>
                          <a:pt x="214" y="86"/>
                        </a:lnTo>
                        <a:lnTo>
                          <a:pt x="215"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0" name="Freeform 33"/>
                  <p:cNvSpPr>
                    <a:spLocks/>
                  </p:cNvSpPr>
                  <p:nvPr/>
                </p:nvSpPr>
                <p:spPr bwMode="auto">
                  <a:xfrm>
                    <a:off x="4547" y="3503"/>
                    <a:ext cx="16" cy="10"/>
                  </a:xfrm>
                  <a:custGeom>
                    <a:avLst/>
                    <a:gdLst>
                      <a:gd name="T0" fmla="*/ 1 w 32"/>
                      <a:gd name="T1" fmla="*/ 1 h 20"/>
                      <a:gd name="T2" fmla="*/ 1 w 32"/>
                      <a:gd name="T3" fmla="*/ 1 h 20"/>
                      <a:gd name="T4" fmla="*/ 1 w 32"/>
                      <a:gd name="T5" fmla="*/ 1 h 20"/>
                      <a:gd name="T6" fmla="*/ 1 w 32"/>
                      <a:gd name="T7" fmla="*/ 1 h 20"/>
                      <a:gd name="T8" fmla="*/ 1 w 32"/>
                      <a:gd name="T9" fmla="*/ 1 h 20"/>
                      <a:gd name="T10" fmla="*/ 1 w 32"/>
                      <a:gd name="T11" fmla="*/ 1 h 20"/>
                      <a:gd name="T12" fmla="*/ 1 w 32"/>
                      <a:gd name="T13" fmla="*/ 1 h 20"/>
                      <a:gd name="T14" fmla="*/ 1 w 32"/>
                      <a:gd name="T15" fmla="*/ 1 h 20"/>
                      <a:gd name="T16" fmla="*/ 1 w 32"/>
                      <a:gd name="T17" fmla="*/ 1 h 20"/>
                      <a:gd name="T18" fmla="*/ 1 w 32"/>
                      <a:gd name="T19" fmla="*/ 0 h 20"/>
                      <a:gd name="T20" fmla="*/ 0 w 32"/>
                      <a:gd name="T21" fmla="*/ 1 h 20"/>
                      <a:gd name="T22" fmla="*/ 1 w 32"/>
                      <a:gd name="T23" fmla="*/ 1 h 20"/>
                      <a:gd name="T24" fmla="*/ 1 w 32"/>
                      <a:gd name="T25" fmla="*/ 1 h 20"/>
                      <a:gd name="T26" fmla="*/ 1 w 32"/>
                      <a:gd name="T27" fmla="*/ 1 h 20"/>
                      <a:gd name="T28" fmla="*/ 1 w 32"/>
                      <a:gd name="T29" fmla="*/ 1 h 20"/>
                      <a:gd name="T30" fmla="*/ 1 w 32"/>
                      <a:gd name="T31" fmla="*/ 1 h 20"/>
                      <a:gd name="T32" fmla="*/ 1 w 32"/>
                      <a:gd name="T33" fmla="*/ 1 h 20"/>
                      <a:gd name="T34" fmla="*/ 1 w 32"/>
                      <a:gd name="T35" fmla="*/ 1 h 20"/>
                      <a:gd name="T36" fmla="*/ 1 w 32"/>
                      <a:gd name="T37" fmla="*/ 1 h 20"/>
                      <a:gd name="T38" fmla="*/ 1 w 32"/>
                      <a:gd name="T39" fmla="*/ 1 h 20"/>
                      <a:gd name="T40" fmla="*/ 1 w 32"/>
                      <a:gd name="T41" fmla="*/ 1 h 20"/>
                      <a:gd name="T42" fmla="*/ 1 w 32"/>
                      <a:gd name="T43" fmla="*/ 1 h 20"/>
                      <a:gd name="T44" fmla="*/ 1 w 32"/>
                      <a:gd name="T45" fmla="*/ 1 h 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2"/>
                      <a:gd name="T70" fmla="*/ 0 h 20"/>
                      <a:gd name="T71" fmla="*/ 32 w 32"/>
                      <a:gd name="T72" fmla="*/ 20 h 2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2" h="20">
                        <a:moveTo>
                          <a:pt x="31" y="17"/>
                        </a:moveTo>
                        <a:lnTo>
                          <a:pt x="32" y="17"/>
                        </a:lnTo>
                        <a:lnTo>
                          <a:pt x="28" y="15"/>
                        </a:lnTo>
                        <a:lnTo>
                          <a:pt x="24" y="12"/>
                        </a:lnTo>
                        <a:lnTo>
                          <a:pt x="21" y="10"/>
                        </a:lnTo>
                        <a:lnTo>
                          <a:pt x="17" y="7"/>
                        </a:lnTo>
                        <a:lnTo>
                          <a:pt x="12" y="5"/>
                        </a:lnTo>
                        <a:lnTo>
                          <a:pt x="10" y="4"/>
                        </a:lnTo>
                        <a:lnTo>
                          <a:pt x="5" y="1"/>
                        </a:lnTo>
                        <a:lnTo>
                          <a:pt x="1" y="0"/>
                        </a:lnTo>
                        <a:lnTo>
                          <a:pt x="0" y="2"/>
                        </a:lnTo>
                        <a:lnTo>
                          <a:pt x="5" y="4"/>
                        </a:lnTo>
                        <a:lnTo>
                          <a:pt x="8" y="5"/>
                        </a:lnTo>
                        <a:lnTo>
                          <a:pt x="12" y="7"/>
                        </a:lnTo>
                        <a:lnTo>
                          <a:pt x="16" y="10"/>
                        </a:lnTo>
                        <a:lnTo>
                          <a:pt x="20" y="12"/>
                        </a:lnTo>
                        <a:lnTo>
                          <a:pt x="23" y="15"/>
                        </a:lnTo>
                        <a:lnTo>
                          <a:pt x="27" y="17"/>
                        </a:lnTo>
                        <a:lnTo>
                          <a:pt x="31" y="20"/>
                        </a:lnTo>
                        <a:lnTo>
                          <a:pt x="32" y="20"/>
                        </a:lnTo>
                        <a:lnTo>
                          <a:pt x="31" y="20"/>
                        </a:lnTo>
                        <a:lnTo>
                          <a:pt x="32" y="20"/>
                        </a:lnTo>
                        <a:lnTo>
                          <a:pt x="3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1" name="Freeform 34"/>
                  <p:cNvSpPr>
                    <a:spLocks/>
                  </p:cNvSpPr>
                  <p:nvPr/>
                </p:nvSpPr>
                <p:spPr bwMode="auto">
                  <a:xfrm>
                    <a:off x="4563" y="3510"/>
                    <a:ext cx="15" cy="3"/>
                  </a:xfrm>
                  <a:custGeom>
                    <a:avLst/>
                    <a:gdLst>
                      <a:gd name="T0" fmla="*/ 1 w 30"/>
                      <a:gd name="T1" fmla="*/ 0 h 8"/>
                      <a:gd name="T2" fmla="*/ 1 w 30"/>
                      <a:gd name="T3" fmla="*/ 0 h 8"/>
                      <a:gd name="T4" fmla="*/ 1 w 30"/>
                      <a:gd name="T5" fmla="*/ 0 h 8"/>
                      <a:gd name="T6" fmla="*/ 1 w 30"/>
                      <a:gd name="T7" fmla="*/ 0 h 8"/>
                      <a:gd name="T8" fmla="*/ 1 w 30"/>
                      <a:gd name="T9" fmla="*/ 0 h 8"/>
                      <a:gd name="T10" fmla="*/ 1 w 30"/>
                      <a:gd name="T11" fmla="*/ 0 h 8"/>
                      <a:gd name="T12" fmla="*/ 1 w 30"/>
                      <a:gd name="T13" fmla="*/ 0 h 8"/>
                      <a:gd name="T14" fmla="*/ 1 w 30"/>
                      <a:gd name="T15" fmla="*/ 0 h 8"/>
                      <a:gd name="T16" fmla="*/ 1 w 30"/>
                      <a:gd name="T17" fmla="*/ 0 h 8"/>
                      <a:gd name="T18" fmla="*/ 0 w 30"/>
                      <a:gd name="T19" fmla="*/ 0 h 8"/>
                      <a:gd name="T20" fmla="*/ 1 w 30"/>
                      <a:gd name="T21" fmla="*/ 0 h 8"/>
                      <a:gd name="T22" fmla="*/ 1 w 30"/>
                      <a:gd name="T23" fmla="*/ 0 h 8"/>
                      <a:gd name="T24" fmla="*/ 1 w 30"/>
                      <a:gd name="T25" fmla="*/ 0 h 8"/>
                      <a:gd name="T26" fmla="*/ 1 w 30"/>
                      <a:gd name="T27" fmla="*/ 0 h 8"/>
                      <a:gd name="T28" fmla="*/ 1 w 30"/>
                      <a:gd name="T29" fmla="*/ 0 h 8"/>
                      <a:gd name="T30" fmla="*/ 1 w 30"/>
                      <a:gd name="T31" fmla="*/ 0 h 8"/>
                      <a:gd name="T32" fmla="*/ 1 w 30"/>
                      <a:gd name="T33" fmla="*/ 0 h 8"/>
                      <a:gd name="T34" fmla="*/ 1 w 30"/>
                      <a:gd name="T35" fmla="*/ 0 h 8"/>
                      <a:gd name="T36" fmla="*/ 1 w 30"/>
                      <a:gd name="T37" fmla="*/ 0 h 8"/>
                      <a:gd name="T38" fmla="*/ 1 w 30"/>
                      <a:gd name="T39" fmla="*/ 0 h 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0"/>
                      <a:gd name="T61" fmla="*/ 0 h 8"/>
                      <a:gd name="T62" fmla="*/ 30 w 30"/>
                      <a:gd name="T63" fmla="*/ 8 h 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0" h="8">
                        <a:moveTo>
                          <a:pt x="30" y="1"/>
                        </a:moveTo>
                        <a:lnTo>
                          <a:pt x="29" y="1"/>
                        </a:lnTo>
                        <a:lnTo>
                          <a:pt x="26" y="0"/>
                        </a:lnTo>
                        <a:lnTo>
                          <a:pt x="22" y="0"/>
                        </a:lnTo>
                        <a:lnTo>
                          <a:pt x="18" y="1"/>
                        </a:lnTo>
                        <a:lnTo>
                          <a:pt x="14" y="1"/>
                        </a:lnTo>
                        <a:lnTo>
                          <a:pt x="11" y="3"/>
                        </a:lnTo>
                        <a:lnTo>
                          <a:pt x="7" y="3"/>
                        </a:lnTo>
                        <a:lnTo>
                          <a:pt x="3" y="4"/>
                        </a:lnTo>
                        <a:lnTo>
                          <a:pt x="0" y="5"/>
                        </a:lnTo>
                        <a:lnTo>
                          <a:pt x="1" y="8"/>
                        </a:lnTo>
                        <a:lnTo>
                          <a:pt x="3" y="6"/>
                        </a:lnTo>
                        <a:lnTo>
                          <a:pt x="7" y="5"/>
                        </a:lnTo>
                        <a:lnTo>
                          <a:pt x="11" y="5"/>
                        </a:lnTo>
                        <a:lnTo>
                          <a:pt x="14" y="4"/>
                        </a:lnTo>
                        <a:lnTo>
                          <a:pt x="29" y="4"/>
                        </a:lnTo>
                        <a:lnTo>
                          <a:pt x="29" y="3"/>
                        </a:lnTo>
                        <a:lnTo>
                          <a:pt x="30" y="1"/>
                        </a:lnTo>
                        <a:lnTo>
                          <a:pt x="29" y="1"/>
                        </a:lnTo>
                        <a:lnTo>
                          <a:pt x="3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2" name="Freeform 35"/>
                  <p:cNvSpPr>
                    <a:spLocks/>
                  </p:cNvSpPr>
                  <p:nvPr/>
                </p:nvSpPr>
                <p:spPr bwMode="auto">
                  <a:xfrm>
                    <a:off x="4578" y="3510"/>
                    <a:ext cx="5" cy="9"/>
                  </a:xfrm>
                  <a:custGeom>
                    <a:avLst/>
                    <a:gdLst>
                      <a:gd name="T0" fmla="*/ 0 w 11"/>
                      <a:gd name="T1" fmla="*/ 0 h 19"/>
                      <a:gd name="T2" fmla="*/ 0 w 11"/>
                      <a:gd name="T3" fmla="*/ 0 h 19"/>
                      <a:gd name="T4" fmla="*/ 0 w 11"/>
                      <a:gd name="T5" fmla="*/ 0 h 19"/>
                      <a:gd name="T6" fmla="*/ 0 w 11"/>
                      <a:gd name="T7" fmla="*/ 0 h 19"/>
                      <a:gd name="T8" fmla="*/ 0 w 11"/>
                      <a:gd name="T9" fmla="*/ 0 h 19"/>
                      <a:gd name="T10" fmla="*/ 0 w 11"/>
                      <a:gd name="T11" fmla="*/ 0 h 19"/>
                      <a:gd name="T12" fmla="*/ 0 w 11"/>
                      <a:gd name="T13" fmla="*/ 0 h 19"/>
                      <a:gd name="T14" fmla="*/ 0 w 11"/>
                      <a:gd name="T15" fmla="*/ 0 h 19"/>
                      <a:gd name="T16" fmla="*/ 0 w 11"/>
                      <a:gd name="T17" fmla="*/ 0 h 19"/>
                      <a:gd name="T18" fmla="*/ 0 w 11"/>
                      <a:gd name="T19" fmla="*/ 0 h 19"/>
                      <a:gd name="T20" fmla="*/ 0 w 11"/>
                      <a:gd name="T21" fmla="*/ 0 h 19"/>
                      <a:gd name="T22" fmla="*/ 0 w 11"/>
                      <a:gd name="T23" fmla="*/ 0 h 19"/>
                      <a:gd name="T24" fmla="*/ 0 w 11"/>
                      <a:gd name="T25" fmla="*/ 0 h 19"/>
                      <a:gd name="T26" fmla="*/ 0 w 11"/>
                      <a:gd name="T27" fmla="*/ 0 h 19"/>
                      <a:gd name="T28" fmla="*/ 0 w 11"/>
                      <a:gd name="T29" fmla="*/ 0 h 19"/>
                      <a:gd name="T30" fmla="*/ 0 w 11"/>
                      <a:gd name="T31" fmla="*/ 0 h 19"/>
                      <a:gd name="T32" fmla="*/ 0 w 11"/>
                      <a:gd name="T33" fmla="*/ 0 h 19"/>
                      <a:gd name="T34" fmla="*/ 0 w 11"/>
                      <a:gd name="T35" fmla="*/ 0 h 1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19"/>
                      <a:gd name="T56" fmla="*/ 11 w 11"/>
                      <a:gd name="T57" fmla="*/ 19 h 1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19">
                        <a:moveTo>
                          <a:pt x="10" y="19"/>
                        </a:moveTo>
                        <a:lnTo>
                          <a:pt x="11" y="17"/>
                        </a:lnTo>
                        <a:lnTo>
                          <a:pt x="11" y="13"/>
                        </a:lnTo>
                        <a:lnTo>
                          <a:pt x="10" y="10"/>
                        </a:lnTo>
                        <a:lnTo>
                          <a:pt x="9" y="9"/>
                        </a:lnTo>
                        <a:lnTo>
                          <a:pt x="6" y="5"/>
                        </a:lnTo>
                        <a:lnTo>
                          <a:pt x="5" y="4"/>
                        </a:lnTo>
                        <a:lnTo>
                          <a:pt x="3" y="3"/>
                        </a:lnTo>
                        <a:lnTo>
                          <a:pt x="1" y="0"/>
                        </a:lnTo>
                        <a:lnTo>
                          <a:pt x="0" y="2"/>
                        </a:lnTo>
                        <a:lnTo>
                          <a:pt x="1" y="4"/>
                        </a:lnTo>
                        <a:lnTo>
                          <a:pt x="5" y="8"/>
                        </a:lnTo>
                        <a:lnTo>
                          <a:pt x="6" y="10"/>
                        </a:lnTo>
                        <a:lnTo>
                          <a:pt x="8" y="12"/>
                        </a:lnTo>
                        <a:lnTo>
                          <a:pt x="9" y="14"/>
                        </a:lnTo>
                        <a:lnTo>
                          <a:pt x="9" y="17"/>
                        </a:lnTo>
                        <a:lnTo>
                          <a:pt x="8" y="18"/>
                        </a:lnTo>
                        <a:lnTo>
                          <a:pt x="1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3" name="Freeform 36"/>
                  <p:cNvSpPr>
                    <a:spLocks/>
                  </p:cNvSpPr>
                  <p:nvPr/>
                </p:nvSpPr>
                <p:spPr bwMode="auto">
                  <a:xfrm>
                    <a:off x="4579" y="3519"/>
                    <a:ext cx="4" cy="5"/>
                  </a:xfrm>
                  <a:custGeom>
                    <a:avLst/>
                    <a:gdLst>
                      <a:gd name="T0" fmla="*/ 1 w 7"/>
                      <a:gd name="T1" fmla="*/ 1 h 10"/>
                      <a:gd name="T2" fmla="*/ 1 w 7"/>
                      <a:gd name="T3" fmla="*/ 1 h 10"/>
                      <a:gd name="T4" fmla="*/ 1 w 7"/>
                      <a:gd name="T5" fmla="*/ 1 h 10"/>
                      <a:gd name="T6" fmla="*/ 1 w 7"/>
                      <a:gd name="T7" fmla="*/ 1 h 10"/>
                      <a:gd name="T8" fmla="*/ 1 w 7"/>
                      <a:gd name="T9" fmla="*/ 1 h 10"/>
                      <a:gd name="T10" fmla="*/ 1 w 7"/>
                      <a:gd name="T11" fmla="*/ 1 h 10"/>
                      <a:gd name="T12" fmla="*/ 1 w 7"/>
                      <a:gd name="T13" fmla="*/ 0 h 10"/>
                      <a:gd name="T14" fmla="*/ 1 w 7"/>
                      <a:gd name="T15" fmla="*/ 1 h 10"/>
                      <a:gd name="T16" fmla="*/ 1 w 7"/>
                      <a:gd name="T17" fmla="*/ 1 h 10"/>
                      <a:gd name="T18" fmla="*/ 1 w 7"/>
                      <a:gd name="T19" fmla="*/ 1 h 10"/>
                      <a:gd name="T20" fmla="*/ 1 w 7"/>
                      <a:gd name="T21" fmla="*/ 1 h 10"/>
                      <a:gd name="T22" fmla="*/ 1 w 7"/>
                      <a:gd name="T23" fmla="*/ 1 h 10"/>
                      <a:gd name="T24" fmla="*/ 1 w 7"/>
                      <a:gd name="T25" fmla="*/ 1 h 10"/>
                      <a:gd name="T26" fmla="*/ 0 w 7"/>
                      <a:gd name="T27" fmla="*/ 1 h 10"/>
                      <a:gd name="T28" fmla="*/ 1 w 7"/>
                      <a:gd name="T29" fmla="*/ 1 h 10"/>
                      <a:gd name="T30" fmla="*/ 1 w 7"/>
                      <a:gd name="T31" fmla="*/ 1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10"/>
                      <a:gd name="T50" fmla="*/ 7 w 7"/>
                      <a:gd name="T51" fmla="*/ 10 h 1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10">
                        <a:moveTo>
                          <a:pt x="2" y="7"/>
                        </a:moveTo>
                        <a:lnTo>
                          <a:pt x="2" y="10"/>
                        </a:lnTo>
                        <a:lnTo>
                          <a:pt x="3" y="7"/>
                        </a:lnTo>
                        <a:lnTo>
                          <a:pt x="6" y="6"/>
                        </a:lnTo>
                        <a:lnTo>
                          <a:pt x="6" y="3"/>
                        </a:lnTo>
                        <a:lnTo>
                          <a:pt x="7" y="1"/>
                        </a:lnTo>
                        <a:lnTo>
                          <a:pt x="5" y="0"/>
                        </a:lnTo>
                        <a:lnTo>
                          <a:pt x="3" y="2"/>
                        </a:lnTo>
                        <a:lnTo>
                          <a:pt x="3" y="5"/>
                        </a:lnTo>
                        <a:lnTo>
                          <a:pt x="2" y="7"/>
                        </a:lnTo>
                        <a:lnTo>
                          <a:pt x="1" y="8"/>
                        </a:lnTo>
                        <a:lnTo>
                          <a:pt x="1" y="10"/>
                        </a:lnTo>
                        <a:lnTo>
                          <a:pt x="1" y="8"/>
                        </a:lnTo>
                        <a:lnTo>
                          <a:pt x="0" y="10"/>
                        </a:lnTo>
                        <a:lnTo>
                          <a:pt x="1" y="10"/>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4" name="Freeform 37"/>
                  <p:cNvSpPr>
                    <a:spLocks/>
                  </p:cNvSpPr>
                  <p:nvPr/>
                </p:nvSpPr>
                <p:spPr bwMode="auto">
                  <a:xfrm>
                    <a:off x="4579" y="3523"/>
                    <a:ext cx="44" cy="26"/>
                  </a:xfrm>
                  <a:custGeom>
                    <a:avLst/>
                    <a:gdLst>
                      <a:gd name="T0" fmla="*/ 3 w 86"/>
                      <a:gd name="T1" fmla="*/ 1 h 53"/>
                      <a:gd name="T2" fmla="*/ 3 w 86"/>
                      <a:gd name="T3" fmla="*/ 1 h 53"/>
                      <a:gd name="T4" fmla="*/ 3 w 86"/>
                      <a:gd name="T5" fmla="*/ 1 h 53"/>
                      <a:gd name="T6" fmla="*/ 3 w 86"/>
                      <a:gd name="T7" fmla="*/ 1 h 53"/>
                      <a:gd name="T8" fmla="*/ 2 w 86"/>
                      <a:gd name="T9" fmla="*/ 0 h 53"/>
                      <a:gd name="T10" fmla="*/ 2 w 86"/>
                      <a:gd name="T11" fmla="*/ 0 h 53"/>
                      <a:gd name="T12" fmla="*/ 2 w 86"/>
                      <a:gd name="T13" fmla="*/ 0 h 53"/>
                      <a:gd name="T14" fmla="*/ 2 w 86"/>
                      <a:gd name="T15" fmla="*/ 0 h 53"/>
                      <a:gd name="T16" fmla="*/ 2 w 86"/>
                      <a:gd name="T17" fmla="*/ 0 h 53"/>
                      <a:gd name="T18" fmla="*/ 2 w 86"/>
                      <a:gd name="T19" fmla="*/ 0 h 53"/>
                      <a:gd name="T20" fmla="*/ 1 w 86"/>
                      <a:gd name="T21" fmla="*/ 0 h 53"/>
                      <a:gd name="T22" fmla="*/ 1 w 86"/>
                      <a:gd name="T23" fmla="*/ 0 h 53"/>
                      <a:gd name="T24" fmla="*/ 1 w 86"/>
                      <a:gd name="T25" fmla="*/ 0 h 53"/>
                      <a:gd name="T26" fmla="*/ 1 w 86"/>
                      <a:gd name="T27" fmla="*/ 0 h 53"/>
                      <a:gd name="T28" fmla="*/ 1 w 86"/>
                      <a:gd name="T29" fmla="*/ 0 h 53"/>
                      <a:gd name="T30" fmla="*/ 1 w 86"/>
                      <a:gd name="T31" fmla="*/ 0 h 53"/>
                      <a:gd name="T32" fmla="*/ 0 w 86"/>
                      <a:gd name="T33" fmla="*/ 0 h 53"/>
                      <a:gd name="T34" fmla="*/ 1 w 86"/>
                      <a:gd name="T35" fmla="*/ 0 h 53"/>
                      <a:gd name="T36" fmla="*/ 1 w 86"/>
                      <a:gd name="T37" fmla="*/ 0 h 53"/>
                      <a:gd name="T38" fmla="*/ 1 w 86"/>
                      <a:gd name="T39" fmla="*/ 0 h 53"/>
                      <a:gd name="T40" fmla="*/ 1 w 86"/>
                      <a:gd name="T41" fmla="*/ 0 h 53"/>
                      <a:gd name="T42" fmla="*/ 1 w 86"/>
                      <a:gd name="T43" fmla="*/ 0 h 53"/>
                      <a:gd name="T44" fmla="*/ 2 w 86"/>
                      <a:gd name="T45" fmla="*/ 0 h 53"/>
                      <a:gd name="T46" fmla="*/ 2 w 86"/>
                      <a:gd name="T47" fmla="*/ 0 h 53"/>
                      <a:gd name="T48" fmla="*/ 2 w 86"/>
                      <a:gd name="T49" fmla="*/ 0 h 53"/>
                      <a:gd name="T50" fmla="*/ 2 w 86"/>
                      <a:gd name="T51" fmla="*/ 0 h 53"/>
                      <a:gd name="T52" fmla="*/ 2 w 86"/>
                      <a:gd name="T53" fmla="*/ 0 h 53"/>
                      <a:gd name="T54" fmla="*/ 2 w 86"/>
                      <a:gd name="T55" fmla="*/ 0 h 53"/>
                      <a:gd name="T56" fmla="*/ 3 w 86"/>
                      <a:gd name="T57" fmla="*/ 1 h 53"/>
                      <a:gd name="T58" fmla="*/ 3 w 86"/>
                      <a:gd name="T59" fmla="*/ 1 h 53"/>
                      <a:gd name="T60" fmla="*/ 3 w 86"/>
                      <a:gd name="T61" fmla="*/ 1 h 53"/>
                      <a:gd name="T62" fmla="*/ 3 w 86"/>
                      <a:gd name="T63" fmla="*/ 1 h 53"/>
                      <a:gd name="T64" fmla="*/ 3 w 86"/>
                      <a:gd name="T65" fmla="*/ 1 h 53"/>
                      <a:gd name="T66" fmla="*/ 3 w 86"/>
                      <a:gd name="T67" fmla="*/ 1 h 5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6"/>
                      <a:gd name="T103" fmla="*/ 0 h 53"/>
                      <a:gd name="T104" fmla="*/ 86 w 86"/>
                      <a:gd name="T105" fmla="*/ 53 h 5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6" h="53">
                        <a:moveTo>
                          <a:pt x="86" y="51"/>
                        </a:moveTo>
                        <a:lnTo>
                          <a:pt x="82" y="46"/>
                        </a:lnTo>
                        <a:lnTo>
                          <a:pt x="73" y="36"/>
                        </a:lnTo>
                        <a:lnTo>
                          <a:pt x="68" y="32"/>
                        </a:lnTo>
                        <a:lnTo>
                          <a:pt x="63" y="29"/>
                        </a:lnTo>
                        <a:lnTo>
                          <a:pt x="58" y="25"/>
                        </a:lnTo>
                        <a:lnTo>
                          <a:pt x="52" y="22"/>
                        </a:lnTo>
                        <a:lnTo>
                          <a:pt x="47" y="20"/>
                        </a:lnTo>
                        <a:lnTo>
                          <a:pt x="41" y="16"/>
                        </a:lnTo>
                        <a:lnTo>
                          <a:pt x="36" y="15"/>
                        </a:lnTo>
                        <a:lnTo>
                          <a:pt x="29" y="12"/>
                        </a:lnTo>
                        <a:lnTo>
                          <a:pt x="23" y="10"/>
                        </a:lnTo>
                        <a:lnTo>
                          <a:pt x="17" y="8"/>
                        </a:lnTo>
                        <a:lnTo>
                          <a:pt x="12" y="5"/>
                        </a:lnTo>
                        <a:lnTo>
                          <a:pt x="6" y="3"/>
                        </a:lnTo>
                        <a:lnTo>
                          <a:pt x="1" y="0"/>
                        </a:lnTo>
                        <a:lnTo>
                          <a:pt x="0" y="3"/>
                        </a:lnTo>
                        <a:lnTo>
                          <a:pt x="6" y="5"/>
                        </a:lnTo>
                        <a:lnTo>
                          <a:pt x="11" y="8"/>
                        </a:lnTo>
                        <a:lnTo>
                          <a:pt x="17" y="10"/>
                        </a:lnTo>
                        <a:lnTo>
                          <a:pt x="23" y="12"/>
                        </a:lnTo>
                        <a:lnTo>
                          <a:pt x="28" y="15"/>
                        </a:lnTo>
                        <a:lnTo>
                          <a:pt x="34" y="16"/>
                        </a:lnTo>
                        <a:lnTo>
                          <a:pt x="41" y="19"/>
                        </a:lnTo>
                        <a:lnTo>
                          <a:pt x="45" y="21"/>
                        </a:lnTo>
                        <a:lnTo>
                          <a:pt x="50" y="25"/>
                        </a:lnTo>
                        <a:lnTo>
                          <a:pt x="57" y="27"/>
                        </a:lnTo>
                        <a:lnTo>
                          <a:pt x="62" y="31"/>
                        </a:lnTo>
                        <a:lnTo>
                          <a:pt x="66" y="35"/>
                        </a:lnTo>
                        <a:lnTo>
                          <a:pt x="71" y="38"/>
                        </a:lnTo>
                        <a:lnTo>
                          <a:pt x="76" y="42"/>
                        </a:lnTo>
                        <a:lnTo>
                          <a:pt x="80" y="47"/>
                        </a:lnTo>
                        <a:lnTo>
                          <a:pt x="85" y="53"/>
                        </a:lnTo>
                        <a:lnTo>
                          <a:pt x="86"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5" name="Freeform 38"/>
                  <p:cNvSpPr>
                    <a:spLocks/>
                  </p:cNvSpPr>
                  <p:nvPr/>
                </p:nvSpPr>
                <p:spPr bwMode="auto">
                  <a:xfrm>
                    <a:off x="4622" y="3548"/>
                    <a:ext cx="31" cy="38"/>
                  </a:xfrm>
                  <a:custGeom>
                    <a:avLst/>
                    <a:gdLst>
                      <a:gd name="T0" fmla="*/ 2 w 62"/>
                      <a:gd name="T1" fmla="*/ 3 h 76"/>
                      <a:gd name="T2" fmla="*/ 2 w 62"/>
                      <a:gd name="T3" fmla="*/ 3 h 76"/>
                      <a:gd name="T4" fmla="*/ 2 w 62"/>
                      <a:gd name="T5" fmla="*/ 2 h 76"/>
                      <a:gd name="T6" fmla="*/ 2 w 62"/>
                      <a:gd name="T7" fmla="*/ 2 h 76"/>
                      <a:gd name="T8" fmla="*/ 2 w 62"/>
                      <a:gd name="T9" fmla="*/ 2 h 76"/>
                      <a:gd name="T10" fmla="*/ 2 w 62"/>
                      <a:gd name="T11" fmla="*/ 2 h 76"/>
                      <a:gd name="T12" fmla="*/ 2 w 62"/>
                      <a:gd name="T13" fmla="*/ 2 h 76"/>
                      <a:gd name="T14" fmla="*/ 2 w 62"/>
                      <a:gd name="T15" fmla="*/ 2 h 76"/>
                      <a:gd name="T16" fmla="*/ 2 w 62"/>
                      <a:gd name="T17" fmla="*/ 2 h 76"/>
                      <a:gd name="T18" fmla="*/ 1 w 62"/>
                      <a:gd name="T19" fmla="*/ 1 h 76"/>
                      <a:gd name="T20" fmla="*/ 1 w 62"/>
                      <a:gd name="T21" fmla="*/ 1 h 76"/>
                      <a:gd name="T22" fmla="*/ 1 w 62"/>
                      <a:gd name="T23" fmla="*/ 1 h 76"/>
                      <a:gd name="T24" fmla="*/ 1 w 62"/>
                      <a:gd name="T25" fmla="*/ 1 h 76"/>
                      <a:gd name="T26" fmla="*/ 1 w 62"/>
                      <a:gd name="T27" fmla="*/ 1 h 76"/>
                      <a:gd name="T28" fmla="*/ 1 w 62"/>
                      <a:gd name="T29" fmla="*/ 1 h 76"/>
                      <a:gd name="T30" fmla="*/ 1 w 62"/>
                      <a:gd name="T31" fmla="*/ 0 h 76"/>
                      <a:gd name="T32" fmla="*/ 0 w 62"/>
                      <a:gd name="T33" fmla="*/ 1 h 76"/>
                      <a:gd name="T34" fmla="*/ 1 w 62"/>
                      <a:gd name="T35" fmla="*/ 1 h 76"/>
                      <a:gd name="T36" fmla="*/ 1 w 62"/>
                      <a:gd name="T37" fmla="*/ 1 h 76"/>
                      <a:gd name="T38" fmla="*/ 1 w 62"/>
                      <a:gd name="T39" fmla="*/ 1 h 76"/>
                      <a:gd name="T40" fmla="*/ 1 w 62"/>
                      <a:gd name="T41" fmla="*/ 1 h 76"/>
                      <a:gd name="T42" fmla="*/ 1 w 62"/>
                      <a:gd name="T43" fmla="*/ 1 h 76"/>
                      <a:gd name="T44" fmla="*/ 1 w 62"/>
                      <a:gd name="T45" fmla="*/ 1 h 76"/>
                      <a:gd name="T46" fmla="*/ 1 w 62"/>
                      <a:gd name="T47" fmla="*/ 1 h 76"/>
                      <a:gd name="T48" fmla="*/ 1 w 62"/>
                      <a:gd name="T49" fmla="*/ 2 h 76"/>
                      <a:gd name="T50" fmla="*/ 2 w 62"/>
                      <a:gd name="T51" fmla="*/ 2 h 76"/>
                      <a:gd name="T52" fmla="*/ 2 w 62"/>
                      <a:gd name="T53" fmla="*/ 2 h 76"/>
                      <a:gd name="T54" fmla="*/ 2 w 62"/>
                      <a:gd name="T55" fmla="*/ 2 h 76"/>
                      <a:gd name="T56" fmla="*/ 2 w 62"/>
                      <a:gd name="T57" fmla="*/ 2 h 76"/>
                      <a:gd name="T58" fmla="*/ 2 w 62"/>
                      <a:gd name="T59" fmla="*/ 2 h 76"/>
                      <a:gd name="T60" fmla="*/ 2 w 62"/>
                      <a:gd name="T61" fmla="*/ 3 h 76"/>
                      <a:gd name="T62" fmla="*/ 2 w 62"/>
                      <a:gd name="T63" fmla="*/ 3 h 76"/>
                      <a:gd name="T64" fmla="*/ 2 w 62"/>
                      <a:gd name="T65" fmla="*/ 3 h 76"/>
                      <a:gd name="T66" fmla="*/ 2 w 62"/>
                      <a:gd name="T67" fmla="*/ 3 h 76"/>
                      <a:gd name="T68" fmla="*/ 2 w 62"/>
                      <a:gd name="T69" fmla="*/ 3 h 76"/>
                      <a:gd name="T70" fmla="*/ 2 w 62"/>
                      <a:gd name="T71" fmla="*/ 3 h 76"/>
                      <a:gd name="T72" fmla="*/ 2 w 62"/>
                      <a:gd name="T73" fmla="*/ 3 h 7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2"/>
                      <a:gd name="T112" fmla="*/ 0 h 76"/>
                      <a:gd name="T113" fmla="*/ 62 w 62"/>
                      <a:gd name="T114" fmla="*/ 76 h 7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2" h="76">
                        <a:moveTo>
                          <a:pt x="62" y="74"/>
                        </a:moveTo>
                        <a:lnTo>
                          <a:pt x="59" y="69"/>
                        </a:lnTo>
                        <a:lnTo>
                          <a:pt x="55" y="64"/>
                        </a:lnTo>
                        <a:lnTo>
                          <a:pt x="52" y="59"/>
                        </a:lnTo>
                        <a:lnTo>
                          <a:pt x="48" y="54"/>
                        </a:lnTo>
                        <a:lnTo>
                          <a:pt x="44" y="50"/>
                        </a:lnTo>
                        <a:lnTo>
                          <a:pt x="41" y="45"/>
                        </a:lnTo>
                        <a:lnTo>
                          <a:pt x="37" y="40"/>
                        </a:lnTo>
                        <a:lnTo>
                          <a:pt x="33" y="35"/>
                        </a:lnTo>
                        <a:lnTo>
                          <a:pt x="29" y="31"/>
                        </a:lnTo>
                        <a:lnTo>
                          <a:pt x="26" y="27"/>
                        </a:lnTo>
                        <a:lnTo>
                          <a:pt x="22" y="22"/>
                        </a:lnTo>
                        <a:lnTo>
                          <a:pt x="18" y="17"/>
                        </a:lnTo>
                        <a:lnTo>
                          <a:pt x="13" y="13"/>
                        </a:lnTo>
                        <a:lnTo>
                          <a:pt x="10" y="8"/>
                        </a:lnTo>
                        <a:lnTo>
                          <a:pt x="1" y="0"/>
                        </a:lnTo>
                        <a:lnTo>
                          <a:pt x="0" y="2"/>
                        </a:lnTo>
                        <a:lnTo>
                          <a:pt x="4" y="6"/>
                        </a:lnTo>
                        <a:lnTo>
                          <a:pt x="7" y="11"/>
                        </a:lnTo>
                        <a:lnTo>
                          <a:pt x="12" y="14"/>
                        </a:lnTo>
                        <a:lnTo>
                          <a:pt x="16" y="18"/>
                        </a:lnTo>
                        <a:lnTo>
                          <a:pt x="20" y="23"/>
                        </a:lnTo>
                        <a:lnTo>
                          <a:pt x="25" y="28"/>
                        </a:lnTo>
                        <a:lnTo>
                          <a:pt x="27" y="32"/>
                        </a:lnTo>
                        <a:lnTo>
                          <a:pt x="32" y="37"/>
                        </a:lnTo>
                        <a:lnTo>
                          <a:pt x="36" y="42"/>
                        </a:lnTo>
                        <a:lnTo>
                          <a:pt x="39" y="47"/>
                        </a:lnTo>
                        <a:lnTo>
                          <a:pt x="43" y="51"/>
                        </a:lnTo>
                        <a:lnTo>
                          <a:pt x="47" y="56"/>
                        </a:lnTo>
                        <a:lnTo>
                          <a:pt x="49" y="61"/>
                        </a:lnTo>
                        <a:lnTo>
                          <a:pt x="53" y="65"/>
                        </a:lnTo>
                        <a:lnTo>
                          <a:pt x="57" y="70"/>
                        </a:lnTo>
                        <a:lnTo>
                          <a:pt x="60" y="75"/>
                        </a:lnTo>
                        <a:lnTo>
                          <a:pt x="60" y="76"/>
                        </a:lnTo>
                        <a:lnTo>
                          <a:pt x="60" y="75"/>
                        </a:lnTo>
                        <a:lnTo>
                          <a:pt x="60" y="76"/>
                        </a:lnTo>
                        <a:lnTo>
                          <a:pt x="62"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6" name="Freeform 39"/>
                  <p:cNvSpPr>
                    <a:spLocks/>
                  </p:cNvSpPr>
                  <p:nvPr/>
                </p:nvSpPr>
                <p:spPr bwMode="auto">
                  <a:xfrm>
                    <a:off x="4652" y="3585"/>
                    <a:ext cx="14" cy="13"/>
                  </a:xfrm>
                  <a:custGeom>
                    <a:avLst/>
                    <a:gdLst>
                      <a:gd name="T0" fmla="*/ 0 w 29"/>
                      <a:gd name="T1" fmla="*/ 0 h 27"/>
                      <a:gd name="T2" fmla="*/ 0 w 29"/>
                      <a:gd name="T3" fmla="*/ 0 h 27"/>
                      <a:gd name="T4" fmla="*/ 0 w 29"/>
                      <a:gd name="T5" fmla="*/ 0 h 27"/>
                      <a:gd name="T6" fmla="*/ 0 w 29"/>
                      <a:gd name="T7" fmla="*/ 0 h 27"/>
                      <a:gd name="T8" fmla="*/ 0 w 29"/>
                      <a:gd name="T9" fmla="*/ 0 h 27"/>
                      <a:gd name="T10" fmla="*/ 0 w 29"/>
                      <a:gd name="T11" fmla="*/ 0 h 27"/>
                      <a:gd name="T12" fmla="*/ 0 w 29"/>
                      <a:gd name="T13" fmla="*/ 0 h 27"/>
                      <a:gd name="T14" fmla="*/ 0 w 29"/>
                      <a:gd name="T15" fmla="*/ 0 h 27"/>
                      <a:gd name="T16" fmla="*/ 0 w 29"/>
                      <a:gd name="T17" fmla="*/ 0 h 27"/>
                      <a:gd name="T18" fmla="*/ 0 w 29"/>
                      <a:gd name="T19" fmla="*/ 0 h 27"/>
                      <a:gd name="T20" fmla="*/ 0 w 29"/>
                      <a:gd name="T21" fmla="*/ 0 h 27"/>
                      <a:gd name="T22" fmla="*/ 0 w 29"/>
                      <a:gd name="T23" fmla="*/ 0 h 27"/>
                      <a:gd name="T24" fmla="*/ 0 w 29"/>
                      <a:gd name="T25" fmla="*/ 0 h 27"/>
                      <a:gd name="T26" fmla="*/ 0 w 29"/>
                      <a:gd name="T27" fmla="*/ 0 h 27"/>
                      <a:gd name="T28" fmla="*/ 0 w 29"/>
                      <a:gd name="T29" fmla="*/ 0 h 27"/>
                      <a:gd name="T30" fmla="*/ 0 w 29"/>
                      <a:gd name="T31" fmla="*/ 0 h 27"/>
                      <a:gd name="T32" fmla="*/ 0 w 29"/>
                      <a:gd name="T33" fmla="*/ 0 h 27"/>
                      <a:gd name="T34" fmla="*/ 0 w 29"/>
                      <a:gd name="T35" fmla="*/ 0 h 27"/>
                      <a:gd name="T36" fmla="*/ 0 w 29"/>
                      <a:gd name="T37" fmla="*/ 0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9"/>
                      <a:gd name="T58" fmla="*/ 0 h 27"/>
                      <a:gd name="T59" fmla="*/ 29 w 29"/>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9" h="27">
                        <a:moveTo>
                          <a:pt x="29" y="27"/>
                        </a:moveTo>
                        <a:lnTo>
                          <a:pt x="29" y="21"/>
                        </a:lnTo>
                        <a:lnTo>
                          <a:pt x="26" y="17"/>
                        </a:lnTo>
                        <a:lnTo>
                          <a:pt x="24" y="12"/>
                        </a:lnTo>
                        <a:lnTo>
                          <a:pt x="19" y="8"/>
                        </a:lnTo>
                        <a:lnTo>
                          <a:pt x="15" y="6"/>
                        </a:lnTo>
                        <a:lnTo>
                          <a:pt x="10" y="3"/>
                        </a:lnTo>
                        <a:lnTo>
                          <a:pt x="5" y="1"/>
                        </a:lnTo>
                        <a:lnTo>
                          <a:pt x="2" y="0"/>
                        </a:lnTo>
                        <a:lnTo>
                          <a:pt x="0" y="2"/>
                        </a:lnTo>
                        <a:lnTo>
                          <a:pt x="4" y="3"/>
                        </a:lnTo>
                        <a:lnTo>
                          <a:pt x="9" y="6"/>
                        </a:lnTo>
                        <a:lnTo>
                          <a:pt x="14" y="8"/>
                        </a:lnTo>
                        <a:lnTo>
                          <a:pt x="18" y="11"/>
                        </a:lnTo>
                        <a:lnTo>
                          <a:pt x="21" y="14"/>
                        </a:lnTo>
                        <a:lnTo>
                          <a:pt x="24" y="18"/>
                        </a:lnTo>
                        <a:lnTo>
                          <a:pt x="26" y="22"/>
                        </a:lnTo>
                        <a:lnTo>
                          <a:pt x="26" y="27"/>
                        </a:lnTo>
                        <a:lnTo>
                          <a:pt x="29"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7" name="Freeform 40"/>
                  <p:cNvSpPr>
                    <a:spLocks/>
                  </p:cNvSpPr>
                  <p:nvPr/>
                </p:nvSpPr>
                <p:spPr bwMode="auto">
                  <a:xfrm>
                    <a:off x="4665" y="3598"/>
                    <a:ext cx="3" cy="16"/>
                  </a:xfrm>
                  <a:custGeom>
                    <a:avLst/>
                    <a:gdLst>
                      <a:gd name="T0" fmla="*/ 1 w 5"/>
                      <a:gd name="T1" fmla="*/ 1 h 31"/>
                      <a:gd name="T2" fmla="*/ 1 w 5"/>
                      <a:gd name="T3" fmla="*/ 1 h 31"/>
                      <a:gd name="T4" fmla="*/ 1 w 5"/>
                      <a:gd name="T5" fmla="*/ 1 h 31"/>
                      <a:gd name="T6" fmla="*/ 1 w 5"/>
                      <a:gd name="T7" fmla="*/ 1 h 31"/>
                      <a:gd name="T8" fmla="*/ 1 w 5"/>
                      <a:gd name="T9" fmla="*/ 1 h 31"/>
                      <a:gd name="T10" fmla="*/ 1 w 5"/>
                      <a:gd name="T11" fmla="*/ 0 h 31"/>
                      <a:gd name="T12" fmla="*/ 0 w 5"/>
                      <a:gd name="T13" fmla="*/ 0 h 31"/>
                      <a:gd name="T14" fmla="*/ 1 w 5"/>
                      <a:gd name="T15" fmla="*/ 1 h 31"/>
                      <a:gd name="T16" fmla="*/ 1 w 5"/>
                      <a:gd name="T17" fmla="*/ 1 h 31"/>
                      <a:gd name="T18" fmla="*/ 1 w 5"/>
                      <a:gd name="T19" fmla="*/ 1 h 31"/>
                      <a:gd name="T20" fmla="*/ 0 w 5"/>
                      <a:gd name="T21" fmla="*/ 1 h 31"/>
                      <a:gd name="T22" fmla="*/ 1 w 5"/>
                      <a:gd name="T23" fmla="*/ 1 h 31"/>
                      <a:gd name="T24" fmla="*/ 1 w 5"/>
                      <a:gd name="T25" fmla="*/ 1 h 31"/>
                      <a:gd name="T26" fmla="*/ 1 w 5"/>
                      <a:gd name="T27" fmla="*/ 1 h 3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31"/>
                      <a:gd name="T44" fmla="*/ 5 w 5"/>
                      <a:gd name="T45" fmla="*/ 31 h 3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31">
                        <a:moveTo>
                          <a:pt x="1" y="31"/>
                        </a:moveTo>
                        <a:lnTo>
                          <a:pt x="3" y="31"/>
                        </a:lnTo>
                        <a:lnTo>
                          <a:pt x="4" y="23"/>
                        </a:lnTo>
                        <a:lnTo>
                          <a:pt x="5" y="15"/>
                        </a:lnTo>
                        <a:lnTo>
                          <a:pt x="5" y="7"/>
                        </a:lnTo>
                        <a:lnTo>
                          <a:pt x="3" y="0"/>
                        </a:lnTo>
                        <a:lnTo>
                          <a:pt x="0" y="0"/>
                        </a:lnTo>
                        <a:lnTo>
                          <a:pt x="3" y="7"/>
                        </a:lnTo>
                        <a:lnTo>
                          <a:pt x="3" y="15"/>
                        </a:lnTo>
                        <a:lnTo>
                          <a:pt x="1" y="23"/>
                        </a:lnTo>
                        <a:lnTo>
                          <a:pt x="0" y="29"/>
                        </a:lnTo>
                        <a:lnTo>
                          <a:pt x="1" y="31"/>
                        </a:lnTo>
                        <a:lnTo>
                          <a:pt x="3" y="31"/>
                        </a:lnTo>
                        <a:lnTo>
                          <a:pt x="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8" name="Freeform 41"/>
                  <p:cNvSpPr>
                    <a:spLocks/>
                  </p:cNvSpPr>
                  <p:nvPr/>
                </p:nvSpPr>
                <p:spPr bwMode="auto">
                  <a:xfrm>
                    <a:off x="4655" y="3613"/>
                    <a:ext cx="11" cy="14"/>
                  </a:xfrm>
                  <a:custGeom>
                    <a:avLst/>
                    <a:gdLst>
                      <a:gd name="T0" fmla="*/ 1 w 21"/>
                      <a:gd name="T1" fmla="*/ 1 h 28"/>
                      <a:gd name="T2" fmla="*/ 1 w 21"/>
                      <a:gd name="T3" fmla="*/ 1 h 28"/>
                      <a:gd name="T4" fmla="*/ 1 w 21"/>
                      <a:gd name="T5" fmla="*/ 1 h 28"/>
                      <a:gd name="T6" fmla="*/ 1 w 21"/>
                      <a:gd name="T7" fmla="*/ 1 h 28"/>
                      <a:gd name="T8" fmla="*/ 1 w 21"/>
                      <a:gd name="T9" fmla="*/ 1 h 28"/>
                      <a:gd name="T10" fmla="*/ 1 w 21"/>
                      <a:gd name="T11" fmla="*/ 1 h 28"/>
                      <a:gd name="T12" fmla="*/ 1 w 21"/>
                      <a:gd name="T13" fmla="*/ 1 h 28"/>
                      <a:gd name="T14" fmla="*/ 1 w 21"/>
                      <a:gd name="T15" fmla="*/ 1 h 28"/>
                      <a:gd name="T16" fmla="*/ 1 w 21"/>
                      <a:gd name="T17" fmla="*/ 1 h 28"/>
                      <a:gd name="T18" fmla="*/ 1 w 21"/>
                      <a:gd name="T19" fmla="*/ 0 h 28"/>
                      <a:gd name="T20" fmla="*/ 1 w 21"/>
                      <a:gd name="T21" fmla="*/ 1 h 28"/>
                      <a:gd name="T22" fmla="*/ 1 w 21"/>
                      <a:gd name="T23" fmla="*/ 1 h 28"/>
                      <a:gd name="T24" fmla="*/ 1 w 21"/>
                      <a:gd name="T25" fmla="*/ 1 h 28"/>
                      <a:gd name="T26" fmla="*/ 1 w 21"/>
                      <a:gd name="T27" fmla="*/ 1 h 28"/>
                      <a:gd name="T28" fmla="*/ 1 w 21"/>
                      <a:gd name="T29" fmla="*/ 1 h 28"/>
                      <a:gd name="T30" fmla="*/ 1 w 21"/>
                      <a:gd name="T31" fmla="*/ 1 h 28"/>
                      <a:gd name="T32" fmla="*/ 1 w 21"/>
                      <a:gd name="T33" fmla="*/ 1 h 28"/>
                      <a:gd name="T34" fmla="*/ 0 w 21"/>
                      <a:gd name="T35" fmla="*/ 1 h 28"/>
                      <a:gd name="T36" fmla="*/ 0 w 21"/>
                      <a:gd name="T37" fmla="*/ 1 h 28"/>
                      <a:gd name="T38" fmla="*/ 0 w 21"/>
                      <a:gd name="T39" fmla="*/ 1 h 28"/>
                      <a:gd name="T40" fmla="*/ 0 w 21"/>
                      <a:gd name="T41" fmla="*/ 1 h 28"/>
                      <a:gd name="T42" fmla="*/ 1 w 21"/>
                      <a:gd name="T43" fmla="*/ 1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
                      <a:gd name="T67" fmla="*/ 0 h 28"/>
                      <a:gd name="T68" fmla="*/ 21 w 21"/>
                      <a:gd name="T69" fmla="*/ 28 h 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 h="28">
                        <a:moveTo>
                          <a:pt x="3" y="26"/>
                        </a:moveTo>
                        <a:lnTo>
                          <a:pt x="3" y="28"/>
                        </a:lnTo>
                        <a:lnTo>
                          <a:pt x="5" y="24"/>
                        </a:lnTo>
                        <a:lnTo>
                          <a:pt x="8" y="21"/>
                        </a:lnTo>
                        <a:lnTo>
                          <a:pt x="9" y="18"/>
                        </a:lnTo>
                        <a:lnTo>
                          <a:pt x="15" y="11"/>
                        </a:lnTo>
                        <a:lnTo>
                          <a:pt x="16" y="8"/>
                        </a:lnTo>
                        <a:lnTo>
                          <a:pt x="20" y="5"/>
                        </a:lnTo>
                        <a:lnTo>
                          <a:pt x="21" y="2"/>
                        </a:lnTo>
                        <a:lnTo>
                          <a:pt x="20" y="0"/>
                        </a:lnTo>
                        <a:lnTo>
                          <a:pt x="18" y="3"/>
                        </a:lnTo>
                        <a:lnTo>
                          <a:pt x="15" y="7"/>
                        </a:lnTo>
                        <a:lnTo>
                          <a:pt x="13" y="10"/>
                        </a:lnTo>
                        <a:lnTo>
                          <a:pt x="10" y="13"/>
                        </a:lnTo>
                        <a:lnTo>
                          <a:pt x="8" y="16"/>
                        </a:lnTo>
                        <a:lnTo>
                          <a:pt x="5" y="20"/>
                        </a:lnTo>
                        <a:lnTo>
                          <a:pt x="3" y="24"/>
                        </a:lnTo>
                        <a:lnTo>
                          <a:pt x="0" y="26"/>
                        </a:lnTo>
                        <a:lnTo>
                          <a:pt x="0" y="28"/>
                        </a:lnTo>
                        <a:lnTo>
                          <a:pt x="0" y="26"/>
                        </a:lnTo>
                        <a:lnTo>
                          <a:pt x="0" y="28"/>
                        </a:lnTo>
                        <a:lnTo>
                          <a:pt x="3"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9" name="Freeform 42"/>
                  <p:cNvSpPr>
                    <a:spLocks/>
                  </p:cNvSpPr>
                  <p:nvPr/>
                </p:nvSpPr>
                <p:spPr bwMode="auto">
                  <a:xfrm>
                    <a:off x="4655" y="3626"/>
                    <a:ext cx="7" cy="13"/>
                  </a:xfrm>
                  <a:custGeom>
                    <a:avLst/>
                    <a:gdLst>
                      <a:gd name="T0" fmla="*/ 1 w 14"/>
                      <a:gd name="T1" fmla="*/ 1 h 26"/>
                      <a:gd name="T2" fmla="*/ 1 w 14"/>
                      <a:gd name="T3" fmla="*/ 1 h 26"/>
                      <a:gd name="T4" fmla="*/ 1 w 14"/>
                      <a:gd name="T5" fmla="*/ 1 h 26"/>
                      <a:gd name="T6" fmla="*/ 1 w 14"/>
                      <a:gd name="T7" fmla="*/ 1 h 26"/>
                      <a:gd name="T8" fmla="*/ 1 w 14"/>
                      <a:gd name="T9" fmla="*/ 1 h 26"/>
                      <a:gd name="T10" fmla="*/ 1 w 14"/>
                      <a:gd name="T11" fmla="*/ 1 h 26"/>
                      <a:gd name="T12" fmla="*/ 1 w 14"/>
                      <a:gd name="T13" fmla="*/ 1 h 26"/>
                      <a:gd name="T14" fmla="*/ 1 w 14"/>
                      <a:gd name="T15" fmla="*/ 1 h 26"/>
                      <a:gd name="T16" fmla="*/ 1 w 14"/>
                      <a:gd name="T17" fmla="*/ 0 h 26"/>
                      <a:gd name="T18" fmla="*/ 0 w 14"/>
                      <a:gd name="T19" fmla="*/ 1 h 26"/>
                      <a:gd name="T20" fmla="*/ 1 w 14"/>
                      <a:gd name="T21" fmla="*/ 1 h 26"/>
                      <a:gd name="T22" fmla="*/ 1 w 14"/>
                      <a:gd name="T23" fmla="*/ 1 h 26"/>
                      <a:gd name="T24" fmla="*/ 1 w 14"/>
                      <a:gd name="T25" fmla="*/ 1 h 26"/>
                      <a:gd name="T26" fmla="*/ 1 w 14"/>
                      <a:gd name="T27" fmla="*/ 1 h 26"/>
                      <a:gd name="T28" fmla="*/ 1 w 14"/>
                      <a:gd name="T29" fmla="*/ 1 h 26"/>
                      <a:gd name="T30" fmla="*/ 1 w 14"/>
                      <a:gd name="T31" fmla="*/ 1 h 26"/>
                      <a:gd name="T32" fmla="*/ 1 w 14"/>
                      <a:gd name="T33" fmla="*/ 1 h 26"/>
                      <a:gd name="T34" fmla="*/ 1 w 14"/>
                      <a:gd name="T35" fmla="*/ 1 h 26"/>
                      <a:gd name="T36" fmla="*/ 1 w 14"/>
                      <a:gd name="T37" fmla="*/ 1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
                      <a:gd name="T58" fmla="*/ 0 h 26"/>
                      <a:gd name="T59" fmla="*/ 14 w 14"/>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 h="26">
                        <a:moveTo>
                          <a:pt x="13" y="26"/>
                        </a:moveTo>
                        <a:lnTo>
                          <a:pt x="14" y="22"/>
                        </a:lnTo>
                        <a:lnTo>
                          <a:pt x="14" y="19"/>
                        </a:lnTo>
                        <a:lnTo>
                          <a:pt x="13" y="15"/>
                        </a:lnTo>
                        <a:lnTo>
                          <a:pt x="10" y="11"/>
                        </a:lnTo>
                        <a:lnTo>
                          <a:pt x="9" y="9"/>
                        </a:lnTo>
                        <a:lnTo>
                          <a:pt x="7" y="6"/>
                        </a:lnTo>
                        <a:lnTo>
                          <a:pt x="4" y="3"/>
                        </a:lnTo>
                        <a:lnTo>
                          <a:pt x="3" y="0"/>
                        </a:lnTo>
                        <a:lnTo>
                          <a:pt x="0" y="2"/>
                        </a:lnTo>
                        <a:lnTo>
                          <a:pt x="3" y="4"/>
                        </a:lnTo>
                        <a:lnTo>
                          <a:pt x="5" y="8"/>
                        </a:lnTo>
                        <a:lnTo>
                          <a:pt x="7" y="10"/>
                        </a:lnTo>
                        <a:lnTo>
                          <a:pt x="9" y="13"/>
                        </a:lnTo>
                        <a:lnTo>
                          <a:pt x="10" y="16"/>
                        </a:lnTo>
                        <a:lnTo>
                          <a:pt x="12" y="19"/>
                        </a:lnTo>
                        <a:lnTo>
                          <a:pt x="12" y="22"/>
                        </a:lnTo>
                        <a:lnTo>
                          <a:pt x="10" y="25"/>
                        </a:lnTo>
                        <a:lnTo>
                          <a:pt x="13"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0" name="Freeform 43"/>
                  <p:cNvSpPr>
                    <a:spLocks/>
                  </p:cNvSpPr>
                  <p:nvPr/>
                </p:nvSpPr>
                <p:spPr bwMode="auto">
                  <a:xfrm>
                    <a:off x="4648" y="3638"/>
                    <a:ext cx="13" cy="7"/>
                  </a:xfrm>
                  <a:custGeom>
                    <a:avLst/>
                    <a:gdLst>
                      <a:gd name="T0" fmla="*/ 0 w 26"/>
                      <a:gd name="T1" fmla="*/ 1 h 13"/>
                      <a:gd name="T2" fmla="*/ 1 w 26"/>
                      <a:gd name="T3" fmla="*/ 1 h 13"/>
                      <a:gd name="T4" fmla="*/ 1 w 26"/>
                      <a:gd name="T5" fmla="*/ 1 h 13"/>
                      <a:gd name="T6" fmla="*/ 1 w 26"/>
                      <a:gd name="T7" fmla="*/ 1 h 13"/>
                      <a:gd name="T8" fmla="*/ 1 w 26"/>
                      <a:gd name="T9" fmla="*/ 1 h 13"/>
                      <a:gd name="T10" fmla="*/ 1 w 26"/>
                      <a:gd name="T11" fmla="*/ 1 h 13"/>
                      <a:gd name="T12" fmla="*/ 1 w 26"/>
                      <a:gd name="T13" fmla="*/ 1 h 13"/>
                      <a:gd name="T14" fmla="*/ 1 w 26"/>
                      <a:gd name="T15" fmla="*/ 1 h 13"/>
                      <a:gd name="T16" fmla="*/ 1 w 26"/>
                      <a:gd name="T17" fmla="*/ 1 h 13"/>
                      <a:gd name="T18" fmla="*/ 1 w 26"/>
                      <a:gd name="T19" fmla="*/ 1 h 13"/>
                      <a:gd name="T20" fmla="*/ 1 w 26"/>
                      <a:gd name="T21" fmla="*/ 0 h 13"/>
                      <a:gd name="T22" fmla="*/ 1 w 26"/>
                      <a:gd name="T23" fmla="*/ 1 h 13"/>
                      <a:gd name="T24" fmla="*/ 1 w 26"/>
                      <a:gd name="T25" fmla="*/ 1 h 13"/>
                      <a:gd name="T26" fmla="*/ 1 w 26"/>
                      <a:gd name="T27" fmla="*/ 1 h 13"/>
                      <a:gd name="T28" fmla="*/ 1 w 26"/>
                      <a:gd name="T29" fmla="*/ 1 h 13"/>
                      <a:gd name="T30" fmla="*/ 1 w 26"/>
                      <a:gd name="T31" fmla="*/ 1 h 13"/>
                      <a:gd name="T32" fmla="*/ 1 w 26"/>
                      <a:gd name="T33" fmla="*/ 1 h 13"/>
                      <a:gd name="T34" fmla="*/ 1 w 26"/>
                      <a:gd name="T35" fmla="*/ 1 h 13"/>
                      <a:gd name="T36" fmla="*/ 0 w 26"/>
                      <a:gd name="T37" fmla="*/ 1 h 13"/>
                      <a:gd name="T38" fmla="*/ 0 w 26"/>
                      <a:gd name="T39" fmla="*/ 1 h 13"/>
                      <a:gd name="T40" fmla="*/ 1 w 26"/>
                      <a:gd name="T41" fmla="*/ 1 h 13"/>
                      <a:gd name="T42" fmla="*/ 0 w 26"/>
                      <a:gd name="T43" fmla="*/ 1 h 1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
                      <a:gd name="T67" fmla="*/ 0 h 13"/>
                      <a:gd name="T68" fmla="*/ 26 w 26"/>
                      <a:gd name="T69" fmla="*/ 13 h 1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 h="13">
                        <a:moveTo>
                          <a:pt x="0" y="13"/>
                        </a:moveTo>
                        <a:lnTo>
                          <a:pt x="1" y="13"/>
                        </a:lnTo>
                        <a:lnTo>
                          <a:pt x="4" y="12"/>
                        </a:lnTo>
                        <a:lnTo>
                          <a:pt x="7" y="11"/>
                        </a:lnTo>
                        <a:lnTo>
                          <a:pt x="11" y="10"/>
                        </a:lnTo>
                        <a:lnTo>
                          <a:pt x="15" y="10"/>
                        </a:lnTo>
                        <a:lnTo>
                          <a:pt x="17" y="9"/>
                        </a:lnTo>
                        <a:lnTo>
                          <a:pt x="21" y="7"/>
                        </a:lnTo>
                        <a:lnTo>
                          <a:pt x="23" y="5"/>
                        </a:lnTo>
                        <a:lnTo>
                          <a:pt x="26" y="1"/>
                        </a:lnTo>
                        <a:lnTo>
                          <a:pt x="23" y="0"/>
                        </a:lnTo>
                        <a:lnTo>
                          <a:pt x="22" y="4"/>
                        </a:lnTo>
                        <a:lnTo>
                          <a:pt x="20" y="5"/>
                        </a:lnTo>
                        <a:lnTo>
                          <a:pt x="17" y="6"/>
                        </a:lnTo>
                        <a:lnTo>
                          <a:pt x="13" y="7"/>
                        </a:lnTo>
                        <a:lnTo>
                          <a:pt x="10" y="7"/>
                        </a:lnTo>
                        <a:lnTo>
                          <a:pt x="6" y="9"/>
                        </a:lnTo>
                        <a:lnTo>
                          <a:pt x="2" y="10"/>
                        </a:lnTo>
                        <a:lnTo>
                          <a:pt x="0" y="11"/>
                        </a:lnTo>
                        <a:lnTo>
                          <a:pt x="0" y="13"/>
                        </a:lnTo>
                        <a:lnTo>
                          <a:pt x="1" y="13"/>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1" name="Freeform 44"/>
                  <p:cNvSpPr>
                    <a:spLocks/>
                  </p:cNvSpPr>
                  <p:nvPr/>
                </p:nvSpPr>
                <p:spPr bwMode="auto">
                  <a:xfrm>
                    <a:off x="4642" y="3644"/>
                    <a:ext cx="6" cy="2"/>
                  </a:xfrm>
                  <a:custGeom>
                    <a:avLst/>
                    <a:gdLst>
                      <a:gd name="T0" fmla="*/ 0 w 14"/>
                      <a:gd name="T1" fmla="*/ 0 h 5"/>
                      <a:gd name="T2" fmla="*/ 0 w 14"/>
                      <a:gd name="T3" fmla="*/ 0 h 5"/>
                      <a:gd name="T4" fmla="*/ 0 w 14"/>
                      <a:gd name="T5" fmla="*/ 0 h 5"/>
                      <a:gd name="T6" fmla="*/ 0 w 14"/>
                      <a:gd name="T7" fmla="*/ 0 h 5"/>
                      <a:gd name="T8" fmla="*/ 0 w 14"/>
                      <a:gd name="T9" fmla="*/ 0 h 5"/>
                      <a:gd name="T10" fmla="*/ 0 w 14"/>
                      <a:gd name="T11" fmla="*/ 0 h 5"/>
                      <a:gd name="T12" fmla="*/ 0 w 14"/>
                      <a:gd name="T13" fmla="*/ 0 h 5"/>
                      <a:gd name="T14" fmla="*/ 0 w 14"/>
                      <a:gd name="T15" fmla="*/ 0 h 5"/>
                      <a:gd name="T16" fmla="*/ 0 w 14"/>
                      <a:gd name="T17" fmla="*/ 0 h 5"/>
                      <a:gd name="T18" fmla="*/ 0 w 14"/>
                      <a:gd name="T19" fmla="*/ 0 h 5"/>
                      <a:gd name="T20" fmla="*/ 0 w 14"/>
                      <a:gd name="T21" fmla="*/ 0 h 5"/>
                      <a:gd name="T22" fmla="*/ 0 w 14"/>
                      <a:gd name="T23" fmla="*/ 0 h 5"/>
                      <a:gd name="T24" fmla="*/ 0 w 14"/>
                      <a:gd name="T25" fmla="*/ 0 h 5"/>
                      <a:gd name="T26" fmla="*/ 0 w 14"/>
                      <a:gd name="T27" fmla="*/ 0 h 5"/>
                      <a:gd name="T28" fmla="*/ 0 w 14"/>
                      <a:gd name="T29" fmla="*/ 0 h 5"/>
                      <a:gd name="T30" fmla="*/ 0 w 14"/>
                      <a:gd name="T31" fmla="*/ 0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
                      <a:gd name="T49" fmla="*/ 0 h 5"/>
                      <a:gd name="T50" fmla="*/ 14 w 14"/>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 h="5">
                        <a:moveTo>
                          <a:pt x="5" y="2"/>
                        </a:moveTo>
                        <a:lnTo>
                          <a:pt x="4" y="5"/>
                        </a:lnTo>
                        <a:lnTo>
                          <a:pt x="6" y="5"/>
                        </a:lnTo>
                        <a:lnTo>
                          <a:pt x="9" y="2"/>
                        </a:lnTo>
                        <a:lnTo>
                          <a:pt x="14" y="2"/>
                        </a:lnTo>
                        <a:lnTo>
                          <a:pt x="14" y="0"/>
                        </a:lnTo>
                        <a:lnTo>
                          <a:pt x="9" y="0"/>
                        </a:lnTo>
                        <a:lnTo>
                          <a:pt x="9" y="1"/>
                        </a:lnTo>
                        <a:lnTo>
                          <a:pt x="6" y="1"/>
                        </a:lnTo>
                        <a:lnTo>
                          <a:pt x="5" y="2"/>
                        </a:lnTo>
                        <a:lnTo>
                          <a:pt x="4" y="2"/>
                        </a:lnTo>
                        <a:lnTo>
                          <a:pt x="4" y="5"/>
                        </a:lnTo>
                        <a:lnTo>
                          <a:pt x="4" y="2"/>
                        </a:lnTo>
                        <a:lnTo>
                          <a:pt x="0" y="4"/>
                        </a:lnTo>
                        <a:lnTo>
                          <a:pt x="4" y="5"/>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2" name="Freeform 45"/>
                  <p:cNvSpPr>
                    <a:spLocks/>
                  </p:cNvSpPr>
                  <p:nvPr/>
                </p:nvSpPr>
                <p:spPr bwMode="auto">
                  <a:xfrm>
                    <a:off x="4644" y="3645"/>
                    <a:ext cx="12" cy="12"/>
                  </a:xfrm>
                  <a:custGeom>
                    <a:avLst/>
                    <a:gdLst>
                      <a:gd name="T0" fmla="*/ 0 w 25"/>
                      <a:gd name="T1" fmla="*/ 1 h 24"/>
                      <a:gd name="T2" fmla="*/ 0 w 25"/>
                      <a:gd name="T3" fmla="*/ 1 h 24"/>
                      <a:gd name="T4" fmla="*/ 0 w 25"/>
                      <a:gd name="T5" fmla="*/ 1 h 24"/>
                      <a:gd name="T6" fmla="*/ 0 w 25"/>
                      <a:gd name="T7" fmla="*/ 1 h 24"/>
                      <a:gd name="T8" fmla="*/ 0 w 25"/>
                      <a:gd name="T9" fmla="*/ 1 h 24"/>
                      <a:gd name="T10" fmla="*/ 0 w 25"/>
                      <a:gd name="T11" fmla="*/ 1 h 24"/>
                      <a:gd name="T12" fmla="*/ 0 w 25"/>
                      <a:gd name="T13" fmla="*/ 1 h 24"/>
                      <a:gd name="T14" fmla="*/ 0 w 25"/>
                      <a:gd name="T15" fmla="*/ 0 h 24"/>
                      <a:gd name="T16" fmla="*/ 0 w 25"/>
                      <a:gd name="T17" fmla="*/ 1 h 24"/>
                      <a:gd name="T18" fmla="*/ 0 w 25"/>
                      <a:gd name="T19" fmla="*/ 1 h 24"/>
                      <a:gd name="T20" fmla="*/ 0 w 25"/>
                      <a:gd name="T21" fmla="*/ 1 h 24"/>
                      <a:gd name="T22" fmla="*/ 0 w 25"/>
                      <a:gd name="T23" fmla="*/ 1 h 24"/>
                      <a:gd name="T24" fmla="*/ 0 w 25"/>
                      <a:gd name="T25" fmla="*/ 1 h 24"/>
                      <a:gd name="T26" fmla="*/ 0 w 25"/>
                      <a:gd name="T27" fmla="*/ 1 h 24"/>
                      <a:gd name="T28" fmla="*/ 0 w 25"/>
                      <a:gd name="T29" fmla="*/ 1 h 24"/>
                      <a:gd name="T30" fmla="*/ 0 w 25"/>
                      <a:gd name="T31" fmla="*/ 1 h 24"/>
                      <a:gd name="T32" fmla="*/ 0 w 25"/>
                      <a:gd name="T33" fmla="*/ 1 h 24"/>
                      <a:gd name="T34" fmla="*/ 0 w 25"/>
                      <a:gd name="T35" fmla="*/ 1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4"/>
                      <a:gd name="T56" fmla="*/ 25 w 25"/>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4">
                        <a:moveTo>
                          <a:pt x="25" y="23"/>
                        </a:moveTo>
                        <a:lnTo>
                          <a:pt x="22" y="19"/>
                        </a:lnTo>
                        <a:lnTo>
                          <a:pt x="20" y="17"/>
                        </a:lnTo>
                        <a:lnTo>
                          <a:pt x="17" y="13"/>
                        </a:lnTo>
                        <a:lnTo>
                          <a:pt x="11" y="7"/>
                        </a:lnTo>
                        <a:lnTo>
                          <a:pt x="7" y="5"/>
                        </a:lnTo>
                        <a:lnTo>
                          <a:pt x="4" y="3"/>
                        </a:lnTo>
                        <a:lnTo>
                          <a:pt x="1" y="0"/>
                        </a:lnTo>
                        <a:lnTo>
                          <a:pt x="0" y="3"/>
                        </a:lnTo>
                        <a:lnTo>
                          <a:pt x="4" y="5"/>
                        </a:lnTo>
                        <a:lnTo>
                          <a:pt x="6" y="7"/>
                        </a:lnTo>
                        <a:lnTo>
                          <a:pt x="10" y="9"/>
                        </a:lnTo>
                        <a:lnTo>
                          <a:pt x="12" y="12"/>
                        </a:lnTo>
                        <a:lnTo>
                          <a:pt x="16" y="14"/>
                        </a:lnTo>
                        <a:lnTo>
                          <a:pt x="17" y="18"/>
                        </a:lnTo>
                        <a:lnTo>
                          <a:pt x="21" y="20"/>
                        </a:lnTo>
                        <a:lnTo>
                          <a:pt x="23" y="24"/>
                        </a:lnTo>
                        <a:lnTo>
                          <a:pt x="25"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3" name="Freeform 46"/>
                  <p:cNvSpPr>
                    <a:spLocks/>
                  </p:cNvSpPr>
                  <p:nvPr/>
                </p:nvSpPr>
                <p:spPr bwMode="auto">
                  <a:xfrm>
                    <a:off x="4653" y="3656"/>
                    <a:ext cx="3" cy="5"/>
                  </a:xfrm>
                  <a:custGeom>
                    <a:avLst/>
                    <a:gdLst>
                      <a:gd name="T0" fmla="*/ 0 w 7"/>
                      <a:gd name="T1" fmla="*/ 1 h 8"/>
                      <a:gd name="T2" fmla="*/ 0 w 7"/>
                      <a:gd name="T3" fmla="*/ 1 h 8"/>
                      <a:gd name="T4" fmla="*/ 0 w 7"/>
                      <a:gd name="T5" fmla="*/ 1 h 8"/>
                      <a:gd name="T6" fmla="*/ 0 w 7"/>
                      <a:gd name="T7" fmla="*/ 1 h 8"/>
                      <a:gd name="T8" fmla="*/ 0 w 7"/>
                      <a:gd name="T9" fmla="*/ 0 h 8"/>
                      <a:gd name="T10" fmla="*/ 0 w 7"/>
                      <a:gd name="T11" fmla="*/ 1 h 8"/>
                      <a:gd name="T12" fmla="*/ 0 w 7"/>
                      <a:gd name="T13" fmla="*/ 1 h 8"/>
                      <a:gd name="T14" fmla="*/ 0 w 7"/>
                      <a:gd name="T15" fmla="*/ 1 h 8"/>
                      <a:gd name="T16" fmla="*/ 0 w 7"/>
                      <a:gd name="T17" fmla="*/ 1 h 8"/>
                      <a:gd name="T18" fmla="*/ 0 w 7"/>
                      <a:gd name="T19" fmla="*/ 1 h 8"/>
                      <a:gd name="T20" fmla="*/ 0 w 7"/>
                      <a:gd name="T21" fmla="*/ 1 h 8"/>
                      <a:gd name="T22" fmla="*/ 0 w 7"/>
                      <a:gd name="T23" fmla="*/ 1 h 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8"/>
                      <a:gd name="T38" fmla="*/ 7 w 7"/>
                      <a:gd name="T39" fmla="*/ 8 h 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8">
                        <a:moveTo>
                          <a:pt x="1" y="8"/>
                        </a:moveTo>
                        <a:lnTo>
                          <a:pt x="2" y="8"/>
                        </a:lnTo>
                        <a:lnTo>
                          <a:pt x="6" y="5"/>
                        </a:lnTo>
                        <a:lnTo>
                          <a:pt x="7" y="2"/>
                        </a:lnTo>
                        <a:lnTo>
                          <a:pt x="6" y="0"/>
                        </a:lnTo>
                        <a:lnTo>
                          <a:pt x="4" y="1"/>
                        </a:lnTo>
                        <a:lnTo>
                          <a:pt x="4" y="2"/>
                        </a:lnTo>
                        <a:lnTo>
                          <a:pt x="0" y="7"/>
                        </a:lnTo>
                        <a:lnTo>
                          <a:pt x="1" y="6"/>
                        </a:lnTo>
                        <a:lnTo>
                          <a:pt x="1" y="8"/>
                        </a:lnTo>
                        <a:lnTo>
                          <a:pt x="2" y="8"/>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4" name="Freeform 47"/>
                  <p:cNvSpPr>
                    <a:spLocks/>
                  </p:cNvSpPr>
                  <p:nvPr/>
                </p:nvSpPr>
                <p:spPr bwMode="auto">
                  <a:xfrm>
                    <a:off x="4587" y="3659"/>
                    <a:ext cx="66" cy="10"/>
                  </a:xfrm>
                  <a:custGeom>
                    <a:avLst/>
                    <a:gdLst>
                      <a:gd name="T0" fmla="*/ 0 w 133"/>
                      <a:gd name="T1" fmla="*/ 1 h 18"/>
                      <a:gd name="T2" fmla="*/ 0 w 133"/>
                      <a:gd name="T3" fmla="*/ 1 h 18"/>
                      <a:gd name="T4" fmla="*/ 0 w 133"/>
                      <a:gd name="T5" fmla="*/ 1 h 18"/>
                      <a:gd name="T6" fmla="*/ 0 w 133"/>
                      <a:gd name="T7" fmla="*/ 1 h 18"/>
                      <a:gd name="T8" fmla="*/ 0 w 133"/>
                      <a:gd name="T9" fmla="*/ 1 h 18"/>
                      <a:gd name="T10" fmla="*/ 0 w 133"/>
                      <a:gd name="T11" fmla="*/ 1 h 18"/>
                      <a:gd name="T12" fmla="*/ 0 w 133"/>
                      <a:gd name="T13" fmla="*/ 1 h 18"/>
                      <a:gd name="T14" fmla="*/ 0 w 133"/>
                      <a:gd name="T15" fmla="*/ 1 h 18"/>
                      <a:gd name="T16" fmla="*/ 1 w 133"/>
                      <a:gd name="T17" fmla="*/ 1 h 18"/>
                      <a:gd name="T18" fmla="*/ 1 w 133"/>
                      <a:gd name="T19" fmla="*/ 1 h 18"/>
                      <a:gd name="T20" fmla="*/ 1 w 133"/>
                      <a:gd name="T21" fmla="*/ 1 h 18"/>
                      <a:gd name="T22" fmla="*/ 1 w 133"/>
                      <a:gd name="T23" fmla="*/ 1 h 18"/>
                      <a:gd name="T24" fmla="*/ 2 w 133"/>
                      <a:gd name="T25" fmla="*/ 1 h 18"/>
                      <a:gd name="T26" fmla="*/ 2 w 133"/>
                      <a:gd name="T27" fmla="*/ 1 h 18"/>
                      <a:gd name="T28" fmla="*/ 2 w 133"/>
                      <a:gd name="T29" fmla="*/ 1 h 18"/>
                      <a:gd name="T30" fmla="*/ 2 w 133"/>
                      <a:gd name="T31" fmla="*/ 1 h 18"/>
                      <a:gd name="T32" fmla="*/ 2 w 133"/>
                      <a:gd name="T33" fmla="*/ 1 h 18"/>
                      <a:gd name="T34" fmla="*/ 2 w 133"/>
                      <a:gd name="T35" fmla="*/ 1 h 18"/>
                      <a:gd name="T36" fmla="*/ 3 w 133"/>
                      <a:gd name="T37" fmla="*/ 1 h 18"/>
                      <a:gd name="T38" fmla="*/ 3 w 133"/>
                      <a:gd name="T39" fmla="*/ 1 h 18"/>
                      <a:gd name="T40" fmla="*/ 3 w 133"/>
                      <a:gd name="T41" fmla="*/ 1 h 18"/>
                      <a:gd name="T42" fmla="*/ 3 w 133"/>
                      <a:gd name="T43" fmla="*/ 1 h 18"/>
                      <a:gd name="T44" fmla="*/ 3 w 133"/>
                      <a:gd name="T45" fmla="*/ 1 h 18"/>
                      <a:gd name="T46" fmla="*/ 3 w 133"/>
                      <a:gd name="T47" fmla="*/ 1 h 18"/>
                      <a:gd name="T48" fmla="*/ 3 w 133"/>
                      <a:gd name="T49" fmla="*/ 1 h 18"/>
                      <a:gd name="T50" fmla="*/ 4 w 133"/>
                      <a:gd name="T51" fmla="*/ 1 h 18"/>
                      <a:gd name="T52" fmla="*/ 4 w 133"/>
                      <a:gd name="T53" fmla="*/ 1 h 18"/>
                      <a:gd name="T54" fmla="*/ 4 w 133"/>
                      <a:gd name="T55" fmla="*/ 0 h 18"/>
                      <a:gd name="T56" fmla="*/ 4 w 133"/>
                      <a:gd name="T57" fmla="*/ 1 h 18"/>
                      <a:gd name="T58" fmla="*/ 3 w 133"/>
                      <a:gd name="T59" fmla="*/ 1 h 18"/>
                      <a:gd name="T60" fmla="*/ 3 w 133"/>
                      <a:gd name="T61" fmla="*/ 1 h 18"/>
                      <a:gd name="T62" fmla="*/ 3 w 133"/>
                      <a:gd name="T63" fmla="*/ 1 h 18"/>
                      <a:gd name="T64" fmla="*/ 3 w 133"/>
                      <a:gd name="T65" fmla="*/ 1 h 18"/>
                      <a:gd name="T66" fmla="*/ 3 w 133"/>
                      <a:gd name="T67" fmla="*/ 1 h 18"/>
                      <a:gd name="T68" fmla="*/ 3 w 133"/>
                      <a:gd name="T69" fmla="*/ 1 h 18"/>
                      <a:gd name="T70" fmla="*/ 3 w 133"/>
                      <a:gd name="T71" fmla="*/ 1 h 18"/>
                      <a:gd name="T72" fmla="*/ 2 w 133"/>
                      <a:gd name="T73" fmla="*/ 1 h 18"/>
                      <a:gd name="T74" fmla="*/ 2 w 133"/>
                      <a:gd name="T75" fmla="*/ 1 h 18"/>
                      <a:gd name="T76" fmla="*/ 2 w 133"/>
                      <a:gd name="T77" fmla="*/ 1 h 18"/>
                      <a:gd name="T78" fmla="*/ 2 w 133"/>
                      <a:gd name="T79" fmla="*/ 1 h 18"/>
                      <a:gd name="T80" fmla="*/ 2 w 133"/>
                      <a:gd name="T81" fmla="*/ 1 h 18"/>
                      <a:gd name="T82" fmla="*/ 2 w 133"/>
                      <a:gd name="T83" fmla="*/ 1 h 18"/>
                      <a:gd name="T84" fmla="*/ 1 w 133"/>
                      <a:gd name="T85" fmla="*/ 1 h 18"/>
                      <a:gd name="T86" fmla="*/ 1 w 133"/>
                      <a:gd name="T87" fmla="*/ 1 h 18"/>
                      <a:gd name="T88" fmla="*/ 1 w 133"/>
                      <a:gd name="T89" fmla="*/ 1 h 18"/>
                      <a:gd name="T90" fmla="*/ 1 w 133"/>
                      <a:gd name="T91" fmla="*/ 1 h 18"/>
                      <a:gd name="T92" fmla="*/ 0 w 133"/>
                      <a:gd name="T93" fmla="*/ 1 h 18"/>
                      <a:gd name="T94" fmla="*/ 0 w 133"/>
                      <a:gd name="T95" fmla="*/ 1 h 18"/>
                      <a:gd name="T96" fmla="*/ 0 w 133"/>
                      <a:gd name="T97" fmla="*/ 1 h 18"/>
                      <a:gd name="T98" fmla="*/ 0 w 133"/>
                      <a:gd name="T99" fmla="*/ 1 h 18"/>
                      <a:gd name="T100" fmla="*/ 0 w 133"/>
                      <a:gd name="T101" fmla="*/ 1 h 18"/>
                      <a:gd name="T102" fmla="*/ 0 w 133"/>
                      <a:gd name="T103" fmla="*/ 1 h 18"/>
                      <a:gd name="T104" fmla="*/ 0 w 133"/>
                      <a:gd name="T105" fmla="*/ 1 h 18"/>
                      <a:gd name="T106" fmla="*/ 0 w 133"/>
                      <a:gd name="T107" fmla="*/ 1 h 1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33"/>
                      <a:gd name="T163" fmla="*/ 0 h 18"/>
                      <a:gd name="T164" fmla="*/ 133 w 133"/>
                      <a:gd name="T165" fmla="*/ 18 h 1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33" h="18">
                        <a:moveTo>
                          <a:pt x="1" y="18"/>
                        </a:moveTo>
                        <a:lnTo>
                          <a:pt x="0" y="18"/>
                        </a:lnTo>
                        <a:lnTo>
                          <a:pt x="5" y="18"/>
                        </a:lnTo>
                        <a:lnTo>
                          <a:pt x="8" y="17"/>
                        </a:lnTo>
                        <a:lnTo>
                          <a:pt x="17" y="17"/>
                        </a:lnTo>
                        <a:lnTo>
                          <a:pt x="21" y="16"/>
                        </a:lnTo>
                        <a:lnTo>
                          <a:pt x="26" y="16"/>
                        </a:lnTo>
                        <a:lnTo>
                          <a:pt x="29" y="15"/>
                        </a:lnTo>
                        <a:lnTo>
                          <a:pt x="38" y="15"/>
                        </a:lnTo>
                        <a:lnTo>
                          <a:pt x="42" y="13"/>
                        </a:lnTo>
                        <a:lnTo>
                          <a:pt x="50" y="13"/>
                        </a:lnTo>
                        <a:lnTo>
                          <a:pt x="54" y="12"/>
                        </a:lnTo>
                        <a:lnTo>
                          <a:pt x="66" y="12"/>
                        </a:lnTo>
                        <a:lnTo>
                          <a:pt x="71" y="11"/>
                        </a:lnTo>
                        <a:lnTo>
                          <a:pt x="79" y="11"/>
                        </a:lnTo>
                        <a:lnTo>
                          <a:pt x="83" y="10"/>
                        </a:lnTo>
                        <a:lnTo>
                          <a:pt x="87" y="10"/>
                        </a:lnTo>
                        <a:lnTo>
                          <a:pt x="92" y="8"/>
                        </a:lnTo>
                        <a:lnTo>
                          <a:pt x="99" y="8"/>
                        </a:lnTo>
                        <a:lnTo>
                          <a:pt x="104" y="7"/>
                        </a:lnTo>
                        <a:lnTo>
                          <a:pt x="108" y="7"/>
                        </a:lnTo>
                        <a:lnTo>
                          <a:pt x="112" y="6"/>
                        </a:lnTo>
                        <a:lnTo>
                          <a:pt x="117" y="6"/>
                        </a:lnTo>
                        <a:lnTo>
                          <a:pt x="120" y="5"/>
                        </a:lnTo>
                        <a:lnTo>
                          <a:pt x="125" y="5"/>
                        </a:lnTo>
                        <a:lnTo>
                          <a:pt x="129" y="4"/>
                        </a:lnTo>
                        <a:lnTo>
                          <a:pt x="133" y="2"/>
                        </a:lnTo>
                        <a:lnTo>
                          <a:pt x="133" y="0"/>
                        </a:lnTo>
                        <a:lnTo>
                          <a:pt x="129" y="1"/>
                        </a:lnTo>
                        <a:lnTo>
                          <a:pt x="124" y="2"/>
                        </a:lnTo>
                        <a:lnTo>
                          <a:pt x="120" y="2"/>
                        </a:lnTo>
                        <a:lnTo>
                          <a:pt x="117" y="4"/>
                        </a:lnTo>
                        <a:lnTo>
                          <a:pt x="112" y="4"/>
                        </a:lnTo>
                        <a:lnTo>
                          <a:pt x="108" y="5"/>
                        </a:lnTo>
                        <a:lnTo>
                          <a:pt x="104" y="5"/>
                        </a:lnTo>
                        <a:lnTo>
                          <a:pt x="99" y="6"/>
                        </a:lnTo>
                        <a:lnTo>
                          <a:pt x="92" y="6"/>
                        </a:lnTo>
                        <a:lnTo>
                          <a:pt x="87" y="7"/>
                        </a:lnTo>
                        <a:lnTo>
                          <a:pt x="83" y="7"/>
                        </a:lnTo>
                        <a:lnTo>
                          <a:pt x="79" y="8"/>
                        </a:lnTo>
                        <a:lnTo>
                          <a:pt x="71" y="8"/>
                        </a:lnTo>
                        <a:lnTo>
                          <a:pt x="66" y="10"/>
                        </a:lnTo>
                        <a:lnTo>
                          <a:pt x="59" y="10"/>
                        </a:lnTo>
                        <a:lnTo>
                          <a:pt x="54" y="11"/>
                        </a:lnTo>
                        <a:lnTo>
                          <a:pt x="45" y="11"/>
                        </a:lnTo>
                        <a:lnTo>
                          <a:pt x="42" y="12"/>
                        </a:lnTo>
                        <a:lnTo>
                          <a:pt x="29" y="12"/>
                        </a:lnTo>
                        <a:lnTo>
                          <a:pt x="26" y="13"/>
                        </a:lnTo>
                        <a:lnTo>
                          <a:pt x="21" y="13"/>
                        </a:lnTo>
                        <a:lnTo>
                          <a:pt x="17" y="15"/>
                        </a:lnTo>
                        <a:lnTo>
                          <a:pt x="8" y="15"/>
                        </a:lnTo>
                        <a:lnTo>
                          <a:pt x="5" y="16"/>
                        </a:lnTo>
                        <a:lnTo>
                          <a:pt x="0" y="16"/>
                        </a:lnTo>
                        <a:lnTo>
                          <a:pt x="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5" name="Freeform 48"/>
                  <p:cNvSpPr>
                    <a:spLocks/>
                  </p:cNvSpPr>
                  <p:nvPr/>
                </p:nvSpPr>
                <p:spPr bwMode="auto">
                  <a:xfrm>
                    <a:off x="4543" y="3667"/>
                    <a:ext cx="44" cy="6"/>
                  </a:xfrm>
                  <a:custGeom>
                    <a:avLst/>
                    <a:gdLst>
                      <a:gd name="T0" fmla="*/ 0 w 90"/>
                      <a:gd name="T1" fmla="*/ 1 h 11"/>
                      <a:gd name="T2" fmla="*/ 0 w 90"/>
                      <a:gd name="T3" fmla="*/ 1 h 11"/>
                      <a:gd name="T4" fmla="*/ 0 w 90"/>
                      <a:gd name="T5" fmla="*/ 1 h 11"/>
                      <a:gd name="T6" fmla="*/ 0 w 90"/>
                      <a:gd name="T7" fmla="*/ 1 h 11"/>
                      <a:gd name="T8" fmla="*/ 0 w 90"/>
                      <a:gd name="T9" fmla="*/ 1 h 11"/>
                      <a:gd name="T10" fmla="*/ 1 w 90"/>
                      <a:gd name="T11" fmla="*/ 1 h 11"/>
                      <a:gd name="T12" fmla="*/ 1 w 90"/>
                      <a:gd name="T13" fmla="*/ 1 h 11"/>
                      <a:gd name="T14" fmla="*/ 1 w 90"/>
                      <a:gd name="T15" fmla="*/ 1 h 11"/>
                      <a:gd name="T16" fmla="*/ 1 w 90"/>
                      <a:gd name="T17" fmla="*/ 1 h 11"/>
                      <a:gd name="T18" fmla="*/ 2 w 90"/>
                      <a:gd name="T19" fmla="*/ 1 h 11"/>
                      <a:gd name="T20" fmla="*/ 2 w 90"/>
                      <a:gd name="T21" fmla="*/ 1 h 11"/>
                      <a:gd name="T22" fmla="*/ 2 w 90"/>
                      <a:gd name="T23" fmla="*/ 1 h 11"/>
                      <a:gd name="T24" fmla="*/ 2 w 90"/>
                      <a:gd name="T25" fmla="*/ 1 h 11"/>
                      <a:gd name="T26" fmla="*/ 2 w 90"/>
                      <a:gd name="T27" fmla="*/ 1 h 11"/>
                      <a:gd name="T28" fmla="*/ 2 w 90"/>
                      <a:gd name="T29" fmla="*/ 0 h 11"/>
                      <a:gd name="T30" fmla="*/ 2 w 90"/>
                      <a:gd name="T31" fmla="*/ 1 h 11"/>
                      <a:gd name="T32" fmla="*/ 2 w 90"/>
                      <a:gd name="T33" fmla="*/ 1 h 11"/>
                      <a:gd name="T34" fmla="*/ 2 w 90"/>
                      <a:gd name="T35" fmla="*/ 1 h 11"/>
                      <a:gd name="T36" fmla="*/ 1 w 90"/>
                      <a:gd name="T37" fmla="*/ 1 h 11"/>
                      <a:gd name="T38" fmla="*/ 1 w 90"/>
                      <a:gd name="T39" fmla="*/ 1 h 11"/>
                      <a:gd name="T40" fmla="*/ 1 w 90"/>
                      <a:gd name="T41" fmla="*/ 1 h 11"/>
                      <a:gd name="T42" fmla="*/ 1 w 90"/>
                      <a:gd name="T43" fmla="*/ 1 h 11"/>
                      <a:gd name="T44" fmla="*/ 0 w 90"/>
                      <a:gd name="T45" fmla="*/ 1 h 11"/>
                      <a:gd name="T46" fmla="*/ 0 w 90"/>
                      <a:gd name="T47" fmla="*/ 1 h 11"/>
                      <a:gd name="T48" fmla="*/ 0 w 90"/>
                      <a:gd name="T49" fmla="*/ 1 h 11"/>
                      <a:gd name="T50" fmla="*/ 0 w 90"/>
                      <a:gd name="T51" fmla="*/ 1 h 11"/>
                      <a:gd name="T52" fmla="*/ 0 w 90"/>
                      <a:gd name="T53" fmla="*/ 1 h 11"/>
                      <a:gd name="T54" fmla="*/ 0 w 90"/>
                      <a:gd name="T55" fmla="*/ 1 h 1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0"/>
                      <a:gd name="T85" fmla="*/ 0 h 11"/>
                      <a:gd name="T86" fmla="*/ 90 w 90"/>
                      <a:gd name="T87" fmla="*/ 11 h 1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0" h="11">
                        <a:moveTo>
                          <a:pt x="0" y="11"/>
                        </a:moveTo>
                        <a:lnTo>
                          <a:pt x="5" y="10"/>
                        </a:lnTo>
                        <a:lnTo>
                          <a:pt x="10" y="10"/>
                        </a:lnTo>
                        <a:lnTo>
                          <a:pt x="16" y="9"/>
                        </a:lnTo>
                        <a:lnTo>
                          <a:pt x="27" y="9"/>
                        </a:lnTo>
                        <a:lnTo>
                          <a:pt x="33" y="7"/>
                        </a:lnTo>
                        <a:lnTo>
                          <a:pt x="44" y="7"/>
                        </a:lnTo>
                        <a:lnTo>
                          <a:pt x="49" y="6"/>
                        </a:lnTo>
                        <a:lnTo>
                          <a:pt x="62" y="6"/>
                        </a:lnTo>
                        <a:lnTo>
                          <a:pt x="67" y="5"/>
                        </a:lnTo>
                        <a:lnTo>
                          <a:pt x="73" y="5"/>
                        </a:lnTo>
                        <a:lnTo>
                          <a:pt x="78" y="4"/>
                        </a:lnTo>
                        <a:lnTo>
                          <a:pt x="84" y="4"/>
                        </a:lnTo>
                        <a:lnTo>
                          <a:pt x="90" y="2"/>
                        </a:lnTo>
                        <a:lnTo>
                          <a:pt x="89" y="0"/>
                        </a:lnTo>
                        <a:lnTo>
                          <a:pt x="84" y="1"/>
                        </a:lnTo>
                        <a:lnTo>
                          <a:pt x="78" y="2"/>
                        </a:lnTo>
                        <a:lnTo>
                          <a:pt x="67" y="2"/>
                        </a:lnTo>
                        <a:lnTo>
                          <a:pt x="62" y="4"/>
                        </a:lnTo>
                        <a:lnTo>
                          <a:pt x="49" y="4"/>
                        </a:lnTo>
                        <a:lnTo>
                          <a:pt x="44" y="5"/>
                        </a:lnTo>
                        <a:lnTo>
                          <a:pt x="33" y="5"/>
                        </a:lnTo>
                        <a:lnTo>
                          <a:pt x="27" y="6"/>
                        </a:lnTo>
                        <a:lnTo>
                          <a:pt x="16" y="6"/>
                        </a:lnTo>
                        <a:lnTo>
                          <a:pt x="10" y="7"/>
                        </a:lnTo>
                        <a:lnTo>
                          <a:pt x="5" y="9"/>
                        </a:lnTo>
                        <a:lnTo>
                          <a:pt x="0" y="9"/>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6" name="Freeform 49"/>
                  <p:cNvSpPr>
                    <a:spLocks/>
                  </p:cNvSpPr>
                  <p:nvPr/>
                </p:nvSpPr>
                <p:spPr bwMode="auto">
                  <a:xfrm>
                    <a:off x="4503" y="3672"/>
                    <a:ext cx="40" cy="5"/>
                  </a:xfrm>
                  <a:custGeom>
                    <a:avLst/>
                    <a:gdLst>
                      <a:gd name="T0" fmla="*/ 0 w 79"/>
                      <a:gd name="T1" fmla="*/ 1 h 9"/>
                      <a:gd name="T2" fmla="*/ 1 w 79"/>
                      <a:gd name="T3" fmla="*/ 1 h 9"/>
                      <a:gd name="T4" fmla="*/ 1 w 79"/>
                      <a:gd name="T5" fmla="*/ 1 h 9"/>
                      <a:gd name="T6" fmla="*/ 1 w 79"/>
                      <a:gd name="T7" fmla="*/ 1 h 9"/>
                      <a:gd name="T8" fmla="*/ 1 w 79"/>
                      <a:gd name="T9" fmla="*/ 1 h 9"/>
                      <a:gd name="T10" fmla="*/ 1 w 79"/>
                      <a:gd name="T11" fmla="*/ 1 h 9"/>
                      <a:gd name="T12" fmla="*/ 2 w 79"/>
                      <a:gd name="T13" fmla="*/ 1 h 9"/>
                      <a:gd name="T14" fmla="*/ 2 w 79"/>
                      <a:gd name="T15" fmla="*/ 1 h 9"/>
                      <a:gd name="T16" fmla="*/ 2 w 79"/>
                      <a:gd name="T17" fmla="*/ 1 h 9"/>
                      <a:gd name="T18" fmla="*/ 2 w 79"/>
                      <a:gd name="T19" fmla="*/ 1 h 9"/>
                      <a:gd name="T20" fmla="*/ 2 w 79"/>
                      <a:gd name="T21" fmla="*/ 1 h 9"/>
                      <a:gd name="T22" fmla="*/ 3 w 79"/>
                      <a:gd name="T23" fmla="*/ 1 h 9"/>
                      <a:gd name="T24" fmla="*/ 3 w 79"/>
                      <a:gd name="T25" fmla="*/ 1 h 9"/>
                      <a:gd name="T26" fmla="*/ 3 w 79"/>
                      <a:gd name="T27" fmla="*/ 1 h 9"/>
                      <a:gd name="T28" fmla="*/ 3 w 79"/>
                      <a:gd name="T29" fmla="*/ 0 h 9"/>
                      <a:gd name="T30" fmla="*/ 3 w 79"/>
                      <a:gd name="T31" fmla="*/ 1 h 9"/>
                      <a:gd name="T32" fmla="*/ 2 w 79"/>
                      <a:gd name="T33" fmla="*/ 1 h 9"/>
                      <a:gd name="T34" fmla="*/ 2 w 79"/>
                      <a:gd name="T35" fmla="*/ 1 h 9"/>
                      <a:gd name="T36" fmla="*/ 2 w 79"/>
                      <a:gd name="T37" fmla="*/ 1 h 9"/>
                      <a:gd name="T38" fmla="*/ 2 w 79"/>
                      <a:gd name="T39" fmla="*/ 1 h 9"/>
                      <a:gd name="T40" fmla="*/ 2 w 79"/>
                      <a:gd name="T41" fmla="*/ 1 h 9"/>
                      <a:gd name="T42" fmla="*/ 1 w 79"/>
                      <a:gd name="T43" fmla="*/ 1 h 9"/>
                      <a:gd name="T44" fmla="*/ 1 w 79"/>
                      <a:gd name="T45" fmla="*/ 1 h 9"/>
                      <a:gd name="T46" fmla="*/ 1 w 79"/>
                      <a:gd name="T47" fmla="*/ 1 h 9"/>
                      <a:gd name="T48" fmla="*/ 1 w 79"/>
                      <a:gd name="T49" fmla="*/ 1 h 9"/>
                      <a:gd name="T50" fmla="*/ 1 w 79"/>
                      <a:gd name="T51" fmla="*/ 1 h 9"/>
                      <a:gd name="T52" fmla="*/ 1 w 79"/>
                      <a:gd name="T53" fmla="*/ 1 h 9"/>
                      <a:gd name="T54" fmla="*/ 0 w 79"/>
                      <a:gd name="T55" fmla="*/ 1 h 9"/>
                      <a:gd name="T56" fmla="*/ 0 w 79"/>
                      <a:gd name="T57" fmla="*/ 1 h 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9"/>
                      <a:gd name="T88" fmla="*/ 0 h 9"/>
                      <a:gd name="T89" fmla="*/ 79 w 79"/>
                      <a:gd name="T90" fmla="*/ 9 h 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9" h="9">
                        <a:moveTo>
                          <a:pt x="0" y="9"/>
                        </a:moveTo>
                        <a:lnTo>
                          <a:pt x="5" y="9"/>
                        </a:lnTo>
                        <a:lnTo>
                          <a:pt x="10" y="8"/>
                        </a:lnTo>
                        <a:lnTo>
                          <a:pt x="20" y="8"/>
                        </a:lnTo>
                        <a:lnTo>
                          <a:pt x="25" y="7"/>
                        </a:lnTo>
                        <a:lnTo>
                          <a:pt x="30" y="7"/>
                        </a:lnTo>
                        <a:lnTo>
                          <a:pt x="35" y="6"/>
                        </a:lnTo>
                        <a:lnTo>
                          <a:pt x="40" y="6"/>
                        </a:lnTo>
                        <a:lnTo>
                          <a:pt x="45" y="4"/>
                        </a:lnTo>
                        <a:lnTo>
                          <a:pt x="54" y="4"/>
                        </a:lnTo>
                        <a:lnTo>
                          <a:pt x="59" y="3"/>
                        </a:lnTo>
                        <a:lnTo>
                          <a:pt x="69" y="3"/>
                        </a:lnTo>
                        <a:lnTo>
                          <a:pt x="74" y="2"/>
                        </a:lnTo>
                        <a:lnTo>
                          <a:pt x="79" y="2"/>
                        </a:lnTo>
                        <a:lnTo>
                          <a:pt x="79" y="0"/>
                        </a:lnTo>
                        <a:lnTo>
                          <a:pt x="74" y="1"/>
                        </a:lnTo>
                        <a:lnTo>
                          <a:pt x="59" y="1"/>
                        </a:lnTo>
                        <a:lnTo>
                          <a:pt x="54" y="2"/>
                        </a:lnTo>
                        <a:lnTo>
                          <a:pt x="45" y="2"/>
                        </a:lnTo>
                        <a:lnTo>
                          <a:pt x="40" y="3"/>
                        </a:lnTo>
                        <a:lnTo>
                          <a:pt x="35" y="3"/>
                        </a:lnTo>
                        <a:lnTo>
                          <a:pt x="30" y="4"/>
                        </a:lnTo>
                        <a:lnTo>
                          <a:pt x="25" y="4"/>
                        </a:lnTo>
                        <a:lnTo>
                          <a:pt x="20" y="6"/>
                        </a:lnTo>
                        <a:lnTo>
                          <a:pt x="15" y="6"/>
                        </a:lnTo>
                        <a:lnTo>
                          <a:pt x="10" y="7"/>
                        </a:lnTo>
                        <a:lnTo>
                          <a:pt x="5" y="7"/>
                        </a:lnTo>
                        <a:lnTo>
                          <a:pt x="0" y="8"/>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7" name="Freeform 50"/>
                  <p:cNvSpPr>
                    <a:spLocks/>
                  </p:cNvSpPr>
                  <p:nvPr/>
                </p:nvSpPr>
                <p:spPr bwMode="auto">
                  <a:xfrm>
                    <a:off x="4448" y="3675"/>
                    <a:ext cx="55" cy="4"/>
                  </a:xfrm>
                  <a:custGeom>
                    <a:avLst/>
                    <a:gdLst>
                      <a:gd name="T0" fmla="*/ 0 w 111"/>
                      <a:gd name="T1" fmla="*/ 1 h 6"/>
                      <a:gd name="T2" fmla="*/ 0 w 111"/>
                      <a:gd name="T3" fmla="*/ 1 h 6"/>
                      <a:gd name="T4" fmla="*/ 0 w 111"/>
                      <a:gd name="T5" fmla="*/ 1 h 6"/>
                      <a:gd name="T6" fmla="*/ 0 w 111"/>
                      <a:gd name="T7" fmla="*/ 1 h 6"/>
                      <a:gd name="T8" fmla="*/ 1 w 111"/>
                      <a:gd name="T9" fmla="*/ 1 h 6"/>
                      <a:gd name="T10" fmla="*/ 1 w 111"/>
                      <a:gd name="T11" fmla="*/ 1 h 6"/>
                      <a:gd name="T12" fmla="*/ 2 w 111"/>
                      <a:gd name="T13" fmla="*/ 1 h 6"/>
                      <a:gd name="T14" fmla="*/ 2 w 111"/>
                      <a:gd name="T15" fmla="*/ 1 h 6"/>
                      <a:gd name="T16" fmla="*/ 2 w 111"/>
                      <a:gd name="T17" fmla="*/ 1 h 6"/>
                      <a:gd name="T18" fmla="*/ 3 w 111"/>
                      <a:gd name="T19" fmla="*/ 1 h 6"/>
                      <a:gd name="T20" fmla="*/ 3 w 111"/>
                      <a:gd name="T21" fmla="*/ 1 h 6"/>
                      <a:gd name="T22" fmla="*/ 3 w 111"/>
                      <a:gd name="T23" fmla="*/ 1 h 6"/>
                      <a:gd name="T24" fmla="*/ 3 w 111"/>
                      <a:gd name="T25" fmla="*/ 1 h 6"/>
                      <a:gd name="T26" fmla="*/ 3 w 111"/>
                      <a:gd name="T27" fmla="*/ 1 h 6"/>
                      <a:gd name="T28" fmla="*/ 2 w 111"/>
                      <a:gd name="T29" fmla="*/ 1 h 6"/>
                      <a:gd name="T30" fmla="*/ 2 w 111"/>
                      <a:gd name="T31" fmla="*/ 1 h 6"/>
                      <a:gd name="T32" fmla="*/ 1 w 111"/>
                      <a:gd name="T33" fmla="*/ 1 h 6"/>
                      <a:gd name="T34" fmla="*/ 1 w 111"/>
                      <a:gd name="T35" fmla="*/ 1 h 6"/>
                      <a:gd name="T36" fmla="*/ 1 w 111"/>
                      <a:gd name="T37" fmla="*/ 1 h 6"/>
                      <a:gd name="T38" fmla="*/ 0 w 111"/>
                      <a:gd name="T39" fmla="*/ 1 h 6"/>
                      <a:gd name="T40" fmla="*/ 0 w 111"/>
                      <a:gd name="T41" fmla="*/ 1 h 6"/>
                      <a:gd name="T42" fmla="*/ 0 w 111"/>
                      <a:gd name="T43" fmla="*/ 1 h 6"/>
                      <a:gd name="T44" fmla="*/ 0 w 111"/>
                      <a:gd name="T45" fmla="*/ 0 h 6"/>
                      <a:gd name="T46" fmla="*/ 0 w 111"/>
                      <a:gd name="T47" fmla="*/ 1 h 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1"/>
                      <a:gd name="T73" fmla="*/ 0 h 6"/>
                      <a:gd name="T74" fmla="*/ 111 w 111"/>
                      <a:gd name="T75" fmla="*/ 6 h 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1" h="6">
                        <a:moveTo>
                          <a:pt x="0" y="1"/>
                        </a:moveTo>
                        <a:lnTo>
                          <a:pt x="6" y="2"/>
                        </a:lnTo>
                        <a:lnTo>
                          <a:pt x="13" y="4"/>
                        </a:lnTo>
                        <a:lnTo>
                          <a:pt x="20" y="5"/>
                        </a:lnTo>
                        <a:lnTo>
                          <a:pt x="34" y="5"/>
                        </a:lnTo>
                        <a:lnTo>
                          <a:pt x="40" y="6"/>
                        </a:lnTo>
                        <a:lnTo>
                          <a:pt x="68" y="6"/>
                        </a:lnTo>
                        <a:lnTo>
                          <a:pt x="75" y="5"/>
                        </a:lnTo>
                        <a:lnTo>
                          <a:pt x="90" y="5"/>
                        </a:lnTo>
                        <a:lnTo>
                          <a:pt x="96" y="4"/>
                        </a:lnTo>
                        <a:lnTo>
                          <a:pt x="104" y="4"/>
                        </a:lnTo>
                        <a:lnTo>
                          <a:pt x="111" y="2"/>
                        </a:lnTo>
                        <a:lnTo>
                          <a:pt x="111" y="1"/>
                        </a:lnTo>
                        <a:lnTo>
                          <a:pt x="96" y="1"/>
                        </a:lnTo>
                        <a:lnTo>
                          <a:pt x="90" y="2"/>
                        </a:lnTo>
                        <a:lnTo>
                          <a:pt x="68" y="2"/>
                        </a:lnTo>
                        <a:lnTo>
                          <a:pt x="62" y="4"/>
                        </a:lnTo>
                        <a:lnTo>
                          <a:pt x="47" y="4"/>
                        </a:lnTo>
                        <a:lnTo>
                          <a:pt x="40" y="2"/>
                        </a:lnTo>
                        <a:lnTo>
                          <a:pt x="20" y="2"/>
                        </a:lnTo>
                        <a:lnTo>
                          <a:pt x="13" y="1"/>
                        </a:lnTo>
                        <a:lnTo>
                          <a:pt x="6" y="1"/>
                        </a:lnTo>
                        <a:lnTo>
                          <a:pt x="0"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8" name="Freeform 51"/>
                  <p:cNvSpPr>
                    <a:spLocks/>
                  </p:cNvSpPr>
                  <p:nvPr/>
                </p:nvSpPr>
                <p:spPr bwMode="auto">
                  <a:xfrm>
                    <a:off x="4396" y="3665"/>
                    <a:ext cx="52" cy="11"/>
                  </a:xfrm>
                  <a:custGeom>
                    <a:avLst/>
                    <a:gdLst>
                      <a:gd name="T0" fmla="*/ 0 w 103"/>
                      <a:gd name="T1" fmla="*/ 1 h 22"/>
                      <a:gd name="T2" fmla="*/ 1 w 103"/>
                      <a:gd name="T3" fmla="*/ 1 h 22"/>
                      <a:gd name="T4" fmla="*/ 1 w 103"/>
                      <a:gd name="T5" fmla="*/ 1 h 22"/>
                      <a:gd name="T6" fmla="*/ 1 w 103"/>
                      <a:gd name="T7" fmla="*/ 1 h 22"/>
                      <a:gd name="T8" fmla="*/ 1 w 103"/>
                      <a:gd name="T9" fmla="*/ 1 h 22"/>
                      <a:gd name="T10" fmla="*/ 1 w 103"/>
                      <a:gd name="T11" fmla="*/ 1 h 22"/>
                      <a:gd name="T12" fmla="*/ 2 w 103"/>
                      <a:gd name="T13" fmla="*/ 1 h 22"/>
                      <a:gd name="T14" fmla="*/ 2 w 103"/>
                      <a:gd name="T15" fmla="*/ 1 h 22"/>
                      <a:gd name="T16" fmla="*/ 2 w 103"/>
                      <a:gd name="T17" fmla="*/ 1 h 22"/>
                      <a:gd name="T18" fmla="*/ 2 w 103"/>
                      <a:gd name="T19" fmla="*/ 1 h 22"/>
                      <a:gd name="T20" fmla="*/ 2 w 103"/>
                      <a:gd name="T21" fmla="*/ 1 h 22"/>
                      <a:gd name="T22" fmla="*/ 3 w 103"/>
                      <a:gd name="T23" fmla="*/ 1 h 22"/>
                      <a:gd name="T24" fmla="*/ 3 w 103"/>
                      <a:gd name="T25" fmla="*/ 1 h 22"/>
                      <a:gd name="T26" fmla="*/ 3 w 103"/>
                      <a:gd name="T27" fmla="*/ 1 h 22"/>
                      <a:gd name="T28" fmla="*/ 3 w 103"/>
                      <a:gd name="T29" fmla="*/ 1 h 22"/>
                      <a:gd name="T30" fmla="*/ 3 w 103"/>
                      <a:gd name="T31" fmla="*/ 1 h 22"/>
                      <a:gd name="T32" fmla="*/ 4 w 103"/>
                      <a:gd name="T33" fmla="*/ 1 h 22"/>
                      <a:gd name="T34" fmla="*/ 4 w 103"/>
                      <a:gd name="T35" fmla="*/ 1 h 22"/>
                      <a:gd name="T36" fmla="*/ 4 w 103"/>
                      <a:gd name="T37" fmla="*/ 1 h 22"/>
                      <a:gd name="T38" fmla="*/ 3 w 103"/>
                      <a:gd name="T39" fmla="*/ 1 h 22"/>
                      <a:gd name="T40" fmla="*/ 3 w 103"/>
                      <a:gd name="T41" fmla="*/ 1 h 22"/>
                      <a:gd name="T42" fmla="*/ 3 w 103"/>
                      <a:gd name="T43" fmla="*/ 1 h 22"/>
                      <a:gd name="T44" fmla="*/ 3 w 103"/>
                      <a:gd name="T45" fmla="*/ 1 h 22"/>
                      <a:gd name="T46" fmla="*/ 2 w 103"/>
                      <a:gd name="T47" fmla="*/ 1 h 22"/>
                      <a:gd name="T48" fmla="*/ 2 w 103"/>
                      <a:gd name="T49" fmla="*/ 1 h 22"/>
                      <a:gd name="T50" fmla="*/ 2 w 103"/>
                      <a:gd name="T51" fmla="*/ 1 h 22"/>
                      <a:gd name="T52" fmla="*/ 2 w 103"/>
                      <a:gd name="T53" fmla="*/ 1 h 22"/>
                      <a:gd name="T54" fmla="*/ 2 w 103"/>
                      <a:gd name="T55" fmla="*/ 1 h 22"/>
                      <a:gd name="T56" fmla="*/ 1 w 103"/>
                      <a:gd name="T57" fmla="*/ 1 h 22"/>
                      <a:gd name="T58" fmla="*/ 1 w 103"/>
                      <a:gd name="T59" fmla="*/ 1 h 22"/>
                      <a:gd name="T60" fmla="*/ 1 w 103"/>
                      <a:gd name="T61" fmla="*/ 1 h 22"/>
                      <a:gd name="T62" fmla="*/ 1 w 103"/>
                      <a:gd name="T63" fmla="*/ 1 h 22"/>
                      <a:gd name="T64" fmla="*/ 1 w 103"/>
                      <a:gd name="T65" fmla="*/ 1 h 22"/>
                      <a:gd name="T66" fmla="*/ 1 w 103"/>
                      <a:gd name="T67" fmla="*/ 0 h 22"/>
                      <a:gd name="T68" fmla="*/ 0 w 103"/>
                      <a:gd name="T69" fmla="*/ 1 h 2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3"/>
                      <a:gd name="T106" fmla="*/ 0 h 22"/>
                      <a:gd name="T107" fmla="*/ 103 w 103"/>
                      <a:gd name="T108" fmla="*/ 22 h 2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3" h="22">
                        <a:moveTo>
                          <a:pt x="0" y="2"/>
                        </a:moveTo>
                        <a:lnTo>
                          <a:pt x="6" y="5"/>
                        </a:lnTo>
                        <a:lnTo>
                          <a:pt x="12" y="6"/>
                        </a:lnTo>
                        <a:lnTo>
                          <a:pt x="18" y="7"/>
                        </a:lnTo>
                        <a:lnTo>
                          <a:pt x="26" y="9"/>
                        </a:lnTo>
                        <a:lnTo>
                          <a:pt x="32" y="10"/>
                        </a:lnTo>
                        <a:lnTo>
                          <a:pt x="38" y="11"/>
                        </a:lnTo>
                        <a:lnTo>
                          <a:pt x="44" y="12"/>
                        </a:lnTo>
                        <a:lnTo>
                          <a:pt x="50" y="14"/>
                        </a:lnTo>
                        <a:lnTo>
                          <a:pt x="58" y="15"/>
                        </a:lnTo>
                        <a:lnTo>
                          <a:pt x="64" y="16"/>
                        </a:lnTo>
                        <a:lnTo>
                          <a:pt x="70" y="17"/>
                        </a:lnTo>
                        <a:lnTo>
                          <a:pt x="77" y="18"/>
                        </a:lnTo>
                        <a:lnTo>
                          <a:pt x="84" y="20"/>
                        </a:lnTo>
                        <a:lnTo>
                          <a:pt x="90" y="21"/>
                        </a:lnTo>
                        <a:lnTo>
                          <a:pt x="96" y="22"/>
                        </a:lnTo>
                        <a:lnTo>
                          <a:pt x="103" y="22"/>
                        </a:lnTo>
                        <a:lnTo>
                          <a:pt x="103" y="21"/>
                        </a:lnTo>
                        <a:lnTo>
                          <a:pt x="97" y="20"/>
                        </a:lnTo>
                        <a:lnTo>
                          <a:pt x="90" y="18"/>
                        </a:lnTo>
                        <a:lnTo>
                          <a:pt x="84" y="17"/>
                        </a:lnTo>
                        <a:lnTo>
                          <a:pt x="77" y="16"/>
                        </a:lnTo>
                        <a:lnTo>
                          <a:pt x="71" y="15"/>
                        </a:lnTo>
                        <a:lnTo>
                          <a:pt x="64" y="14"/>
                        </a:lnTo>
                        <a:lnTo>
                          <a:pt x="58" y="12"/>
                        </a:lnTo>
                        <a:lnTo>
                          <a:pt x="52" y="11"/>
                        </a:lnTo>
                        <a:lnTo>
                          <a:pt x="44" y="10"/>
                        </a:lnTo>
                        <a:lnTo>
                          <a:pt x="38" y="9"/>
                        </a:lnTo>
                        <a:lnTo>
                          <a:pt x="32" y="7"/>
                        </a:lnTo>
                        <a:lnTo>
                          <a:pt x="26" y="7"/>
                        </a:lnTo>
                        <a:lnTo>
                          <a:pt x="20" y="5"/>
                        </a:lnTo>
                        <a:lnTo>
                          <a:pt x="13" y="4"/>
                        </a:lnTo>
                        <a:lnTo>
                          <a:pt x="7" y="1"/>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9" name="Freeform 52"/>
                  <p:cNvSpPr>
                    <a:spLocks/>
                  </p:cNvSpPr>
                  <p:nvPr/>
                </p:nvSpPr>
                <p:spPr bwMode="auto">
                  <a:xfrm>
                    <a:off x="4346" y="3645"/>
                    <a:ext cx="51" cy="21"/>
                  </a:xfrm>
                  <a:custGeom>
                    <a:avLst/>
                    <a:gdLst>
                      <a:gd name="T0" fmla="*/ 0 w 101"/>
                      <a:gd name="T1" fmla="*/ 0 h 43"/>
                      <a:gd name="T2" fmla="*/ 1 w 101"/>
                      <a:gd name="T3" fmla="*/ 0 h 43"/>
                      <a:gd name="T4" fmla="*/ 1 w 101"/>
                      <a:gd name="T5" fmla="*/ 0 h 43"/>
                      <a:gd name="T6" fmla="*/ 1 w 101"/>
                      <a:gd name="T7" fmla="*/ 0 h 43"/>
                      <a:gd name="T8" fmla="*/ 1 w 101"/>
                      <a:gd name="T9" fmla="*/ 0 h 43"/>
                      <a:gd name="T10" fmla="*/ 1 w 101"/>
                      <a:gd name="T11" fmla="*/ 0 h 43"/>
                      <a:gd name="T12" fmla="*/ 2 w 101"/>
                      <a:gd name="T13" fmla="*/ 0 h 43"/>
                      <a:gd name="T14" fmla="*/ 2 w 101"/>
                      <a:gd name="T15" fmla="*/ 0 h 43"/>
                      <a:gd name="T16" fmla="*/ 2 w 101"/>
                      <a:gd name="T17" fmla="*/ 0 h 43"/>
                      <a:gd name="T18" fmla="*/ 2 w 101"/>
                      <a:gd name="T19" fmla="*/ 0 h 43"/>
                      <a:gd name="T20" fmla="*/ 2 w 101"/>
                      <a:gd name="T21" fmla="*/ 0 h 43"/>
                      <a:gd name="T22" fmla="*/ 3 w 101"/>
                      <a:gd name="T23" fmla="*/ 0 h 43"/>
                      <a:gd name="T24" fmla="*/ 3 w 101"/>
                      <a:gd name="T25" fmla="*/ 1 h 43"/>
                      <a:gd name="T26" fmla="*/ 3 w 101"/>
                      <a:gd name="T27" fmla="*/ 1 h 43"/>
                      <a:gd name="T28" fmla="*/ 3 w 101"/>
                      <a:gd name="T29" fmla="*/ 1 h 43"/>
                      <a:gd name="T30" fmla="*/ 3 w 101"/>
                      <a:gd name="T31" fmla="*/ 1 h 43"/>
                      <a:gd name="T32" fmla="*/ 4 w 101"/>
                      <a:gd name="T33" fmla="*/ 1 h 43"/>
                      <a:gd name="T34" fmla="*/ 4 w 101"/>
                      <a:gd name="T35" fmla="*/ 1 h 43"/>
                      <a:gd name="T36" fmla="*/ 3 w 101"/>
                      <a:gd name="T37" fmla="*/ 1 h 43"/>
                      <a:gd name="T38" fmla="*/ 3 w 101"/>
                      <a:gd name="T39" fmla="*/ 1 h 43"/>
                      <a:gd name="T40" fmla="*/ 3 w 101"/>
                      <a:gd name="T41" fmla="*/ 1 h 43"/>
                      <a:gd name="T42" fmla="*/ 3 w 101"/>
                      <a:gd name="T43" fmla="*/ 0 h 43"/>
                      <a:gd name="T44" fmla="*/ 3 w 101"/>
                      <a:gd name="T45" fmla="*/ 0 h 43"/>
                      <a:gd name="T46" fmla="*/ 2 w 101"/>
                      <a:gd name="T47" fmla="*/ 0 h 43"/>
                      <a:gd name="T48" fmla="*/ 2 w 101"/>
                      <a:gd name="T49" fmla="*/ 0 h 43"/>
                      <a:gd name="T50" fmla="*/ 2 w 101"/>
                      <a:gd name="T51" fmla="*/ 0 h 43"/>
                      <a:gd name="T52" fmla="*/ 2 w 101"/>
                      <a:gd name="T53" fmla="*/ 0 h 43"/>
                      <a:gd name="T54" fmla="*/ 2 w 101"/>
                      <a:gd name="T55" fmla="*/ 0 h 43"/>
                      <a:gd name="T56" fmla="*/ 1 w 101"/>
                      <a:gd name="T57" fmla="*/ 0 h 43"/>
                      <a:gd name="T58" fmla="*/ 1 w 101"/>
                      <a:gd name="T59" fmla="*/ 0 h 43"/>
                      <a:gd name="T60" fmla="*/ 1 w 101"/>
                      <a:gd name="T61" fmla="*/ 0 h 43"/>
                      <a:gd name="T62" fmla="*/ 1 w 101"/>
                      <a:gd name="T63" fmla="*/ 0 h 43"/>
                      <a:gd name="T64" fmla="*/ 1 w 101"/>
                      <a:gd name="T65" fmla="*/ 0 h 43"/>
                      <a:gd name="T66" fmla="*/ 0 w 101"/>
                      <a:gd name="T67" fmla="*/ 0 h 43"/>
                      <a:gd name="T68" fmla="*/ 0 w 101"/>
                      <a:gd name="T69" fmla="*/ 0 h 4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1"/>
                      <a:gd name="T106" fmla="*/ 0 h 43"/>
                      <a:gd name="T107" fmla="*/ 101 w 101"/>
                      <a:gd name="T108" fmla="*/ 43 h 4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1" h="43">
                        <a:moveTo>
                          <a:pt x="0" y="3"/>
                        </a:moveTo>
                        <a:lnTo>
                          <a:pt x="5" y="5"/>
                        </a:lnTo>
                        <a:lnTo>
                          <a:pt x="12" y="8"/>
                        </a:lnTo>
                        <a:lnTo>
                          <a:pt x="17" y="11"/>
                        </a:lnTo>
                        <a:lnTo>
                          <a:pt x="25" y="14"/>
                        </a:lnTo>
                        <a:lnTo>
                          <a:pt x="31" y="16"/>
                        </a:lnTo>
                        <a:lnTo>
                          <a:pt x="37" y="19"/>
                        </a:lnTo>
                        <a:lnTo>
                          <a:pt x="43" y="21"/>
                        </a:lnTo>
                        <a:lnTo>
                          <a:pt x="49" y="24"/>
                        </a:lnTo>
                        <a:lnTo>
                          <a:pt x="55" y="26"/>
                        </a:lnTo>
                        <a:lnTo>
                          <a:pt x="62" y="29"/>
                        </a:lnTo>
                        <a:lnTo>
                          <a:pt x="68" y="31"/>
                        </a:lnTo>
                        <a:lnTo>
                          <a:pt x="75" y="34"/>
                        </a:lnTo>
                        <a:lnTo>
                          <a:pt x="81" y="36"/>
                        </a:lnTo>
                        <a:lnTo>
                          <a:pt x="88" y="38"/>
                        </a:lnTo>
                        <a:lnTo>
                          <a:pt x="94" y="41"/>
                        </a:lnTo>
                        <a:lnTo>
                          <a:pt x="100" y="43"/>
                        </a:lnTo>
                        <a:lnTo>
                          <a:pt x="101" y="41"/>
                        </a:lnTo>
                        <a:lnTo>
                          <a:pt x="95" y="38"/>
                        </a:lnTo>
                        <a:lnTo>
                          <a:pt x="89" y="36"/>
                        </a:lnTo>
                        <a:lnTo>
                          <a:pt x="83" y="34"/>
                        </a:lnTo>
                        <a:lnTo>
                          <a:pt x="75" y="31"/>
                        </a:lnTo>
                        <a:lnTo>
                          <a:pt x="69" y="29"/>
                        </a:lnTo>
                        <a:lnTo>
                          <a:pt x="63" y="26"/>
                        </a:lnTo>
                        <a:lnTo>
                          <a:pt x="57" y="24"/>
                        </a:lnTo>
                        <a:lnTo>
                          <a:pt x="51" y="21"/>
                        </a:lnTo>
                        <a:lnTo>
                          <a:pt x="44" y="19"/>
                        </a:lnTo>
                        <a:lnTo>
                          <a:pt x="37" y="16"/>
                        </a:lnTo>
                        <a:lnTo>
                          <a:pt x="31" y="14"/>
                        </a:lnTo>
                        <a:lnTo>
                          <a:pt x="25" y="11"/>
                        </a:lnTo>
                        <a:lnTo>
                          <a:pt x="19" y="9"/>
                        </a:lnTo>
                        <a:lnTo>
                          <a:pt x="12" y="6"/>
                        </a:lnTo>
                        <a:lnTo>
                          <a:pt x="6" y="3"/>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0" name="Freeform 53"/>
                  <p:cNvSpPr>
                    <a:spLocks/>
                  </p:cNvSpPr>
                  <p:nvPr/>
                </p:nvSpPr>
                <p:spPr bwMode="auto">
                  <a:xfrm>
                    <a:off x="4283" y="3623"/>
                    <a:ext cx="63" cy="23"/>
                  </a:xfrm>
                  <a:custGeom>
                    <a:avLst/>
                    <a:gdLst>
                      <a:gd name="T0" fmla="*/ 0 w 127"/>
                      <a:gd name="T1" fmla="*/ 1 h 46"/>
                      <a:gd name="T2" fmla="*/ 0 w 127"/>
                      <a:gd name="T3" fmla="*/ 1 h 46"/>
                      <a:gd name="T4" fmla="*/ 0 w 127"/>
                      <a:gd name="T5" fmla="*/ 1 h 46"/>
                      <a:gd name="T6" fmla="*/ 0 w 127"/>
                      <a:gd name="T7" fmla="*/ 1 h 46"/>
                      <a:gd name="T8" fmla="*/ 1 w 127"/>
                      <a:gd name="T9" fmla="*/ 1 h 46"/>
                      <a:gd name="T10" fmla="*/ 1 w 127"/>
                      <a:gd name="T11" fmla="*/ 1 h 46"/>
                      <a:gd name="T12" fmla="*/ 1 w 127"/>
                      <a:gd name="T13" fmla="*/ 1 h 46"/>
                      <a:gd name="T14" fmla="*/ 1 w 127"/>
                      <a:gd name="T15" fmla="*/ 1 h 46"/>
                      <a:gd name="T16" fmla="*/ 1 w 127"/>
                      <a:gd name="T17" fmla="*/ 1 h 46"/>
                      <a:gd name="T18" fmla="*/ 2 w 127"/>
                      <a:gd name="T19" fmla="*/ 1 h 46"/>
                      <a:gd name="T20" fmla="*/ 2 w 127"/>
                      <a:gd name="T21" fmla="*/ 1 h 46"/>
                      <a:gd name="T22" fmla="*/ 2 w 127"/>
                      <a:gd name="T23" fmla="*/ 1 h 46"/>
                      <a:gd name="T24" fmla="*/ 2 w 127"/>
                      <a:gd name="T25" fmla="*/ 2 h 46"/>
                      <a:gd name="T26" fmla="*/ 3 w 127"/>
                      <a:gd name="T27" fmla="*/ 2 h 46"/>
                      <a:gd name="T28" fmla="*/ 3 w 127"/>
                      <a:gd name="T29" fmla="*/ 2 h 46"/>
                      <a:gd name="T30" fmla="*/ 3 w 127"/>
                      <a:gd name="T31" fmla="*/ 2 h 46"/>
                      <a:gd name="T32" fmla="*/ 3 w 127"/>
                      <a:gd name="T33" fmla="*/ 2 h 46"/>
                      <a:gd name="T34" fmla="*/ 3 w 127"/>
                      <a:gd name="T35" fmla="*/ 2 h 46"/>
                      <a:gd name="T36" fmla="*/ 3 w 127"/>
                      <a:gd name="T37" fmla="*/ 2 h 46"/>
                      <a:gd name="T38" fmla="*/ 3 w 127"/>
                      <a:gd name="T39" fmla="*/ 2 h 46"/>
                      <a:gd name="T40" fmla="*/ 3 w 127"/>
                      <a:gd name="T41" fmla="*/ 2 h 46"/>
                      <a:gd name="T42" fmla="*/ 3 w 127"/>
                      <a:gd name="T43" fmla="*/ 1 h 46"/>
                      <a:gd name="T44" fmla="*/ 2 w 127"/>
                      <a:gd name="T45" fmla="*/ 1 h 46"/>
                      <a:gd name="T46" fmla="*/ 2 w 127"/>
                      <a:gd name="T47" fmla="*/ 1 h 46"/>
                      <a:gd name="T48" fmla="*/ 2 w 127"/>
                      <a:gd name="T49" fmla="*/ 1 h 46"/>
                      <a:gd name="T50" fmla="*/ 2 w 127"/>
                      <a:gd name="T51" fmla="*/ 1 h 46"/>
                      <a:gd name="T52" fmla="*/ 1 w 127"/>
                      <a:gd name="T53" fmla="*/ 1 h 46"/>
                      <a:gd name="T54" fmla="*/ 1 w 127"/>
                      <a:gd name="T55" fmla="*/ 1 h 46"/>
                      <a:gd name="T56" fmla="*/ 1 w 127"/>
                      <a:gd name="T57" fmla="*/ 1 h 46"/>
                      <a:gd name="T58" fmla="*/ 1 w 127"/>
                      <a:gd name="T59" fmla="*/ 1 h 46"/>
                      <a:gd name="T60" fmla="*/ 0 w 127"/>
                      <a:gd name="T61" fmla="*/ 1 h 46"/>
                      <a:gd name="T62" fmla="*/ 0 w 127"/>
                      <a:gd name="T63" fmla="*/ 1 h 46"/>
                      <a:gd name="T64" fmla="*/ 0 w 127"/>
                      <a:gd name="T65" fmla="*/ 1 h 46"/>
                      <a:gd name="T66" fmla="*/ 0 w 127"/>
                      <a:gd name="T67" fmla="*/ 0 h 46"/>
                      <a:gd name="T68" fmla="*/ 0 w 127"/>
                      <a:gd name="T69" fmla="*/ 1 h 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7"/>
                      <a:gd name="T106" fmla="*/ 0 h 46"/>
                      <a:gd name="T107" fmla="*/ 127 w 127"/>
                      <a:gd name="T108" fmla="*/ 46 h 4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7" h="46">
                        <a:moveTo>
                          <a:pt x="0" y="3"/>
                        </a:moveTo>
                        <a:lnTo>
                          <a:pt x="9" y="5"/>
                        </a:lnTo>
                        <a:lnTo>
                          <a:pt x="16" y="8"/>
                        </a:lnTo>
                        <a:lnTo>
                          <a:pt x="24" y="10"/>
                        </a:lnTo>
                        <a:lnTo>
                          <a:pt x="32" y="14"/>
                        </a:lnTo>
                        <a:lnTo>
                          <a:pt x="40" y="16"/>
                        </a:lnTo>
                        <a:lnTo>
                          <a:pt x="47" y="19"/>
                        </a:lnTo>
                        <a:lnTo>
                          <a:pt x="56" y="21"/>
                        </a:lnTo>
                        <a:lnTo>
                          <a:pt x="63" y="24"/>
                        </a:lnTo>
                        <a:lnTo>
                          <a:pt x="72" y="26"/>
                        </a:lnTo>
                        <a:lnTo>
                          <a:pt x="79" y="28"/>
                        </a:lnTo>
                        <a:lnTo>
                          <a:pt x="88" y="31"/>
                        </a:lnTo>
                        <a:lnTo>
                          <a:pt x="95" y="35"/>
                        </a:lnTo>
                        <a:lnTo>
                          <a:pt x="102" y="37"/>
                        </a:lnTo>
                        <a:lnTo>
                          <a:pt x="111" y="40"/>
                        </a:lnTo>
                        <a:lnTo>
                          <a:pt x="118" y="43"/>
                        </a:lnTo>
                        <a:lnTo>
                          <a:pt x="127" y="46"/>
                        </a:lnTo>
                        <a:lnTo>
                          <a:pt x="127" y="43"/>
                        </a:lnTo>
                        <a:lnTo>
                          <a:pt x="120" y="41"/>
                        </a:lnTo>
                        <a:lnTo>
                          <a:pt x="112" y="37"/>
                        </a:lnTo>
                        <a:lnTo>
                          <a:pt x="104" y="35"/>
                        </a:lnTo>
                        <a:lnTo>
                          <a:pt x="96" y="32"/>
                        </a:lnTo>
                        <a:lnTo>
                          <a:pt x="88" y="30"/>
                        </a:lnTo>
                        <a:lnTo>
                          <a:pt x="80" y="26"/>
                        </a:lnTo>
                        <a:lnTo>
                          <a:pt x="73" y="24"/>
                        </a:lnTo>
                        <a:lnTo>
                          <a:pt x="64" y="21"/>
                        </a:lnTo>
                        <a:lnTo>
                          <a:pt x="57" y="19"/>
                        </a:lnTo>
                        <a:lnTo>
                          <a:pt x="48" y="16"/>
                        </a:lnTo>
                        <a:lnTo>
                          <a:pt x="41" y="14"/>
                        </a:lnTo>
                        <a:lnTo>
                          <a:pt x="32" y="11"/>
                        </a:lnTo>
                        <a:lnTo>
                          <a:pt x="25" y="9"/>
                        </a:lnTo>
                        <a:lnTo>
                          <a:pt x="17" y="5"/>
                        </a:lnTo>
                        <a:lnTo>
                          <a:pt x="9"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1" name="Freeform 54"/>
                  <p:cNvSpPr>
                    <a:spLocks/>
                  </p:cNvSpPr>
                  <p:nvPr/>
                </p:nvSpPr>
                <p:spPr bwMode="auto">
                  <a:xfrm>
                    <a:off x="4233" y="3609"/>
                    <a:ext cx="50" cy="15"/>
                  </a:xfrm>
                  <a:custGeom>
                    <a:avLst/>
                    <a:gdLst>
                      <a:gd name="T0" fmla="*/ 0 w 99"/>
                      <a:gd name="T1" fmla="*/ 1 h 30"/>
                      <a:gd name="T2" fmla="*/ 1 w 99"/>
                      <a:gd name="T3" fmla="*/ 1 h 30"/>
                      <a:gd name="T4" fmla="*/ 1 w 99"/>
                      <a:gd name="T5" fmla="*/ 1 h 30"/>
                      <a:gd name="T6" fmla="*/ 1 w 99"/>
                      <a:gd name="T7" fmla="*/ 1 h 30"/>
                      <a:gd name="T8" fmla="*/ 1 w 99"/>
                      <a:gd name="T9" fmla="*/ 1 h 30"/>
                      <a:gd name="T10" fmla="*/ 1 w 99"/>
                      <a:gd name="T11" fmla="*/ 1 h 30"/>
                      <a:gd name="T12" fmla="*/ 2 w 99"/>
                      <a:gd name="T13" fmla="*/ 1 h 30"/>
                      <a:gd name="T14" fmla="*/ 2 w 99"/>
                      <a:gd name="T15" fmla="*/ 1 h 30"/>
                      <a:gd name="T16" fmla="*/ 2 w 99"/>
                      <a:gd name="T17" fmla="*/ 1 h 30"/>
                      <a:gd name="T18" fmla="*/ 2 w 99"/>
                      <a:gd name="T19" fmla="*/ 1 h 30"/>
                      <a:gd name="T20" fmla="*/ 2 w 99"/>
                      <a:gd name="T21" fmla="*/ 1 h 30"/>
                      <a:gd name="T22" fmla="*/ 3 w 99"/>
                      <a:gd name="T23" fmla="*/ 1 h 30"/>
                      <a:gd name="T24" fmla="*/ 3 w 99"/>
                      <a:gd name="T25" fmla="*/ 1 h 30"/>
                      <a:gd name="T26" fmla="*/ 3 w 99"/>
                      <a:gd name="T27" fmla="*/ 1 h 30"/>
                      <a:gd name="T28" fmla="*/ 3 w 99"/>
                      <a:gd name="T29" fmla="*/ 1 h 30"/>
                      <a:gd name="T30" fmla="*/ 3 w 99"/>
                      <a:gd name="T31" fmla="*/ 1 h 30"/>
                      <a:gd name="T32" fmla="*/ 4 w 99"/>
                      <a:gd name="T33" fmla="*/ 1 h 30"/>
                      <a:gd name="T34" fmla="*/ 4 w 99"/>
                      <a:gd name="T35" fmla="*/ 1 h 30"/>
                      <a:gd name="T36" fmla="*/ 3 w 99"/>
                      <a:gd name="T37" fmla="*/ 1 h 30"/>
                      <a:gd name="T38" fmla="*/ 3 w 99"/>
                      <a:gd name="T39" fmla="*/ 1 h 30"/>
                      <a:gd name="T40" fmla="*/ 3 w 99"/>
                      <a:gd name="T41" fmla="*/ 1 h 30"/>
                      <a:gd name="T42" fmla="*/ 3 w 99"/>
                      <a:gd name="T43" fmla="*/ 1 h 30"/>
                      <a:gd name="T44" fmla="*/ 3 w 99"/>
                      <a:gd name="T45" fmla="*/ 1 h 30"/>
                      <a:gd name="T46" fmla="*/ 2 w 99"/>
                      <a:gd name="T47" fmla="*/ 1 h 30"/>
                      <a:gd name="T48" fmla="*/ 2 w 99"/>
                      <a:gd name="T49" fmla="*/ 1 h 30"/>
                      <a:gd name="T50" fmla="*/ 2 w 99"/>
                      <a:gd name="T51" fmla="*/ 1 h 30"/>
                      <a:gd name="T52" fmla="*/ 2 w 99"/>
                      <a:gd name="T53" fmla="*/ 1 h 30"/>
                      <a:gd name="T54" fmla="*/ 2 w 99"/>
                      <a:gd name="T55" fmla="*/ 1 h 30"/>
                      <a:gd name="T56" fmla="*/ 1 w 99"/>
                      <a:gd name="T57" fmla="*/ 1 h 30"/>
                      <a:gd name="T58" fmla="*/ 1 w 99"/>
                      <a:gd name="T59" fmla="*/ 1 h 30"/>
                      <a:gd name="T60" fmla="*/ 1 w 99"/>
                      <a:gd name="T61" fmla="*/ 1 h 30"/>
                      <a:gd name="T62" fmla="*/ 1 w 99"/>
                      <a:gd name="T63" fmla="*/ 1 h 30"/>
                      <a:gd name="T64" fmla="*/ 1 w 99"/>
                      <a:gd name="T65" fmla="*/ 1 h 30"/>
                      <a:gd name="T66" fmla="*/ 0 w 99"/>
                      <a:gd name="T67" fmla="*/ 0 h 30"/>
                      <a:gd name="T68" fmla="*/ 0 w 99"/>
                      <a:gd name="T69" fmla="*/ 1 h 3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9"/>
                      <a:gd name="T106" fmla="*/ 0 h 30"/>
                      <a:gd name="T107" fmla="*/ 99 w 99"/>
                      <a:gd name="T108" fmla="*/ 30 h 3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9" h="30">
                        <a:moveTo>
                          <a:pt x="0" y="2"/>
                        </a:moveTo>
                        <a:lnTo>
                          <a:pt x="6" y="4"/>
                        </a:lnTo>
                        <a:lnTo>
                          <a:pt x="12" y="4"/>
                        </a:lnTo>
                        <a:lnTo>
                          <a:pt x="19" y="6"/>
                        </a:lnTo>
                        <a:lnTo>
                          <a:pt x="25" y="7"/>
                        </a:lnTo>
                        <a:lnTo>
                          <a:pt x="32" y="9"/>
                        </a:lnTo>
                        <a:lnTo>
                          <a:pt x="38" y="11"/>
                        </a:lnTo>
                        <a:lnTo>
                          <a:pt x="43" y="12"/>
                        </a:lnTo>
                        <a:lnTo>
                          <a:pt x="50" y="15"/>
                        </a:lnTo>
                        <a:lnTo>
                          <a:pt x="55" y="17"/>
                        </a:lnTo>
                        <a:lnTo>
                          <a:pt x="61" y="18"/>
                        </a:lnTo>
                        <a:lnTo>
                          <a:pt x="67" y="21"/>
                        </a:lnTo>
                        <a:lnTo>
                          <a:pt x="74" y="22"/>
                        </a:lnTo>
                        <a:lnTo>
                          <a:pt x="80" y="25"/>
                        </a:lnTo>
                        <a:lnTo>
                          <a:pt x="86" y="26"/>
                        </a:lnTo>
                        <a:lnTo>
                          <a:pt x="92" y="28"/>
                        </a:lnTo>
                        <a:lnTo>
                          <a:pt x="98" y="30"/>
                        </a:lnTo>
                        <a:lnTo>
                          <a:pt x="99" y="27"/>
                        </a:lnTo>
                        <a:lnTo>
                          <a:pt x="93" y="26"/>
                        </a:lnTo>
                        <a:lnTo>
                          <a:pt x="87" y="23"/>
                        </a:lnTo>
                        <a:lnTo>
                          <a:pt x="81" y="22"/>
                        </a:lnTo>
                        <a:lnTo>
                          <a:pt x="75" y="20"/>
                        </a:lnTo>
                        <a:lnTo>
                          <a:pt x="69" y="18"/>
                        </a:lnTo>
                        <a:lnTo>
                          <a:pt x="62" y="16"/>
                        </a:lnTo>
                        <a:lnTo>
                          <a:pt x="56" y="15"/>
                        </a:lnTo>
                        <a:lnTo>
                          <a:pt x="50" y="12"/>
                        </a:lnTo>
                        <a:lnTo>
                          <a:pt x="44" y="10"/>
                        </a:lnTo>
                        <a:lnTo>
                          <a:pt x="38" y="9"/>
                        </a:lnTo>
                        <a:lnTo>
                          <a:pt x="32" y="6"/>
                        </a:lnTo>
                        <a:lnTo>
                          <a:pt x="25" y="5"/>
                        </a:lnTo>
                        <a:lnTo>
                          <a:pt x="19" y="4"/>
                        </a:lnTo>
                        <a:lnTo>
                          <a:pt x="13" y="2"/>
                        </a:lnTo>
                        <a:lnTo>
                          <a:pt x="7" y="1"/>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2" name="Freeform 55"/>
                  <p:cNvSpPr>
                    <a:spLocks/>
                  </p:cNvSpPr>
                  <p:nvPr/>
                </p:nvSpPr>
                <p:spPr bwMode="auto">
                  <a:xfrm>
                    <a:off x="4154" y="3585"/>
                    <a:ext cx="79" cy="26"/>
                  </a:xfrm>
                  <a:custGeom>
                    <a:avLst/>
                    <a:gdLst>
                      <a:gd name="T0" fmla="*/ 1 w 158"/>
                      <a:gd name="T1" fmla="*/ 1 h 51"/>
                      <a:gd name="T2" fmla="*/ 1 w 158"/>
                      <a:gd name="T3" fmla="*/ 1 h 51"/>
                      <a:gd name="T4" fmla="*/ 1 w 158"/>
                      <a:gd name="T5" fmla="*/ 1 h 51"/>
                      <a:gd name="T6" fmla="*/ 1 w 158"/>
                      <a:gd name="T7" fmla="*/ 1 h 51"/>
                      <a:gd name="T8" fmla="*/ 2 w 158"/>
                      <a:gd name="T9" fmla="*/ 1 h 51"/>
                      <a:gd name="T10" fmla="*/ 2 w 158"/>
                      <a:gd name="T11" fmla="*/ 1 h 51"/>
                      <a:gd name="T12" fmla="*/ 2 w 158"/>
                      <a:gd name="T13" fmla="*/ 1 h 51"/>
                      <a:gd name="T14" fmla="*/ 3 w 158"/>
                      <a:gd name="T15" fmla="*/ 1 h 51"/>
                      <a:gd name="T16" fmla="*/ 3 w 158"/>
                      <a:gd name="T17" fmla="*/ 2 h 51"/>
                      <a:gd name="T18" fmla="*/ 3 w 158"/>
                      <a:gd name="T19" fmla="*/ 2 h 51"/>
                      <a:gd name="T20" fmla="*/ 3 w 158"/>
                      <a:gd name="T21" fmla="*/ 2 h 51"/>
                      <a:gd name="T22" fmla="*/ 4 w 158"/>
                      <a:gd name="T23" fmla="*/ 2 h 51"/>
                      <a:gd name="T24" fmla="*/ 4 w 158"/>
                      <a:gd name="T25" fmla="*/ 2 h 51"/>
                      <a:gd name="T26" fmla="*/ 5 w 158"/>
                      <a:gd name="T27" fmla="*/ 2 h 51"/>
                      <a:gd name="T28" fmla="*/ 5 w 158"/>
                      <a:gd name="T29" fmla="*/ 2 h 51"/>
                      <a:gd name="T30" fmla="*/ 5 w 158"/>
                      <a:gd name="T31" fmla="*/ 2 h 51"/>
                      <a:gd name="T32" fmla="*/ 5 w 158"/>
                      <a:gd name="T33" fmla="*/ 2 h 51"/>
                      <a:gd name="T34" fmla="*/ 5 w 158"/>
                      <a:gd name="T35" fmla="*/ 2 h 51"/>
                      <a:gd name="T36" fmla="*/ 5 w 158"/>
                      <a:gd name="T37" fmla="*/ 2 h 51"/>
                      <a:gd name="T38" fmla="*/ 4 w 158"/>
                      <a:gd name="T39" fmla="*/ 2 h 51"/>
                      <a:gd name="T40" fmla="*/ 4 w 158"/>
                      <a:gd name="T41" fmla="*/ 2 h 51"/>
                      <a:gd name="T42" fmla="*/ 4 w 158"/>
                      <a:gd name="T43" fmla="*/ 2 h 51"/>
                      <a:gd name="T44" fmla="*/ 3 w 158"/>
                      <a:gd name="T45" fmla="*/ 2 h 51"/>
                      <a:gd name="T46" fmla="*/ 3 w 158"/>
                      <a:gd name="T47" fmla="*/ 2 h 51"/>
                      <a:gd name="T48" fmla="*/ 3 w 158"/>
                      <a:gd name="T49" fmla="*/ 1 h 51"/>
                      <a:gd name="T50" fmla="*/ 3 w 158"/>
                      <a:gd name="T51" fmla="*/ 1 h 51"/>
                      <a:gd name="T52" fmla="*/ 2 w 158"/>
                      <a:gd name="T53" fmla="*/ 1 h 51"/>
                      <a:gd name="T54" fmla="*/ 2 w 158"/>
                      <a:gd name="T55" fmla="*/ 1 h 51"/>
                      <a:gd name="T56" fmla="*/ 2 w 158"/>
                      <a:gd name="T57" fmla="*/ 1 h 51"/>
                      <a:gd name="T58" fmla="*/ 1 w 158"/>
                      <a:gd name="T59" fmla="*/ 1 h 51"/>
                      <a:gd name="T60" fmla="*/ 1 w 158"/>
                      <a:gd name="T61" fmla="*/ 1 h 51"/>
                      <a:gd name="T62" fmla="*/ 1 w 158"/>
                      <a:gd name="T63" fmla="*/ 1 h 51"/>
                      <a:gd name="T64" fmla="*/ 1 w 158"/>
                      <a:gd name="T65" fmla="*/ 0 h 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58"/>
                      <a:gd name="T100" fmla="*/ 0 h 51"/>
                      <a:gd name="T101" fmla="*/ 158 w 158"/>
                      <a:gd name="T102" fmla="*/ 51 h 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58" h="51">
                        <a:moveTo>
                          <a:pt x="0" y="2"/>
                        </a:moveTo>
                        <a:lnTo>
                          <a:pt x="4" y="5"/>
                        </a:lnTo>
                        <a:lnTo>
                          <a:pt x="9" y="7"/>
                        </a:lnTo>
                        <a:lnTo>
                          <a:pt x="13" y="11"/>
                        </a:lnTo>
                        <a:lnTo>
                          <a:pt x="17" y="12"/>
                        </a:lnTo>
                        <a:lnTo>
                          <a:pt x="22" y="14"/>
                        </a:lnTo>
                        <a:lnTo>
                          <a:pt x="27" y="17"/>
                        </a:lnTo>
                        <a:lnTo>
                          <a:pt x="32" y="18"/>
                        </a:lnTo>
                        <a:lnTo>
                          <a:pt x="37" y="21"/>
                        </a:lnTo>
                        <a:lnTo>
                          <a:pt x="42" y="23"/>
                        </a:lnTo>
                        <a:lnTo>
                          <a:pt x="47" y="24"/>
                        </a:lnTo>
                        <a:lnTo>
                          <a:pt x="52" y="26"/>
                        </a:lnTo>
                        <a:lnTo>
                          <a:pt x="57" y="28"/>
                        </a:lnTo>
                        <a:lnTo>
                          <a:pt x="62" y="29"/>
                        </a:lnTo>
                        <a:lnTo>
                          <a:pt x="66" y="30"/>
                        </a:lnTo>
                        <a:lnTo>
                          <a:pt x="71" y="32"/>
                        </a:lnTo>
                        <a:lnTo>
                          <a:pt x="76" y="33"/>
                        </a:lnTo>
                        <a:lnTo>
                          <a:pt x="81" y="34"/>
                        </a:lnTo>
                        <a:lnTo>
                          <a:pt x="86" y="35"/>
                        </a:lnTo>
                        <a:lnTo>
                          <a:pt x="91" y="37"/>
                        </a:lnTo>
                        <a:lnTo>
                          <a:pt x="96" y="38"/>
                        </a:lnTo>
                        <a:lnTo>
                          <a:pt x="101" y="39"/>
                        </a:lnTo>
                        <a:lnTo>
                          <a:pt x="106" y="40"/>
                        </a:lnTo>
                        <a:lnTo>
                          <a:pt x="112" y="42"/>
                        </a:lnTo>
                        <a:lnTo>
                          <a:pt x="117" y="43"/>
                        </a:lnTo>
                        <a:lnTo>
                          <a:pt x="122" y="43"/>
                        </a:lnTo>
                        <a:lnTo>
                          <a:pt x="127" y="44"/>
                        </a:lnTo>
                        <a:lnTo>
                          <a:pt x="132" y="45"/>
                        </a:lnTo>
                        <a:lnTo>
                          <a:pt x="137" y="47"/>
                        </a:lnTo>
                        <a:lnTo>
                          <a:pt x="142" y="48"/>
                        </a:lnTo>
                        <a:lnTo>
                          <a:pt x="147" y="49"/>
                        </a:lnTo>
                        <a:lnTo>
                          <a:pt x="153" y="50"/>
                        </a:lnTo>
                        <a:lnTo>
                          <a:pt x="158" y="51"/>
                        </a:lnTo>
                        <a:lnTo>
                          <a:pt x="158" y="49"/>
                        </a:lnTo>
                        <a:lnTo>
                          <a:pt x="153" y="47"/>
                        </a:lnTo>
                        <a:lnTo>
                          <a:pt x="148" y="47"/>
                        </a:lnTo>
                        <a:lnTo>
                          <a:pt x="143" y="45"/>
                        </a:lnTo>
                        <a:lnTo>
                          <a:pt x="138" y="44"/>
                        </a:lnTo>
                        <a:lnTo>
                          <a:pt x="133" y="43"/>
                        </a:lnTo>
                        <a:lnTo>
                          <a:pt x="127" y="42"/>
                        </a:lnTo>
                        <a:lnTo>
                          <a:pt x="122" y="40"/>
                        </a:lnTo>
                        <a:lnTo>
                          <a:pt x="117" y="40"/>
                        </a:lnTo>
                        <a:lnTo>
                          <a:pt x="112" y="39"/>
                        </a:lnTo>
                        <a:lnTo>
                          <a:pt x="107" y="38"/>
                        </a:lnTo>
                        <a:lnTo>
                          <a:pt x="102" y="37"/>
                        </a:lnTo>
                        <a:lnTo>
                          <a:pt x="97" y="35"/>
                        </a:lnTo>
                        <a:lnTo>
                          <a:pt x="92" y="34"/>
                        </a:lnTo>
                        <a:lnTo>
                          <a:pt x="86" y="33"/>
                        </a:lnTo>
                        <a:lnTo>
                          <a:pt x="81" y="32"/>
                        </a:lnTo>
                        <a:lnTo>
                          <a:pt x="76" y="30"/>
                        </a:lnTo>
                        <a:lnTo>
                          <a:pt x="71" y="29"/>
                        </a:lnTo>
                        <a:lnTo>
                          <a:pt x="66" y="28"/>
                        </a:lnTo>
                        <a:lnTo>
                          <a:pt x="62" y="27"/>
                        </a:lnTo>
                        <a:lnTo>
                          <a:pt x="57" y="26"/>
                        </a:lnTo>
                        <a:lnTo>
                          <a:pt x="52" y="24"/>
                        </a:lnTo>
                        <a:lnTo>
                          <a:pt x="47" y="22"/>
                        </a:lnTo>
                        <a:lnTo>
                          <a:pt x="42" y="21"/>
                        </a:lnTo>
                        <a:lnTo>
                          <a:pt x="38" y="18"/>
                        </a:lnTo>
                        <a:lnTo>
                          <a:pt x="33" y="17"/>
                        </a:lnTo>
                        <a:lnTo>
                          <a:pt x="28" y="14"/>
                        </a:lnTo>
                        <a:lnTo>
                          <a:pt x="23" y="12"/>
                        </a:lnTo>
                        <a:lnTo>
                          <a:pt x="18" y="11"/>
                        </a:lnTo>
                        <a:lnTo>
                          <a:pt x="15" y="7"/>
                        </a:lnTo>
                        <a:lnTo>
                          <a:pt x="10" y="5"/>
                        </a:lnTo>
                        <a:lnTo>
                          <a:pt x="5" y="3"/>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3" name="Freeform 56"/>
                  <p:cNvSpPr>
                    <a:spLocks/>
                  </p:cNvSpPr>
                  <p:nvPr/>
                </p:nvSpPr>
                <p:spPr bwMode="auto">
                  <a:xfrm>
                    <a:off x="4150" y="3577"/>
                    <a:ext cx="5" cy="9"/>
                  </a:xfrm>
                  <a:custGeom>
                    <a:avLst/>
                    <a:gdLst>
                      <a:gd name="T0" fmla="*/ 0 w 11"/>
                      <a:gd name="T1" fmla="*/ 0 h 17"/>
                      <a:gd name="T2" fmla="*/ 0 w 11"/>
                      <a:gd name="T3" fmla="*/ 1 h 17"/>
                      <a:gd name="T4" fmla="*/ 0 w 11"/>
                      <a:gd name="T5" fmla="*/ 1 h 17"/>
                      <a:gd name="T6" fmla="*/ 0 w 11"/>
                      <a:gd name="T7" fmla="*/ 1 h 17"/>
                      <a:gd name="T8" fmla="*/ 0 w 11"/>
                      <a:gd name="T9" fmla="*/ 1 h 17"/>
                      <a:gd name="T10" fmla="*/ 0 w 11"/>
                      <a:gd name="T11" fmla="*/ 1 h 17"/>
                      <a:gd name="T12" fmla="*/ 0 w 11"/>
                      <a:gd name="T13" fmla="*/ 1 h 17"/>
                      <a:gd name="T14" fmla="*/ 0 w 11"/>
                      <a:gd name="T15" fmla="*/ 1 h 17"/>
                      <a:gd name="T16" fmla="*/ 0 w 11"/>
                      <a:gd name="T17" fmla="*/ 1 h 17"/>
                      <a:gd name="T18" fmla="*/ 0 w 11"/>
                      <a:gd name="T19" fmla="*/ 1 h 17"/>
                      <a:gd name="T20" fmla="*/ 0 w 11"/>
                      <a:gd name="T21" fmla="*/ 1 h 17"/>
                      <a:gd name="T22" fmla="*/ 0 w 11"/>
                      <a:gd name="T23" fmla="*/ 1 h 17"/>
                      <a:gd name="T24" fmla="*/ 0 w 11"/>
                      <a:gd name="T25" fmla="*/ 1 h 17"/>
                      <a:gd name="T26" fmla="*/ 0 w 11"/>
                      <a:gd name="T27" fmla="*/ 1 h 17"/>
                      <a:gd name="T28" fmla="*/ 0 w 11"/>
                      <a:gd name="T29" fmla="*/ 0 h 17"/>
                      <a:gd name="T30" fmla="*/ 0 w 11"/>
                      <a:gd name="T31" fmla="*/ 1 h 17"/>
                      <a:gd name="T32" fmla="*/ 0 w 11"/>
                      <a:gd name="T33" fmla="*/ 0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7"/>
                      <a:gd name="T53" fmla="*/ 11 w 11"/>
                      <a:gd name="T54" fmla="*/ 17 h 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7">
                        <a:moveTo>
                          <a:pt x="0" y="0"/>
                        </a:moveTo>
                        <a:lnTo>
                          <a:pt x="0" y="6"/>
                        </a:lnTo>
                        <a:lnTo>
                          <a:pt x="1" y="9"/>
                        </a:lnTo>
                        <a:lnTo>
                          <a:pt x="3" y="10"/>
                        </a:lnTo>
                        <a:lnTo>
                          <a:pt x="4" y="12"/>
                        </a:lnTo>
                        <a:lnTo>
                          <a:pt x="6" y="13"/>
                        </a:lnTo>
                        <a:lnTo>
                          <a:pt x="7" y="16"/>
                        </a:lnTo>
                        <a:lnTo>
                          <a:pt x="10" y="17"/>
                        </a:lnTo>
                        <a:lnTo>
                          <a:pt x="11" y="15"/>
                        </a:lnTo>
                        <a:lnTo>
                          <a:pt x="9" y="13"/>
                        </a:lnTo>
                        <a:lnTo>
                          <a:pt x="6" y="11"/>
                        </a:lnTo>
                        <a:lnTo>
                          <a:pt x="5" y="9"/>
                        </a:lnTo>
                        <a:lnTo>
                          <a:pt x="3" y="6"/>
                        </a:lnTo>
                        <a:lnTo>
                          <a:pt x="3" y="1"/>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4" name="Freeform 57"/>
                  <p:cNvSpPr>
                    <a:spLocks/>
                  </p:cNvSpPr>
                  <p:nvPr/>
                </p:nvSpPr>
                <p:spPr bwMode="auto">
                  <a:xfrm>
                    <a:off x="4150" y="3571"/>
                    <a:ext cx="20" cy="7"/>
                  </a:xfrm>
                  <a:custGeom>
                    <a:avLst/>
                    <a:gdLst>
                      <a:gd name="T0" fmla="*/ 1 w 41"/>
                      <a:gd name="T1" fmla="*/ 1 h 13"/>
                      <a:gd name="T2" fmla="*/ 1 w 41"/>
                      <a:gd name="T3" fmla="*/ 0 h 13"/>
                      <a:gd name="T4" fmla="*/ 0 w 41"/>
                      <a:gd name="T5" fmla="*/ 0 h 13"/>
                      <a:gd name="T6" fmla="*/ 0 w 41"/>
                      <a:gd name="T7" fmla="*/ 1 h 13"/>
                      <a:gd name="T8" fmla="*/ 0 w 41"/>
                      <a:gd name="T9" fmla="*/ 1 h 13"/>
                      <a:gd name="T10" fmla="*/ 0 w 41"/>
                      <a:gd name="T11" fmla="*/ 1 h 13"/>
                      <a:gd name="T12" fmla="*/ 0 w 41"/>
                      <a:gd name="T13" fmla="*/ 1 h 13"/>
                      <a:gd name="T14" fmla="*/ 0 w 41"/>
                      <a:gd name="T15" fmla="*/ 1 h 13"/>
                      <a:gd name="T16" fmla="*/ 0 w 41"/>
                      <a:gd name="T17" fmla="*/ 1 h 13"/>
                      <a:gd name="T18" fmla="*/ 0 w 41"/>
                      <a:gd name="T19" fmla="*/ 1 h 13"/>
                      <a:gd name="T20" fmla="*/ 0 w 41"/>
                      <a:gd name="T21" fmla="*/ 1 h 13"/>
                      <a:gd name="T22" fmla="*/ 0 w 41"/>
                      <a:gd name="T23" fmla="*/ 1 h 13"/>
                      <a:gd name="T24" fmla="*/ 0 w 41"/>
                      <a:gd name="T25" fmla="*/ 1 h 13"/>
                      <a:gd name="T26" fmla="*/ 0 w 41"/>
                      <a:gd name="T27" fmla="*/ 1 h 13"/>
                      <a:gd name="T28" fmla="*/ 0 w 41"/>
                      <a:gd name="T29" fmla="*/ 1 h 13"/>
                      <a:gd name="T30" fmla="*/ 0 w 41"/>
                      <a:gd name="T31" fmla="*/ 1 h 13"/>
                      <a:gd name="T32" fmla="*/ 0 w 41"/>
                      <a:gd name="T33" fmla="*/ 1 h 13"/>
                      <a:gd name="T34" fmla="*/ 0 w 41"/>
                      <a:gd name="T35" fmla="*/ 1 h 13"/>
                      <a:gd name="T36" fmla="*/ 0 w 41"/>
                      <a:gd name="T37" fmla="*/ 1 h 13"/>
                      <a:gd name="T38" fmla="*/ 1 w 41"/>
                      <a:gd name="T39" fmla="*/ 1 h 13"/>
                      <a:gd name="T40" fmla="*/ 1 w 41"/>
                      <a:gd name="T41" fmla="*/ 1 h 13"/>
                      <a:gd name="T42" fmla="*/ 1 w 41"/>
                      <a:gd name="T43" fmla="*/ 1 h 13"/>
                      <a:gd name="T44" fmla="*/ 1 w 41"/>
                      <a:gd name="T45" fmla="*/ 1 h 13"/>
                      <a:gd name="T46" fmla="*/ 1 w 41"/>
                      <a:gd name="T47" fmla="*/ 1 h 13"/>
                      <a:gd name="T48" fmla="*/ 1 w 41"/>
                      <a:gd name="T49" fmla="*/ 1 h 13"/>
                      <a:gd name="T50" fmla="*/ 1 w 41"/>
                      <a:gd name="T51" fmla="*/ 1 h 1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1"/>
                      <a:gd name="T79" fmla="*/ 0 h 13"/>
                      <a:gd name="T80" fmla="*/ 41 w 41"/>
                      <a:gd name="T81" fmla="*/ 13 h 1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1" h="13">
                        <a:moveTo>
                          <a:pt x="38" y="1"/>
                        </a:moveTo>
                        <a:lnTo>
                          <a:pt x="40" y="0"/>
                        </a:lnTo>
                        <a:lnTo>
                          <a:pt x="31" y="0"/>
                        </a:lnTo>
                        <a:lnTo>
                          <a:pt x="28" y="1"/>
                        </a:lnTo>
                        <a:lnTo>
                          <a:pt x="21" y="1"/>
                        </a:lnTo>
                        <a:lnTo>
                          <a:pt x="19" y="2"/>
                        </a:lnTo>
                        <a:lnTo>
                          <a:pt x="15" y="2"/>
                        </a:lnTo>
                        <a:lnTo>
                          <a:pt x="14" y="3"/>
                        </a:lnTo>
                        <a:lnTo>
                          <a:pt x="10" y="3"/>
                        </a:lnTo>
                        <a:lnTo>
                          <a:pt x="7" y="4"/>
                        </a:lnTo>
                        <a:lnTo>
                          <a:pt x="4" y="8"/>
                        </a:lnTo>
                        <a:lnTo>
                          <a:pt x="3" y="11"/>
                        </a:lnTo>
                        <a:lnTo>
                          <a:pt x="0" y="12"/>
                        </a:lnTo>
                        <a:lnTo>
                          <a:pt x="3" y="13"/>
                        </a:lnTo>
                        <a:lnTo>
                          <a:pt x="9" y="7"/>
                        </a:lnTo>
                        <a:lnTo>
                          <a:pt x="11" y="6"/>
                        </a:lnTo>
                        <a:lnTo>
                          <a:pt x="14" y="4"/>
                        </a:lnTo>
                        <a:lnTo>
                          <a:pt x="19" y="4"/>
                        </a:lnTo>
                        <a:lnTo>
                          <a:pt x="21" y="3"/>
                        </a:lnTo>
                        <a:lnTo>
                          <a:pt x="37" y="3"/>
                        </a:lnTo>
                        <a:lnTo>
                          <a:pt x="40" y="2"/>
                        </a:lnTo>
                        <a:lnTo>
                          <a:pt x="41" y="1"/>
                        </a:lnTo>
                        <a:lnTo>
                          <a:pt x="40" y="2"/>
                        </a:lnTo>
                        <a:lnTo>
                          <a:pt x="41" y="2"/>
                        </a:lnTo>
                        <a:lnTo>
                          <a:pt x="41" y="1"/>
                        </a:lnTo>
                        <a:lnTo>
                          <a:pt x="3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5" name="Freeform 58"/>
                  <p:cNvSpPr>
                    <a:spLocks/>
                  </p:cNvSpPr>
                  <p:nvPr/>
                </p:nvSpPr>
                <p:spPr bwMode="auto">
                  <a:xfrm>
                    <a:off x="4167" y="3561"/>
                    <a:ext cx="3" cy="11"/>
                  </a:xfrm>
                  <a:custGeom>
                    <a:avLst/>
                    <a:gdLst>
                      <a:gd name="T0" fmla="*/ 0 w 6"/>
                      <a:gd name="T1" fmla="*/ 0 h 21"/>
                      <a:gd name="T2" fmla="*/ 0 w 6"/>
                      <a:gd name="T3" fmla="*/ 1 h 21"/>
                      <a:gd name="T4" fmla="*/ 1 w 6"/>
                      <a:gd name="T5" fmla="*/ 1 h 21"/>
                      <a:gd name="T6" fmla="*/ 1 w 6"/>
                      <a:gd name="T7" fmla="*/ 1 h 21"/>
                      <a:gd name="T8" fmla="*/ 1 w 6"/>
                      <a:gd name="T9" fmla="*/ 1 h 21"/>
                      <a:gd name="T10" fmla="*/ 1 w 6"/>
                      <a:gd name="T11" fmla="*/ 1 h 21"/>
                      <a:gd name="T12" fmla="*/ 1 w 6"/>
                      <a:gd name="T13" fmla="*/ 1 h 21"/>
                      <a:gd name="T14" fmla="*/ 1 w 6"/>
                      <a:gd name="T15" fmla="*/ 1 h 21"/>
                      <a:gd name="T16" fmla="*/ 1 w 6"/>
                      <a:gd name="T17" fmla="*/ 1 h 21"/>
                      <a:gd name="T18" fmla="*/ 1 w 6"/>
                      <a:gd name="T19" fmla="*/ 0 h 21"/>
                      <a:gd name="T20" fmla="*/ 0 w 6"/>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21"/>
                      <a:gd name="T35" fmla="*/ 6 w 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21">
                        <a:moveTo>
                          <a:pt x="0" y="0"/>
                        </a:moveTo>
                        <a:lnTo>
                          <a:pt x="0" y="6"/>
                        </a:lnTo>
                        <a:lnTo>
                          <a:pt x="2" y="11"/>
                        </a:lnTo>
                        <a:lnTo>
                          <a:pt x="3" y="16"/>
                        </a:lnTo>
                        <a:lnTo>
                          <a:pt x="3" y="21"/>
                        </a:lnTo>
                        <a:lnTo>
                          <a:pt x="6" y="21"/>
                        </a:lnTo>
                        <a:lnTo>
                          <a:pt x="6" y="16"/>
                        </a:lnTo>
                        <a:lnTo>
                          <a:pt x="5" y="11"/>
                        </a:lnTo>
                        <a:lnTo>
                          <a:pt x="2" y="5"/>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6" name="Freeform 59"/>
                  <p:cNvSpPr>
                    <a:spLocks/>
                  </p:cNvSpPr>
                  <p:nvPr/>
                </p:nvSpPr>
                <p:spPr bwMode="auto">
                  <a:xfrm>
                    <a:off x="4166" y="3551"/>
                    <a:ext cx="2" cy="10"/>
                  </a:xfrm>
                  <a:custGeom>
                    <a:avLst/>
                    <a:gdLst>
                      <a:gd name="T0" fmla="*/ 0 w 5"/>
                      <a:gd name="T1" fmla="*/ 0 h 21"/>
                      <a:gd name="T2" fmla="*/ 0 w 5"/>
                      <a:gd name="T3" fmla="*/ 0 h 21"/>
                      <a:gd name="T4" fmla="*/ 0 w 5"/>
                      <a:gd name="T5" fmla="*/ 0 h 21"/>
                      <a:gd name="T6" fmla="*/ 0 w 5"/>
                      <a:gd name="T7" fmla="*/ 0 h 21"/>
                      <a:gd name="T8" fmla="*/ 0 w 5"/>
                      <a:gd name="T9" fmla="*/ 0 h 21"/>
                      <a:gd name="T10" fmla="*/ 0 w 5"/>
                      <a:gd name="T11" fmla="*/ 0 h 21"/>
                      <a:gd name="T12" fmla="*/ 0 w 5"/>
                      <a:gd name="T13" fmla="*/ 0 h 21"/>
                      <a:gd name="T14" fmla="*/ 0 w 5"/>
                      <a:gd name="T15" fmla="*/ 0 h 21"/>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21"/>
                      <a:gd name="T26" fmla="*/ 5 w 5"/>
                      <a:gd name="T27" fmla="*/ 21 h 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21">
                        <a:moveTo>
                          <a:pt x="0" y="1"/>
                        </a:moveTo>
                        <a:lnTo>
                          <a:pt x="3" y="21"/>
                        </a:lnTo>
                        <a:lnTo>
                          <a:pt x="5" y="21"/>
                        </a:lnTo>
                        <a:lnTo>
                          <a:pt x="3" y="1"/>
                        </a:lnTo>
                        <a:lnTo>
                          <a:pt x="3" y="0"/>
                        </a:lnTo>
                        <a:lnTo>
                          <a:pt x="3" y="1"/>
                        </a:lnTo>
                        <a:lnTo>
                          <a:pt x="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7" name="Freeform 60"/>
                  <p:cNvSpPr>
                    <a:spLocks/>
                  </p:cNvSpPr>
                  <p:nvPr/>
                </p:nvSpPr>
                <p:spPr bwMode="auto">
                  <a:xfrm>
                    <a:off x="4145" y="3520"/>
                    <a:ext cx="22" cy="32"/>
                  </a:xfrm>
                  <a:custGeom>
                    <a:avLst/>
                    <a:gdLst>
                      <a:gd name="T0" fmla="*/ 0 w 45"/>
                      <a:gd name="T1" fmla="*/ 0 h 63"/>
                      <a:gd name="T2" fmla="*/ 0 w 45"/>
                      <a:gd name="T3" fmla="*/ 1 h 63"/>
                      <a:gd name="T4" fmla="*/ 0 w 45"/>
                      <a:gd name="T5" fmla="*/ 1 h 63"/>
                      <a:gd name="T6" fmla="*/ 0 w 45"/>
                      <a:gd name="T7" fmla="*/ 1 h 63"/>
                      <a:gd name="T8" fmla="*/ 0 w 45"/>
                      <a:gd name="T9" fmla="*/ 1 h 63"/>
                      <a:gd name="T10" fmla="*/ 0 w 45"/>
                      <a:gd name="T11" fmla="*/ 1 h 63"/>
                      <a:gd name="T12" fmla="*/ 0 w 45"/>
                      <a:gd name="T13" fmla="*/ 1 h 63"/>
                      <a:gd name="T14" fmla="*/ 0 w 45"/>
                      <a:gd name="T15" fmla="*/ 1 h 63"/>
                      <a:gd name="T16" fmla="*/ 0 w 45"/>
                      <a:gd name="T17" fmla="*/ 2 h 63"/>
                      <a:gd name="T18" fmla="*/ 0 w 45"/>
                      <a:gd name="T19" fmla="*/ 2 h 63"/>
                      <a:gd name="T20" fmla="*/ 0 w 45"/>
                      <a:gd name="T21" fmla="*/ 2 h 63"/>
                      <a:gd name="T22" fmla="*/ 0 w 45"/>
                      <a:gd name="T23" fmla="*/ 2 h 63"/>
                      <a:gd name="T24" fmla="*/ 1 w 45"/>
                      <a:gd name="T25" fmla="*/ 2 h 63"/>
                      <a:gd name="T26" fmla="*/ 1 w 45"/>
                      <a:gd name="T27" fmla="*/ 2 h 63"/>
                      <a:gd name="T28" fmla="*/ 1 w 45"/>
                      <a:gd name="T29" fmla="*/ 2 h 63"/>
                      <a:gd name="T30" fmla="*/ 1 w 45"/>
                      <a:gd name="T31" fmla="*/ 2 h 63"/>
                      <a:gd name="T32" fmla="*/ 1 w 45"/>
                      <a:gd name="T33" fmla="*/ 2 h 63"/>
                      <a:gd name="T34" fmla="*/ 0 w 45"/>
                      <a:gd name="T35" fmla="*/ 2 h 63"/>
                      <a:gd name="T36" fmla="*/ 0 w 45"/>
                      <a:gd name="T37" fmla="*/ 2 h 63"/>
                      <a:gd name="T38" fmla="*/ 0 w 45"/>
                      <a:gd name="T39" fmla="*/ 2 h 63"/>
                      <a:gd name="T40" fmla="*/ 0 w 45"/>
                      <a:gd name="T41" fmla="*/ 2 h 63"/>
                      <a:gd name="T42" fmla="*/ 0 w 45"/>
                      <a:gd name="T43" fmla="*/ 2 h 63"/>
                      <a:gd name="T44" fmla="*/ 0 w 45"/>
                      <a:gd name="T45" fmla="*/ 1 h 63"/>
                      <a:gd name="T46" fmla="*/ 0 w 45"/>
                      <a:gd name="T47" fmla="*/ 1 h 63"/>
                      <a:gd name="T48" fmla="*/ 0 w 45"/>
                      <a:gd name="T49" fmla="*/ 1 h 63"/>
                      <a:gd name="T50" fmla="*/ 0 w 45"/>
                      <a:gd name="T51" fmla="*/ 1 h 63"/>
                      <a:gd name="T52" fmla="*/ 0 w 45"/>
                      <a:gd name="T53" fmla="*/ 1 h 63"/>
                      <a:gd name="T54" fmla="*/ 0 w 45"/>
                      <a:gd name="T55" fmla="*/ 1 h 63"/>
                      <a:gd name="T56" fmla="*/ 0 w 45"/>
                      <a:gd name="T57" fmla="*/ 1 h 63"/>
                      <a:gd name="T58" fmla="*/ 0 w 45"/>
                      <a:gd name="T59" fmla="*/ 1 h 63"/>
                      <a:gd name="T60" fmla="*/ 0 w 45"/>
                      <a:gd name="T61" fmla="*/ 1 h 63"/>
                      <a:gd name="T62" fmla="*/ 0 w 45"/>
                      <a:gd name="T63" fmla="*/ 0 h 63"/>
                      <a:gd name="T64" fmla="*/ 0 w 45"/>
                      <a:gd name="T65" fmla="*/ 1 h 63"/>
                      <a:gd name="T66" fmla="*/ 0 w 45"/>
                      <a:gd name="T67" fmla="*/ 0 h 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5"/>
                      <a:gd name="T103" fmla="*/ 0 h 63"/>
                      <a:gd name="T104" fmla="*/ 45 w 45"/>
                      <a:gd name="T105" fmla="*/ 63 h 6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5" h="63">
                        <a:moveTo>
                          <a:pt x="1" y="0"/>
                        </a:moveTo>
                        <a:lnTo>
                          <a:pt x="1" y="1"/>
                        </a:lnTo>
                        <a:lnTo>
                          <a:pt x="0" y="6"/>
                        </a:lnTo>
                        <a:lnTo>
                          <a:pt x="0" y="13"/>
                        </a:lnTo>
                        <a:lnTo>
                          <a:pt x="1" y="17"/>
                        </a:lnTo>
                        <a:lnTo>
                          <a:pt x="3" y="21"/>
                        </a:lnTo>
                        <a:lnTo>
                          <a:pt x="4" y="26"/>
                        </a:lnTo>
                        <a:lnTo>
                          <a:pt x="8" y="30"/>
                        </a:lnTo>
                        <a:lnTo>
                          <a:pt x="10" y="34"/>
                        </a:lnTo>
                        <a:lnTo>
                          <a:pt x="21" y="45"/>
                        </a:lnTo>
                        <a:lnTo>
                          <a:pt x="25" y="47"/>
                        </a:lnTo>
                        <a:lnTo>
                          <a:pt x="29" y="51"/>
                        </a:lnTo>
                        <a:lnTo>
                          <a:pt x="32" y="53"/>
                        </a:lnTo>
                        <a:lnTo>
                          <a:pt x="42" y="63"/>
                        </a:lnTo>
                        <a:lnTo>
                          <a:pt x="45" y="62"/>
                        </a:lnTo>
                        <a:lnTo>
                          <a:pt x="37" y="54"/>
                        </a:lnTo>
                        <a:lnTo>
                          <a:pt x="33" y="52"/>
                        </a:lnTo>
                        <a:lnTo>
                          <a:pt x="30" y="48"/>
                        </a:lnTo>
                        <a:lnTo>
                          <a:pt x="26" y="46"/>
                        </a:lnTo>
                        <a:lnTo>
                          <a:pt x="22" y="42"/>
                        </a:lnTo>
                        <a:lnTo>
                          <a:pt x="19" y="40"/>
                        </a:lnTo>
                        <a:lnTo>
                          <a:pt x="15" y="36"/>
                        </a:lnTo>
                        <a:lnTo>
                          <a:pt x="13" y="32"/>
                        </a:lnTo>
                        <a:lnTo>
                          <a:pt x="10" y="29"/>
                        </a:lnTo>
                        <a:lnTo>
                          <a:pt x="6" y="25"/>
                        </a:lnTo>
                        <a:lnTo>
                          <a:pt x="5" y="21"/>
                        </a:lnTo>
                        <a:lnTo>
                          <a:pt x="4" y="16"/>
                        </a:lnTo>
                        <a:lnTo>
                          <a:pt x="3" y="13"/>
                        </a:lnTo>
                        <a:lnTo>
                          <a:pt x="3" y="6"/>
                        </a:lnTo>
                        <a:lnTo>
                          <a:pt x="4" y="1"/>
                        </a:lnTo>
                        <a:lnTo>
                          <a:pt x="3" y="3"/>
                        </a:lnTo>
                        <a:lnTo>
                          <a:pt x="1" y="0"/>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8" name="Freeform 61"/>
                  <p:cNvSpPr>
                    <a:spLocks/>
                  </p:cNvSpPr>
                  <p:nvPr/>
                </p:nvSpPr>
                <p:spPr bwMode="auto">
                  <a:xfrm>
                    <a:off x="4145" y="3518"/>
                    <a:ext cx="6" cy="3"/>
                  </a:xfrm>
                  <a:custGeom>
                    <a:avLst/>
                    <a:gdLst>
                      <a:gd name="T0" fmla="*/ 0 w 13"/>
                      <a:gd name="T1" fmla="*/ 1 h 6"/>
                      <a:gd name="T2" fmla="*/ 0 w 13"/>
                      <a:gd name="T3" fmla="*/ 0 h 6"/>
                      <a:gd name="T4" fmla="*/ 0 w 13"/>
                      <a:gd name="T5" fmla="*/ 1 h 6"/>
                      <a:gd name="T6" fmla="*/ 0 w 13"/>
                      <a:gd name="T7" fmla="*/ 1 h 6"/>
                      <a:gd name="T8" fmla="*/ 0 w 13"/>
                      <a:gd name="T9" fmla="*/ 1 h 6"/>
                      <a:gd name="T10" fmla="*/ 0 w 13"/>
                      <a:gd name="T11" fmla="*/ 1 h 6"/>
                      <a:gd name="T12" fmla="*/ 0 w 13"/>
                      <a:gd name="T13" fmla="*/ 1 h 6"/>
                      <a:gd name="T14" fmla="*/ 0 w 13"/>
                      <a:gd name="T15" fmla="*/ 1 h 6"/>
                      <a:gd name="T16" fmla="*/ 0 w 13"/>
                      <a:gd name="T17" fmla="*/ 1 h 6"/>
                      <a:gd name="T18" fmla="*/ 0 w 13"/>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6"/>
                      <a:gd name="T32" fmla="*/ 13 w 13"/>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6">
                        <a:moveTo>
                          <a:pt x="9" y="1"/>
                        </a:moveTo>
                        <a:lnTo>
                          <a:pt x="10" y="0"/>
                        </a:lnTo>
                        <a:lnTo>
                          <a:pt x="0" y="3"/>
                        </a:lnTo>
                        <a:lnTo>
                          <a:pt x="2" y="6"/>
                        </a:lnTo>
                        <a:lnTo>
                          <a:pt x="12" y="2"/>
                        </a:lnTo>
                        <a:lnTo>
                          <a:pt x="12" y="1"/>
                        </a:lnTo>
                        <a:lnTo>
                          <a:pt x="12" y="2"/>
                        </a:lnTo>
                        <a:lnTo>
                          <a:pt x="13" y="2"/>
                        </a:lnTo>
                        <a:lnTo>
                          <a:pt x="12" y="1"/>
                        </a:lnTo>
                        <a:lnTo>
                          <a:pt x="9"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49" name="Freeform 62"/>
                  <p:cNvSpPr>
                    <a:spLocks/>
                  </p:cNvSpPr>
                  <p:nvPr/>
                </p:nvSpPr>
                <p:spPr bwMode="auto">
                  <a:xfrm>
                    <a:off x="4150" y="3478"/>
                    <a:ext cx="9" cy="41"/>
                  </a:xfrm>
                  <a:custGeom>
                    <a:avLst/>
                    <a:gdLst>
                      <a:gd name="T0" fmla="*/ 0 w 19"/>
                      <a:gd name="T1" fmla="*/ 0 h 83"/>
                      <a:gd name="T2" fmla="*/ 0 w 19"/>
                      <a:gd name="T3" fmla="*/ 0 h 83"/>
                      <a:gd name="T4" fmla="*/ 0 w 19"/>
                      <a:gd name="T5" fmla="*/ 0 h 83"/>
                      <a:gd name="T6" fmla="*/ 0 w 19"/>
                      <a:gd name="T7" fmla="*/ 0 h 83"/>
                      <a:gd name="T8" fmla="*/ 0 w 19"/>
                      <a:gd name="T9" fmla="*/ 0 h 83"/>
                      <a:gd name="T10" fmla="*/ 0 w 19"/>
                      <a:gd name="T11" fmla="*/ 1 h 83"/>
                      <a:gd name="T12" fmla="*/ 0 w 19"/>
                      <a:gd name="T13" fmla="*/ 1 h 83"/>
                      <a:gd name="T14" fmla="*/ 0 w 19"/>
                      <a:gd name="T15" fmla="*/ 1 h 83"/>
                      <a:gd name="T16" fmla="*/ 0 w 19"/>
                      <a:gd name="T17" fmla="*/ 2 h 83"/>
                      <a:gd name="T18" fmla="*/ 0 w 19"/>
                      <a:gd name="T19" fmla="*/ 2 h 83"/>
                      <a:gd name="T20" fmla="*/ 0 w 19"/>
                      <a:gd name="T21" fmla="*/ 1 h 83"/>
                      <a:gd name="T22" fmla="*/ 0 w 19"/>
                      <a:gd name="T23" fmla="*/ 1 h 83"/>
                      <a:gd name="T24" fmla="*/ 0 w 19"/>
                      <a:gd name="T25" fmla="*/ 1 h 83"/>
                      <a:gd name="T26" fmla="*/ 0 w 19"/>
                      <a:gd name="T27" fmla="*/ 0 h 83"/>
                      <a:gd name="T28" fmla="*/ 0 w 19"/>
                      <a:gd name="T29" fmla="*/ 0 h 83"/>
                      <a:gd name="T30" fmla="*/ 0 w 19"/>
                      <a:gd name="T31" fmla="*/ 0 h 83"/>
                      <a:gd name="T32" fmla="*/ 0 w 19"/>
                      <a:gd name="T33" fmla="*/ 0 h 83"/>
                      <a:gd name="T34" fmla="*/ 0 w 19"/>
                      <a:gd name="T35" fmla="*/ 0 h 83"/>
                      <a:gd name="T36" fmla="*/ 0 w 19"/>
                      <a:gd name="T37" fmla="*/ 0 h 83"/>
                      <a:gd name="T38" fmla="*/ 0 w 19"/>
                      <a:gd name="T39" fmla="*/ 0 h 83"/>
                      <a:gd name="T40" fmla="*/ 0 w 19"/>
                      <a:gd name="T41" fmla="*/ 0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
                      <a:gd name="T64" fmla="*/ 0 h 83"/>
                      <a:gd name="T65" fmla="*/ 19 w 19"/>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 h="83">
                        <a:moveTo>
                          <a:pt x="17" y="0"/>
                        </a:moveTo>
                        <a:lnTo>
                          <a:pt x="16" y="0"/>
                        </a:lnTo>
                        <a:lnTo>
                          <a:pt x="12" y="10"/>
                        </a:lnTo>
                        <a:lnTo>
                          <a:pt x="9" y="20"/>
                        </a:lnTo>
                        <a:lnTo>
                          <a:pt x="6" y="30"/>
                        </a:lnTo>
                        <a:lnTo>
                          <a:pt x="3" y="40"/>
                        </a:lnTo>
                        <a:lnTo>
                          <a:pt x="1" y="51"/>
                        </a:lnTo>
                        <a:lnTo>
                          <a:pt x="0" y="62"/>
                        </a:lnTo>
                        <a:lnTo>
                          <a:pt x="0" y="83"/>
                        </a:lnTo>
                        <a:lnTo>
                          <a:pt x="3" y="83"/>
                        </a:lnTo>
                        <a:lnTo>
                          <a:pt x="3" y="62"/>
                        </a:lnTo>
                        <a:lnTo>
                          <a:pt x="4" y="51"/>
                        </a:lnTo>
                        <a:lnTo>
                          <a:pt x="5" y="41"/>
                        </a:lnTo>
                        <a:lnTo>
                          <a:pt x="7" y="30"/>
                        </a:lnTo>
                        <a:lnTo>
                          <a:pt x="11" y="20"/>
                        </a:lnTo>
                        <a:lnTo>
                          <a:pt x="15" y="11"/>
                        </a:lnTo>
                        <a:lnTo>
                          <a:pt x="19" y="1"/>
                        </a:lnTo>
                        <a:lnTo>
                          <a:pt x="17" y="3"/>
                        </a:lnTo>
                        <a:lnTo>
                          <a:pt x="17" y="0"/>
                        </a:lnTo>
                        <a:lnTo>
                          <a:pt x="16" y="0"/>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0" name="Freeform 63"/>
                  <p:cNvSpPr>
                    <a:spLocks/>
                  </p:cNvSpPr>
                  <p:nvPr/>
                </p:nvSpPr>
                <p:spPr bwMode="auto">
                  <a:xfrm>
                    <a:off x="4158" y="3475"/>
                    <a:ext cx="5" cy="4"/>
                  </a:xfrm>
                  <a:custGeom>
                    <a:avLst/>
                    <a:gdLst>
                      <a:gd name="T0" fmla="*/ 1 w 10"/>
                      <a:gd name="T1" fmla="*/ 0 h 8"/>
                      <a:gd name="T2" fmla="*/ 1 w 10"/>
                      <a:gd name="T3" fmla="*/ 0 h 8"/>
                      <a:gd name="T4" fmla="*/ 1 w 10"/>
                      <a:gd name="T5" fmla="*/ 1 h 8"/>
                      <a:gd name="T6" fmla="*/ 1 w 10"/>
                      <a:gd name="T7" fmla="*/ 1 h 8"/>
                      <a:gd name="T8" fmla="*/ 1 w 10"/>
                      <a:gd name="T9" fmla="*/ 1 h 8"/>
                      <a:gd name="T10" fmla="*/ 1 w 10"/>
                      <a:gd name="T11" fmla="*/ 1 h 8"/>
                      <a:gd name="T12" fmla="*/ 1 w 10"/>
                      <a:gd name="T13" fmla="*/ 1 h 8"/>
                      <a:gd name="T14" fmla="*/ 1 w 10"/>
                      <a:gd name="T15" fmla="*/ 1 h 8"/>
                      <a:gd name="T16" fmla="*/ 0 w 10"/>
                      <a:gd name="T17" fmla="*/ 1 h 8"/>
                      <a:gd name="T18" fmla="*/ 0 w 10"/>
                      <a:gd name="T19" fmla="*/ 1 h 8"/>
                      <a:gd name="T20" fmla="*/ 1 w 10"/>
                      <a:gd name="T21" fmla="*/ 1 h 8"/>
                      <a:gd name="T22" fmla="*/ 1 w 10"/>
                      <a:gd name="T23" fmla="*/ 1 h 8"/>
                      <a:gd name="T24" fmla="*/ 1 w 10"/>
                      <a:gd name="T25" fmla="*/ 1 h 8"/>
                      <a:gd name="T26" fmla="*/ 1 w 10"/>
                      <a:gd name="T27" fmla="*/ 1 h 8"/>
                      <a:gd name="T28" fmla="*/ 1 w 10"/>
                      <a:gd name="T29" fmla="*/ 1 h 8"/>
                      <a:gd name="T30" fmla="*/ 1 w 10"/>
                      <a:gd name="T31" fmla="*/ 0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
                      <a:gd name="T49" fmla="*/ 0 h 8"/>
                      <a:gd name="T50" fmla="*/ 10 w 10"/>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 h="8">
                        <a:moveTo>
                          <a:pt x="10" y="0"/>
                        </a:moveTo>
                        <a:lnTo>
                          <a:pt x="9" y="0"/>
                        </a:lnTo>
                        <a:lnTo>
                          <a:pt x="6" y="1"/>
                        </a:lnTo>
                        <a:lnTo>
                          <a:pt x="5" y="1"/>
                        </a:lnTo>
                        <a:lnTo>
                          <a:pt x="4" y="3"/>
                        </a:lnTo>
                        <a:lnTo>
                          <a:pt x="4" y="4"/>
                        </a:lnTo>
                        <a:lnTo>
                          <a:pt x="3" y="4"/>
                        </a:lnTo>
                        <a:lnTo>
                          <a:pt x="2" y="5"/>
                        </a:lnTo>
                        <a:lnTo>
                          <a:pt x="0" y="5"/>
                        </a:lnTo>
                        <a:lnTo>
                          <a:pt x="0" y="8"/>
                        </a:lnTo>
                        <a:lnTo>
                          <a:pt x="3" y="8"/>
                        </a:lnTo>
                        <a:lnTo>
                          <a:pt x="5" y="5"/>
                        </a:lnTo>
                        <a:lnTo>
                          <a:pt x="6" y="5"/>
                        </a:lnTo>
                        <a:lnTo>
                          <a:pt x="9" y="3"/>
                        </a:lnTo>
                        <a:lnTo>
                          <a:pt x="10" y="3"/>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1" name="Freeform 64"/>
                  <p:cNvSpPr>
                    <a:spLocks/>
                  </p:cNvSpPr>
                  <p:nvPr/>
                </p:nvSpPr>
                <p:spPr bwMode="auto">
                  <a:xfrm>
                    <a:off x="4163" y="3465"/>
                    <a:ext cx="97" cy="11"/>
                  </a:xfrm>
                  <a:custGeom>
                    <a:avLst/>
                    <a:gdLst>
                      <a:gd name="T0" fmla="*/ 6 w 194"/>
                      <a:gd name="T1" fmla="*/ 0 h 24"/>
                      <a:gd name="T2" fmla="*/ 5 w 194"/>
                      <a:gd name="T3" fmla="*/ 0 h 24"/>
                      <a:gd name="T4" fmla="*/ 5 w 194"/>
                      <a:gd name="T5" fmla="*/ 0 h 24"/>
                      <a:gd name="T6" fmla="*/ 4 w 194"/>
                      <a:gd name="T7" fmla="*/ 0 h 24"/>
                      <a:gd name="T8" fmla="*/ 4 w 194"/>
                      <a:gd name="T9" fmla="*/ 0 h 24"/>
                      <a:gd name="T10" fmla="*/ 4 w 194"/>
                      <a:gd name="T11" fmla="*/ 0 h 24"/>
                      <a:gd name="T12" fmla="*/ 3 w 194"/>
                      <a:gd name="T13" fmla="*/ 0 h 24"/>
                      <a:gd name="T14" fmla="*/ 3 w 194"/>
                      <a:gd name="T15" fmla="*/ 0 h 24"/>
                      <a:gd name="T16" fmla="*/ 3 w 194"/>
                      <a:gd name="T17" fmla="*/ 0 h 24"/>
                      <a:gd name="T18" fmla="*/ 3 w 194"/>
                      <a:gd name="T19" fmla="*/ 0 h 24"/>
                      <a:gd name="T20" fmla="*/ 3 w 194"/>
                      <a:gd name="T21" fmla="*/ 0 h 24"/>
                      <a:gd name="T22" fmla="*/ 3 w 194"/>
                      <a:gd name="T23" fmla="*/ 0 h 24"/>
                      <a:gd name="T24" fmla="*/ 2 w 194"/>
                      <a:gd name="T25" fmla="*/ 0 h 24"/>
                      <a:gd name="T26" fmla="*/ 2 w 194"/>
                      <a:gd name="T27" fmla="*/ 0 h 24"/>
                      <a:gd name="T28" fmla="*/ 2 w 194"/>
                      <a:gd name="T29" fmla="*/ 0 h 24"/>
                      <a:gd name="T30" fmla="*/ 2 w 194"/>
                      <a:gd name="T31" fmla="*/ 0 h 24"/>
                      <a:gd name="T32" fmla="*/ 2 w 194"/>
                      <a:gd name="T33" fmla="*/ 0 h 24"/>
                      <a:gd name="T34" fmla="*/ 2 w 194"/>
                      <a:gd name="T35" fmla="*/ 0 h 24"/>
                      <a:gd name="T36" fmla="*/ 1 w 194"/>
                      <a:gd name="T37" fmla="*/ 0 h 24"/>
                      <a:gd name="T38" fmla="*/ 1 w 194"/>
                      <a:gd name="T39" fmla="*/ 0 h 24"/>
                      <a:gd name="T40" fmla="*/ 1 w 194"/>
                      <a:gd name="T41" fmla="*/ 0 h 24"/>
                      <a:gd name="T42" fmla="*/ 1 w 194"/>
                      <a:gd name="T43" fmla="*/ 0 h 24"/>
                      <a:gd name="T44" fmla="*/ 1 w 194"/>
                      <a:gd name="T45" fmla="*/ 0 h 24"/>
                      <a:gd name="T46" fmla="*/ 0 w 194"/>
                      <a:gd name="T47" fmla="*/ 0 h 24"/>
                      <a:gd name="T48" fmla="*/ 0 w 194"/>
                      <a:gd name="T49" fmla="*/ 0 h 24"/>
                      <a:gd name="T50" fmla="*/ 1 w 194"/>
                      <a:gd name="T51" fmla="*/ 0 h 24"/>
                      <a:gd name="T52" fmla="*/ 1 w 194"/>
                      <a:gd name="T53" fmla="*/ 0 h 24"/>
                      <a:gd name="T54" fmla="*/ 1 w 194"/>
                      <a:gd name="T55" fmla="*/ 0 h 24"/>
                      <a:gd name="T56" fmla="*/ 1 w 194"/>
                      <a:gd name="T57" fmla="*/ 0 h 24"/>
                      <a:gd name="T58" fmla="*/ 1 w 194"/>
                      <a:gd name="T59" fmla="*/ 0 h 24"/>
                      <a:gd name="T60" fmla="*/ 2 w 194"/>
                      <a:gd name="T61" fmla="*/ 0 h 24"/>
                      <a:gd name="T62" fmla="*/ 2 w 194"/>
                      <a:gd name="T63" fmla="*/ 0 h 24"/>
                      <a:gd name="T64" fmla="*/ 2 w 194"/>
                      <a:gd name="T65" fmla="*/ 0 h 24"/>
                      <a:gd name="T66" fmla="*/ 2 w 194"/>
                      <a:gd name="T67" fmla="*/ 0 h 24"/>
                      <a:gd name="T68" fmla="*/ 2 w 194"/>
                      <a:gd name="T69" fmla="*/ 0 h 24"/>
                      <a:gd name="T70" fmla="*/ 3 w 194"/>
                      <a:gd name="T71" fmla="*/ 0 h 24"/>
                      <a:gd name="T72" fmla="*/ 3 w 194"/>
                      <a:gd name="T73" fmla="*/ 0 h 24"/>
                      <a:gd name="T74" fmla="*/ 3 w 194"/>
                      <a:gd name="T75" fmla="*/ 0 h 24"/>
                      <a:gd name="T76" fmla="*/ 3 w 194"/>
                      <a:gd name="T77" fmla="*/ 0 h 24"/>
                      <a:gd name="T78" fmla="*/ 3 w 194"/>
                      <a:gd name="T79" fmla="*/ 0 h 24"/>
                      <a:gd name="T80" fmla="*/ 3 w 194"/>
                      <a:gd name="T81" fmla="*/ 0 h 24"/>
                      <a:gd name="T82" fmla="*/ 3 w 194"/>
                      <a:gd name="T83" fmla="*/ 0 h 24"/>
                      <a:gd name="T84" fmla="*/ 4 w 194"/>
                      <a:gd name="T85" fmla="*/ 0 h 24"/>
                      <a:gd name="T86" fmla="*/ 4 w 194"/>
                      <a:gd name="T87" fmla="*/ 0 h 24"/>
                      <a:gd name="T88" fmla="*/ 4 w 194"/>
                      <a:gd name="T89" fmla="*/ 0 h 24"/>
                      <a:gd name="T90" fmla="*/ 5 w 194"/>
                      <a:gd name="T91" fmla="*/ 0 h 24"/>
                      <a:gd name="T92" fmla="*/ 5 w 194"/>
                      <a:gd name="T93" fmla="*/ 0 h 24"/>
                      <a:gd name="T94" fmla="*/ 6 w 194"/>
                      <a:gd name="T95" fmla="*/ 0 h 24"/>
                      <a:gd name="T96" fmla="*/ 6 w 194"/>
                      <a:gd name="T97" fmla="*/ 0 h 2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4"/>
                      <a:gd name="T148" fmla="*/ 0 h 24"/>
                      <a:gd name="T149" fmla="*/ 194 w 194"/>
                      <a:gd name="T150" fmla="*/ 24 h 2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4" h="24">
                        <a:moveTo>
                          <a:pt x="194" y="0"/>
                        </a:moveTo>
                        <a:lnTo>
                          <a:pt x="144" y="0"/>
                        </a:lnTo>
                        <a:lnTo>
                          <a:pt x="138" y="1"/>
                        </a:lnTo>
                        <a:lnTo>
                          <a:pt x="120" y="1"/>
                        </a:lnTo>
                        <a:lnTo>
                          <a:pt x="114" y="3"/>
                        </a:lnTo>
                        <a:lnTo>
                          <a:pt x="107" y="3"/>
                        </a:lnTo>
                        <a:lnTo>
                          <a:pt x="101" y="4"/>
                        </a:lnTo>
                        <a:lnTo>
                          <a:pt x="95" y="4"/>
                        </a:lnTo>
                        <a:lnTo>
                          <a:pt x="89" y="5"/>
                        </a:lnTo>
                        <a:lnTo>
                          <a:pt x="83" y="6"/>
                        </a:lnTo>
                        <a:lnTo>
                          <a:pt x="77" y="6"/>
                        </a:lnTo>
                        <a:lnTo>
                          <a:pt x="70" y="8"/>
                        </a:lnTo>
                        <a:lnTo>
                          <a:pt x="64" y="8"/>
                        </a:lnTo>
                        <a:lnTo>
                          <a:pt x="59" y="9"/>
                        </a:lnTo>
                        <a:lnTo>
                          <a:pt x="53" y="10"/>
                        </a:lnTo>
                        <a:lnTo>
                          <a:pt x="47" y="11"/>
                        </a:lnTo>
                        <a:lnTo>
                          <a:pt x="41" y="13"/>
                        </a:lnTo>
                        <a:lnTo>
                          <a:pt x="35" y="14"/>
                        </a:lnTo>
                        <a:lnTo>
                          <a:pt x="29" y="15"/>
                        </a:lnTo>
                        <a:lnTo>
                          <a:pt x="24" y="16"/>
                        </a:lnTo>
                        <a:lnTo>
                          <a:pt x="17" y="18"/>
                        </a:lnTo>
                        <a:lnTo>
                          <a:pt x="11" y="19"/>
                        </a:lnTo>
                        <a:lnTo>
                          <a:pt x="5" y="20"/>
                        </a:lnTo>
                        <a:lnTo>
                          <a:pt x="0" y="21"/>
                        </a:lnTo>
                        <a:lnTo>
                          <a:pt x="0" y="24"/>
                        </a:lnTo>
                        <a:lnTo>
                          <a:pt x="6" y="22"/>
                        </a:lnTo>
                        <a:lnTo>
                          <a:pt x="11" y="21"/>
                        </a:lnTo>
                        <a:lnTo>
                          <a:pt x="17" y="20"/>
                        </a:lnTo>
                        <a:lnTo>
                          <a:pt x="24" y="19"/>
                        </a:lnTo>
                        <a:lnTo>
                          <a:pt x="30" y="18"/>
                        </a:lnTo>
                        <a:lnTo>
                          <a:pt x="35" y="16"/>
                        </a:lnTo>
                        <a:lnTo>
                          <a:pt x="41" y="15"/>
                        </a:lnTo>
                        <a:lnTo>
                          <a:pt x="47" y="14"/>
                        </a:lnTo>
                        <a:lnTo>
                          <a:pt x="53" y="13"/>
                        </a:lnTo>
                        <a:lnTo>
                          <a:pt x="59" y="11"/>
                        </a:lnTo>
                        <a:lnTo>
                          <a:pt x="65" y="11"/>
                        </a:lnTo>
                        <a:lnTo>
                          <a:pt x="72" y="10"/>
                        </a:lnTo>
                        <a:lnTo>
                          <a:pt x="77" y="9"/>
                        </a:lnTo>
                        <a:lnTo>
                          <a:pt x="83" y="8"/>
                        </a:lnTo>
                        <a:lnTo>
                          <a:pt x="89" y="8"/>
                        </a:lnTo>
                        <a:lnTo>
                          <a:pt x="95" y="6"/>
                        </a:lnTo>
                        <a:lnTo>
                          <a:pt x="101" y="6"/>
                        </a:lnTo>
                        <a:lnTo>
                          <a:pt x="107" y="5"/>
                        </a:lnTo>
                        <a:lnTo>
                          <a:pt x="114" y="5"/>
                        </a:lnTo>
                        <a:lnTo>
                          <a:pt x="120" y="4"/>
                        </a:lnTo>
                        <a:lnTo>
                          <a:pt x="132" y="4"/>
                        </a:lnTo>
                        <a:lnTo>
                          <a:pt x="138" y="3"/>
                        </a:lnTo>
                        <a:lnTo>
                          <a:pt x="194" y="3"/>
                        </a:lnTo>
                        <a:lnTo>
                          <a:pt x="19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2" name="Freeform 65"/>
                  <p:cNvSpPr>
                    <a:spLocks/>
                  </p:cNvSpPr>
                  <p:nvPr/>
                </p:nvSpPr>
                <p:spPr bwMode="auto">
                  <a:xfrm>
                    <a:off x="4260" y="3458"/>
                    <a:ext cx="88" cy="8"/>
                  </a:xfrm>
                  <a:custGeom>
                    <a:avLst/>
                    <a:gdLst>
                      <a:gd name="T0" fmla="*/ 6 w 176"/>
                      <a:gd name="T1" fmla="*/ 0 h 15"/>
                      <a:gd name="T2" fmla="*/ 6 w 176"/>
                      <a:gd name="T3" fmla="*/ 1 h 15"/>
                      <a:gd name="T4" fmla="*/ 6 w 176"/>
                      <a:gd name="T5" fmla="*/ 1 h 15"/>
                      <a:gd name="T6" fmla="*/ 5 w 176"/>
                      <a:gd name="T7" fmla="*/ 1 h 15"/>
                      <a:gd name="T8" fmla="*/ 5 w 176"/>
                      <a:gd name="T9" fmla="*/ 1 h 15"/>
                      <a:gd name="T10" fmla="*/ 5 w 176"/>
                      <a:gd name="T11" fmla="*/ 1 h 15"/>
                      <a:gd name="T12" fmla="*/ 5 w 176"/>
                      <a:gd name="T13" fmla="*/ 1 h 15"/>
                      <a:gd name="T14" fmla="*/ 4 w 176"/>
                      <a:gd name="T15" fmla="*/ 1 h 15"/>
                      <a:gd name="T16" fmla="*/ 4 w 176"/>
                      <a:gd name="T17" fmla="*/ 1 h 15"/>
                      <a:gd name="T18" fmla="*/ 3 w 176"/>
                      <a:gd name="T19" fmla="*/ 1 h 15"/>
                      <a:gd name="T20" fmla="*/ 3 w 176"/>
                      <a:gd name="T21" fmla="*/ 1 h 15"/>
                      <a:gd name="T22" fmla="*/ 2 w 176"/>
                      <a:gd name="T23" fmla="*/ 1 h 15"/>
                      <a:gd name="T24" fmla="*/ 2 w 176"/>
                      <a:gd name="T25" fmla="*/ 1 h 15"/>
                      <a:gd name="T26" fmla="*/ 1 w 176"/>
                      <a:gd name="T27" fmla="*/ 1 h 15"/>
                      <a:gd name="T28" fmla="*/ 1 w 176"/>
                      <a:gd name="T29" fmla="*/ 1 h 15"/>
                      <a:gd name="T30" fmla="*/ 1 w 176"/>
                      <a:gd name="T31" fmla="*/ 1 h 15"/>
                      <a:gd name="T32" fmla="*/ 1 w 176"/>
                      <a:gd name="T33" fmla="*/ 1 h 15"/>
                      <a:gd name="T34" fmla="*/ 1 w 176"/>
                      <a:gd name="T35" fmla="*/ 1 h 15"/>
                      <a:gd name="T36" fmla="*/ 0 w 176"/>
                      <a:gd name="T37" fmla="*/ 1 h 15"/>
                      <a:gd name="T38" fmla="*/ 0 w 176"/>
                      <a:gd name="T39" fmla="*/ 1 h 15"/>
                      <a:gd name="T40" fmla="*/ 1 w 176"/>
                      <a:gd name="T41" fmla="*/ 1 h 15"/>
                      <a:gd name="T42" fmla="*/ 1 w 176"/>
                      <a:gd name="T43" fmla="*/ 1 h 15"/>
                      <a:gd name="T44" fmla="*/ 1 w 176"/>
                      <a:gd name="T45" fmla="*/ 1 h 15"/>
                      <a:gd name="T46" fmla="*/ 1 w 176"/>
                      <a:gd name="T47" fmla="*/ 1 h 15"/>
                      <a:gd name="T48" fmla="*/ 1 w 176"/>
                      <a:gd name="T49" fmla="*/ 1 h 15"/>
                      <a:gd name="T50" fmla="*/ 2 w 176"/>
                      <a:gd name="T51" fmla="*/ 1 h 15"/>
                      <a:gd name="T52" fmla="*/ 2 w 176"/>
                      <a:gd name="T53" fmla="*/ 1 h 15"/>
                      <a:gd name="T54" fmla="*/ 3 w 176"/>
                      <a:gd name="T55" fmla="*/ 1 h 15"/>
                      <a:gd name="T56" fmla="*/ 3 w 176"/>
                      <a:gd name="T57" fmla="*/ 1 h 15"/>
                      <a:gd name="T58" fmla="*/ 4 w 176"/>
                      <a:gd name="T59" fmla="*/ 1 h 15"/>
                      <a:gd name="T60" fmla="*/ 4 w 176"/>
                      <a:gd name="T61" fmla="*/ 1 h 15"/>
                      <a:gd name="T62" fmla="*/ 5 w 176"/>
                      <a:gd name="T63" fmla="*/ 1 h 15"/>
                      <a:gd name="T64" fmla="*/ 5 w 176"/>
                      <a:gd name="T65" fmla="*/ 1 h 15"/>
                      <a:gd name="T66" fmla="*/ 5 w 176"/>
                      <a:gd name="T67" fmla="*/ 1 h 15"/>
                      <a:gd name="T68" fmla="*/ 5 w 176"/>
                      <a:gd name="T69" fmla="*/ 1 h 15"/>
                      <a:gd name="T70" fmla="*/ 6 w 176"/>
                      <a:gd name="T71" fmla="*/ 1 h 15"/>
                      <a:gd name="T72" fmla="*/ 6 w 176"/>
                      <a:gd name="T73" fmla="*/ 1 h 15"/>
                      <a:gd name="T74" fmla="*/ 6 w 176"/>
                      <a:gd name="T75" fmla="*/ 1 h 15"/>
                      <a:gd name="T76" fmla="*/ 6 w 176"/>
                      <a:gd name="T77" fmla="*/ 0 h 1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6"/>
                      <a:gd name="T118" fmla="*/ 0 h 15"/>
                      <a:gd name="T119" fmla="*/ 176 w 176"/>
                      <a:gd name="T120" fmla="*/ 15 h 1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6" h="15">
                        <a:moveTo>
                          <a:pt x="176" y="0"/>
                        </a:moveTo>
                        <a:lnTo>
                          <a:pt x="170" y="1"/>
                        </a:lnTo>
                        <a:lnTo>
                          <a:pt x="165" y="2"/>
                        </a:lnTo>
                        <a:lnTo>
                          <a:pt x="160" y="2"/>
                        </a:lnTo>
                        <a:lnTo>
                          <a:pt x="154" y="4"/>
                        </a:lnTo>
                        <a:lnTo>
                          <a:pt x="144" y="4"/>
                        </a:lnTo>
                        <a:lnTo>
                          <a:pt x="138" y="5"/>
                        </a:lnTo>
                        <a:lnTo>
                          <a:pt x="126" y="5"/>
                        </a:lnTo>
                        <a:lnTo>
                          <a:pt x="122" y="6"/>
                        </a:lnTo>
                        <a:lnTo>
                          <a:pt x="76" y="6"/>
                        </a:lnTo>
                        <a:lnTo>
                          <a:pt x="71" y="7"/>
                        </a:lnTo>
                        <a:lnTo>
                          <a:pt x="49" y="7"/>
                        </a:lnTo>
                        <a:lnTo>
                          <a:pt x="43" y="9"/>
                        </a:lnTo>
                        <a:lnTo>
                          <a:pt x="32" y="9"/>
                        </a:lnTo>
                        <a:lnTo>
                          <a:pt x="27" y="10"/>
                        </a:lnTo>
                        <a:lnTo>
                          <a:pt x="16" y="10"/>
                        </a:lnTo>
                        <a:lnTo>
                          <a:pt x="11" y="11"/>
                        </a:lnTo>
                        <a:lnTo>
                          <a:pt x="6" y="11"/>
                        </a:lnTo>
                        <a:lnTo>
                          <a:pt x="0" y="12"/>
                        </a:lnTo>
                        <a:lnTo>
                          <a:pt x="0" y="15"/>
                        </a:lnTo>
                        <a:lnTo>
                          <a:pt x="6" y="13"/>
                        </a:lnTo>
                        <a:lnTo>
                          <a:pt x="11" y="13"/>
                        </a:lnTo>
                        <a:lnTo>
                          <a:pt x="16" y="12"/>
                        </a:lnTo>
                        <a:lnTo>
                          <a:pt x="27" y="12"/>
                        </a:lnTo>
                        <a:lnTo>
                          <a:pt x="32" y="11"/>
                        </a:lnTo>
                        <a:lnTo>
                          <a:pt x="43" y="11"/>
                        </a:lnTo>
                        <a:lnTo>
                          <a:pt x="49" y="10"/>
                        </a:lnTo>
                        <a:lnTo>
                          <a:pt x="82" y="10"/>
                        </a:lnTo>
                        <a:lnTo>
                          <a:pt x="87" y="9"/>
                        </a:lnTo>
                        <a:lnTo>
                          <a:pt x="110" y="9"/>
                        </a:lnTo>
                        <a:lnTo>
                          <a:pt x="115" y="7"/>
                        </a:lnTo>
                        <a:lnTo>
                          <a:pt x="133" y="7"/>
                        </a:lnTo>
                        <a:lnTo>
                          <a:pt x="138" y="6"/>
                        </a:lnTo>
                        <a:lnTo>
                          <a:pt x="154" y="6"/>
                        </a:lnTo>
                        <a:lnTo>
                          <a:pt x="160" y="5"/>
                        </a:lnTo>
                        <a:lnTo>
                          <a:pt x="165" y="5"/>
                        </a:lnTo>
                        <a:lnTo>
                          <a:pt x="171" y="4"/>
                        </a:lnTo>
                        <a:lnTo>
                          <a:pt x="176" y="2"/>
                        </a:lnTo>
                        <a:lnTo>
                          <a:pt x="1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3" name="Freeform 66"/>
                  <p:cNvSpPr>
                    <a:spLocks/>
                  </p:cNvSpPr>
                  <p:nvPr/>
                </p:nvSpPr>
                <p:spPr bwMode="auto">
                  <a:xfrm>
                    <a:off x="4348" y="3457"/>
                    <a:ext cx="66" cy="3"/>
                  </a:xfrm>
                  <a:custGeom>
                    <a:avLst/>
                    <a:gdLst>
                      <a:gd name="T0" fmla="*/ 5 w 132"/>
                      <a:gd name="T1" fmla="*/ 1 h 6"/>
                      <a:gd name="T2" fmla="*/ 4 w 132"/>
                      <a:gd name="T3" fmla="*/ 1 h 6"/>
                      <a:gd name="T4" fmla="*/ 4 w 132"/>
                      <a:gd name="T5" fmla="*/ 1 h 6"/>
                      <a:gd name="T6" fmla="*/ 3 w 132"/>
                      <a:gd name="T7" fmla="*/ 1 h 6"/>
                      <a:gd name="T8" fmla="*/ 3 w 132"/>
                      <a:gd name="T9" fmla="*/ 0 h 6"/>
                      <a:gd name="T10" fmla="*/ 2 w 132"/>
                      <a:gd name="T11" fmla="*/ 0 h 6"/>
                      <a:gd name="T12" fmla="*/ 2 w 132"/>
                      <a:gd name="T13" fmla="*/ 1 h 6"/>
                      <a:gd name="T14" fmla="*/ 1 w 132"/>
                      <a:gd name="T15" fmla="*/ 1 h 6"/>
                      <a:gd name="T16" fmla="*/ 1 w 132"/>
                      <a:gd name="T17" fmla="*/ 1 h 6"/>
                      <a:gd name="T18" fmla="*/ 1 w 132"/>
                      <a:gd name="T19" fmla="*/ 1 h 6"/>
                      <a:gd name="T20" fmla="*/ 1 w 132"/>
                      <a:gd name="T21" fmla="*/ 1 h 6"/>
                      <a:gd name="T22" fmla="*/ 0 w 132"/>
                      <a:gd name="T23" fmla="*/ 1 h 6"/>
                      <a:gd name="T24" fmla="*/ 0 w 132"/>
                      <a:gd name="T25" fmla="*/ 1 h 6"/>
                      <a:gd name="T26" fmla="*/ 1 w 132"/>
                      <a:gd name="T27" fmla="*/ 1 h 6"/>
                      <a:gd name="T28" fmla="*/ 1 w 132"/>
                      <a:gd name="T29" fmla="*/ 1 h 6"/>
                      <a:gd name="T30" fmla="*/ 1 w 132"/>
                      <a:gd name="T31" fmla="*/ 1 h 6"/>
                      <a:gd name="T32" fmla="*/ 1 w 132"/>
                      <a:gd name="T33" fmla="*/ 1 h 6"/>
                      <a:gd name="T34" fmla="*/ 2 w 132"/>
                      <a:gd name="T35" fmla="*/ 1 h 6"/>
                      <a:gd name="T36" fmla="*/ 2 w 132"/>
                      <a:gd name="T37" fmla="*/ 1 h 6"/>
                      <a:gd name="T38" fmla="*/ 3 w 132"/>
                      <a:gd name="T39" fmla="*/ 1 h 6"/>
                      <a:gd name="T40" fmla="*/ 3 w 132"/>
                      <a:gd name="T41" fmla="*/ 1 h 6"/>
                      <a:gd name="T42" fmla="*/ 4 w 132"/>
                      <a:gd name="T43" fmla="*/ 1 h 6"/>
                      <a:gd name="T44" fmla="*/ 4 w 132"/>
                      <a:gd name="T45" fmla="*/ 1 h 6"/>
                      <a:gd name="T46" fmla="*/ 5 w 132"/>
                      <a:gd name="T47" fmla="*/ 1 h 6"/>
                      <a:gd name="T48" fmla="*/ 5 w 132"/>
                      <a:gd name="T49" fmla="*/ 1 h 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2"/>
                      <a:gd name="T76" fmla="*/ 0 h 6"/>
                      <a:gd name="T77" fmla="*/ 132 w 132"/>
                      <a:gd name="T78" fmla="*/ 6 h 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2" h="6">
                        <a:moveTo>
                          <a:pt x="132" y="3"/>
                        </a:moveTo>
                        <a:lnTo>
                          <a:pt x="119" y="3"/>
                        </a:lnTo>
                        <a:lnTo>
                          <a:pt x="116" y="1"/>
                        </a:lnTo>
                        <a:lnTo>
                          <a:pt x="98" y="1"/>
                        </a:lnTo>
                        <a:lnTo>
                          <a:pt x="95" y="0"/>
                        </a:lnTo>
                        <a:lnTo>
                          <a:pt x="49" y="0"/>
                        </a:lnTo>
                        <a:lnTo>
                          <a:pt x="45" y="1"/>
                        </a:lnTo>
                        <a:lnTo>
                          <a:pt x="32" y="1"/>
                        </a:lnTo>
                        <a:lnTo>
                          <a:pt x="28" y="3"/>
                        </a:lnTo>
                        <a:lnTo>
                          <a:pt x="16" y="3"/>
                        </a:lnTo>
                        <a:lnTo>
                          <a:pt x="12" y="4"/>
                        </a:lnTo>
                        <a:lnTo>
                          <a:pt x="0" y="4"/>
                        </a:lnTo>
                        <a:lnTo>
                          <a:pt x="0" y="6"/>
                        </a:lnTo>
                        <a:lnTo>
                          <a:pt x="7" y="6"/>
                        </a:lnTo>
                        <a:lnTo>
                          <a:pt x="12" y="5"/>
                        </a:lnTo>
                        <a:lnTo>
                          <a:pt x="19" y="5"/>
                        </a:lnTo>
                        <a:lnTo>
                          <a:pt x="24" y="4"/>
                        </a:lnTo>
                        <a:lnTo>
                          <a:pt x="53" y="4"/>
                        </a:lnTo>
                        <a:lnTo>
                          <a:pt x="58" y="3"/>
                        </a:lnTo>
                        <a:lnTo>
                          <a:pt x="95" y="3"/>
                        </a:lnTo>
                        <a:lnTo>
                          <a:pt x="98" y="4"/>
                        </a:lnTo>
                        <a:lnTo>
                          <a:pt x="123" y="4"/>
                        </a:lnTo>
                        <a:lnTo>
                          <a:pt x="127" y="5"/>
                        </a:lnTo>
                        <a:lnTo>
                          <a:pt x="132" y="5"/>
                        </a:lnTo>
                        <a:lnTo>
                          <a:pt x="13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4" name="Freeform 67"/>
                  <p:cNvSpPr>
                    <a:spLocks/>
                  </p:cNvSpPr>
                  <p:nvPr/>
                </p:nvSpPr>
                <p:spPr bwMode="auto">
                  <a:xfrm>
                    <a:off x="4414" y="3458"/>
                    <a:ext cx="27" cy="5"/>
                  </a:xfrm>
                  <a:custGeom>
                    <a:avLst/>
                    <a:gdLst>
                      <a:gd name="T0" fmla="*/ 2 w 54"/>
                      <a:gd name="T1" fmla="*/ 0 h 11"/>
                      <a:gd name="T2" fmla="*/ 2 w 54"/>
                      <a:gd name="T3" fmla="*/ 0 h 11"/>
                      <a:gd name="T4" fmla="*/ 2 w 54"/>
                      <a:gd name="T5" fmla="*/ 0 h 11"/>
                      <a:gd name="T6" fmla="*/ 2 w 54"/>
                      <a:gd name="T7" fmla="*/ 0 h 11"/>
                      <a:gd name="T8" fmla="*/ 2 w 54"/>
                      <a:gd name="T9" fmla="*/ 0 h 11"/>
                      <a:gd name="T10" fmla="*/ 2 w 54"/>
                      <a:gd name="T11" fmla="*/ 0 h 11"/>
                      <a:gd name="T12" fmla="*/ 2 w 54"/>
                      <a:gd name="T13" fmla="*/ 0 h 11"/>
                      <a:gd name="T14" fmla="*/ 1 w 54"/>
                      <a:gd name="T15" fmla="*/ 0 h 11"/>
                      <a:gd name="T16" fmla="*/ 1 w 54"/>
                      <a:gd name="T17" fmla="*/ 0 h 11"/>
                      <a:gd name="T18" fmla="*/ 1 w 54"/>
                      <a:gd name="T19" fmla="*/ 0 h 11"/>
                      <a:gd name="T20" fmla="*/ 1 w 54"/>
                      <a:gd name="T21" fmla="*/ 0 h 11"/>
                      <a:gd name="T22" fmla="*/ 1 w 54"/>
                      <a:gd name="T23" fmla="*/ 0 h 11"/>
                      <a:gd name="T24" fmla="*/ 0 w 54"/>
                      <a:gd name="T25" fmla="*/ 0 h 11"/>
                      <a:gd name="T26" fmla="*/ 0 w 54"/>
                      <a:gd name="T27" fmla="*/ 0 h 11"/>
                      <a:gd name="T28" fmla="*/ 1 w 54"/>
                      <a:gd name="T29" fmla="*/ 0 h 11"/>
                      <a:gd name="T30" fmla="*/ 1 w 54"/>
                      <a:gd name="T31" fmla="*/ 0 h 11"/>
                      <a:gd name="T32" fmla="*/ 1 w 54"/>
                      <a:gd name="T33" fmla="*/ 0 h 11"/>
                      <a:gd name="T34" fmla="*/ 1 w 54"/>
                      <a:gd name="T35" fmla="*/ 0 h 11"/>
                      <a:gd name="T36" fmla="*/ 1 w 54"/>
                      <a:gd name="T37" fmla="*/ 0 h 11"/>
                      <a:gd name="T38" fmla="*/ 1 w 54"/>
                      <a:gd name="T39" fmla="*/ 0 h 11"/>
                      <a:gd name="T40" fmla="*/ 2 w 54"/>
                      <a:gd name="T41" fmla="*/ 0 h 11"/>
                      <a:gd name="T42" fmla="*/ 2 w 54"/>
                      <a:gd name="T43" fmla="*/ 0 h 11"/>
                      <a:gd name="T44" fmla="*/ 2 w 54"/>
                      <a:gd name="T45" fmla="*/ 0 h 11"/>
                      <a:gd name="T46" fmla="*/ 2 w 54"/>
                      <a:gd name="T47" fmla="*/ 0 h 11"/>
                      <a:gd name="T48" fmla="*/ 2 w 54"/>
                      <a:gd name="T49" fmla="*/ 0 h 11"/>
                      <a:gd name="T50" fmla="*/ 2 w 54"/>
                      <a:gd name="T51" fmla="*/ 0 h 11"/>
                      <a:gd name="T52" fmla="*/ 2 w 54"/>
                      <a:gd name="T53" fmla="*/ 0 h 1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54"/>
                      <a:gd name="T82" fmla="*/ 0 h 11"/>
                      <a:gd name="T83" fmla="*/ 54 w 54"/>
                      <a:gd name="T84" fmla="*/ 11 h 1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54" h="11">
                        <a:moveTo>
                          <a:pt x="54" y="7"/>
                        </a:moveTo>
                        <a:lnTo>
                          <a:pt x="50" y="7"/>
                        </a:lnTo>
                        <a:lnTo>
                          <a:pt x="46" y="6"/>
                        </a:lnTo>
                        <a:lnTo>
                          <a:pt x="43" y="6"/>
                        </a:lnTo>
                        <a:lnTo>
                          <a:pt x="40" y="5"/>
                        </a:lnTo>
                        <a:lnTo>
                          <a:pt x="37" y="5"/>
                        </a:lnTo>
                        <a:lnTo>
                          <a:pt x="34" y="3"/>
                        </a:lnTo>
                        <a:lnTo>
                          <a:pt x="29" y="3"/>
                        </a:lnTo>
                        <a:lnTo>
                          <a:pt x="27" y="2"/>
                        </a:lnTo>
                        <a:lnTo>
                          <a:pt x="23" y="2"/>
                        </a:lnTo>
                        <a:lnTo>
                          <a:pt x="19" y="1"/>
                        </a:lnTo>
                        <a:lnTo>
                          <a:pt x="2" y="1"/>
                        </a:lnTo>
                        <a:lnTo>
                          <a:pt x="0" y="0"/>
                        </a:lnTo>
                        <a:lnTo>
                          <a:pt x="0" y="2"/>
                        </a:lnTo>
                        <a:lnTo>
                          <a:pt x="6" y="2"/>
                        </a:lnTo>
                        <a:lnTo>
                          <a:pt x="9" y="3"/>
                        </a:lnTo>
                        <a:lnTo>
                          <a:pt x="19" y="3"/>
                        </a:lnTo>
                        <a:lnTo>
                          <a:pt x="23" y="5"/>
                        </a:lnTo>
                        <a:lnTo>
                          <a:pt x="27" y="5"/>
                        </a:lnTo>
                        <a:lnTo>
                          <a:pt x="29" y="6"/>
                        </a:lnTo>
                        <a:lnTo>
                          <a:pt x="33" y="6"/>
                        </a:lnTo>
                        <a:lnTo>
                          <a:pt x="37" y="7"/>
                        </a:lnTo>
                        <a:lnTo>
                          <a:pt x="43" y="7"/>
                        </a:lnTo>
                        <a:lnTo>
                          <a:pt x="46" y="8"/>
                        </a:lnTo>
                        <a:lnTo>
                          <a:pt x="50" y="10"/>
                        </a:lnTo>
                        <a:lnTo>
                          <a:pt x="53" y="11"/>
                        </a:lnTo>
                        <a:lnTo>
                          <a:pt x="5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5" name="Freeform 68"/>
                  <p:cNvSpPr>
                    <a:spLocks/>
                  </p:cNvSpPr>
                  <p:nvPr/>
                </p:nvSpPr>
                <p:spPr bwMode="auto">
                  <a:xfrm>
                    <a:off x="4319" y="3460"/>
                    <a:ext cx="151" cy="23"/>
                  </a:xfrm>
                  <a:custGeom>
                    <a:avLst/>
                    <a:gdLst>
                      <a:gd name="T0" fmla="*/ 7 w 302"/>
                      <a:gd name="T1" fmla="*/ 0 h 47"/>
                      <a:gd name="T2" fmla="*/ 7 w 302"/>
                      <a:gd name="T3" fmla="*/ 0 h 47"/>
                      <a:gd name="T4" fmla="*/ 7 w 302"/>
                      <a:gd name="T5" fmla="*/ 0 h 47"/>
                      <a:gd name="T6" fmla="*/ 8 w 302"/>
                      <a:gd name="T7" fmla="*/ 0 h 47"/>
                      <a:gd name="T8" fmla="*/ 9 w 302"/>
                      <a:gd name="T9" fmla="*/ 0 h 47"/>
                      <a:gd name="T10" fmla="*/ 9 w 302"/>
                      <a:gd name="T11" fmla="*/ 0 h 47"/>
                      <a:gd name="T12" fmla="*/ 9 w 302"/>
                      <a:gd name="T13" fmla="*/ 0 h 47"/>
                      <a:gd name="T14" fmla="*/ 10 w 302"/>
                      <a:gd name="T15" fmla="*/ 0 h 47"/>
                      <a:gd name="T16" fmla="*/ 7 w 302"/>
                      <a:gd name="T17" fmla="*/ 0 h 47"/>
                      <a:gd name="T18" fmla="*/ 7 w 302"/>
                      <a:gd name="T19" fmla="*/ 0 h 47"/>
                      <a:gd name="T20" fmla="*/ 6 w 302"/>
                      <a:gd name="T21" fmla="*/ 0 h 47"/>
                      <a:gd name="T22" fmla="*/ 6 w 302"/>
                      <a:gd name="T23" fmla="*/ 0 h 47"/>
                      <a:gd name="T24" fmla="*/ 5 w 302"/>
                      <a:gd name="T25" fmla="*/ 0 h 47"/>
                      <a:gd name="T26" fmla="*/ 5 w 302"/>
                      <a:gd name="T27" fmla="*/ 0 h 47"/>
                      <a:gd name="T28" fmla="*/ 5 w 302"/>
                      <a:gd name="T29" fmla="*/ 1 h 47"/>
                      <a:gd name="T30" fmla="*/ 5 w 302"/>
                      <a:gd name="T31" fmla="*/ 1 h 47"/>
                      <a:gd name="T32" fmla="*/ 4 w 302"/>
                      <a:gd name="T33" fmla="*/ 1 h 47"/>
                      <a:gd name="T34" fmla="*/ 4 w 302"/>
                      <a:gd name="T35" fmla="*/ 1 h 47"/>
                      <a:gd name="T36" fmla="*/ 3 w 302"/>
                      <a:gd name="T37" fmla="*/ 1 h 47"/>
                      <a:gd name="T38" fmla="*/ 3 w 302"/>
                      <a:gd name="T39" fmla="*/ 1 h 47"/>
                      <a:gd name="T40" fmla="*/ 3 w 302"/>
                      <a:gd name="T41" fmla="*/ 1 h 47"/>
                      <a:gd name="T42" fmla="*/ 3 w 302"/>
                      <a:gd name="T43" fmla="*/ 0 h 47"/>
                      <a:gd name="T44" fmla="*/ 2 w 302"/>
                      <a:gd name="T45" fmla="*/ 0 h 47"/>
                      <a:gd name="T46" fmla="*/ 2 w 302"/>
                      <a:gd name="T47" fmla="*/ 0 h 47"/>
                      <a:gd name="T48" fmla="*/ 2 w 302"/>
                      <a:gd name="T49" fmla="*/ 0 h 47"/>
                      <a:gd name="T50" fmla="*/ 1 w 302"/>
                      <a:gd name="T51" fmla="*/ 0 h 47"/>
                      <a:gd name="T52" fmla="*/ 0 w 302"/>
                      <a:gd name="T53" fmla="*/ 0 h 47"/>
                      <a:gd name="T54" fmla="*/ 1 w 302"/>
                      <a:gd name="T55" fmla="*/ 0 h 47"/>
                      <a:gd name="T56" fmla="*/ 1 w 302"/>
                      <a:gd name="T57" fmla="*/ 0 h 47"/>
                      <a:gd name="T58" fmla="*/ 1 w 302"/>
                      <a:gd name="T59" fmla="*/ 0 h 47"/>
                      <a:gd name="T60" fmla="*/ 2 w 302"/>
                      <a:gd name="T61" fmla="*/ 0 h 47"/>
                      <a:gd name="T62" fmla="*/ 2 w 302"/>
                      <a:gd name="T63" fmla="*/ 0 h 47"/>
                      <a:gd name="T64" fmla="*/ 3 w 302"/>
                      <a:gd name="T65" fmla="*/ 0 h 47"/>
                      <a:gd name="T66" fmla="*/ 3 w 302"/>
                      <a:gd name="T67" fmla="*/ 0 h 47"/>
                      <a:gd name="T68" fmla="*/ 3 w 302"/>
                      <a:gd name="T69" fmla="*/ 0 h 47"/>
                      <a:gd name="T70" fmla="*/ 6 w 302"/>
                      <a:gd name="T71" fmla="*/ 0 h 47"/>
                      <a:gd name="T72" fmla="*/ 6 w 302"/>
                      <a:gd name="T73" fmla="*/ 0 h 4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02"/>
                      <a:gd name="T112" fmla="*/ 0 h 47"/>
                      <a:gd name="T113" fmla="*/ 302 w 302"/>
                      <a:gd name="T114" fmla="*/ 47 h 4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02" h="47">
                        <a:moveTo>
                          <a:pt x="198" y="3"/>
                        </a:moveTo>
                        <a:lnTo>
                          <a:pt x="204" y="4"/>
                        </a:lnTo>
                        <a:lnTo>
                          <a:pt x="212" y="4"/>
                        </a:lnTo>
                        <a:lnTo>
                          <a:pt x="218" y="5"/>
                        </a:lnTo>
                        <a:lnTo>
                          <a:pt x="225" y="8"/>
                        </a:lnTo>
                        <a:lnTo>
                          <a:pt x="231" y="9"/>
                        </a:lnTo>
                        <a:lnTo>
                          <a:pt x="238" y="10"/>
                        </a:lnTo>
                        <a:lnTo>
                          <a:pt x="244" y="11"/>
                        </a:lnTo>
                        <a:lnTo>
                          <a:pt x="251" y="11"/>
                        </a:lnTo>
                        <a:lnTo>
                          <a:pt x="257" y="14"/>
                        </a:lnTo>
                        <a:lnTo>
                          <a:pt x="263" y="15"/>
                        </a:lnTo>
                        <a:lnTo>
                          <a:pt x="270" y="16"/>
                        </a:lnTo>
                        <a:lnTo>
                          <a:pt x="276" y="18"/>
                        </a:lnTo>
                        <a:lnTo>
                          <a:pt x="282" y="19"/>
                        </a:lnTo>
                        <a:lnTo>
                          <a:pt x="289" y="21"/>
                        </a:lnTo>
                        <a:lnTo>
                          <a:pt x="295" y="23"/>
                        </a:lnTo>
                        <a:lnTo>
                          <a:pt x="302" y="25"/>
                        </a:lnTo>
                        <a:lnTo>
                          <a:pt x="228" y="25"/>
                        </a:lnTo>
                        <a:lnTo>
                          <a:pt x="222" y="26"/>
                        </a:lnTo>
                        <a:lnTo>
                          <a:pt x="204" y="26"/>
                        </a:lnTo>
                        <a:lnTo>
                          <a:pt x="198" y="28"/>
                        </a:lnTo>
                        <a:lnTo>
                          <a:pt x="191" y="28"/>
                        </a:lnTo>
                        <a:lnTo>
                          <a:pt x="186" y="29"/>
                        </a:lnTo>
                        <a:lnTo>
                          <a:pt x="180" y="29"/>
                        </a:lnTo>
                        <a:lnTo>
                          <a:pt x="174" y="30"/>
                        </a:lnTo>
                        <a:lnTo>
                          <a:pt x="167" y="30"/>
                        </a:lnTo>
                        <a:lnTo>
                          <a:pt x="161" y="31"/>
                        </a:lnTo>
                        <a:lnTo>
                          <a:pt x="155" y="31"/>
                        </a:lnTo>
                        <a:lnTo>
                          <a:pt x="149" y="32"/>
                        </a:lnTo>
                        <a:lnTo>
                          <a:pt x="143" y="34"/>
                        </a:lnTo>
                        <a:lnTo>
                          <a:pt x="137" y="35"/>
                        </a:lnTo>
                        <a:lnTo>
                          <a:pt x="130" y="36"/>
                        </a:lnTo>
                        <a:lnTo>
                          <a:pt x="125" y="37"/>
                        </a:lnTo>
                        <a:lnTo>
                          <a:pt x="119" y="39"/>
                        </a:lnTo>
                        <a:lnTo>
                          <a:pt x="113" y="40"/>
                        </a:lnTo>
                        <a:lnTo>
                          <a:pt x="107" y="41"/>
                        </a:lnTo>
                        <a:lnTo>
                          <a:pt x="102" y="47"/>
                        </a:lnTo>
                        <a:lnTo>
                          <a:pt x="98" y="44"/>
                        </a:lnTo>
                        <a:lnTo>
                          <a:pt x="93" y="40"/>
                        </a:lnTo>
                        <a:lnTo>
                          <a:pt x="90" y="37"/>
                        </a:lnTo>
                        <a:lnTo>
                          <a:pt x="85" y="35"/>
                        </a:lnTo>
                        <a:lnTo>
                          <a:pt x="81" y="32"/>
                        </a:lnTo>
                        <a:lnTo>
                          <a:pt x="76" y="30"/>
                        </a:lnTo>
                        <a:lnTo>
                          <a:pt x="71" y="29"/>
                        </a:lnTo>
                        <a:lnTo>
                          <a:pt x="66" y="26"/>
                        </a:lnTo>
                        <a:lnTo>
                          <a:pt x="61" y="25"/>
                        </a:lnTo>
                        <a:lnTo>
                          <a:pt x="57" y="24"/>
                        </a:lnTo>
                        <a:lnTo>
                          <a:pt x="52" y="23"/>
                        </a:lnTo>
                        <a:lnTo>
                          <a:pt x="47" y="21"/>
                        </a:lnTo>
                        <a:lnTo>
                          <a:pt x="42" y="20"/>
                        </a:lnTo>
                        <a:lnTo>
                          <a:pt x="37" y="19"/>
                        </a:lnTo>
                        <a:lnTo>
                          <a:pt x="32" y="18"/>
                        </a:lnTo>
                        <a:lnTo>
                          <a:pt x="27" y="15"/>
                        </a:lnTo>
                        <a:lnTo>
                          <a:pt x="0" y="10"/>
                        </a:lnTo>
                        <a:lnTo>
                          <a:pt x="4" y="10"/>
                        </a:lnTo>
                        <a:lnTo>
                          <a:pt x="6" y="9"/>
                        </a:lnTo>
                        <a:lnTo>
                          <a:pt x="12" y="9"/>
                        </a:lnTo>
                        <a:lnTo>
                          <a:pt x="16" y="8"/>
                        </a:lnTo>
                        <a:lnTo>
                          <a:pt x="22" y="8"/>
                        </a:lnTo>
                        <a:lnTo>
                          <a:pt x="26" y="7"/>
                        </a:lnTo>
                        <a:lnTo>
                          <a:pt x="32" y="7"/>
                        </a:lnTo>
                        <a:lnTo>
                          <a:pt x="36" y="5"/>
                        </a:lnTo>
                        <a:lnTo>
                          <a:pt x="52" y="5"/>
                        </a:lnTo>
                        <a:lnTo>
                          <a:pt x="55" y="4"/>
                        </a:lnTo>
                        <a:lnTo>
                          <a:pt x="64" y="4"/>
                        </a:lnTo>
                        <a:lnTo>
                          <a:pt x="69" y="3"/>
                        </a:lnTo>
                        <a:lnTo>
                          <a:pt x="79" y="3"/>
                        </a:lnTo>
                        <a:lnTo>
                          <a:pt x="82" y="2"/>
                        </a:lnTo>
                        <a:lnTo>
                          <a:pt x="96" y="2"/>
                        </a:lnTo>
                        <a:lnTo>
                          <a:pt x="102" y="0"/>
                        </a:lnTo>
                        <a:lnTo>
                          <a:pt x="171" y="0"/>
                        </a:lnTo>
                        <a:lnTo>
                          <a:pt x="176" y="2"/>
                        </a:lnTo>
                        <a:lnTo>
                          <a:pt x="190" y="2"/>
                        </a:lnTo>
                        <a:lnTo>
                          <a:pt x="194" y="3"/>
                        </a:lnTo>
                        <a:lnTo>
                          <a:pt x="198"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6" name="Freeform 69"/>
                  <p:cNvSpPr>
                    <a:spLocks/>
                  </p:cNvSpPr>
                  <p:nvPr/>
                </p:nvSpPr>
                <p:spPr bwMode="auto">
                  <a:xfrm>
                    <a:off x="4418" y="3460"/>
                    <a:ext cx="57" cy="12"/>
                  </a:xfrm>
                  <a:custGeom>
                    <a:avLst/>
                    <a:gdLst>
                      <a:gd name="T0" fmla="*/ 4 w 114"/>
                      <a:gd name="T1" fmla="*/ 1 h 23"/>
                      <a:gd name="T2" fmla="*/ 4 w 114"/>
                      <a:gd name="T3" fmla="*/ 1 h 23"/>
                      <a:gd name="T4" fmla="*/ 4 w 114"/>
                      <a:gd name="T5" fmla="*/ 1 h 23"/>
                      <a:gd name="T6" fmla="*/ 3 w 114"/>
                      <a:gd name="T7" fmla="*/ 1 h 23"/>
                      <a:gd name="T8" fmla="*/ 3 w 114"/>
                      <a:gd name="T9" fmla="*/ 1 h 23"/>
                      <a:gd name="T10" fmla="*/ 3 w 114"/>
                      <a:gd name="T11" fmla="*/ 1 h 23"/>
                      <a:gd name="T12" fmla="*/ 3 w 114"/>
                      <a:gd name="T13" fmla="*/ 1 h 23"/>
                      <a:gd name="T14" fmla="*/ 3 w 114"/>
                      <a:gd name="T15" fmla="*/ 1 h 23"/>
                      <a:gd name="T16" fmla="*/ 2 w 114"/>
                      <a:gd name="T17" fmla="*/ 1 h 23"/>
                      <a:gd name="T18" fmla="*/ 2 w 114"/>
                      <a:gd name="T19" fmla="*/ 1 h 23"/>
                      <a:gd name="T20" fmla="*/ 2 w 114"/>
                      <a:gd name="T21" fmla="*/ 1 h 23"/>
                      <a:gd name="T22" fmla="*/ 2 w 114"/>
                      <a:gd name="T23" fmla="*/ 1 h 23"/>
                      <a:gd name="T24" fmla="*/ 2 w 114"/>
                      <a:gd name="T25" fmla="*/ 1 h 23"/>
                      <a:gd name="T26" fmla="*/ 1 w 114"/>
                      <a:gd name="T27" fmla="*/ 1 h 23"/>
                      <a:gd name="T28" fmla="*/ 1 w 114"/>
                      <a:gd name="T29" fmla="*/ 1 h 23"/>
                      <a:gd name="T30" fmla="*/ 1 w 114"/>
                      <a:gd name="T31" fmla="*/ 1 h 23"/>
                      <a:gd name="T32" fmla="*/ 1 w 114"/>
                      <a:gd name="T33" fmla="*/ 1 h 23"/>
                      <a:gd name="T34" fmla="*/ 0 w 114"/>
                      <a:gd name="T35" fmla="*/ 0 h 23"/>
                      <a:gd name="T36" fmla="*/ 0 w 114"/>
                      <a:gd name="T37" fmla="*/ 1 h 23"/>
                      <a:gd name="T38" fmla="*/ 1 w 114"/>
                      <a:gd name="T39" fmla="*/ 1 h 23"/>
                      <a:gd name="T40" fmla="*/ 1 w 114"/>
                      <a:gd name="T41" fmla="*/ 1 h 23"/>
                      <a:gd name="T42" fmla="*/ 1 w 114"/>
                      <a:gd name="T43" fmla="*/ 1 h 23"/>
                      <a:gd name="T44" fmla="*/ 1 w 114"/>
                      <a:gd name="T45" fmla="*/ 1 h 23"/>
                      <a:gd name="T46" fmla="*/ 2 w 114"/>
                      <a:gd name="T47" fmla="*/ 1 h 23"/>
                      <a:gd name="T48" fmla="*/ 2 w 114"/>
                      <a:gd name="T49" fmla="*/ 1 h 23"/>
                      <a:gd name="T50" fmla="*/ 2 w 114"/>
                      <a:gd name="T51" fmla="*/ 1 h 23"/>
                      <a:gd name="T52" fmla="*/ 2 w 114"/>
                      <a:gd name="T53" fmla="*/ 1 h 23"/>
                      <a:gd name="T54" fmla="*/ 2 w 114"/>
                      <a:gd name="T55" fmla="*/ 1 h 23"/>
                      <a:gd name="T56" fmla="*/ 3 w 114"/>
                      <a:gd name="T57" fmla="*/ 1 h 23"/>
                      <a:gd name="T58" fmla="*/ 3 w 114"/>
                      <a:gd name="T59" fmla="*/ 1 h 23"/>
                      <a:gd name="T60" fmla="*/ 3 w 114"/>
                      <a:gd name="T61" fmla="*/ 1 h 23"/>
                      <a:gd name="T62" fmla="*/ 3 w 114"/>
                      <a:gd name="T63" fmla="*/ 1 h 23"/>
                      <a:gd name="T64" fmla="*/ 3 w 114"/>
                      <a:gd name="T65" fmla="*/ 1 h 23"/>
                      <a:gd name="T66" fmla="*/ 3 w 114"/>
                      <a:gd name="T67" fmla="*/ 1 h 23"/>
                      <a:gd name="T68" fmla="*/ 4 w 114"/>
                      <a:gd name="T69" fmla="*/ 1 h 23"/>
                      <a:gd name="T70" fmla="*/ 4 w 114"/>
                      <a:gd name="T71" fmla="*/ 1 h 23"/>
                      <a:gd name="T72" fmla="*/ 4 w 114"/>
                      <a:gd name="T73" fmla="*/ 1 h 23"/>
                      <a:gd name="T74" fmla="*/ 4 w 114"/>
                      <a:gd name="T75" fmla="*/ 1 h 23"/>
                      <a:gd name="T76" fmla="*/ 4 w 114"/>
                      <a:gd name="T77" fmla="*/ 1 h 23"/>
                      <a:gd name="T78" fmla="*/ 4 w 114"/>
                      <a:gd name="T79" fmla="*/ 1 h 2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14"/>
                      <a:gd name="T121" fmla="*/ 0 h 23"/>
                      <a:gd name="T122" fmla="*/ 114 w 114"/>
                      <a:gd name="T123" fmla="*/ 23 h 2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14" h="23">
                        <a:moveTo>
                          <a:pt x="104" y="23"/>
                        </a:moveTo>
                        <a:lnTo>
                          <a:pt x="104" y="22"/>
                        </a:lnTo>
                        <a:lnTo>
                          <a:pt x="97" y="19"/>
                        </a:lnTo>
                        <a:lnTo>
                          <a:pt x="91" y="18"/>
                        </a:lnTo>
                        <a:lnTo>
                          <a:pt x="85" y="16"/>
                        </a:lnTo>
                        <a:lnTo>
                          <a:pt x="79" y="14"/>
                        </a:lnTo>
                        <a:lnTo>
                          <a:pt x="72" y="13"/>
                        </a:lnTo>
                        <a:lnTo>
                          <a:pt x="65" y="12"/>
                        </a:lnTo>
                        <a:lnTo>
                          <a:pt x="59" y="11"/>
                        </a:lnTo>
                        <a:lnTo>
                          <a:pt x="53" y="9"/>
                        </a:lnTo>
                        <a:lnTo>
                          <a:pt x="47" y="8"/>
                        </a:lnTo>
                        <a:lnTo>
                          <a:pt x="40" y="7"/>
                        </a:lnTo>
                        <a:lnTo>
                          <a:pt x="33" y="6"/>
                        </a:lnTo>
                        <a:lnTo>
                          <a:pt x="27" y="3"/>
                        </a:lnTo>
                        <a:lnTo>
                          <a:pt x="20" y="2"/>
                        </a:lnTo>
                        <a:lnTo>
                          <a:pt x="14" y="2"/>
                        </a:lnTo>
                        <a:lnTo>
                          <a:pt x="8" y="1"/>
                        </a:lnTo>
                        <a:lnTo>
                          <a:pt x="0" y="0"/>
                        </a:lnTo>
                        <a:lnTo>
                          <a:pt x="0" y="2"/>
                        </a:lnTo>
                        <a:lnTo>
                          <a:pt x="6" y="3"/>
                        </a:lnTo>
                        <a:lnTo>
                          <a:pt x="14" y="3"/>
                        </a:lnTo>
                        <a:lnTo>
                          <a:pt x="20" y="6"/>
                        </a:lnTo>
                        <a:lnTo>
                          <a:pt x="27" y="7"/>
                        </a:lnTo>
                        <a:lnTo>
                          <a:pt x="33" y="8"/>
                        </a:lnTo>
                        <a:lnTo>
                          <a:pt x="40" y="9"/>
                        </a:lnTo>
                        <a:lnTo>
                          <a:pt x="46" y="9"/>
                        </a:lnTo>
                        <a:lnTo>
                          <a:pt x="53" y="11"/>
                        </a:lnTo>
                        <a:lnTo>
                          <a:pt x="59" y="13"/>
                        </a:lnTo>
                        <a:lnTo>
                          <a:pt x="65" y="14"/>
                        </a:lnTo>
                        <a:lnTo>
                          <a:pt x="72" y="16"/>
                        </a:lnTo>
                        <a:lnTo>
                          <a:pt x="78" y="17"/>
                        </a:lnTo>
                        <a:lnTo>
                          <a:pt x="84" y="18"/>
                        </a:lnTo>
                        <a:lnTo>
                          <a:pt x="90" y="21"/>
                        </a:lnTo>
                        <a:lnTo>
                          <a:pt x="96" y="22"/>
                        </a:lnTo>
                        <a:lnTo>
                          <a:pt x="104" y="23"/>
                        </a:lnTo>
                        <a:lnTo>
                          <a:pt x="104" y="21"/>
                        </a:lnTo>
                        <a:lnTo>
                          <a:pt x="104" y="23"/>
                        </a:lnTo>
                        <a:lnTo>
                          <a:pt x="114" y="23"/>
                        </a:lnTo>
                        <a:lnTo>
                          <a:pt x="104" y="22"/>
                        </a:lnTo>
                        <a:lnTo>
                          <a:pt x="10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7" name="Freeform 70"/>
                  <p:cNvSpPr>
                    <a:spLocks/>
                  </p:cNvSpPr>
                  <p:nvPr/>
                </p:nvSpPr>
                <p:spPr bwMode="auto">
                  <a:xfrm>
                    <a:off x="4372" y="3471"/>
                    <a:ext cx="98" cy="10"/>
                  </a:xfrm>
                  <a:custGeom>
                    <a:avLst/>
                    <a:gdLst>
                      <a:gd name="T0" fmla="*/ 1 w 196"/>
                      <a:gd name="T1" fmla="*/ 1 h 19"/>
                      <a:gd name="T2" fmla="*/ 1 w 196"/>
                      <a:gd name="T3" fmla="*/ 1 h 19"/>
                      <a:gd name="T4" fmla="*/ 1 w 196"/>
                      <a:gd name="T5" fmla="*/ 1 h 19"/>
                      <a:gd name="T6" fmla="*/ 1 w 196"/>
                      <a:gd name="T7" fmla="*/ 1 h 19"/>
                      <a:gd name="T8" fmla="*/ 1 w 196"/>
                      <a:gd name="T9" fmla="*/ 1 h 19"/>
                      <a:gd name="T10" fmla="*/ 1 w 196"/>
                      <a:gd name="T11" fmla="*/ 1 h 19"/>
                      <a:gd name="T12" fmla="*/ 1 w 196"/>
                      <a:gd name="T13" fmla="*/ 1 h 19"/>
                      <a:gd name="T14" fmla="*/ 2 w 196"/>
                      <a:gd name="T15" fmla="*/ 1 h 19"/>
                      <a:gd name="T16" fmla="*/ 2 w 196"/>
                      <a:gd name="T17" fmla="*/ 1 h 19"/>
                      <a:gd name="T18" fmla="*/ 2 w 196"/>
                      <a:gd name="T19" fmla="*/ 1 h 19"/>
                      <a:gd name="T20" fmla="*/ 2 w 196"/>
                      <a:gd name="T21" fmla="*/ 1 h 19"/>
                      <a:gd name="T22" fmla="*/ 2 w 196"/>
                      <a:gd name="T23" fmla="*/ 1 h 19"/>
                      <a:gd name="T24" fmla="*/ 3 w 196"/>
                      <a:gd name="T25" fmla="*/ 1 h 19"/>
                      <a:gd name="T26" fmla="*/ 3 w 196"/>
                      <a:gd name="T27" fmla="*/ 1 h 19"/>
                      <a:gd name="T28" fmla="*/ 3 w 196"/>
                      <a:gd name="T29" fmla="*/ 1 h 19"/>
                      <a:gd name="T30" fmla="*/ 3 w 196"/>
                      <a:gd name="T31" fmla="*/ 1 h 19"/>
                      <a:gd name="T32" fmla="*/ 3 w 196"/>
                      <a:gd name="T33" fmla="*/ 1 h 19"/>
                      <a:gd name="T34" fmla="*/ 3 w 196"/>
                      <a:gd name="T35" fmla="*/ 1 h 19"/>
                      <a:gd name="T36" fmla="*/ 4 w 196"/>
                      <a:gd name="T37" fmla="*/ 1 h 19"/>
                      <a:gd name="T38" fmla="*/ 4 w 196"/>
                      <a:gd name="T39" fmla="*/ 1 h 19"/>
                      <a:gd name="T40" fmla="*/ 6 w 196"/>
                      <a:gd name="T41" fmla="*/ 1 h 19"/>
                      <a:gd name="T42" fmla="*/ 6 w 196"/>
                      <a:gd name="T43" fmla="*/ 1 h 19"/>
                      <a:gd name="T44" fmla="*/ 7 w 196"/>
                      <a:gd name="T45" fmla="*/ 1 h 19"/>
                      <a:gd name="T46" fmla="*/ 7 w 196"/>
                      <a:gd name="T47" fmla="*/ 0 h 19"/>
                      <a:gd name="T48" fmla="*/ 6 w 196"/>
                      <a:gd name="T49" fmla="*/ 0 h 19"/>
                      <a:gd name="T50" fmla="*/ 6 w 196"/>
                      <a:gd name="T51" fmla="*/ 1 h 19"/>
                      <a:gd name="T52" fmla="*/ 4 w 196"/>
                      <a:gd name="T53" fmla="*/ 1 h 19"/>
                      <a:gd name="T54" fmla="*/ 4 w 196"/>
                      <a:gd name="T55" fmla="*/ 1 h 19"/>
                      <a:gd name="T56" fmla="*/ 3 w 196"/>
                      <a:gd name="T57" fmla="*/ 1 h 19"/>
                      <a:gd name="T58" fmla="*/ 3 w 196"/>
                      <a:gd name="T59" fmla="*/ 1 h 19"/>
                      <a:gd name="T60" fmla="*/ 3 w 196"/>
                      <a:gd name="T61" fmla="*/ 1 h 19"/>
                      <a:gd name="T62" fmla="*/ 3 w 196"/>
                      <a:gd name="T63" fmla="*/ 1 h 19"/>
                      <a:gd name="T64" fmla="*/ 3 w 196"/>
                      <a:gd name="T65" fmla="*/ 1 h 19"/>
                      <a:gd name="T66" fmla="*/ 3 w 196"/>
                      <a:gd name="T67" fmla="*/ 1 h 19"/>
                      <a:gd name="T68" fmla="*/ 2 w 196"/>
                      <a:gd name="T69" fmla="*/ 1 h 19"/>
                      <a:gd name="T70" fmla="*/ 2 w 196"/>
                      <a:gd name="T71" fmla="*/ 1 h 19"/>
                      <a:gd name="T72" fmla="*/ 2 w 196"/>
                      <a:gd name="T73" fmla="*/ 1 h 19"/>
                      <a:gd name="T74" fmla="*/ 2 w 196"/>
                      <a:gd name="T75" fmla="*/ 1 h 19"/>
                      <a:gd name="T76" fmla="*/ 2 w 196"/>
                      <a:gd name="T77" fmla="*/ 1 h 19"/>
                      <a:gd name="T78" fmla="*/ 1 w 196"/>
                      <a:gd name="T79" fmla="*/ 1 h 19"/>
                      <a:gd name="T80" fmla="*/ 1 w 196"/>
                      <a:gd name="T81" fmla="*/ 1 h 19"/>
                      <a:gd name="T82" fmla="*/ 1 w 196"/>
                      <a:gd name="T83" fmla="*/ 1 h 19"/>
                      <a:gd name="T84" fmla="*/ 1 w 196"/>
                      <a:gd name="T85" fmla="*/ 1 h 19"/>
                      <a:gd name="T86" fmla="*/ 1 w 196"/>
                      <a:gd name="T87" fmla="*/ 1 h 19"/>
                      <a:gd name="T88" fmla="*/ 1 w 196"/>
                      <a:gd name="T89" fmla="*/ 1 h 19"/>
                      <a:gd name="T90" fmla="*/ 0 w 196"/>
                      <a:gd name="T91" fmla="*/ 1 h 19"/>
                      <a:gd name="T92" fmla="*/ 1 w 196"/>
                      <a:gd name="T93" fmla="*/ 1 h 19"/>
                      <a:gd name="T94" fmla="*/ 0 w 196"/>
                      <a:gd name="T95" fmla="*/ 1 h 19"/>
                      <a:gd name="T96" fmla="*/ 1 w 196"/>
                      <a:gd name="T97" fmla="*/ 1 h 1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96"/>
                      <a:gd name="T148" fmla="*/ 0 h 19"/>
                      <a:gd name="T149" fmla="*/ 196 w 196"/>
                      <a:gd name="T150" fmla="*/ 19 h 1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96" h="19">
                        <a:moveTo>
                          <a:pt x="2" y="18"/>
                        </a:moveTo>
                        <a:lnTo>
                          <a:pt x="1" y="19"/>
                        </a:lnTo>
                        <a:lnTo>
                          <a:pt x="7" y="18"/>
                        </a:lnTo>
                        <a:lnTo>
                          <a:pt x="13" y="16"/>
                        </a:lnTo>
                        <a:lnTo>
                          <a:pt x="19" y="16"/>
                        </a:lnTo>
                        <a:lnTo>
                          <a:pt x="26" y="14"/>
                        </a:lnTo>
                        <a:lnTo>
                          <a:pt x="32" y="13"/>
                        </a:lnTo>
                        <a:lnTo>
                          <a:pt x="38" y="12"/>
                        </a:lnTo>
                        <a:lnTo>
                          <a:pt x="44" y="11"/>
                        </a:lnTo>
                        <a:lnTo>
                          <a:pt x="49" y="9"/>
                        </a:lnTo>
                        <a:lnTo>
                          <a:pt x="55" y="9"/>
                        </a:lnTo>
                        <a:lnTo>
                          <a:pt x="61" y="8"/>
                        </a:lnTo>
                        <a:lnTo>
                          <a:pt x="68" y="8"/>
                        </a:lnTo>
                        <a:lnTo>
                          <a:pt x="74" y="7"/>
                        </a:lnTo>
                        <a:lnTo>
                          <a:pt x="80" y="7"/>
                        </a:lnTo>
                        <a:lnTo>
                          <a:pt x="85" y="6"/>
                        </a:lnTo>
                        <a:lnTo>
                          <a:pt x="92" y="6"/>
                        </a:lnTo>
                        <a:lnTo>
                          <a:pt x="98" y="5"/>
                        </a:lnTo>
                        <a:lnTo>
                          <a:pt x="116" y="5"/>
                        </a:lnTo>
                        <a:lnTo>
                          <a:pt x="122" y="3"/>
                        </a:lnTo>
                        <a:lnTo>
                          <a:pt x="177" y="3"/>
                        </a:lnTo>
                        <a:lnTo>
                          <a:pt x="183" y="2"/>
                        </a:lnTo>
                        <a:lnTo>
                          <a:pt x="196" y="2"/>
                        </a:lnTo>
                        <a:lnTo>
                          <a:pt x="196" y="0"/>
                        </a:lnTo>
                        <a:lnTo>
                          <a:pt x="183" y="0"/>
                        </a:lnTo>
                        <a:lnTo>
                          <a:pt x="177" y="1"/>
                        </a:lnTo>
                        <a:lnTo>
                          <a:pt x="128" y="1"/>
                        </a:lnTo>
                        <a:lnTo>
                          <a:pt x="122" y="2"/>
                        </a:lnTo>
                        <a:lnTo>
                          <a:pt x="98" y="2"/>
                        </a:lnTo>
                        <a:lnTo>
                          <a:pt x="92" y="3"/>
                        </a:lnTo>
                        <a:lnTo>
                          <a:pt x="85" y="3"/>
                        </a:lnTo>
                        <a:lnTo>
                          <a:pt x="80" y="5"/>
                        </a:lnTo>
                        <a:lnTo>
                          <a:pt x="74" y="5"/>
                        </a:lnTo>
                        <a:lnTo>
                          <a:pt x="68" y="6"/>
                        </a:lnTo>
                        <a:lnTo>
                          <a:pt x="61" y="6"/>
                        </a:lnTo>
                        <a:lnTo>
                          <a:pt x="55" y="7"/>
                        </a:lnTo>
                        <a:lnTo>
                          <a:pt x="49" y="7"/>
                        </a:lnTo>
                        <a:lnTo>
                          <a:pt x="43" y="8"/>
                        </a:lnTo>
                        <a:lnTo>
                          <a:pt x="37" y="9"/>
                        </a:lnTo>
                        <a:lnTo>
                          <a:pt x="31" y="11"/>
                        </a:lnTo>
                        <a:lnTo>
                          <a:pt x="24" y="12"/>
                        </a:lnTo>
                        <a:lnTo>
                          <a:pt x="19" y="13"/>
                        </a:lnTo>
                        <a:lnTo>
                          <a:pt x="13" y="14"/>
                        </a:lnTo>
                        <a:lnTo>
                          <a:pt x="7" y="16"/>
                        </a:lnTo>
                        <a:lnTo>
                          <a:pt x="1" y="17"/>
                        </a:lnTo>
                        <a:lnTo>
                          <a:pt x="0" y="17"/>
                        </a:lnTo>
                        <a:lnTo>
                          <a:pt x="1" y="17"/>
                        </a:lnTo>
                        <a:lnTo>
                          <a:pt x="0" y="17"/>
                        </a:lnTo>
                        <a:lnTo>
                          <a:pt x="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8" name="Freeform 71"/>
                  <p:cNvSpPr>
                    <a:spLocks/>
                  </p:cNvSpPr>
                  <p:nvPr/>
                </p:nvSpPr>
                <p:spPr bwMode="auto">
                  <a:xfrm>
                    <a:off x="4369" y="3479"/>
                    <a:ext cx="4" cy="5"/>
                  </a:xfrm>
                  <a:custGeom>
                    <a:avLst/>
                    <a:gdLst>
                      <a:gd name="T0" fmla="*/ 0 w 7"/>
                      <a:gd name="T1" fmla="*/ 1 h 8"/>
                      <a:gd name="T2" fmla="*/ 1 w 7"/>
                      <a:gd name="T3" fmla="*/ 1 h 8"/>
                      <a:gd name="T4" fmla="*/ 1 w 7"/>
                      <a:gd name="T5" fmla="*/ 1 h 8"/>
                      <a:gd name="T6" fmla="*/ 1 w 7"/>
                      <a:gd name="T7" fmla="*/ 0 h 8"/>
                      <a:gd name="T8" fmla="*/ 0 w 7"/>
                      <a:gd name="T9" fmla="*/ 1 h 8"/>
                      <a:gd name="T10" fmla="*/ 1 w 7"/>
                      <a:gd name="T11" fmla="*/ 1 h 8"/>
                      <a:gd name="T12" fmla="*/ 0 w 7"/>
                      <a:gd name="T13" fmla="*/ 1 h 8"/>
                      <a:gd name="T14" fmla="*/ 1 w 7"/>
                      <a:gd name="T15" fmla="*/ 1 h 8"/>
                      <a:gd name="T16" fmla="*/ 1 w 7"/>
                      <a:gd name="T17" fmla="*/ 1 h 8"/>
                      <a:gd name="T18" fmla="*/ 0 w 7"/>
                      <a:gd name="T19" fmla="*/ 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8"/>
                      <a:gd name="T32" fmla="*/ 7 w 7"/>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8">
                        <a:moveTo>
                          <a:pt x="0" y="7"/>
                        </a:moveTo>
                        <a:lnTo>
                          <a:pt x="2" y="7"/>
                        </a:lnTo>
                        <a:lnTo>
                          <a:pt x="7" y="1"/>
                        </a:lnTo>
                        <a:lnTo>
                          <a:pt x="5" y="0"/>
                        </a:lnTo>
                        <a:lnTo>
                          <a:pt x="0" y="6"/>
                        </a:lnTo>
                        <a:lnTo>
                          <a:pt x="2" y="6"/>
                        </a:lnTo>
                        <a:lnTo>
                          <a:pt x="0" y="7"/>
                        </a:lnTo>
                        <a:lnTo>
                          <a:pt x="1" y="8"/>
                        </a:lnTo>
                        <a:lnTo>
                          <a:pt x="2" y="7"/>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59" name="Freeform 72"/>
                  <p:cNvSpPr>
                    <a:spLocks/>
                  </p:cNvSpPr>
                  <p:nvPr/>
                </p:nvSpPr>
                <p:spPr bwMode="auto">
                  <a:xfrm>
                    <a:off x="4332" y="3466"/>
                    <a:ext cx="39" cy="17"/>
                  </a:xfrm>
                  <a:custGeom>
                    <a:avLst/>
                    <a:gdLst>
                      <a:gd name="T0" fmla="*/ 0 w 76"/>
                      <a:gd name="T1" fmla="*/ 1 h 33"/>
                      <a:gd name="T2" fmla="*/ 1 w 76"/>
                      <a:gd name="T3" fmla="*/ 1 h 33"/>
                      <a:gd name="T4" fmla="*/ 1 w 76"/>
                      <a:gd name="T5" fmla="*/ 1 h 33"/>
                      <a:gd name="T6" fmla="*/ 1 w 76"/>
                      <a:gd name="T7" fmla="*/ 1 h 33"/>
                      <a:gd name="T8" fmla="*/ 1 w 76"/>
                      <a:gd name="T9" fmla="*/ 1 h 33"/>
                      <a:gd name="T10" fmla="*/ 1 w 76"/>
                      <a:gd name="T11" fmla="*/ 1 h 33"/>
                      <a:gd name="T12" fmla="*/ 1 w 76"/>
                      <a:gd name="T13" fmla="*/ 1 h 33"/>
                      <a:gd name="T14" fmla="*/ 2 w 76"/>
                      <a:gd name="T15" fmla="*/ 1 h 33"/>
                      <a:gd name="T16" fmla="*/ 2 w 76"/>
                      <a:gd name="T17" fmla="*/ 1 h 33"/>
                      <a:gd name="T18" fmla="*/ 2 w 76"/>
                      <a:gd name="T19" fmla="*/ 1 h 33"/>
                      <a:gd name="T20" fmla="*/ 2 w 76"/>
                      <a:gd name="T21" fmla="*/ 1 h 33"/>
                      <a:gd name="T22" fmla="*/ 2 w 76"/>
                      <a:gd name="T23" fmla="*/ 1 h 33"/>
                      <a:gd name="T24" fmla="*/ 2 w 76"/>
                      <a:gd name="T25" fmla="*/ 1 h 33"/>
                      <a:gd name="T26" fmla="*/ 2 w 76"/>
                      <a:gd name="T27" fmla="*/ 1 h 33"/>
                      <a:gd name="T28" fmla="*/ 3 w 76"/>
                      <a:gd name="T29" fmla="*/ 1 h 33"/>
                      <a:gd name="T30" fmla="*/ 3 w 76"/>
                      <a:gd name="T31" fmla="*/ 1 h 33"/>
                      <a:gd name="T32" fmla="*/ 3 w 76"/>
                      <a:gd name="T33" fmla="*/ 2 h 33"/>
                      <a:gd name="T34" fmla="*/ 3 w 76"/>
                      <a:gd name="T35" fmla="*/ 1 h 33"/>
                      <a:gd name="T36" fmla="*/ 3 w 76"/>
                      <a:gd name="T37" fmla="*/ 1 h 33"/>
                      <a:gd name="T38" fmla="*/ 3 w 76"/>
                      <a:gd name="T39" fmla="*/ 1 h 33"/>
                      <a:gd name="T40" fmla="*/ 2 w 76"/>
                      <a:gd name="T41" fmla="*/ 1 h 33"/>
                      <a:gd name="T42" fmla="*/ 2 w 76"/>
                      <a:gd name="T43" fmla="*/ 1 h 33"/>
                      <a:gd name="T44" fmla="*/ 2 w 76"/>
                      <a:gd name="T45" fmla="*/ 1 h 33"/>
                      <a:gd name="T46" fmla="*/ 2 w 76"/>
                      <a:gd name="T47" fmla="*/ 1 h 33"/>
                      <a:gd name="T48" fmla="*/ 2 w 76"/>
                      <a:gd name="T49" fmla="*/ 1 h 33"/>
                      <a:gd name="T50" fmla="*/ 2 w 76"/>
                      <a:gd name="T51" fmla="*/ 1 h 33"/>
                      <a:gd name="T52" fmla="*/ 2 w 76"/>
                      <a:gd name="T53" fmla="*/ 1 h 33"/>
                      <a:gd name="T54" fmla="*/ 1 w 76"/>
                      <a:gd name="T55" fmla="*/ 1 h 33"/>
                      <a:gd name="T56" fmla="*/ 1 w 76"/>
                      <a:gd name="T57" fmla="*/ 1 h 33"/>
                      <a:gd name="T58" fmla="*/ 1 w 76"/>
                      <a:gd name="T59" fmla="*/ 1 h 33"/>
                      <a:gd name="T60" fmla="*/ 1 w 76"/>
                      <a:gd name="T61" fmla="*/ 1 h 33"/>
                      <a:gd name="T62" fmla="*/ 1 w 76"/>
                      <a:gd name="T63" fmla="*/ 1 h 33"/>
                      <a:gd name="T64" fmla="*/ 1 w 76"/>
                      <a:gd name="T65" fmla="*/ 1 h 33"/>
                      <a:gd name="T66" fmla="*/ 0 w 76"/>
                      <a:gd name="T67" fmla="*/ 0 h 33"/>
                      <a:gd name="T68" fmla="*/ 0 w 76"/>
                      <a:gd name="T69" fmla="*/ 1 h 3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
                      <a:gd name="T106" fmla="*/ 0 h 33"/>
                      <a:gd name="T107" fmla="*/ 76 w 76"/>
                      <a:gd name="T108" fmla="*/ 33 h 3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 h="33">
                        <a:moveTo>
                          <a:pt x="0" y="2"/>
                        </a:moveTo>
                        <a:lnTo>
                          <a:pt x="4" y="4"/>
                        </a:lnTo>
                        <a:lnTo>
                          <a:pt x="9" y="6"/>
                        </a:lnTo>
                        <a:lnTo>
                          <a:pt x="15" y="7"/>
                        </a:lnTo>
                        <a:lnTo>
                          <a:pt x="20" y="9"/>
                        </a:lnTo>
                        <a:lnTo>
                          <a:pt x="25" y="10"/>
                        </a:lnTo>
                        <a:lnTo>
                          <a:pt x="30" y="11"/>
                        </a:lnTo>
                        <a:lnTo>
                          <a:pt x="34" y="12"/>
                        </a:lnTo>
                        <a:lnTo>
                          <a:pt x="39" y="14"/>
                        </a:lnTo>
                        <a:lnTo>
                          <a:pt x="43" y="16"/>
                        </a:lnTo>
                        <a:lnTo>
                          <a:pt x="48" y="17"/>
                        </a:lnTo>
                        <a:lnTo>
                          <a:pt x="53" y="20"/>
                        </a:lnTo>
                        <a:lnTo>
                          <a:pt x="58" y="22"/>
                        </a:lnTo>
                        <a:lnTo>
                          <a:pt x="63" y="25"/>
                        </a:lnTo>
                        <a:lnTo>
                          <a:pt x="66" y="27"/>
                        </a:lnTo>
                        <a:lnTo>
                          <a:pt x="70" y="30"/>
                        </a:lnTo>
                        <a:lnTo>
                          <a:pt x="74" y="33"/>
                        </a:lnTo>
                        <a:lnTo>
                          <a:pt x="76" y="32"/>
                        </a:lnTo>
                        <a:lnTo>
                          <a:pt x="71" y="28"/>
                        </a:lnTo>
                        <a:lnTo>
                          <a:pt x="68" y="25"/>
                        </a:lnTo>
                        <a:lnTo>
                          <a:pt x="63" y="22"/>
                        </a:lnTo>
                        <a:lnTo>
                          <a:pt x="59" y="20"/>
                        </a:lnTo>
                        <a:lnTo>
                          <a:pt x="54" y="17"/>
                        </a:lnTo>
                        <a:lnTo>
                          <a:pt x="49" y="15"/>
                        </a:lnTo>
                        <a:lnTo>
                          <a:pt x="44" y="14"/>
                        </a:lnTo>
                        <a:lnTo>
                          <a:pt x="39" y="11"/>
                        </a:lnTo>
                        <a:lnTo>
                          <a:pt x="34" y="11"/>
                        </a:lnTo>
                        <a:lnTo>
                          <a:pt x="30" y="9"/>
                        </a:lnTo>
                        <a:lnTo>
                          <a:pt x="25" y="7"/>
                        </a:lnTo>
                        <a:lnTo>
                          <a:pt x="20" y="6"/>
                        </a:lnTo>
                        <a:lnTo>
                          <a:pt x="15" y="5"/>
                        </a:lnTo>
                        <a:lnTo>
                          <a:pt x="10" y="4"/>
                        </a:lnTo>
                        <a:lnTo>
                          <a:pt x="5" y="2"/>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0" name="Freeform 73"/>
                  <p:cNvSpPr>
                    <a:spLocks/>
                  </p:cNvSpPr>
                  <p:nvPr/>
                </p:nvSpPr>
                <p:spPr bwMode="auto">
                  <a:xfrm>
                    <a:off x="4314" y="3464"/>
                    <a:ext cx="18" cy="4"/>
                  </a:xfrm>
                  <a:custGeom>
                    <a:avLst/>
                    <a:gdLst>
                      <a:gd name="T0" fmla="*/ 0 w 37"/>
                      <a:gd name="T1" fmla="*/ 0 h 7"/>
                      <a:gd name="T2" fmla="*/ 0 w 37"/>
                      <a:gd name="T3" fmla="*/ 1 h 7"/>
                      <a:gd name="T4" fmla="*/ 1 w 37"/>
                      <a:gd name="T5" fmla="*/ 1 h 7"/>
                      <a:gd name="T6" fmla="*/ 1 w 37"/>
                      <a:gd name="T7" fmla="*/ 1 h 7"/>
                      <a:gd name="T8" fmla="*/ 0 w 37"/>
                      <a:gd name="T9" fmla="*/ 0 h 7"/>
                      <a:gd name="T10" fmla="*/ 0 w 37"/>
                      <a:gd name="T11" fmla="*/ 1 h 7"/>
                      <a:gd name="T12" fmla="*/ 0 w 37"/>
                      <a:gd name="T13" fmla="*/ 0 h 7"/>
                      <a:gd name="T14" fmla="*/ 0 w 37"/>
                      <a:gd name="T15" fmla="*/ 1 h 7"/>
                      <a:gd name="T16" fmla="*/ 0 w 37"/>
                      <a:gd name="T17" fmla="*/ 1 h 7"/>
                      <a:gd name="T18" fmla="*/ 0 w 37"/>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7"/>
                      <a:gd name="T31" fmla="*/ 0 h 7"/>
                      <a:gd name="T32" fmla="*/ 37 w 37"/>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7" h="7">
                        <a:moveTo>
                          <a:pt x="10" y="0"/>
                        </a:moveTo>
                        <a:lnTo>
                          <a:pt x="10" y="2"/>
                        </a:lnTo>
                        <a:lnTo>
                          <a:pt x="37" y="7"/>
                        </a:lnTo>
                        <a:lnTo>
                          <a:pt x="37" y="5"/>
                        </a:lnTo>
                        <a:lnTo>
                          <a:pt x="10" y="0"/>
                        </a:lnTo>
                        <a:lnTo>
                          <a:pt x="10" y="2"/>
                        </a:lnTo>
                        <a:lnTo>
                          <a:pt x="10" y="0"/>
                        </a:lnTo>
                        <a:lnTo>
                          <a:pt x="0" y="1"/>
                        </a:lnTo>
                        <a:lnTo>
                          <a:pt x="10" y="2"/>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1" name="Freeform 74"/>
                  <p:cNvSpPr>
                    <a:spLocks/>
                  </p:cNvSpPr>
                  <p:nvPr/>
                </p:nvSpPr>
                <p:spPr bwMode="auto">
                  <a:xfrm>
                    <a:off x="4319" y="3462"/>
                    <a:ext cx="26" cy="3"/>
                  </a:xfrm>
                  <a:custGeom>
                    <a:avLst/>
                    <a:gdLst>
                      <a:gd name="T0" fmla="*/ 2 w 52"/>
                      <a:gd name="T1" fmla="*/ 0 h 7"/>
                      <a:gd name="T2" fmla="*/ 2 w 52"/>
                      <a:gd name="T3" fmla="*/ 0 h 7"/>
                      <a:gd name="T4" fmla="*/ 1 w 52"/>
                      <a:gd name="T5" fmla="*/ 0 h 7"/>
                      <a:gd name="T6" fmla="*/ 1 w 52"/>
                      <a:gd name="T7" fmla="*/ 0 h 7"/>
                      <a:gd name="T8" fmla="*/ 1 w 52"/>
                      <a:gd name="T9" fmla="*/ 0 h 7"/>
                      <a:gd name="T10" fmla="*/ 1 w 52"/>
                      <a:gd name="T11" fmla="*/ 0 h 7"/>
                      <a:gd name="T12" fmla="*/ 1 w 52"/>
                      <a:gd name="T13" fmla="*/ 0 h 7"/>
                      <a:gd name="T14" fmla="*/ 1 w 52"/>
                      <a:gd name="T15" fmla="*/ 0 h 7"/>
                      <a:gd name="T16" fmla="*/ 1 w 52"/>
                      <a:gd name="T17" fmla="*/ 0 h 7"/>
                      <a:gd name="T18" fmla="*/ 0 w 52"/>
                      <a:gd name="T19" fmla="*/ 0 h 7"/>
                      <a:gd name="T20" fmla="*/ 0 w 52"/>
                      <a:gd name="T21" fmla="*/ 0 h 7"/>
                      <a:gd name="T22" fmla="*/ 1 w 52"/>
                      <a:gd name="T23" fmla="*/ 0 h 7"/>
                      <a:gd name="T24" fmla="*/ 1 w 52"/>
                      <a:gd name="T25" fmla="*/ 0 h 7"/>
                      <a:gd name="T26" fmla="*/ 1 w 52"/>
                      <a:gd name="T27" fmla="*/ 0 h 7"/>
                      <a:gd name="T28" fmla="*/ 1 w 52"/>
                      <a:gd name="T29" fmla="*/ 0 h 7"/>
                      <a:gd name="T30" fmla="*/ 1 w 52"/>
                      <a:gd name="T31" fmla="*/ 0 h 7"/>
                      <a:gd name="T32" fmla="*/ 1 w 52"/>
                      <a:gd name="T33" fmla="*/ 0 h 7"/>
                      <a:gd name="T34" fmla="*/ 2 w 52"/>
                      <a:gd name="T35" fmla="*/ 0 h 7"/>
                      <a:gd name="T36" fmla="*/ 2 w 52"/>
                      <a:gd name="T37" fmla="*/ 0 h 7"/>
                      <a:gd name="T38" fmla="*/ 2 w 52"/>
                      <a:gd name="T39" fmla="*/ 0 h 7"/>
                      <a:gd name="T40" fmla="*/ 2 w 52"/>
                      <a:gd name="T41" fmla="*/ 0 h 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2"/>
                      <a:gd name="T64" fmla="*/ 0 h 7"/>
                      <a:gd name="T65" fmla="*/ 52 w 52"/>
                      <a:gd name="T66" fmla="*/ 7 h 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2" h="7">
                        <a:moveTo>
                          <a:pt x="52" y="0"/>
                        </a:moveTo>
                        <a:lnTo>
                          <a:pt x="36" y="0"/>
                        </a:lnTo>
                        <a:lnTo>
                          <a:pt x="32" y="1"/>
                        </a:lnTo>
                        <a:lnTo>
                          <a:pt x="26" y="1"/>
                        </a:lnTo>
                        <a:lnTo>
                          <a:pt x="22" y="3"/>
                        </a:lnTo>
                        <a:lnTo>
                          <a:pt x="16" y="3"/>
                        </a:lnTo>
                        <a:lnTo>
                          <a:pt x="12" y="4"/>
                        </a:lnTo>
                        <a:lnTo>
                          <a:pt x="6" y="4"/>
                        </a:lnTo>
                        <a:lnTo>
                          <a:pt x="4" y="5"/>
                        </a:lnTo>
                        <a:lnTo>
                          <a:pt x="0" y="5"/>
                        </a:lnTo>
                        <a:lnTo>
                          <a:pt x="0" y="7"/>
                        </a:lnTo>
                        <a:lnTo>
                          <a:pt x="4" y="7"/>
                        </a:lnTo>
                        <a:lnTo>
                          <a:pt x="6" y="6"/>
                        </a:lnTo>
                        <a:lnTo>
                          <a:pt x="12" y="6"/>
                        </a:lnTo>
                        <a:lnTo>
                          <a:pt x="16" y="5"/>
                        </a:lnTo>
                        <a:lnTo>
                          <a:pt x="22" y="5"/>
                        </a:lnTo>
                        <a:lnTo>
                          <a:pt x="26" y="4"/>
                        </a:lnTo>
                        <a:lnTo>
                          <a:pt x="36" y="4"/>
                        </a:lnTo>
                        <a:lnTo>
                          <a:pt x="38" y="3"/>
                        </a:lnTo>
                        <a:lnTo>
                          <a:pt x="52" y="3"/>
                        </a:lnTo>
                        <a:lnTo>
                          <a:pt x="5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2" name="Freeform 75"/>
                  <p:cNvSpPr>
                    <a:spLocks/>
                  </p:cNvSpPr>
                  <p:nvPr/>
                </p:nvSpPr>
                <p:spPr bwMode="auto">
                  <a:xfrm>
                    <a:off x="4345" y="3459"/>
                    <a:ext cx="73" cy="4"/>
                  </a:xfrm>
                  <a:custGeom>
                    <a:avLst/>
                    <a:gdLst>
                      <a:gd name="T0" fmla="*/ 5 w 146"/>
                      <a:gd name="T1" fmla="*/ 1 h 8"/>
                      <a:gd name="T2" fmla="*/ 5 w 146"/>
                      <a:gd name="T3" fmla="*/ 1 h 8"/>
                      <a:gd name="T4" fmla="*/ 5 w 146"/>
                      <a:gd name="T5" fmla="*/ 1 h 8"/>
                      <a:gd name="T6" fmla="*/ 4 w 146"/>
                      <a:gd name="T7" fmla="*/ 1 h 8"/>
                      <a:gd name="T8" fmla="*/ 4 w 146"/>
                      <a:gd name="T9" fmla="*/ 0 h 8"/>
                      <a:gd name="T10" fmla="*/ 2 w 146"/>
                      <a:gd name="T11" fmla="*/ 0 h 8"/>
                      <a:gd name="T12" fmla="*/ 2 w 146"/>
                      <a:gd name="T13" fmla="*/ 1 h 8"/>
                      <a:gd name="T14" fmla="*/ 1 w 146"/>
                      <a:gd name="T15" fmla="*/ 1 h 8"/>
                      <a:gd name="T16" fmla="*/ 1 w 146"/>
                      <a:gd name="T17" fmla="*/ 1 h 8"/>
                      <a:gd name="T18" fmla="*/ 1 w 146"/>
                      <a:gd name="T19" fmla="*/ 1 h 8"/>
                      <a:gd name="T20" fmla="*/ 1 w 146"/>
                      <a:gd name="T21" fmla="*/ 1 h 8"/>
                      <a:gd name="T22" fmla="*/ 1 w 146"/>
                      <a:gd name="T23" fmla="*/ 1 h 8"/>
                      <a:gd name="T24" fmla="*/ 1 w 146"/>
                      <a:gd name="T25" fmla="*/ 1 h 8"/>
                      <a:gd name="T26" fmla="*/ 0 w 146"/>
                      <a:gd name="T27" fmla="*/ 1 h 8"/>
                      <a:gd name="T28" fmla="*/ 0 w 146"/>
                      <a:gd name="T29" fmla="*/ 1 h 8"/>
                      <a:gd name="T30" fmla="*/ 1 w 146"/>
                      <a:gd name="T31" fmla="*/ 1 h 8"/>
                      <a:gd name="T32" fmla="*/ 1 w 146"/>
                      <a:gd name="T33" fmla="*/ 1 h 8"/>
                      <a:gd name="T34" fmla="*/ 1 w 146"/>
                      <a:gd name="T35" fmla="*/ 1 h 8"/>
                      <a:gd name="T36" fmla="*/ 1 w 146"/>
                      <a:gd name="T37" fmla="*/ 1 h 8"/>
                      <a:gd name="T38" fmla="*/ 1 w 146"/>
                      <a:gd name="T39" fmla="*/ 1 h 8"/>
                      <a:gd name="T40" fmla="*/ 2 w 146"/>
                      <a:gd name="T41" fmla="*/ 1 h 8"/>
                      <a:gd name="T42" fmla="*/ 2 w 146"/>
                      <a:gd name="T43" fmla="*/ 1 h 8"/>
                      <a:gd name="T44" fmla="*/ 4 w 146"/>
                      <a:gd name="T45" fmla="*/ 1 h 8"/>
                      <a:gd name="T46" fmla="*/ 4 w 146"/>
                      <a:gd name="T47" fmla="*/ 1 h 8"/>
                      <a:gd name="T48" fmla="*/ 5 w 146"/>
                      <a:gd name="T49" fmla="*/ 1 h 8"/>
                      <a:gd name="T50" fmla="*/ 5 w 146"/>
                      <a:gd name="T51" fmla="*/ 1 h 8"/>
                      <a:gd name="T52" fmla="*/ 5 w 146"/>
                      <a:gd name="T53" fmla="*/ 1 h 8"/>
                      <a:gd name="T54" fmla="*/ 5 w 146"/>
                      <a:gd name="T55" fmla="*/ 1 h 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6"/>
                      <a:gd name="T85" fmla="*/ 0 h 8"/>
                      <a:gd name="T86" fmla="*/ 146 w 146"/>
                      <a:gd name="T87" fmla="*/ 8 h 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6" h="8">
                        <a:moveTo>
                          <a:pt x="146" y="3"/>
                        </a:moveTo>
                        <a:lnTo>
                          <a:pt x="142" y="3"/>
                        </a:lnTo>
                        <a:lnTo>
                          <a:pt x="138" y="1"/>
                        </a:lnTo>
                        <a:lnTo>
                          <a:pt x="124" y="1"/>
                        </a:lnTo>
                        <a:lnTo>
                          <a:pt x="119" y="0"/>
                        </a:lnTo>
                        <a:lnTo>
                          <a:pt x="50" y="0"/>
                        </a:lnTo>
                        <a:lnTo>
                          <a:pt x="44" y="1"/>
                        </a:lnTo>
                        <a:lnTo>
                          <a:pt x="30" y="1"/>
                        </a:lnTo>
                        <a:lnTo>
                          <a:pt x="27" y="3"/>
                        </a:lnTo>
                        <a:lnTo>
                          <a:pt x="17" y="3"/>
                        </a:lnTo>
                        <a:lnTo>
                          <a:pt x="12" y="4"/>
                        </a:lnTo>
                        <a:lnTo>
                          <a:pt x="8" y="4"/>
                        </a:lnTo>
                        <a:lnTo>
                          <a:pt x="3" y="5"/>
                        </a:lnTo>
                        <a:lnTo>
                          <a:pt x="0" y="5"/>
                        </a:lnTo>
                        <a:lnTo>
                          <a:pt x="0" y="8"/>
                        </a:lnTo>
                        <a:lnTo>
                          <a:pt x="3" y="6"/>
                        </a:lnTo>
                        <a:lnTo>
                          <a:pt x="8" y="6"/>
                        </a:lnTo>
                        <a:lnTo>
                          <a:pt x="12" y="5"/>
                        </a:lnTo>
                        <a:lnTo>
                          <a:pt x="27" y="5"/>
                        </a:lnTo>
                        <a:lnTo>
                          <a:pt x="30" y="4"/>
                        </a:lnTo>
                        <a:lnTo>
                          <a:pt x="44" y="4"/>
                        </a:lnTo>
                        <a:lnTo>
                          <a:pt x="50" y="3"/>
                        </a:lnTo>
                        <a:lnTo>
                          <a:pt x="119" y="3"/>
                        </a:lnTo>
                        <a:lnTo>
                          <a:pt x="124" y="4"/>
                        </a:lnTo>
                        <a:lnTo>
                          <a:pt x="138" y="4"/>
                        </a:lnTo>
                        <a:lnTo>
                          <a:pt x="142" y="5"/>
                        </a:lnTo>
                        <a:lnTo>
                          <a:pt x="146" y="5"/>
                        </a:lnTo>
                        <a:lnTo>
                          <a:pt x="14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3" name="Freeform 76"/>
                  <p:cNvSpPr>
                    <a:spLocks/>
                  </p:cNvSpPr>
                  <p:nvPr/>
                </p:nvSpPr>
                <p:spPr bwMode="auto">
                  <a:xfrm>
                    <a:off x="4153" y="3465"/>
                    <a:ext cx="236" cy="94"/>
                  </a:xfrm>
                  <a:custGeom>
                    <a:avLst/>
                    <a:gdLst>
                      <a:gd name="T0" fmla="*/ 14 w 472"/>
                      <a:gd name="T1" fmla="*/ 1 h 189"/>
                      <a:gd name="T2" fmla="*/ 14 w 472"/>
                      <a:gd name="T3" fmla="*/ 2 h 189"/>
                      <a:gd name="T4" fmla="*/ 15 w 472"/>
                      <a:gd name="T5" fmla="*/ 3 h 189"/>
                      <a:gd name="T6" fmla="*/ 15 w 472"/>
                      <a:gd name="T7" fmla="*/ 4 h 189"/>
                      <a:gd name="T8" fmla="*/ 14 w 472"/>
                      <a:gd name="T9" fmla="*/ 3 h 189"/>
                      <a:gd name="T10" fmla="*/ 14 w 472"/>
                      <a:gd name="T11" fmla="*/ 2 h 189"/>
                      <a:gd name="T12" fmla="*/ 13 w 472"/>
                      <a:gd name="T13" fmla="*/ 1 h 189"/>
                      <a:gd name="T14" fmla="*/ 13 w 472"/>
                      <a:gd name="T15" fmla="*/ 0 h 189"/>
                      <a:gd name="T16" fmla="*/ 12 w 472"/>
                      <a:gd name="T17" fmla="*/ 0 h 189"/>
                      <a:gd name="T18" fmla="*/ 11 w 472"/>
                      <a:gd name="T19" fmla="*/ 0 h 189"/>
                      <a:gd name="T20" fmla="*/ 11 w 472"/>
                      <a:gd name="T21" fmla="*/ 0 h 189"/>
                      <a:gd name="T22" fmla="*/ 7 w 472"/>
                      <a:gd name="T23" fmla="*/ 0 h 189"/>
                      <a:gd name="T24" fmla="*/ 7 w 472"/>
                      <a:gd name="T25" fmla="*/ 0 h 189"/>
                      <a:gd name="T26" fmla="*/ 9 w 472"/>
                      <a:gd name="T27" fmla="*/ 0 h 189"/>
                      <a:gd name="T28" fmla="*/ 9 w 472"/>
                      <a:gd name="T29" fmla="*/ 0 h 189"/>
                      <a:gd name="T30" fmla="*/ 8 w 472"/>
                      <a:gd name="T31" fmla="*/ 0 h 189"/>
                      <a:gd name="T32" fmla="*/ 7 w 472"/>
                      <a:gd name="T33" fmla="*/ 1 h 189"/>
                      <a:gd name="T34" fmla="*/ 6 w 472"/>
                      <a:gd name="T35" fmla="*/ 1 h 189"/>
                      <a:gd name="T36" fmla="*/ 6 w 472"/>
                      <a:gd name="T37" fmla="*/ 1 h 189"/>
                      <a:gd name="T38" fmla="*/ 5 w 472"/>
                      <a:gd name="T39" fmla="*/ 1 h 189"/>
                      <a:gd name="T40" fmla="*/ 6 w 472"/>
                      <a:gd name="T41" fmla="*/ 0 h 189"/>
                      <a:gd name="T42" fmla="*/ 6 w 472"/>
                      <a:gd name="T43" fmla="*/ 0 h 189"/>
                      <a:gd name="T44" fmla="*/ 5 w 472"/>
                      <a:gd name="T45" fmla="*/ 0 h 189"/>
                      <a:gd name="T46" fmla="*/ 4 w 472"/>
                      <a:gd name="T47" fmla="*/ 0 h 189"/>
                      <a:gd name="T48" fmla="*/ 3 w 472"/>
                      <a:gd name="T49" fmla="*/ 0 h 189"/>
                      <a:gd name="T50" fmla="*/ 3 w 472"/>
                      <a:gd name="T51" fmla="*/ 0 h 189"/>
                      <a:gd name="T52" fmla="*/ 4 w 472"/>
                      <a:gd name="T53" fmla="*/ 1 h 189"/>
                      <a:gd name="T54" fmla="*/ 4 w 472"/>
                      <a:gd name="T55" fmla="*/ 1 h 189"/>
                      <a:gd name="T56" fmla="*/ 5 w 472"/>
                      <a:gd name="T57" fmla="*/ 1 h 189"/>
                      <a:gd name="T58" fmla="*/ 6 w 472"/>
                      <a:gd name="T59" fmla="*/ 1 h 189"/>
                      <a:gd name="T60" fmla="*/ 7 w 472"/>
                      <a:gd name="T61" fmla="*/ 2 h 189"/>
                      <a:gd name="T62" fmla="*/ 7 w 472"/>
                      <a:gd name="T63" fmla="*/ 2 h 189"/>
                      <a:gd name="T64" fmla="*/ 7 w 472"/>
                      <a:gd name="T65" fmla="*/ 2 h 189"/>
                      <a:gd name="T66" fmla="*/ 7 w 472"/>
                      <a:gd name="T67" fmla="*/ 4 h 189"/>
                      <a:gd name="T68" fmla="*/ 7 w 472"/>
                      <a:gd name="T69" fmla="*/ 5 h 189"/>
                      <a:gd name="T70" fmla="*/ 6 w 472"/>
                      <a:gd name="T71" fmla="*/ 5 h 189"/>
                      <a:gd name="T72" fmla="*/ 4 w 472"/>
                      <a:gd name="T73" fmla="*/ 5 h 189"/>
                      <a:gd name="T74" fmla="*/ 4 w 472"/>
                      <a:gd name="T75" fmla="*/ 4 h 189"/>
                      <a:gd name="T76" fmla="*/ 4 w 472"/>
                      <a:gd name="T77" fmla="*/ 4 h 189"/>
                      <a:gd name="T78" fmla="*/ 3 w 472"/>
                      <a:gd name="T79" fmla="*/ 3 h 189"/>
                      <a:gd name="T80" fmla="*/ 3 w 472"/>
                      <a:gd name="T81" fmla="*/ 3 h 189"/>
                      <a:gd name="T82" fmla="*/ 2 w 472"/>
                      <a:gd name="T83" fmla="*/ 2 h 189"/>
                      <a:gd name="T84" fmla="*/ 1 w 472"/>
                      <a:gd name="T85" fmla="*/ 3 h 189"/>
                      <a:gd name="T86" fmla="*/ 1 w 472"/>
                      <a:gd name="T87" fmla="*/ 3 h 189"/>
                      <a:gd name="T88" fmla="*/ 1 w 472"/>
                      <a:gd name="T89" fmla="*/ 3 h 189"/>
                      <a:gd name="T90" fmla="*/ 1 w 472"/>
                      <a:gd name="T91" fmla="*/ 2 h 189"/>
                      <a:gd name="T92" fmla="*/ 1 w 472"/>
                      <a:gd name="T93" fmla="*/ 1 h 189"/>
                      <a:gd name="T94" fmla="*/ 1 w 472"/>
                      <a:gd name="T95" fmla="*/ 0 h 189"/>
                      <a:gd name="T96" fmla="*/ 2 w 472"/>
                      <a:gd name="T97" fmla="*/ 0 h 189"/>
                      <a:gd name="T98" fmla="*/ 3 w 472"/>
                      <a:gd name="T99" fmla="*/ 0 h 189"/>
                      <a:gd name="T100" fmla="*/ 4 w 472"/>
                      <a:gd name="T101" fmla="*/ 0 h 189"/>
                      <a:gd name="T102" fmla="*/ 5 w 472"/>
                      <a:gd name="T103" fmla="*/ 0 h 189"/>
                      <a:gd name="T104" fmla="*/ 8 w 472"/>
                      <a:gd name="T105" fmla="*/ 0 h 189"/>
                      <a:gd name="T106" fmla="*/ 10 w 472"/>
                      <a:gd name="T107" fmla="*/ 0 h 189"/>
                      <a:gd name="T108" fmla="*/ 11 w 472"/>
                      <a:gd name="T109" fmla="*/ 0 h 189"/>
                      <a:gd name="T110" fmla="*/ 12 w 472"/>
                      <a:gd name="T111" fmla="*/ 0 h 189"/>
                      <a:gd name="T112" fmla="*/ 12 w 472"/>
                      <a:gd name="T113" fmla="*/ 0 h 189"/>
                      <a:gd name="T114" fmla="*/ 13 w 472"/>
                      <a:gd name="T115" fmla="*/ 0 h 18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472"/>
                      <a:gd name="T175" fmla="*/ 0 h 189"/>
                      <a:gd name="T176" fmla="*/ 472 w 472"/>
                      <a:gd name="T177" fmla="*/ 189 h 189"/>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472" h="189">
                        <a:moveTo>
                          <a:pt x="404" y="24"/>
                        </a:moveTo>
                        <a:lnTo>
                          <a:pt x="409" y="25"/>
                        </a:lnTo>
                        <a:lnTo>
                          <a:pt x="414" y="27"/>
                        </a:lnTo>
                        <a:lnTo>
                          <a:pt x="418" y="30"/>
                        </a:lnTo>
                        <a:lnTo>
                          <a:pt x="423" y="32"/>
                        </a:lnTo>
                        <a:lnTo>
                          <a:pt x="430" y="40"/>
                        </a:lnTo>
                        <a:lnTo>
                          <a:pt x="433" y="43"/>
                        </a:lnTo>
                        <a:lnTo>
                          <a:pt x="435" y="48"/>
                        </a:lnTo>
                        <a:lnTo>
                          <a:pt x="436" y="55"/>
                        </a:lnTo>
                        <a:lnTo>
                          <a:pt x="439" y="59"/>
                        </a:lnTo>
                        <a:lnTo>
                          <a:pt x="441" y="66"/>
                        </a:lnTo>
                        <a:lnTo>
                          <a:pt x="444" y="72"/>
                        </a:lnTo>
                        <a:lnTo>
                          <a:pt x="446" y="77"/>
                        </a:lnTo>
                        <a:lnTo>
                          <a:pt x="449" y="83"/>
                        </a:lnTo>
                        <a:lnTo>
                          <a:pt x="450" y="89"/>
                        </a:lnTo>
                        <a:lnTo>
                          <a:pt x="452" y="94"/>
                        </a:lnTo>
                        <a:lnTo>
                          <a:pt x="455" y="100"/>
                        </a:lnTo>
                        <a:lnTo>
                          <a:pt x="457" y="106"/>
                        </a:lnTo>
                        <a:lnTo>
                          <a:pt x="460" y="111"/>
                        </a:lnTo>
                        <a:lnTo>
                          <a:pt x="462" y="117"/>
                        </a:lnTo>
                        <a:lnTo>
                          <a:pt x="465" y="124"/>
                        </a:lnTo>
                        <a:lnTo>
                          <a:pt x="467" y="130"/>
                        </a:lnTo>
                        <a:lnTo>
                          <a:pt x="470" y="135"/>
                        </a:lnTo>
                        <a:lnTo>
                          <a:pt x="472" y="141"/>
                        </a:lnTo>
                        <a:lnTo>
                          <a:pt x="455" y="148"/>
                        </a:lnTo>
                        <a:lnTo>
                          <a:pt x="454" y="143"/>
                        </a:lnTo>
                        <a:lnTo>
                          <a:pt x="451" y="140"/>
                        </a:lnTo>
                        <a:lnTo>
                          <a:pt x="449" y="135"/>
                        </a:lnTo>
                        <a:lnTo>
                          <a:pt x="446" y="131"/>
                        </a:lnTo>
                        <a:lnTo>
                          <a:pt x="444" y="126"/>
                        </a:lnTo>
                        <a:lnTo>
                          <a:pt x="442" y="122"/>
                        </a:lnTo>
                        <a:lnTo>
                          <a:pt x="441" y="117"/>
                        </a:lnTo>
                        <a:lnTo>
                          <a:pt x="441" y="112"/>
                        </a:lnTo>
                        <a:lnTo>
                          <a:pt x="438" y="104"/>
                        </a:lnTo>
                        <a:lnTo>
                          <a:pt x="435" y="95"/>
                        </a:lnTo>
                        <a:lnTo>
                          <a:pt x="431" y="87"/>
                        </a:lnTo>
                        <a:lnTo>
                          <a:pt x="429" y="78"/>
                        </a:lnTo>
                        <a:lnTo>
                          <a:pt x="425" y="69"/>
                        </a:lnTo>
                        <a:lnTo>
                          <a:pt x="423" y="61"/>
                        </a:lnTo>
                        <a:lnTo>
                          <a:pt x="419" y="52"/>
                        </a:lnTo>
                        <a:lnTo>
                          <a:pt x="415" y="43"/>
                        </a:lnTo>
                        <a:lnTo>
                          <a:pt x="413" y="42"/>
                        </a:lnTo>
                        <a:lnTo>
                          <a:pt x="408" y="37"/>
                        </a:lnTo>
                        <a:lnTo>
                          <a:pt x="406" y="36"/>
                        </a:lnTo>
                        <a:lnTo>
                          <a:pt x="403" y="35"/>
                        </a:lnTo>
                        <a:lnTo>
                          <a:pt x="401" y="34"/>
                        </a:lnTo>
                        <a:lnTo>
                          <a:pt x="397" y="32"/>
                        </a:lnTo>
                        <a:lnTo>
                          <a:pt x="394" y="31"/>
                        </a:lnTo>
                        <a:lnTo>
                          <a:pt x="392" y="30"/>
                        </a:lnTo>
                        <a:lnTo>
                          <a:pt x="388" y="29"/>
                        </a:lnTo>
                        <a:lnTo>
                          <a:pt x="386" y="29"/>
                        </a:lnTo>
                        <a:lnTo>
                          <a:pt x="382" y="27"/>
                        </a:lnTo>
                        <a:lnTo>
                          <a:pt x="380" y="27"/>
                        </a:lnTo>
                        <a:lnTo>
                          <a:pt x="377" y="26"/>
                        </a:lnTo>
                        <a:lnTo>
                          <a:pt x="373" y="25"/>
                        </a:lnTo>
                        <a:lnTo>
                          <a:pt x="371" y="24"/>
                        </a:lnTo>
                        <a:lnTo>
                          <a:pt x="366" y="24"/>
                        </a:lnTo>
                        <a:lnTo>
                          <a:pt x="361" y="22"/>
                        </a:lnTo>
                        <a:lnTo>
                          <a:pt x="356" y="21"/>
                        </a:lnTo>
                        <a:lnTo>
                          <a:pt x="351" y="20"/>
                        </a:lnTo>
                        <a:lnTo>
                          <a:pt x="346" y="19"/>
                        </a:lnTo>
                        <a:lnTo>
                          <a:pt x="341" y="19"/>
                        </a:lnTo>
                        <a:lnTo>
                          <a:pt x="337" y="18"/>
                        </a:lnTo>
                        <a:lnTo>
                          <a:pt x="332" y="16"/>
                        </a:lnTo>
                        <a:lnTo>
                          <a:pt x="327" y="16"/>
                        </a:lnTo>
                        <a:lnTo>
                          <a:pt x="321" y="15"/>
                        </a:lnTo>
                        <a:lnTo>
                          <a:pt x="229" y="15"/>
                        </a:lnTo>
                        <a:lnTo>
                          <a:pt x="223" y="16"/>
                        </a:lnTo>
                        <a:lnTo>
                          <a:pt x="217" y="16"/>
                        </a:lnTo>
                        <a:lnTo>
                          <a:pt x="211" y="18"/>
                        </a:lnTo>
                        <a:lnTo>
                          <a:pt x="205" y="19"/>
                        </a:lnTo>
                        <a:lnTo>
                          <a:pt x="200" y="20"/>
                        </a:lnTo>
                        <a:lnTo>
                          <a:pt x="194" y="21"/>
                        </a:lnTo>
                        <a:lnTo>
                          <a:pt x="194" y="22"/>
                        </a:lnTo>
                        <a:lnTo>
                          <a:pt x="195" y="22"/>
                        </a:lnTo>
                        <a:lnTo>
                          <a:pt x="195" y="24"/>
                        </a:lnTo>
                        <a:lnTo>
                          <a:pt x="200" y="22"/>
                        </a:lnTo>
                        <a:lnTo>
                          <a:pt x="205" y="21"/>
                        </a:lnTo>
                        <a:lnTo>
                          <a:pt x="210" y="21"/>
                        </a:lnTo>
                        <a:lnTo>
                          <a:pt x="215" y="20"/>
                        </a:lnTo>
                        <a:lnTo>
                          <a:pt x="220" y="20"/>
                        </a:lnTo>
                        <a:lnTo>
                          <a:pt x="226" y="19"/>
                        </a:lnTo>
                        <a:lnTo>
                          <a:pt x="263" y="19"/>
                        </a:lnTo>
                        <a:lnTo>
                          <a:pt x="268" y="20"/>
                        </a:lnTo>
                        <a:lnTo>
                          <a:pt x="277" y="20"/>
                        </a:lnTo>
                        <a:lnTo>
                          <a:pt x="274" y="21"/>
                        </a:lnTo>
                        <a:lnTo>
                          <a:pt x="268" y="21"/>
                        </a:lnTo>
                        <a:lnTo>
                          <a:pt x="264" y="22"/>
                        </a:lnTo>
                        <a:lnTo>
                          <a:pt x="260" y="24"/>
                        </a:lnTo>
                        <a:lnTo>
                          <a:pt x="258" y="25"/>
                        </a:lnTo>
                        <a:lnTo>
                          <a:pt x="254" y="25"/>
                        </a:lnTo>
                        <a:lnTo>
                          <a:pt x="252" y="26"/>
                        </a:lnTo>
                        <a:lnTo>
                          <a:pt x="248" y="27"/>
                        </a:lnTo>
                        <a:lnTo>
                          <a:pt x="245" y="29"/>
                        </a:lnTo>
                        <a:lnTo>
                          <a:pt x="242" y="29"/>
                        </a:lnTo>
                        <a:lnTo>
                          <a:pt x="238" y="30"/>
                        </a:lnTo>
                        <a:lnTo>
                          <a:pt x="234" y="31"/>
                        </a:lnTo>
                        <a:lnTo>
                          <a:pt x="232" y="32"/>
                        </a:lnTo>
                        <a:lnTo>
                          <a:pt x="228" y="32"/>
                        </a:lnTo>
                        <a:lnTo>
                          <a:pt x="224" y="34"/>
                        </a:lnTo>
                        <a:lnTo>
                          <a:pt x="221" y="35"/>
                        </a:lnTo>
                        <a:lnTo>
                          <a:pt x="217" y="36"/>
                        </a:lnTo>
                        <a:lnTo>
                          <a:pt x="212" y="37"/>
                        </a:lnTo>
                        <a:lnTo>
                          <a:pt x="208" y="38"/>
                        </a:lnTo>
                        <a:lnTo>
                          <a:pt x="205" y="40"/>
                        </a:lnTo>
                        <a:lnTo>
                          <a:pt x="201" y="42"/>
                        </a:lnTo>
                        <a:lnTo>
                          <a:pt x="197" y="42"/>
                        </a:lnTo>
                        <a:lnTo>
                          <a:pt x="192" y="43"/>
                        </a:lnTo>
                        <a:lnTo>
                          <a:pt x="189" y="46"/>
                        </a:lnTo>
                        <a:lnTo>
                          <a:pt x="185" y="47"/>
                        </a:lnTo>
                        <a:lnTo>
                          <a:pt x="180" y="48"/>
                        </a:lnTo>
                        <a:lnTo>
                          <a:pt x="176" y="50"/>
                        </a:lnTo>
                        <a:lnTo>
                          <a:pt x="173" y="51"/>
                        </a:lnTo>
                        <a:lnTo>
                          <a:pt x="169" y="53"/>
                        </a:lnTo>
                        <a:lnTo>
                          <a:pt x="164" y="55"/>
                        </a:lnTo>
                        <a:lnTo>
                          <a:pt x="162" y="56"/>
                        </a:lnTo>
                        <a:lnTo>
                          <a:pt x="149" y="53"/>
                        </a:lnTo>
                        <a:lnTo>
                          <a:pt x="152" y="51"/>
                        </a:lnTo>
                        <a:lnTo>
                          <a:pt x="157" y="50"/>
                        </a:lnTo>
                        <a:lnTo>
                          <a:pt x="159" y="47"/>
                        </a:lnTo>
                        <a:lnTo>
                          <a:pt x="164" y="46"/>
                        </a:lnTo>
                        <a:lnTo>
                          <a:pt x="169" y="41"/>
                        </a:lnTo>
                        <a:lnTo>
                          <a:pt x="171" y="37"/>
                        </a:lnTo>
                        <a:lnTo>
                          <a:pt x="171" y="32"/>
                        </a:lnTo>
                        <a:lnTo>
                          <a:pt x="173" y="32"/>
                        </a:lnTo>
                        <a:lnTo>
                          <a:pt x="175" y="31"/>
                        </a:lnTo>
                        <a:lnTo>
                          <a:pt x="178" y="29"/>
                        </a:lnTo>
                        <a:lnTo>
                          <a:pt x="180" y="29"/>
                        </a:lnTo>
                        <a:lnTo>
                          <a:pt x="183" y="27"/>
                        </a:lnTo>
                        <a:lnTo>
                          <a:pt x="184" y="26"/>
                        </a:lnTo>
                        <a:lnTo>
                          <a:pt x="186" y="26"/>
                        </a:lnTo>
                        <a:lnTo>
                          <a:pt x="186" y="24"/>
                        </a:lnTo>
                        <a:lnTo>
                          <a:pt x="183" y="20"/>
                        </a:lnTo>
                        <a:lnTo>
                          <a:pt x="178" y="21"/>
                        </a:lnTo>
                        <a:lnTo>
                          <a:pt x="149" y="21"/>
                        </a:lnTo>
                        <a:lnTo>
                          <a:pt x="143" y="22"/>
                        </a:lnTo>
                        <a:lnTo>
                          <a:pt x="137" y="22"/>
                        </a:lnTo>
                        <a:lnTo>
                          <a:pt x="132" y="24"/>
                        </a:lnTo>
                        <a:lnTo>
                          <a:pt x="126" y="25"/>
                        </a:lnTo>
                        <a:lnTo>
                          <a:pt x="121" y="25"/>
                        </a:lnTo>
                        <a:lnTo>
                          <a:pt x="116" y="26"/>
                        </a:lnTo>
                        <a:lnTo>
                          <a:pt x="110" y="27"/>
                        </a:lnTo>
                        <a:lnTo>
                          <a:pt x="105" y="29"/>
                        </a:lnTo>
                        <a:lnTo>
                          <a:pt x="100" y="31"/>
                        </a:lnTo>
                        <a:lnTo>
                          <a:pt x="95" y="32"/>
                        </a:lnTo>
                        <a:lnTo>
                          <a:pt x="94" y="32"/>
                        </a:lnTo>
                        <a:lnTo>
                          <a:pt x="91" y="34"/>
                        </a:lnTo>
                        <a:lnTo>
                          <a:pt x="90" y="34"/>
                        </a:lnTo>
                        <a:lnTo>
                          <a:pt x="89" y="32"/>
                        </a:lnTo>
                        <a:lnTo>
                          <a:pt x="90" y="31"/>
                        </a:lnTo>
                        <a:lnTo>
                          <a:pt x="91" y="31"/>
                        </a:lnTo>
                        <a:lnTo>
                          <a:pt x="91" y="29"/>
                        </a:lnTo>
                        <a:lnTo>
                          <a:pt x="90" y="27"/>
                        </a:lnTo>
                        <a:lnTo>
                          <a:pt x="88" y="27"/>
                        </a:lnTo>
                        <a:lnTo>
                          <a:pt x="86" y="29"/>
                        </a:lnTo>
                        <a:lnTo>
                          <a:pt x="85" y="31"/>
                        </a:lnTo>
                        <a:lnTo>
                          <a:pt x="84" y="34"/>
                        </a:lnTo>
                        <a:lnTo>
                          <a:pt x="85" y="35"/>
                        </a:lnTo>
                        <a:lnTo>
                          <a:pt x="88" y="38"/>
                        </a:lnTo>
                        <a:lnTo>
                          <a:pt x="91" y="42"/>
                        </a:lnTo>
                        <a:lnTo>
                          <a:pt x="95" y="43"/>
                        </a:lnTo>
                        <a:lnTo>
                          <a:pt x="99" y="45"/>
                        </a:lnTo>
                        <a:lnTo>
                          <a:pt x="102" y="46"/>
                        </a:lnTo>
                        <a:lnTo>
                          <a:pt x="107" y="47"/>
                        </a:lnTo>
                        <a:lnTo>
                          <a:pt x="111" y="48"/>
                        </a:lnTo>
                        <a:lnTo>
                          <a:pt x="115" y="50"/>
                        </a:lnTo>
                        <a:lnTo>
                          <a:pt x="119" y="51"/>
                        </a:lnTo>
                        <a:lnTo>
                          <a:pt x="121" y="52"/>
                        </a:lnTo>
                        <a:lnTo>
                          <a:pt x="125" y="53"/>
                        </a:lnTo>
                        <a:lnTo>
                          <a:pt x="128" y="55"/>
                        </a:lnTo>
                        <a:lnTo>
                          <a:pt x="132" y="55"/>
                        </a:lnTo>
                        <a:lnTo>
                          <a:pt x="135" y="56"/>
                        </a:lnTo>
                        <a:lnTo>
                          <a:pt x="138" y="57"/>
                        </a:lnTo>
                        <a:lnTo>
                          <a:pt x="142" y="57"/>
                        </a:lnTo>
                        <a:lnTo>
                          <a:pt x="146" y="58"/>
                        </a:lnTo>
                        <a:lnTo>
                          <a:pt x="149" y="59"/>
                        </a:lnTo>
                        <a:lnTo>
                          <a:pt x="152" y="59"/>
                        </a:lnTo>
                        <a:lnTo>
                          <a:pt x="157" y="61"/>
                        </a:lnTo>
                        <a:lnTo>
                          <a:pt x="159" y="62"/>
                        </a:lnTo>
                        <a:lnTo>
                          <a:pt x="175" y="62"/>
                        </a:lnTo>
                        <a:lnTo>
                          <a:pt x="179" y="63"/>
                        </a:lnTo>
                        <a:lnTo>
                          <a:pt x="183" y="64"/>
                        </a:lnTo>
                        <a:lnTo>
                          <a:pt x="186" y="64"/>
                        </a:lnTo>
                        <a:lnTo>
                          <a:pt x="190" y="66"/>
                        </a:lnTo>
                        <a:lnTo>
                          <a:pt x="195" y="67"/>
                        </a:lnTo>
                        <a:lnTo>
                          <a:pt x="199" y="68"/>
                        </a:lnTo>
                        <a:lnTo>
                          <a:pt x="202" y="69"/>
                        </a:lnTo>
                        <a:lnTo>
                          <a:pt x="206" y="71"/>
                        </a:lnTo>
                        <a:lnTo>
                          <a:pt x="210" y="72"/>
                        </a:lnTo>
                        <a:lnTo>
                          <a:pt x="213" y="73"/>
                        </a:lnTo>
                        <a:lnTo>
                          <a:pt x="217" y="74"/>
                        </a:lnTo>
                        <a:lnTo>
                          <a:pt x="221" y="75"/>
                        </a:lnTo>
                        <a:lnTo>
                          <a:pt x="224" y="77"/>
                        </a:lnTo>
                        <a:lnTo>
                          <a:pt x="228" y="77"/>
                        </a:lnTo>
                        <a:lnTo>
                          <a:pt x="233" y="78"/>
                        </a:lnTo>
                        <a:lnTo>
                          <a:pt x="228" y="82"/>
                        </a:lnTo>
                        <a:lnTo>
                          <a:pt x="221" y="89"/>
                        </a:lnTo>
                        <a:lnTo>
                          <a:pt x="217" y="94"/>
                        </a:lnTo>
                        <a:lnTo>
                          <a:pt x="215" y="100"/>
                        </a:lnTo>
                        <a:lnTo>
                          <a:pt x="213" y="105"/>
                        </a:lnTo>
                        <a:lnTo>
                          <a:pt x="212" y="110"/>
                        </a:lnTo>
                        <a:lnTo>
                          <a:pt x="212" y="135"/>
                        </a:lnTo>
                        <a:lnTo>
                          <a:pt x="213" y="143"/>
                        </a:lnTo>
                        <a:lnTo>
                          <a:pt x="213" y="153"/>
                        </a:lnTo>
                        <a:lnTo>
                          <a:pt x="215" y="162"/>
                        </a:lnTo>
                        <a:lnTo>
                          <a:pt x="217" y="170"/>
                        </a:lnTo>
                        <a:lnTo>
                          <a:pt x="218" y="179"/>
                        </a:lnTo>
                        <a:lnTo>
                          <a:pt x="220" y="189"/>
                        </a:lnTo>
                        <a:lnTo>
                          <a:pt x="213" y="186"/>
                        </a:lnTo>
                        <a:lnTo>
                          <a:pt x="206" y="185"/>
                        </a:lnTo>
                        <a:lnTo>
                          <a:pt x="200" y="183"/>
                        </a:lnTo>
                        <a:lnTo>
                          <a:pt x="192" y="181"/>
                        </a:lnTo>
                        <a:lnTo>
                          <a:pt x="186" y="180"/>
                        </a:lnTo>
                        <a:lnTo>
                          <a:pt x="179" y="179"/>
                        </a:lnTo>
                        <a:lnTo>
                          <a:pt x="173" y="178"/>
                        </a:lnTo>
                        <a:lnTo>
                          <a:pt x="165" y="177"/>
                        </a:lnTo>
                        <a:lnTo>
                          <a:pt x="158" y="175"/>
                        </a:lnTo>
                        <a:lnTo>
                          <a:pt x="152" y="174"/>
                        </a:lnTo>
                        <a:lnTo>
                          <a:pt x="144" y="173"/>
                        </a:lnTo>
                        <a:lnTo>
                          <a:pt x="138" y="172"/>
                        </a:lnTo>
                        <a:lnTo>
                          <a:pt x="131" y="172"/>
                        </a:lnTo>
                        <a:lnTo>
                          <a:pt x="125" y="170"/>
                        </a:lnTo>
                        <a:lnTo>
                          <a:pt x="117" y="169"/>
                        </a:lnTo>
                        <a:lnTo>
                          <a:pt x="111" y="167"/>
                        </a:lnTo>
                        <a:lnTo>
                          <a:pt x="109" y="165"/>
                        </a:lnTo>
                        <a:lnTo>
                          <a:pt x="107" y="164"/>
                        </a:lnTo>
                        <a:lnTo>
                          <a:pt x="106" y="162"/>
                        </a:lnTo>
                        <a:lnTo>
                          <a:pt x="106" y="159"/>
                        </a:lnTo>
                        <a:lnTo>
                          <a:pt x="105" y="158"/>
                        </a:lnTo>
                        <a:lnTo>
                          <a:pt x="104" y="156"/>
                        </a:lnTo>
                        <a:lnTo>
                          <a:pt x="104" y="153"/>
                        </a:lnTo>
                        <a:lnTo>
                          <a:pt x="102" y="152"/>
                        </a:lnTo>
                        <a:lnTo>
                          <a:pt x="101" y="148"/>
                        </a:lnTo>
                        <a:lnTo>
                          <a:pt x="99" y="145"/>
                        </a:lnTo>
                        <a:lnTo>
                          <a:pt x="98" y="141"/>
                        </a:lnTo>
                        <a:lnTo>
                          <a:pt x="95" y="137"/>
                        </a:lnTo>
                        <a:lnTo>
                          <a:pt x="94" y="133"/>
                        </a:lnTo>
                        <a:lnTo>
                          <a:pt x="91" y="130"/>
                        </a:lnTo>
                        <a:lnTo>
                          <a:pt x="89" y="126"/>
                        </a:lnTo>
                        <a:lnTo>
                          <a:pt x="86" y="124"/>
                        </a:lnTo>
                        <a:lnTo>
                          <a:pt x="84" y="120"/>
                        </a:lnTo>
                        <a:lnTo>
                          <a:pt x="82" y="116"/>
                        </a:lnTo>
                        <a:lnTo>
                          <a:pt x="79" y="112"/>
                        </a:lnTo>
                        <a:lnTo>
                          <a:pt x="75" y="110"/>
                        </a:lnTo>
                        <a:lnTo>
                          <a:pt x="73" y="106"/>
                        </a:lnTo>
                        <a:lnTo>
                          <a:pt x="67" y="100"/>
                        </a:lnTo>
                        <a:lnTo>
                          <a:pt x="64" y="96"/>
                        </a:lnTo>
                        <a:lnTo>
                          <a:pt x="62" y="96"/>
                        </a:lnTo>
                        <a:lnTo>
                          <a:pt x="59" y="94"/>
                        </a:lnTo>
                        <a:lnTo>
                          <a:pt x="57" y="93"/>
                        </a:lnTo>
                        <a:lnTo>
                          <a:pt x="53" y="91"/>
                        </a:lnTo>
                        <a:lnTo>
                          <a:pt x="51" y="91"/>
                        </a:lnTo>
                        <a:lnTo>
                          <a:pt x="48" y="90"/>
                        </a:lnTo>
                        <a:lnTo>
                          <a:pt x="45" y="90"/>
                        </a:lnTo>
                        <a:lnTo>
                          <a:pt x="42" y="91"/>
                        </a:lnTo>
                        <a:lnTo>
                          <a:pt x="37" y="93"/>
                        </a:lnTo>
                        <a:lnTo>
                          <a:pt x="34" y="95"/>
                        </a:lnTo>
                        <a:lnTo>
                          <a:pt x="30" y="99"/>
                        </a:lnTo>
                        <a:lnTo>
                          <a:pt x="29" y="103"/>
                        </a:lnTo>
                        <a:lnTo>
                          <a:pt x="26" y="106"/>
                        </a:lnTo>
                        <a:lnTo>
                          <a:pt x="25" y="111"/>
                        </a:lnTo>
                        <a:lnTo>
                          <a:pt x="24" y="116"/>
                        </a:lnTo>
                        <a:lnTo>
                          <a:pt x="22" y="120"/>
                        </a:lnTo>
                        <a:lnTo>
                          <a:pt x="21" y="120"/>
                        </a:lnTo>
                        <a:lnTo>
                          <a:pt x="19" y="119"/>
                        </a:lnTo>
                        <a:lnTo>
                          <a:pt x="15" y="117"/>
                        </a:lnTo>
                        <a:lnTo>
                          <a:pt x="13" y="116"/>
                        </a:lnTo>
                        <a:lnTo>
                          <a:pt x="10" y="116"/>
                        </a:lnTo>
                        <a:lnTo>
                          <a:pt x="8" y="115"/>
                        </a:lnTo>
                        <a:lnTo>
                          <a:pt x="6" y="114"/>
                        </a:lnTo>
                        <a:lnTo>
                          <a:pt x="3" y="112"/>
                        </a:lnTo>
                        <a:lnTo>
                          <a:pt x="1" y="105"/>
                        </a:lnTo>
                        <a:lnTo>
                          <a:pt x="0" y="99"/>
                        </a:lnTo>
                        <a:lnTo>
                          <a:pt x="0" y="84"/>
                        </a:lnTo>
                        <a:lnTo>
                          <a:pt x="1" y="78"/>
                        </a:lnTo>
                        <a:lnTo>
                          <a:pt x="1" y="71"/>
                        </a:lnTo>
                        <a:lnTo>
                          <a:pt x="3" y="64"/>
                        </a:lnTo>
                        <a:lnTo>
                          <a:pt x="5" y="58"/>
                        </a:lnTo>
                        <a:lnTo>
                          <a:pt x="8" y="52"/>
                        </a:lnTo>
                        <a:lnTo>
                          <a:pt x="9" y="45"/>
                        </a:lnTo>
                        <a:lnTo>
                          <a:pt x="11" y="38"/>
                        </a:lnTo>
                        <a:lnTo>
                          <a:pt x="14" y="32"/>
                        </a:lnTo>
                        <a:lnTo>
                          <a:pt x="15" y="31"/>
                        </a:lnTo>
                        <a:lnTo>
                          <a:pt x="16" y="29"/>
                        </a:lnTo>
                        <a:lnTo>
                          <a:pt x="19" y="27"/>
                        </a:lnTo>
                        <a:lnTo>
                          <a:pt x="21" y="26"/>
                        </a:lnTo>
                        <a:lnTo>
                          <a:pt x="22" y="26"/>
                        </a:lnTo>
                        <a:lnTo>
                          <a:pt x="25" y="25"/>
                        </a:lnTo>
                        <a:lnTo>
                          <a:pt x="27" y="25"/>
                        </a:lnTo>
                        <a:lnTo>
                          <a:pt x="30" y="24"/>
                        </a:lnTo>
                        <a:lnTo>
                          <a:pt x="35" y="24"/>
                        </a:lnTo>
                        <a:lnTo>
                          <a:pt x="37" y="22"/>
                        </a:lnTo>
                        <a:lnTo>
                          <a:pt x="42" y="22"/>
                        </a:lnTo>
                        <a:lnTo>
                          <a:pt x="45" y="21"/>
                        </a:lnTo>
                        <a:lnTo>
                          <a:pt x="46" y="21"/>
                        </a:lnTo>
                        <a:lnTo>
                          <a:pt x="48" y="20"/>
                        </a:lnTo>
                        <a:lnTo>
                          <a:pt x="54" y="19"/>
                        </a:lnTo>
                        <a:lnTo>
                          <a:pt x="61" y="18"/>
                        </a:lnTo>
                        <a:lnTo>
                          <a:pt x="67" y="16"/>
                        </a:lnTo>
                        <a:lnTo>
                          <a:pt x="73" y="15"/>
                        </a:lnTo>
                        <a:lnTo>
                          <a:pt x="79" y="15"/>
                        </a:lnTo>
                        <a:lnTo>
                          <a:pt x="85" y="14"/>
                        </a:lnTo>
                        <a:lnTo>
                          <a:pt x="91" y="13"/>
                        </a:lnTo>
                        <a:lnTo>
                          <a:pt x="99" y="13"/>
                        </a:lnTo>
                        <a:lnTo>
                          <a:pt x="104" y="11"/>
                        </a:lnTo>
                        <a:lnTo>
                          <a:pt x="111" y="11"/>
                        </a:lnTo>
                        <a:lnTo>
                          <a:pt x="117" y="10"/>
                        </a:lnTo>
                        <a:lnTo>
                          <a:pt x="123" y="10"/>
                        </a:lnTo>
                        <a:lnTo>
                          <a:pt x="130" y="9"/>
                        </a:lnTo>
                        <a:lnTo>
                          <a:pt x="136" y="8"/>
                        </a:lnTo>
                        <a:lnTo>
                          <a:pt x="149" y="8"/>
                        </a:lnTo>
                        <a:lnTo>
                          <a:pt x="157" y="6"/>
                        </a:lnTo>
                        <a:lnTo>
                          <a:pt x="196" y="6"/>
                        </a:lnTo>
                        <a:lnTo>
                          <a:pt x="204" y="5"/>
                        </a:lnTo>
                        <a:lnTo>
                          <a:pt x="227" y="5"/>
                        </a:lnTo>
                        <a:lnTo>
                          <a:pt x="234" y="4"/>
                        </a:lnTo>
                        <a:lnTo>
                          <a:pt x="242" y="4"/>
                        </a:lnTo>
                        <a:lnTo>
                          <a:pt x="250" y="3"/>
                        </a:lnTo>
                        <a:lnTo>
                          <a:pt x="258" y="3"/>
                        </a:lnTo>
                        <a:lnTo>
                          <a:pt x="265" y="1"/>
                        </a:lnTo>
                        <a:lnTo>
                          <a:pt x="272" y="1"/>
                        </a:lnTo>
                        <a:lnTo>
                          <a:pt x="277" y="0"/>
                        </a:lnTo>
                        <a:lnTo>
                          <a:pt x="298" y="0"/>
                        </a:lnTo>
                        <a:lnTo>
                          <a:pt x="303" y="1"/>
                        </a:lnTo>
                        <a:lnTo>
                          <a:pt x="313" y="1"/>
                        </a:lnTo>
                        <a:lnTo>
                          <a:pt x="318" y="3"/>
                        </a:lnTo>
                        <a:lnTo>
                          <a:pt x="323" y="4"/>
                        </a:lnTo>
                        <a:lnTo>
                          <a:pt x="328" y="4"/>
                        </a:lnTo>
                        <a:lnTo>
                          <a:pt x="333" y="5"/>
                        </a:lnTo>
                        <a:lnTo>
                          <a:pt x="338" y="6"/>
                        </a:lnTo>
                        <a:lnTo>
                          <a:pt x="343" y="8"/>
                        </a:lnTo>
                        <a:lnTo>
                          <a:pt x="348" y="8"/>
                        </a:lnTo>
                        <a:lnTo>
                          <a:pt x="353" y="9"/>
                        </a:lnTo>
                        <a:lnTo>
                          <a:pt x="356" y="10"/>
                        </a:lnTo>
                        <a:lnTo>
                          <a:pt x="360" y="10"/>
                        </a:lnTo>
                        <a:lnTo>
                          <a:pt x="362" y="11"/>
                        </a:lnTo>
                        <a:lnTo>
                          <a:pt x="366" y="13"/>
                        </a:lnTo>
                        <a:lnTo>
                          <a:pt x="369" y="13"/>
                        </a:lnTo>
                        <a:lnTo>
                          <a:pt x="372" y="14"/>
                        </a:lnTo>
                        <a:lnTo>
                          <a:pt x="376" y="15"/>
                        </a:lnTo>
                        <a:lnTo>
                          <a:pt x="378" y="15"/>
                        </a:lnTo>
                        <a:lnTo>
                          <a:pt x="382" y="16"/>
                        </a:lnTo>
                        <a:lnTo>
                          <a:pt x="385" y="18"/>
                        </a:lnTo>
                        <a:lnTo>
                          <a:pt x="388" y="19"/>
                        </a:lnTo>
                        <a:lnTo>
                          <a:pt x="392" y="20"/>
                        </a:lnTo>
                        <a:lnTo>
                          <a:pt x="394" y="21"/>
                        </a:lnTo>
                        <a:lnTo>
                          <a:pt x="398" y="21"/>
                        </a:lnTo>
                        <a:lnTo>
                          <a:pt x="402" y="22"/>
                        </a:lnTo>
                        <a:lnTo>
                          <a:pt x="404" y="2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4" name="Freeform 77"/>
                  <p:cNvSpPr>
                    <a:spLocks/>
                  </p:cNvSpPr>
                  <p:nvPr/>
                </p:nvSpPr>
                <p:spPr bwMode="auto">
                  <a:xfrm>
                    <a:off x="4355" y="3476"/>
                    <a:ext cx="16" cy="13"/>
                  </a:xfrm>
                  <a:custGeom>
                    <a:avLst/>
                    <a:gdLst>
                      <a:gd name="T0" fmla="*/ 1 w 32"/>
                      <a:gd name="T1" fmla="*/ 1 h 26"/>
                      <a:gd name="T2" fmla="*/ 1 w 32"/>
                      <a:gd name="T3" fmla="*/ 1 h 26"/>
                      <a:gd name="T4" fmla="*/ 1 w 32"/>
                      <a:gd name="T5" fmla="*/ 1 h 26"/>
                      <a:gd name="T6" fmla="*/ 1 w 32"/>
                      <a:gd name="T7" fmla="*/ 1 h 26"/>
                      <a:gd name="T8" fmla="*/ 1 w 32"/>
                      <a:gd name="T9" fmla="*/ 1 h 26"/>
                      <a:gd name="T10" fmla="*/ 1 w 32"/>
                      <a:gd name="T11" fmla="*/ 1 h 26"/>
                      <a:gd name="T12" fmla="*/ 1 w 32"/>
                      <a:gd name="T13" fmla="*/ 1 h 26"/>
                      <a:gd name="T14" fmla="*/ 1 w 32"/>
                      <a:gd name="T15" fmla="*/ 1 h 26"/>
                      <a:gd name="T16" fmla="*/ 0 w 32"/>
                      <a:gd name="T17" fmla="*/ 0 h 26"/>
                      <a:gd name="T18" fmla="*/ 0 w 32"/>
                      <a:gd name="T19" fmla="*/ 1 h 26"/>
                      <a:gd name="T20" fmla="*/ 1 w 32"/>
                      <a:gd name="T21" fmla="*/ 1 h 26"/>
                      <a:gd name="T22" fmla="*/ 1 w 32"/>
                      <a:gd name="T23" fmla="*/ 1 h 26"/>
                      <a:gd name="T24" fmla="*/ 1 w 32"/>
                      <a:gd name="T25" fmla="*/ 1 h 26"/>
                      <a:gd name="T26" fmla="*/ 1 w 32"/>
                      <a:gd name="T27" fmla="*/ 1 h 26"/>
                      <a:gd name="T28" fmla="*/ 1 w 32"/>
                      <a:gd name="T29" fmla="*/ 1 h 26"/>
                      <a:gd name="T30" fmla="*/ 1 w 32"/>
                      <a:gd name="T31" fmla="*/ 1 h 26"/>
                      <a:gd name="T32" fmla="*/ 1 w 32"/>
                      <a:gd name="T33" fmla="*/ 1 h 26"/>
                      <a:gd name="T34" fmla="*/ 1 w 32"/>
                      <a:gd name="T35" fmla="*/ 1 h 2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26"/>
                      <a:gd name="T56" fmla="*/ 32 w 32"/>
                      <a:gd name="T57" fmla="*/ 26 h 2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26">
                        <a:moveTo>
                          <a:pt x="32" y="26"/>
                        </a:moveTo>
                        <a:lnTo>
                          <a:pt x="30" y="21"/>
                        </a:lnTo>
                        <a:lnTo>
                          <a:pt x="27" y="16"/>
                        </a:lnTo>
                        <a:lnTo>
                          <a:pt x="24" y="13"/>
                        </a:lnTo>
                        <a:lnTo>
                          <a:pt x="19" y="9"/>
                        </a:lnTo>
                        <a:lnTo>
                          <a:pt x="15" y="7"/>
                        </a:lnTo>
                        <a:lnTo>
                          <a:pt x="10" y="4"/>
                        </a:lnTo>
                        <a:lnTo>
                          <a:pt x="5" y="2"/>
                        </a:lnTo>
                        <a:lnTo>
                          <a:pt x="0" y="0"/>
                        </a:lnTo>
                        <a:lnTo>
                          <a:pt x="0" y="3"/>
                        </a:lnTo>
                        <a:lnTo>
                          <a:pt x="4" y="4"/>
                        </a:lnTo>
                        <a:lnTo>
                          <a:pt x="9" y="7"/>
                        </a:lnTo>
                        <a:lnTo>
                          <a:pt x="14" y="9"/>
                        </a:lnTo>
                        <a:lnTo>
                          <a:pt x="18" y="12"/>
                        </a:lnTo>
                        <a:lnTo>
                          <a:pt x="25" y="19"/>
                        </a:lnTo>
                        <a:lnTo>
                          <a:pt x="27" y="23"/>
                        </a:lnTo>
                        <a:lnTo>
                          <a:pt x="30" y="26"/>
                        </a:lnTo>
                        <a:lnTo>
                          <a:pt x="32"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5" name="Freeform 78"/>
                  <p:cNvSpPr>
                    <a:spLocks/>
                  </p:cNvSpPr>
                  <p:nvPr/>
                </p:nvSpPr>
                <p:spPr bwMode="auto">
                  <a:xfrm>
                    <a:off x="4369" y="3489"/>
                    <a:ext cx="20" cy="47"/>
                  </a:xfrm>
                  <a:custGeom>
                    <a:avLst/>
                    <a:gdLst>
                      <a:gd name="T0" fmla="*/ 2 w 39"/>
                      <a:gd name="T1" fmla="*/ 3 h 94"/>
                      <a:gd name="T2" fmla="*/ 2 w 39"/>
                      <a:gd name="T3" fmla="*/ 3 h 94"/>
                      <a:gd name="T4" fmla="*/ 2 w 39"/>
                      <a:gd name="T5" fmla="*/ 3 h 94"/>
                      <a:gd name="T6" fmla="*/ 2 w 39"/>
                      <a:gd name="T7" fmla="*/ 3 h 94"/>
                      <a:gd name="T8" fmla="*/ 1 w 39"/>
                      <a:gd name="T9" fmla="*/ 3 h 94"/>
                      <a:gd name="T10" fmla="*/ 1 w 39"/>
                      <a:gd name="T11" fmla="*/ 3 h 94"/>
                      <a:gd name="T12" fmla="*/ 1 w 39"/>
                      <a:gd name="T13" fmla="*/ 2 h 94"/>
                      <a:gd name="T14" fmla="*/ 1 w 39"/>
                      <a:gd name="T15" fmla="*/ 2 h 94"/>
                      <a:gd name="T16" fmla="*/ 1 w 39"/>
                      <a:gd name="T17" fmla="*/ 2 h 94"/>
                      <a:gd name="T18" fmla="*/ 1 w 39"/>
                      <a:gd name="T19" fmla="*/ 2 h 94"/>
                      <a:gd name="T20" fmla="*/ 1 w 39"/>
                      <a:gd name="T21" fmla="*/ 2 h 94"/>
                      <a:gd name="T22" fmla="*/ 1 w 39"/>
                      <a:gd name="T23" fmla="*/ 2 h 94"/>
                      <a:gd name="T24" fmla="*/ 1 w 39"/>
                      <a:gd name="T25" fmla="*/ 1 h 94"/>
                      <a:gd name="T26" fmla="*/ 1 w 39"/>
                      <a:gd name="T27" fmla="*/ 1 h 94"/>
                      <a:gd name="T28" fmla="*/ 1 w 39"/>
                      <a:gd name="T29" fmla="*/ 1 h 94"/>
                      <a:gd name="T30" fmla="*/ 1 w 39"/>
                      <a:gd name="T31" fmla="*/ 1 h 94"/>
                      <a:gd name="T32" fmla="*/ 1 w 39"/>
                      <a:gd name="T33" fmla="*/ 1 h 94"/>
                      <a:gd name="T34" fmla="*/ 1 w 39"/>
                      <a:gd name="T35" fmla="*/ 0 h 94"/>
                      <a:gd name="T36" fmla="*/ 0 w 39"/>
                      <a:gd name="T37" fmla="*/ 0 h 94"/>
                      <a:gd name="T38" fmla="*/ 1 w 39"/>
                      <a:gd name="T39" fmla="*/ 1 h 94"/>
                      <a:gd name="T40" fmla="*/ 1 w 39"/>
                      <a:gd name="T41" fmla="*/ 1 h 94"/>
                      <a:gd name="T42" fmla="*/ 1 w 39"/>
                      <a:gd name="T43" fmla="*/ 1 h 94"/>
                      <a:gd name="T44" fmla="*/ 1 w 39"/>
                      <a:gd name="T45" fmla="*/ 1 h 94"/>
                      <a:gd name="T46" fmla="*/ 1 w 39"/>
                      <a:gd name="T47" fmla="*/ 1 h 94"/>
                      <a:gd name="T48" fmla="*/ 1 w 39"/>
                      <a:gd name="T49" fmla="*/ 2 h 94"/>
                      <a:gd name="T50" fmla="*/ 1 w 39"/>
                      <a:gd name="T51" fmla="*/ 2 h 94"/>
                      <a:gd name="T52" fmla="*/ 1 w 39"/>
                      <a:gd name="T53" fmla="*/ 2 h 94"/>
                      <a:gd name="T54" fmla="*/ 1 w 39"/>
                      <a:gd name="T55" fmla="*/ 2 h 94"/>
                      <a:gd name="T56" fmla="*/ 1 w 39"/>
                      <a:gd name="T57" fmla="*/ 2 h 94"/>
                      <a:gd name="T58" fmla="*/ 1 w 39"/>
                      <a:gd name="T59" fmla="*/ 2 h 94"/>
                      <a:gd name="T60" fmla="*/ 1 w 39"/>
                      <a:gd name="T61" fmla="*/ 3 h 94"/>
                      <a:gd name="T62" fmla="*/ 1 w 39"/>
                      <a:gd name="T63" fmla="*/ 3 h 94"/>
                      <a:gd name="T64" fmla="*/ 1 w 39"/>
                      <a:gd name="T65" fmla="*/ 3 h 94"/>
                      <a:gd name="T66" fmla="*/ 2 w 39"/>
                      <a:gd name="T67" fmla="*/ 3 h 94"/>
                      <a:gd name="T68" fmla="*/ 2 w 39"/>
                      <a:gd name="T69" fmla="*/ 3 h 94"/>
                      <a:gd name="T70" fmla="*/ 2 w 39"/>
                      <a:gd name="T71" fmla="*/ 3 h 94"/>
                      <a:gd name="T72" fmla="*/ 2 w 39"/>
                      <a:gd name="T73" fmla="*/ 3 h 94"/>
                      <a:gd name="T74" fmla="*/ 2 w 39"/>
                      <a:gd name="T75" fmla="*/ 3 h 94"/>
                      <a:gd name="T76" fmla="*/ 2 w 39"/>
                      <a:gd name="T77" fmla="*/ 3 h 94"/>
                      <a:gd name="T78" fmla="*/ 2 w 39"/>
                      <a:gd name="T79" fmla="*/ 3 h 9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9"/>
                      <a:gd name="T121" fmla="*/ 0 h 94"/>
                      <a:gd name="T122" fmla="*/ 39 w 39"/>
                      <a:gd name="T123" fmla="*/ 94 h 9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9" h="94">
                        <a:moveTo>
                          <a:pt x="38" y="94"/>
                        </a:moveTo>
                        <a:lnTo>
                          <a:pt x="39" y="92"/>
                        </a:lnTo>
                        <a:lnTo>
                          <a:pt x="37" y="87"/>
                        </a:lnTo>
                        <a:lnTo>
                          <a:pt x="34" y="80"/>
                        </a:lnTo>
                        <a:lnTo>
                          <a:pt x="32" y="76"/>
                        </a:lnTo>
                        <a:lnTo>
                          <a:pt x="29" y="69"/>
                        </a:lnTo>
                        <a:lnTo>
                          <a:pt x="27" y="63"/>
                        </a:lnTo>
                        <a:lnTo>
                          <a:pt x="24" y="57"/>
                        </a:lnTo>
                        <a:lnTo>
                          <a:pt x="22" y="52"/>
                        </a:lnTo>
                        <a:lnTo>
                          <a:pt x="20" y="46"/>
                        </a:lnTo>
                        <a:lnTo>
                          <a:pt x="17" y="41"/>
                        </a:lnTo>
                        <a:lnTo>
                          <a:pt x="16" y="35"/>
                        </a:lnTo>
                        <a:lnTo>
                          <a:pt x="13" y="29"/>
                        </a:lnTo>
                        <a:lnTo>
                          <a:pt x="11" y="23"/>
                        </a:lnTo>
                        <a:lnTo>
                          <a:pt x="8" y="18"/>
                        </a:lnTo>
                        <a:lnTo>
                          <a:pt x="6" y="11"/>
                        </a:lnTo>
                        <a:lnTo>
                          <a:pt x="4" y="7"/>
                        </a:lnTo>
                        <a:lnTo>
                          <a:pt x="2" y="0"/>
                        </a:lnTo>
                        <a:lnTo>
                          <a:pt x="0" y="0"/>
                        </a:lnTo>
                        <a:lnTo>
                          <a:pt x="2" y="7"/>
                        </a:lnTo>
                        <a:lnTo>
                          <a:pt x="4" y="13"/>
                        </a:lnTo>
                        <a:lnTo>
                          <a:pt x="6" y="18"/>
                        </a:lnTo>
                        <a:lnTo>
                          <a:pt x="8" y="24"/>
                        </a:lnTo>
                        <a:lnTo>
                          <a:pt x="11" y="30"/>
                        </a:lnTo>
                        <a:lnTo>
                          <a:pt x="13" y="35"/>
                        </a:lnTo>
                        <a:lnTo>
                          <a:pt x="16" y="41"/>
                        </a:lnTo>
                        <a:lnTo>
                          <a:pt x="17" y="47"/>
                        </a:lnTo>
                        <a:lnTo>
                          <a:pt x="20" y="53"/>
                        </a:lnTo>
                        <a:lnTo>
                          <a:pt x="22" y="58"/>
                        </a:lnTo>
                        <a:lnTo>
                          <a:pt x="24" y="64"/>
                        </a:lnTo>
                        <a:lnTo>
                          <a:pt x="27" y="69"/>
                        </a:lnTo>
                        <a:lnTo>
                          <a:pt x="29" y="76"/>
                        </a:lnTo>
                        <a:lnTo>
                          <a:pt x="32" y="82"/>
                        </a:lnTo>
                        <a:lnTo>
                          <a:pt x="34" y="87"/>
                        </a:lnTo>
                        <a:lnTo>
                          <a:pt x="37" y="93"/>
                        </a:lnTo>
                        <a:lnTo>
                          <a:pt x="38" y="92"/>
                        </a:lnTo>
                        <a:lnTo>
                          <a:pt x="38" y="94"/>
                        </a:lnTo>
                        <a:lnTo>
                          <a:pt x="39" y="93"/>
                        </a:lnTo>
                        <a:lnTo>
                          <a:pt x="39" y="92"/>
                        </a:lnTo>
                        <a:lnTo>
                          <a:pt x="38"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6" name="Freeform 79"/>
                  <p:cNvSpPr>
                    <a:spLocks/>
                  </p:cNvSpPr>
                  <p:nvPr/>
                </p:nvSpPr>
                <p:spPr bwMode="auto">
                  <a:xfrm>
                    <a:off x="4379" y="3534"/>
                    <a:ext cx="10" cy="6"/>
                  </a:xfrm>
                  <a:custGeom>
                    <a:avLst/>
                    <a:gdLst>
                      <a:gd name="T0" fmla="*/ 0 w 18"/>
                      <a:gd name="T1" fmla="*/ 1 h 11"/>
                      <a:gd name="T2" fmla="*/ 1 w 18"/>
                      <a:gd name="T3" fmla="*/ 1 h 11"/>
                      <a:gd name="T4" fmla="*/ 1 w 18"/>
                      <a:gd name="T5" fmla="*/ 1 h 11"/>
                      <a:gd name="T6" fmla="*/ 1 w 18"/>
                      <a:gd name="T7" fmla="*/ 0 h 11"/>
                      <a:gd name="T8" fmla="*/ 0 w 18"/>
                      <a:gd name="T9" fmla="*/ 1 h 11"/>
                      <a:gd name="T10" fmla="*/ 1 w 18"/>
                      <a:gd name="T11" fmla="*/ 1 h 11"/>
                      <a:gd name="T12" fmla="*/ 0 w 18"/>
                      <a:gd name="T13" fmla="*/ 1 h 11"/>
                      <a:gd name="T14" fmla="*/ 0 w 18"/>
                      <a:gd name="T15" fmla="*/ 1 h 11"/>
                      <a:gd name="T16" fmla="*/ 1 w 18"/>
                      <a:gd name="T17" fmla="*/ 1 h 11"/>
                      <a:gd name="T18" fmla="*/ 0 w 18"/>
                      <a:gd name="T19" fmla="*/ 1 h 1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1"/>
                      <a:gd name="T32" fmla="*/ 18 w 18"/>
                      <a:gd name="T33" fmla="*/ 11 h 1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1">
                        <a:moveTo>
                          <a:pt x="0" y="8"/>
                        </a:moveTo>
                        <a:lnTo>
                          <a:pt x="1" y="9"/>
                        </a:lnTo>
                        <a:lnTo>
                          <a:pt x="18" y="2"/>
                        </a:lnTo>
                        <a:lnTo>
                          <a:pt x="18" y="0"/>
                        </a:lnTo>
                        <a:lnTo>
                          <a:pt x="0" y="7"/>
                        </a:lnTo>
                        <a:lnTo>
                          <a:pt x="2" y="8"/>
                        </a:lnTo>
                        <a:lnTo>
                          <a:pt x="0" y="8"/>
                        </a:lnTo>
                        <a:lnTo>
                          <a:pt x="0" y="11"/>
                        </a:lnTo>
                        <a:lnTo>
                          <a:pt x="1" y="9"/>
                        </a:lnTo>
                        <a:lnTo>
                          <a:pt x="0"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7" name="Freeform 80"/>
                  <p:cNvSpPr>
                    <a:spLocks/>
                  </p:cNvSpPr>
                  <p:nvPr/>
                </p:nvSpPr>
                <p:spPr bwMode="auto">
                  <a:xfrm>
                    <a:off x="4373" y="3520"/>
                    <a:ext cx="8" cy="19"/>
                  </a:xfrm>
                  <a:custGeom>
                    <a:avLst/>
                    <a:gdLst>
                      <a:gd name="T0" fmla="*/ 0 w 16"/>
                      <a:gd name="T1" fmla="*/ 1 h 37"/>
                      <a:gd name="T2" fmla="*/ 0 w 16"/>
                      <a:gd name="T3" fmla="*/ 1 h 37"/>
                      <a:gd name="T4" fmla="*/ 1 w 16"/>
                      <a:gd name="T5" fmla="*/ 1 h 37"/>
                      <a:gd name="T6" fmla="*/ 1 w 16"/>
                      <a:gd name="T7" fmla="*/ 1 h 37"/>
                      <a:gd name="T8" fmla="*/ 1 w 16"/>
                      <a:gd name="T9" fmla="*/ 1 h 37"/>
                      <a:gd name="T10" fmla="*/ 1 w 16"/>
                      <a:gd name="T11" fmla="*/ 1 h 37"/>
                      <a:gd name="T12" fmla="*/ 1 w 16"/>
                      <a:gd name="T13" fmla="*/ 1 h 37"/>
                      <a:gd name="T14" fmla="*/ 1 w 16"/>
                      <a:gd name="T15" fmla="*/ 2 h 37"/>
                      <a:gd name="T16" fmla="*/ 1 w 16"/>
                      <a:gd name="T17" fmla="*/ 2 h 37"/>
                      <a:gd name="T18" fmla="*/ 1 w 16"/>
                      <a:gd name="T19" fmla="*/ 2 h 37"/>
                      <a:gd name="T20" fmla="*/ 1 w 16"/>
                      <a:gd name="T21" fmla="*/ 1 h 37"/>
                      <a:gd name="T22" fmla="*/ 1 w 16"/>
                      <a:gd name="T23" fmla="*/ 1 h 37"/>
                      <a:gd name="T24" fmla="*/ 1 w 16"/>
                      <a:gd name="T25" fmla="*/ 1 h 37"/>
                      <a:gd name="T26" fmla="*/ 1 w 16"/>
                      <a:gd name="T27" fmla="*/ 1 h 37"/>
                      <a:gd name="T28" fmla="*/ 1 w 16"/>
                      <a:gd name="T29" fmla="*/ 1 h 37"/>
                      <a:gd name="T30" fmla="*/ 1 w 16"/>
                      <a:gd name="T31" fmla="*/ 1 h 37"/>
                      <a:gd name="T32" fmla="*/ 1 w 16"/>
                      <a:gd name="T33" fmla="*/ 0 h 37"/>
                      <a:gd name="T34" fmla="*/ 1 w 16"/>
                      <a:gd name="T35" fmla="*/ 1 h 37"/>
                      <a:gd name="T36" fmla="*/ 1 w 16"/>
                      <a:gd name="T37" fmla="*/ 0 h 37"/>
                      <a:gd name="T38" fmla="*/ 0 w 16"/>
                      <a:gd name="T39" fmla="*/ 1 h 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
                      <a:gd name="T61" fmla="*/ 0 h 37"/>
                      <a:gd name="T62" fmla="*/ 16 w 16"/>
                      <a:gd name="T63" fmla="*/ 37 h 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 h="37">
                        <a:moveTo>
                          <a:pt x="0" y="1"/>
                        </a:moveTo>
                        <a:lnTo>
                          <a:pt x="0" y="6"/>
                        </a:lnTo>
                        <a:lnTo>
                          <a:pt x="1" y="11"/>
                        </a:lnTo>
                        <a:lnTo>
                          <a:pt x="2" y="16"/>
                        </a:lnTo>
                        <a:lnTo>
                          <a:pt x="5" y="20"/>
                        </a:lnTo>
                        <a:lnTo>
                          <a:pt x="7" y="25"/>
                        </a:lnTo>
                        <a:lnTo>
                          <a:pt x="10" y="29"/>
                        </a:lnTo>
                        <a:lnTo>
                          <a:pt x="12" y="34"/>
                        </a:lnTo>
                        <a:lnTo>
                          <a:pt x="14" y="37"/>
                        </a:lnTo>
                        <a:lnTo>
                          <a:pt x="16" y="37"/>
                        </a:lnTo>
                        <a:lnTo>
                          <a:pt x="15" y="32"/>
                        </a:lnTo>
                        <a:lnTo>
                          <a:pt x="12" y="27"/>
                        </a:lnTo>
                        <a:lnTo>
                          <a:pt x="10" y="24"/>
                        </a:lnTo>
                        <a:lnTo>
                          <a:pt x="7" y="19"/>
                        </a:lnTo>
                        <a:lnTo>
                          <a:pt x="5" y="15"/>
                        </a:lnTo>
                        <a:lnTo>
                          <a:pt x="2" y="10"/>
                        </a:lnTo>
                        <a:lnTo>
                          <a:pt x="2" y="0"/>
                        </a:lnTo>
                        <a:lnTo>
                          <a:pt x="2" y="1"/>
                        </a:lnTo>
                        <a:lnTo>
                          <a:pt x="2"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8" name="Freeform 81"/>
                  <p:cNvSpPr>
                    <a:spLocks/>
                  </p:cNvSpPr>
                  <p:nvPr/>
                </p:nvSpPr>
                <p:spPr bwMode="auto">
                  <a:xfrm>
                    <a:off x="4360" y="3486"/>
                    <a:ext cx="14" cy="35"/>
                  </a:xfrm>
                  <a:custGeom>
                    <a:avLst/>
                    <a:gdLst>
                      <a:gd name="T0" fmla="*/ 0 w 28"/>
                      <a:gd name="T1" fmla="*/ 1 h 69"/>
                      <a:gd name="T2" fmla="*/ 1 w 28"/>
                      <a:gd name="T3" fmla="*/ 1 h 69"/>
                      <a:gd name="T4" fmla="*/ 1 w 28"/>
                      <a:gd name="T5" fmla="*/ 1 h 69"/>
                      <a:gd name="T6" fmla="*/ 1 w 28"/>
                      <a:gd name="T7" fmla="*/ 1 h 69"/>
                      <a:gd name="T8" fmla="*/ 1 w 28"/>
                      <a:gd name="T9" fmla="*/ 2 h 69"/>
                      <a:gd name="T10" fmla="*/ 1 w 28"/>
                      <a:gd name="T11" fmla="*/ 2 h 69"/>
                      <a:gd name="T12" fmla="*/ 1 w 28"/>
                      <a:gd name="T13" fmla="*/ 2 h 69"/>
                      <a:gd name="T14" fmla="*/ 1 w 28"/>
                      <a:gd name="T15" fmla="*/ 2 h 69"/>
                      <a:gd name="T16" fmla="*/ 1 w 28"/>
                      <a:gd name="T17" fmla="*/ 3 h 69"/>
                      <a:gd name="T18" fmla="*/ 1 w 28"/>
                      <a:gd name="T19" fmla="*/ 3 h 69"/>
                      <a:gd name="T20" fmla="*/ 1 w 28"/>
                      <a:gd name="T21" fmla="*/ 2 h 69"/>
                      <a:gd name="T22" fmla="*/ 1 w 28"/>
                      <a:gd name="T23" fmla="*/ 2 h 69"/>
                      <a:gd name="T24" fmla="*/ 1 w 28"/>
                      <a:gd name="T25" fmla="*/ 2 h 69"/>
                      <a:gd name="T26" fmla="*/ 1 w 28"/>
                      <a:gd name="T27" fmla="*/ 2 h 69"/>
                      <a:gd name="T28" fmla="*/ 1 w 28"/>
                      <a:gd name="T29" fmla="*/ 1 h 69"/>
                      <a:gd name="T30" fmla="*/ 1 w 28"/>
                      <a:gd name="T31" fmla="*/ 1 h 69"/>
                      <a:gd name="T32" fmla="*/ 1 w 28"/>
                      <a:gd name="T33" fmla="*/ 1 h 69"/>
                      <a:gd name="T34" fmla="*/ 1 w 28"/>
                      <a:gd name="T35" fmla="*/ 0 h 69"/>
                      <a:gd name="T36" fmla="*/ 0 w 28"/>
                      <a:gd name="T37" fmla="*/ 1 h 6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69"/>
                      <a:gd name="T59" fmla="*/ 28 w 28"/>
                      <a:gd name="T60" fmla="*/ 69 h 6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69">
                        <a:moveTo>
                          <a:pt x="0" y="2"/>
                        </a:moveTo>
                        <a:lnTo>
                          <a:pt x="4" y="10"/>
                        </a:lnTo>
                        <a:lnTo>
                          <a:pt x="8" y="19"/>
                        </a:lnTo>
                        <a:lnTo>
                          <a:pt x="10" y="26"/>
                        </a:lnTo>
                        <a:lnTo>
                          <a:pt x="14" y="35"/>
                        </a:lnTo>
                        <a:lnTo>
                          <a:pt x="16" y="44"/>
                        </a:lnTo>
                        <a:lnTo>
                          <a:pt x="20" y="52"/>
                        </a:lnTo>
                        <a:lnTo>
                          <a:pt x="22" y="61"/>
                        </a:lnTo>
                        <a:lnTo>
                          <a:pt x="26" y="69"/>
                        </a:lnTo>
                        <a:lnTo>
                          <a:pt x="28" y="68"/>
                        </a:lnTo>
                        <a:lnTo>
                          <a:pt x="25" y="60"/>
                        </a:lnTo>
                        <a:lnTo>
                          <a:pt x="22" y="52"/>
                        </a:lnTo>
                        <a:lnTo>
                          <a:pt x="19" y="44"/>
                        </a:lnTo>
                        <a:lnTo>
                          <a:pt x="16" y="35"/>
                        </a:lnTo>
                        <a:lnTo>
                          <a:pt x="12" y="26"/>
                        </a:lnTo>
                        <a:lnTo>
                          <a:pt x="9" y="18"/>
                        </a:lnTo>
                        <a:lnTo>
                          <a:pt x="6" y="9"/>
                        </a:lnTo>
                        <a:lnTo>
                          <a:pt x="3"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69" name="Freeform 82"/>
                  <p:cNvSpPr>
                    <a:spLocks/>
                  </p:cNvSpPr>
                  <p:nvPr/>
                </p:nvSpPr>
                <p:spPr bwMode="auto">
                  <a:xfrm>
                    <a:off x="4338" y="3476"/>
                    <a:ext cx="23" cy="11"/>
                  </a:xfrm>
                  <a:custGeom>
                    <a:avLst/>
                    <a:gdLst>
                      <a:gd name="T0" fmla="*/ 0 w 46"/>
                      <a:gd name="T1" fmla="*/ 0 h 23"/>
                      <a:gd name="T2" fmla="*/ 1 w 46"/>
                      <a:gd name="T3" fmla="*/ 0 h 23"/>
                      <a:gd name="T4" fmla="*/ 1 w 46"/>
                      <a:gd name="T5" fmla="*/ 0 h 23"/>
                      <a:gd name="T6" fmla="*/ 1 w 46"/>
                      <a:gd name="T7" fmla="*/ 0 h 23"/>
                      <a:gd name="T8" fmla="*/ 1 w 46"/>
                      <a:gd name="T9" fmla="*/ 0 h 23"/>
                      <a:gd name="T10" fmla="*/ 1 w 46"/>
                      <a:gd name="T11" fmla="*/ 0 h 23"/>
                      <a:gd name="T12" fmla="*/ 1 w 46"/>
                      <a:gd name="T13" fmla="*/ 0 h 23"/>
                      <a:gd name="T14" fmla="*/ 1 w 46"/>
                      <a:gd name="T15" fmla="*/ 0 h 23"/>
                      <a:gd name="T16" fmla="*/ 1 w 46"/>
                      <a:gd name="T17" fmla="*/ 0 h 23"/>
                      <a:gd name="T18" fmla="*/ 1 w 46"/>
                      <a:gd name="T19" fmla="*/ 0 h 23"/>
                      <a:gd name="T20" fmla="*/ 1 w 46"/>
                      <a:gd name="T21" fmla="*/ 0 h 23"/>
                      <a:gd name="T22" fmla="*/ 1 w 46"/>
                      <a:gd name="T23" fmla="*/ 0 h 23"/>
                      <a:gd name="T24" fmla="*/ 2 w 46"/>
                      <a:gd name="T25" fmla="*/ 0 h 23"/>
                      <a:gd name="T26" fmla="*/ 2 w 46"/>
                      <a:gd name="T27" fmla="*/ 0 h 23"/>
                      <a:gd name="T28" fmla="*/ 2 w 46"/>
                      <a:gd name="T29" fmla="*/ 0 h 23"/>
                      <a:gd name="T30" fmla="*/ 2 w 46"/>
                      <a:gd name="T31" fmla="*/ 0 h 23"/>
                      <a:gd name="T32" fmla="*/ 2 w 46"/>
                      <a:gd name="T33" fmla="*/ 0 h 23"/>
                      <a:gd name="T34" fmla="*/ 2 w 46"/>
                      <a:gd name="T35" fmla="*/ 0 h 23"/>
                      <a:gd name="T36" fmla="*/ 2 w 46"/>
                      <a:gd name="T37" fmla="*/ 0 h 23"/>
                      <a:gd name="T38" fmla="*/ 2 w 46"/>
                      <a:gd name="T39" fmla="*/ 0 h 23"/>
                      <a:gd name="T40" fmla="*/ 1 w 46"/>
                      <a:gd name="T41" fmla="*/ 0 h 23"/>
                      <a:gd name="T42" fmla="*/ 1 w 46"/>
                      <a:gd name="T43" fmla="*/ 0 h 23"/>
                      <a:gd name="T44" fmla="*/ 1 w 46"/>
                      <a:gd name="T45" fmla="*/ 0 h 23"/>
                      <a:gd name="T46" fmla="*/ 1 w 46"/>
                      <a:gd name="T47" fmla="*/ 0 h 23"/>
                      <a:gd name="T48" fmla="*/ 1 w 46"/>
                      <a:gd name="T49" fmla="*/ 0 h 23"/>
                      <a:gd name="T50" fmla="*/ 1 w 46"/>
                      <a:gd name="T51" fmla="*/ 0 h 23"/>
                      <a:gd name="T52" fmla="*/ 1 w 46"/>
                      <a:gd name="T53" fmla="*/ 0 h 23"/>
                      <a:gd name="T54" fmla="*/ 1 w 46"/>
                      <a:gd name="T55" fmla="*/ 0 h 23"/>
                      <a:gd name="T56" fmla="*/ 1 w 46"/>
                      <a:gd name="T57" fmla="*/ 0 h 23"/>
                      <a:gd name="T58" fmla="*/ 1 w 46"/>
                      <a:gd name="T59" fmla="*/ 0 h 23"/>
                      <a:gd name="T60" fmla="*/ 1 w 46"/>
                      <a:gd name="T61" fmla="*/ 0 h 23"/>
                      <a:gd name="T62" fmla="*/ 0 w 46"/>
                      <a:gd name="T63" fmla="*/ 0 h 23"/>
                      <a:gd name="T64" fmla="*/ 0 w 46"/>
                      <a:gd name="T65" fmla="*/ 0 h 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6"/>
                      <a:gd name="T100" fmla="*/ 0 h 23"/>
                      <a:gd name="T101" fmla="*/ 46 w 46"/>
                      <a:gd name="T102" fmla="*/ 23 h 2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6" h="23">
                        <a:moveTo>
                          <a:pt x="0" y="3"/>
                        </a:moveTo>
                        <a:lnTo>
                          <a:pt x="2" y="4"/>
                        </a:lnTo>
                        <a:lnTo>
                          <a:pt x="5" y="5"/>
                        </a:lnTo>
                        <a:lnTo>
                          <a:pt x="9" y="7"/>
                        </a:lnTo>
                        <a:lnTo>
                          <a:pt x="11" y="7"/>
                        </a:lnTo>
                        <a:lnTo>
                          <a:pt x="15" y="8"/>
                        </a:lnTo>
                        <a:lnTo>
                          <a:pt x="17" y="8"/>
                        </a:lnTo>
                        <a:lnTo>
                          <a:pt x="21" y="9"/>
                        </a:lnTo>
                        <a:lnTo>
                          <a:pt x="23" y="10"/>
                        </a:lnTo>
                        <a:lnTo>
                          <a:pt x="26" y="12"/>
                        </a:lnTo>
                        <a:lnTo>
                          <a:pt x="30" y="13"/>
                        </a:lnTo>
                        <a:lnTo>
                          <a:pt x="31" y="14"/>
                        </a:lnTo>
                        <a:lnTo>
                          <a:pt x="35" y="15"/>
                        </a:lnTo>
                        <a:lnTo>
                          <a:pt x="37" y="16"/>
                        </a:lnTo>
                        <a:lnTo>
                          <a:pt x="39" y="19"/>
                        </a:lnTo>
                        <a:lnTo>
                          <a:pt x="42" y="20"/>
                        </a:lnTo>
                        <a:lnTo>
                          <a:pt x="43" y="23"/>
                        </a:lnTo>
                        <a:lnTo>
                          <a:pt x="46" y="21"/>
                        </a:lnTo>
                        <a:lnTo>
                          <a:pt x="38" y="14"/>
                        </a:lnTo>
                        <a:lnTo>
                          <a:pt x="36" y="13"/>
                        </a:lnTo>
                        <a:lnTo>
                          <a:pt x="32" y="12"/>
                        </a:lnTo>
                        <a:lnTo>
                          <a:pt x="30" y="10"/>
                        </a:lnTo>
                        <a:lnTo>
                          <a:pt x="27" y="9"/>
                        </a:lnTo>
                        <a:lnTo>
                          <a:pt x="23" y="8"/>
                        </a:lnTo>
                        <a:lnTo>
                          <a:pt x="21" y="7"/>
                        </a:lnTo>
                        <a:lnTo>
                          <a:pt x="17" y="7"/>
                        </a:lnTo>
                        <a:lnTo>
                          <a:pt x="15" y="5"/>
                        </a:lnTo>
                        <a:lnTo>
                          <a:pt x="12" y="4"/>
                        </a:lnTo>
                        <a:lnTo>
                          <a:pt x="9" y="4"/>
                        </a:lnTo>
                        <a:lnTo>
                          <a:pt x="6" y="3"/>
                        </a:lnTo>
                        <a:lnTo>
                          <a:pt x="4" y="2"/>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0" name="Freeform 83"/>
                  <p:cNvSpPr>
                    <a:spLocks/>
                  </p:cNvSpPr>
                  <p:nvPr/>
                </p:nvSpPr>
                <p:spPr bwMode="auto">
                  <a:xfrm>
                    <a:off x="4297" y="3471"/>
                    <a:ext cx="41" cy="6"/>
                  </a:xfrm>
                  <a:custGeom>
                    <a:avLst/>
                    <a:gdLst>
                      <a:gd name="T0" fmla="*/ 0 w 81"/>
                      <a:gd name="T1" fmla="*/ 1 h 11"/>
                      <a:gd name="T2" fmla="*/ 1 w 81"/>
                      <a:gd name="T3" fmla="*/ 1 h 11"/>
                      <a:gd name="T4" fmla="*/ 2 w 81"/>
                      <a:gd name="T5" fmla="*/ 1 h 11"/>
                      <a:gd name="T6" fmla="*/ 2 w 81"/>
                      <a:gd name="T7" fmla="*/ 1 h 11"/>
                      <a:gd name="T8" fmla="*/ 2 w 81"/>
                      <a:gd name="T9" fmla="*/ 1 h 11"/>
                      <a:gd name="T10" fmla="*/ 2 w 81"/>
                      <a:gd name="T11" fmla="*/ 1 h 11"/>
                      <a:gd name="T12" fmla="*/ 2 w 81"/>
                      <a:gd name="T13" fmla="*/ 1 h 11"/>
                      <a:gd name="T14" fmla="*/ 2 w 81"/>
                      <a:gd name="T15" fmla="*/ 1 h 11"/>
                      <a:gd name="T16" fmla="*/ 3 w 81"/>
                      <a:gd name="T17" fmla="*/ 1 h 11"/>
                      <a:gd name="T18" fmla="*/ 3 w 81"/>
                      <a:gd name="T19" fmla="*/ 1 h 11"/>
                      <a:gd name="T20" fmla="*/ 3 w 81"/>
                      <a:gd name="T21" fmla="*/ 1 h 11"/>
                      <a:gd name="T22" fmla="*/ 3 w 81"/>
                      <a:gd name="T23" fmla="*/ 1 h 11"/>
                      <a:gd name="T24" fmla="*/ 3 w 81"/>
                      <a:gd name="T25" fmla="*/ 1 h 11"/>
                      <a:gd name="T26" fmla="*/ 3 w 81"/>
                      <a:gd name="T27" fmla="*/ 1 h 11"/>
                      <a:gd name="T28" fmla="*/ 3 w 81"/>
                      <a:gd name="T29" fmla="*/ 1 h 11"/>
                      <a:gd name="T30" fmla="*/ 3 w 81"/>
                      <a:gd name="T31" fmla="*/ 1 h 11"/>
                      <a:gd name="T32" fmla="*/ 2 w 81"/>
                      <a:gd name="T33" fmla="*/ 1 h 11"/>
                      <a:gd name="T34" fmla="*/ 2 w 81"/>
                      <a:gd name="T35" fmla="*/ 1 h 11"/>
                      <a:gd name="T36" fmla="*/ 2 w 81"/>
                      <a:gd name="T37" fmla="*/ 1 h 11"/>
                      <a:gd name="T38" fmla="*/ 2 w 81"/>
                      <a:gd name="T39" fmla="*/ 1 h 11"/>
                      <a:gd name="T40" fmla="*/ 2 w 81"/>
                      <a:gd name="T41" fmla="*/ 1 h 11"/>
                      <a:gd name="T42" fmla="*/ 1 w 81"/>
                      <a:gd name="T43" fmla="*/ 1 h 11"/>
                      <a:gd name="T44" fmla="*/ 1 w 81"/>
                      <a:gd name="T45" fmla="*/ 0 h 11"/>
                      <a:gd name="T46" fmla="*/ 0 w 81"/>
                      <a:gd name="T47" fmla="*/ 0 h 11"/>
                      <a:gd name="T48" fmla="*/ 0 w 81"/>
                      <a:gd name="T49" fmla="*/ 1 h 1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1"/>
                      <a:gd name="T76" fmla="*/ 0 h 11"/>
                      <a:gd name="T77" fmla="*/ 81 w 81"/>
                      <a:gd name="T78" fmla="*/ 11 h 1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1" h="11">
                        <a:moveTo>
                          <a:pt x="0" y="2"/>
                        </a:moveTo>
                        <a:lnTo>
                          <a:pt x="31" y="2"/>
                        </a:lnTo>
                        <a:lnTo>
                          <a:pt x="37" y="4"/>
                        </a:lnTo>
                        <a:lnTo>
                          <a:pt x="42" y="4"/>
                        </a:lnTo>
                        <a:lnTo>
                          <a:pt x="47" y="5"/>
                        </a:lnTo>
                        <a:lnTo>
                          <a:pt x="50" y="6"/>
                        </a:lnTo>
                        <a:lnTo>
                          <a:pt x="56" y="6"/>
                        </a:lnTo>
                        <a:lnTo>
                          <a:pt x="61" y="7"/>
                        </a:lnTo>
                        <a:lnTo>
                          <a:pt x="66" y="8"/>
                        </a:lnTo>
                        <a:lnTo>
                          <a:pt x="71" y="10"/>
                        </a:lnTo>
                        <a:lnTo>
                          <a:pt x="76" y="11"/>
                        </a:lnTo>
                        <a:lnTo>
                          <a:pt x="81" y="11"/>
                        </a:lnTo>
                        <a:lnTo>
                          <a:pt x="81" y="8"/>
                        </a:lnTo>
                        <a:lnTo>
                          <a:pt x="76" y="8"/>
                        </a:lnTo>
                        <a:lnTo>
                          <a:pt x="71" y="7"/>
                        </a:lnTo>
                        <a:lnTo>
                          <a:pt x="66" y="6"/>
                        </a:lnTo>
                        <a:lnTo>
                          <a:pt x="61" y="5"/>
                        </a:lnTo>
                        <a:lnTo>
                          <a:pt x="56" y="4"/>
                        </a:lnTo>
                        <a:lnTo>
                          <a:pt x="51" y="4"/>
                        </a:lnTo>
                        <a:lnTo>
                          <a:pt x="47" y="2"/>
                        </a:lnTo>
                        <a:lnTo>
                          <a:pt x="42" y="1"/>
                        </a:lnTo>
                        <a:lnTo>
                          <a:pt x="31" y="1"/>
                        </a:lnTo>
                        <a:lnTo>
                          <a:pt x="26"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1" name="Freeform 84"/>
                  <p:cNvSpPr>
                    <a:spLocks/>
                  </p:cNvSpPr>
                  <p:nvPr/>
                </p:nvSpPr>
                <p:spPr bwMode="auto">
                  <a:xfrm>
                    <a:off x="4249" y="3471"/>
                    <a:ext cx="48" cy="5"/>
                  </a:xfrm>
                  <a:custGeom>
                    <a:avLst/>
                    <a:gdLst>
                      <a:gd name="T0" fmla="*/ 0 w 98"/>
                      <a:gd name="T1" fmla="*/ 1 h 8"/>
                      <a:gd name="T2" fmla="*/ 0 w 98"/>
                      <a:gd name="T3" fmla="*/ 1 h 8"/>
                      <a:gd name="T4" fmla="*/ 0 w 98"/>
                      <a:gd name="T5" fmla="*/ 1 h 8"/>
                      <a:gd name="T6" fmla="*/ 0 w 98"/>
                      <a:gd name="T7" fmla="*/ 1 h 8"/>
                      <a:gd name="T8" fmla="*/ 0 w 98"/>
                      <a:gd name="T9" fmla="*/ 1 h 8"/>
                      <a:gd name="T10" fmla="*/ 0 w 98"/>
                      <a:gd name="T11" fmla="*/ 1 h 8"/>
                      <a:gd name="T12" fmla="*/ 1 w 98"/>
                      <a:gd name="T13" fmla="*/ 1 h 8"/>
                      <a:gd name="T14" fmla="*/ 3 w 98"/>
                      <a:gd name="T15" fmla="*/ 1 h 8"/>
                      <a:gd name="T16" fmla="*/ 3 w 98"/>
                      <a:gd name="T17" fmla="*/ 0 h 8"/>
                      <a:gd name="T18" fmla="*/ 1 w 98"/>
                      <a:gd name="T19" fmla="*/ 0 h 8"/>
                      <a:gd name="T20" fmla="*/ 1 w 98"/>
                      <a:gd name="T21" fmla="*/ 1 h 8"/>
                      <a:gd name="T22" fmla="*/ 0 w 98"/>
                      <a:gd name="T23" fmla="*/ 1 h 8"/>
                      <a:gd name="T24" fmla="*/ 0 w 98"/>
                      <a:gd name="T25" fmla="*/ 1 h 8"/>
                      <a:gd name="T26" fmla="*/ 0 w 98"/>
                      <a:gd name="T27" fmla="*/ 1 h 8"/>
                      <a:gd name="T28" fmla="*/ 0 w 98"/>
                      <a:gd name="T29" fmla="*/ 1 h 8"/>
                      <a:gd name="T30" fmla="*/ 0 w 98"/>
                      <a:gd name="T31" fmla="*/ 1 h 8"/>
                      <a:gd name="T32" fmla="*/ 0 w 98"/>
                      <a:gd name="T33" fmla="*/ 1 h 8"/>
                      <a:gd name="T34" fmla="*/ 0 w 98"/>
                      <a:gd name="T35" fmla="*/ 1 h 8"/>
                      <a:gd name="T36" fmla="*/ 0 w 98"/>
                      <a:gd name="T37" fmla="*/ 1 h 8"/>
                      <a:gd name="T38" fmla="*/ 0 w 98"/>
                      <a:gd name="T39" fmla="*/ 1 h 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8"/>
                      <a:gd name="T61" fmla="*/ 0 h 8"/>
                      <a:gd name="T62" fmla="*/ 98 w 98"/>
                      <a:gd name="T63" fmla="*/ 8 h 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8" h="8">
                        <a:moveTo>
                          <a:pt x="3" y="8"/>
                        </a:moveTo>
                        <a:lnTo>
                          <a:pt x="8" y="7"/>
                        </a:lnTo>
                        <a:lnTo>
                          <a:pt x="13" y="6"/>
                        </a:lnTo>
                        <a:lnTo>
                          <a:pt x="19" y="5"/>
                        </a:lnTo>
                        <a:lnTo>
                          <a:pt x="25" y="4"/>
                        </a:lnTo>
                        <a:lnTo>
                          <a:pt x="31" y="4"/>
                        </a:lnTo>
                        <a:lnTo>
                          <a:pt x="37" y="2"/>
                        </a:lnTo>
                        <a:lnTo>
                          <a:pt x="98" y="2"/>
                        </a:lnTo>
                        <a:lnTo>
                          <a:pt x="98" y="0"/>
                        </a:lnTo>
                        <a:lnTo>
                          <a:pt x="44" y="0"/>
                        </a:lnTo>
                        <a:lnTo>
                          <a:pt x="37" y="1"/>
                        </a:lnTo>
                        <a:lnTo>
                          <a:pt x="25" y="1"/>
                        </a:lnTo>
                        <a:lnTo>
                          <a:pt x="19" y="2"/>
                        </a:lnTo>
                        <a:lnTo>
                          <a:pt x="13" y="4"/>
                        </a:lnTo>
                        <a:lnTo>
                          <a:pt x="7" y="5"/>
                        </a:lnTo>
                        <a:lnTo>
                          <a:pt x="2" y="7"/>
                        </a:lnTo>
                        <a:lnTo>
                          <a:pt x="0" y="7"/>
                        </a:lnTo>
                        <a:lnTo>
                          <a:pt x="2" y="7"/>
                        </a:lnTo>
                        <a:lnTo>
                          <a:pt x="0"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2" name="Freeform 85"/>
                  <p:cNvSpPr>
                    <a:spLocks/>
                  </p:cNvSpPr>
                  <p:nvPr/>
                </p:nvSpPr>
                <p:spPr bwMode="auto">
                  <a:xfrm>
                    <a:off x="4249" y="3475"/>
                    <a:ext cx="2" cy="2"/>
                  </a:xfrm>
                  <a:custGeom>
                    <a:avLst/>
                    <a:gdLst>
                      <a:gd name="T0" fmla="*/ 1 w 4"/>
                      <a:gd name="T1" fmla="*/ 1 h 4"/>
                      <a:gd name="T2" fmla="*/ 1 w 4"/>
                      <a:gd name="T3" fmla="*/ 1 h 4"/>
                      <a:gd name="T4" fmla="*/ 1 w 4"/>
                      <a:gd name="T5" fmla="*/ 0 h 4"/>
                      <a:gd name="T6" fmla="*/ 1 w 4"/>
                      <a:gd name="T7" fmla="*/ 1 h 4"/>
                      <a:gd name="T8" fmla="*/ 0 w 4"/>
                      <a:gd name="T9" fmla="*/ 0 h 4"/>
                      <a:gd name="T10" fmla="*/ 0 w 4"/>
                      <a:gd name="T11" fmla="*/ 1 h 4"/>
                      <a:gd name="T12" fmla="*/ 1 w 4"/>
                      <a:gd name="T13" fmla="*/ 1 h 4"/>
                      <a:gd name="T14" fmla="*/ 1 w 4"/>
                      <a:gd name="T15" fmla="*/ 1 h 4"/>
                      <a:gd name="T16" fmla="*/ 1 w 4"/>
                      <a:gd name="T17" fmla="*/ 1 h 4"/>
                      <a:gd name="T18" fmla="*/ 1 w 4"/>
                      <a:gd name="T19" fmla="*/ 1 h 4"/>
                      <a:gd name="T20" fmla="*/ 1 w 4"/>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
                      <a:gd name="T34" fmla="*/ 0 h 4"/>
                      <a:gd name="T35" fmla="*/ 4 w 4"/>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 h="4">
                        <a:moveTo>
                          <a:pt x="3" y="1"/>
                        </a:moveTo>
                        <a:lnTo>
                          <a:pt x="4" y="1"/>
                        </a:lnTo>
                        <a:lnTo>
                          <a:pt x="3" y="0"/>
                        </a:lnTo>
                        <a:lnTo>
                          <a:pt x="3" y="1"/>
                        </a:lnTo>
                        <a:lnTo>
                          <a:pt x="0" y="0"/>
                        </a:lnTo>
                        <a:lnTo>
                          <a:pt x="0" y="1"/>
                        </a:lnTo>
                        <a:lnTo>
                          <a:pt x="3" y="4"/>
                        </a:lnTo>
                        <a:lnTo>
                          <a:pt x="4" y="4"/>
                        </a:lnTo>
                        <a:lnTo>
                          <a:pt x="3" y="4"/>
                        </a:lnTo>
                        <a:lnTo>
                          <a:pt x="4" y="4"/>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3" name="Freeform 86"/>
                  <p:cNvSpPr>
                    <a:spLocks/>
                  </p:cNvSpPr>
                  <p:nvPr/>
                </p:nvSpPr>
                <p:spPr bwMode="auto">
                  <a:xfrm>
                    <a:off x="4250" y="3473"/>
                    <a:ext cx="41" cy="4"/>
                  </a:xfrm>
                  <a:custGeom>
                    <a:avLst/>
                    <a:gdLst>
                      <a:gd name="T0" fmla="*/ 3 w 82"/>
                      <a:gd name="T1" fmla="*/ 1 h 7"/>
                      <a:gd name="T2" fmla="*/ 3 w 82"/>
                      <a:gd name="T3" fmla="*/ 1 h 7"/>
                      <a:gd name="T4" fmla="*/ 3 w 82"/>
                      <a:gd name="T5" fmla="*/ 1 h 7"/>
                      <a:gd name="T6" fmla="*/ 3 w 82"/>
                      <a:gd name="T7" fmla="*/ 0 h 7"/>
                      <a:gd name="T8" fmla="*/ 1 w 82"/>
                      <a:gd name="T9" fmla="*/ 0 h 7"/>
                      <a:gd name="T10" fmla="*/ 1 w 82"/>
                      <a:gd name="T11" fmla="*/ 1 h 7"/>
                      <a:gd name="T12" fmla="*/ 1 w 82"/>
                      <a:gd name="T13" fmla="*/ 1 h 7"/>
                      <a:gd name="T14" fmla="*/ 1 w 82"/>
                      <a:gd name="T15" fmla="*/ 1 h 7"/>
                      <a:gd name="T16" fmla="*/ 1 w 82"/>
                      <a:gd name="T17" fmla="*/ 1 h 7"/>
                      <a:gd name="T18" fmla="*/ 1 w 82"/>
                      <a:gd name="T19" fmla="*/ 1 h 7"/>
                      <a:gd name="T20" fmla="*/ 0 w 82"/>
                      <a:gd name="T21" fmla="*/ 1 h 7"/>
                      <a:gd name="T22" fmla="*/ 1 w 82"/>
                      <a:gd name="T23" fmla="*/ 1 h 7"/>
                      <a:gd name="T24" fmla="*/ 1 w 82"/>
                      <a:gd name="T25" fmla="*/ 1 h 7"/>
                      <a:gd name="T26" fmla="*/ 1 w 82"/>
                      <a:gd name="T27" fmla="*/ 1 h 7"/>
                      <a:gd name="T28" fmla="*/ 1 w 82"/>
                      <a:gd name="T29" fmla="*/ 1 h 7"/>
                      <a:gd name="T30" fmla="*/ 1 w 82"/>
                      <a:gd name="T31" fmla="*/ 1 h 7"/>
                      <a:gd name="T32" fmla="*/ 1 w 82"/>
                      <a:gd name="T33" fmla="*/ 1 h 7"/>
                      <a:gd name="T34" fmla="*/ 1 w 82"/>
                      <a:gd name="T35" fmla="*/ 1 h 7"/>
                      <a:gd name="T36" fmla="*/ 3 w 82"/>
                      <a:gd name="T37" fmla="*/ 1 h 7"/>
                      <a:gd name="T38" fmla="*/ 3 w 82"/>
                      <a:gd name="T39" fmla="*/ 1 h 7"/>
                      <a:gd name="T40" fmla="*/ 3 w 82"/>
                      <a:gd name="T41" fmla="*/ 1 h 7"/>
                      <a:gd name="T42" fmla="*/ 3 w 82"/>
                      <a:gd name="T43" fmla="*/ 1 h 7"/>
                      <a:gd name="T44" fmla="*/ 3 w 82"/>
                      <a:gd name="T45" fmla="*/ 1 h 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2"/>
                      <a:gd name="T70" fmla="*/ 0 h 7"/>
                      <a:gd name="T71" fmla="*/ 82 w 82"/>
                      <a:gd name="T72" fmla="*/ 7 h 7"/>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2" h="7">
                        <a:moveTo>
                          <a:pt x="82" y="3"/>
                        </a:moveTo>
                        <a:lnTo>
                          <a:pt x="82" y="1"/>
                        </a:lnTo>
                        <a:lnTo>
                          <a:pt x="73" y="1"/>
                        </a:lnTo>
                        <a:lnTo>
                          <a:pt x="68" y="0"/>
                        </a:lnTo>
                        <a:lnTo>
                          <a:pt x="31" y="0"/>
                        </a:lnTo>
                        <a:lnTo>
                          <a:pt x="25" y="1"/>
                        </a:lnTo>
                        <a:lnTo>
                          <a:pt x="20" y="1"/>
                        </a:lnTo>
                        <a:lnTo>
                          <a:pt x="15" y="2"/>
                        </a:lnTo>
                        <a:lnTo>
                          <a:pt x="10" y="2"/>
                        </a:lnTo>
                        <a:lnTo>
                          <a:pt x="5" y="3"/>
                        </a:lnTo>
                        <a:lnTo>
                          <a:pt x="0" y="4"/>
                        </a:lnTo>
                        <a:lnTo>
                          <a:pt x="1" y="7"/>
                        </a:lnTo>
                        <a:lnTo>
                          <a:pt x="5" y="6"/>
                        </a:lnTo>
                        <a:lnTo>
                          <a:pt x="10" y="4"/>
                        </a:lnTo>
                        <a:lnTo>
                          <a:pt x="15" y="4"/>
                        </a:lnTo>
                        <a:lnTo>
                          <a:pt x="20" y="3"/>
                        </a:lnTo>
                        <a:lnTo>
                          <a:pt x="25" y="3"/>
                        </a:lnTo>
                        <a:lnTo>
                          <a:pt x="31" y="2"/>
                        </a:lnTo>
                        <a:lnTo>
                          <a:pt x="68" y="2"/>
                        </a:lnTo>
                        <a:lnTo>
                          <a:pt x="73" y="3"/>
                        </a:lnTo>
                        <a:lnTo>
                          <a:pt x="82" y="3"/>
                        </a:lnTo>
                        <a:lnTo>
                          <a:pt x="82" y="1"/>
                        </a:lnTo>
                        <a:lnTo>
                          <a:pt x="8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4" name="Freeform 87"/>
                  <p:cNvSpPr>
                    <a:spLocks/>
                  </p:cNvSpPr>
                  <p:nvPr/>
                </p:nvSpPr>
                <p:spPr bwMode="auto">
                  <a:xfrm>
                    <a:off x="4265" y="3474"/>
                    <a:ext cx="26" cy="8"/>
                  </a:xfrm>
                  <a:custGeom>
                    <a:avLst/>
                    <a:gdLst>
                      <a:gd name="T0" fmla="*/ 0 w 53"/>
                      <a:gd name="T1" fmla="*/ 1 h 16"/>
                      <a:gd name="T2" fmla="*/ 0 w 53"/>
                      <a:gd name="T3" fmla="*/ 1 h 16"/>
                      <a:gd name="T4" fmla="*/ 0 w 53"/>
                      <a:gd name="T5" fmla="*/ 1 h 16"/>
                      <a:gd name="T6" fmla="*/ 0 w 53"/>
                      <a:gd name="T7" fmla="*/ 1 h 16"/>
                      <a:gd name="T8" fmla="*/ 0 w 53"/>
                      <a:gd name="T9" fmla="*/ 1 h 16"/>
                      <a:gd name="T10" fmla="*/ 0 w 53"/>
                      <a:gd name="T11" fmla="*/ 1 h 16"/>
                      <a:gd name="T12" fmla="*/ 0 w 53"/>
                      <a:gd name="T13" fmla="*/ 1 h 16"/>
                      <a:gd name="T14" fmla="*/ 0 w 53"/>
                      <a:gd name="T15" fmla="*/ 1 h 16"/>
                      <a:gd name="T16" fmla="*/ 0 w 53"/>
                      <a:gd name="T17" fmla="*/ 1 h 16"/>
                      <a:gd name="T18" fmla="*/ 0 w 53"/>
                      <a:gd name="T19" fmla="*/ 1 h 16"/>
                      <a:gd name="T20" fmla="*/ 1 w 53"/>
                      <a:gd name="T21" fmla="*/ 1 h 16"/>
                      <a:gd name="T22" fmla="*/ 1 w 53"/>
                      <a:gd name="T23" fmla="*/ 1 h 16"/>
                      <a:gd name="T24" fmla="*/ 1 w 53"/>
                      <a:gd name="T25" fmla="*/ 1 h 16"/>
                      <a:gd name="T26" fmla="*/ 1 w 53"/>
                      <a:gd name="T27" fmla="*/ 1 h 16"/>
                      <a:gd name="T28" fmla="*/ 1 w 53"/>
                      <a:gd name="T29" fmla="*/ 1 h 16"/>
                      <a:gd name="T30" fmla="*/ 1 w 53"/>
                      <a:gd name="T31" fmla="*/ 1 h 16"/>
                      <a:gd name="T32" fmla="*/ 1 w 53"/>
                      <a:gd name="T33" fmla="*/ 0 h 16"/>
                      <a:gd name="T34" fmla="*/ 1 w 53"/>
                      <a:gd name="T35" fmla="*/ 1 h 16"/>
                      <a:gd name="T36" fmla="*/ 1 w 53"/>
                      <a:gd name="T37" fmla="*/ 1 h 16"/>
                      <a:gd name="T38" fmla="*/ 1 w 53"/>
                      <a:gd name="T39" fmla="*/ 1 h 16"/>
                      <a:gd name="T40" fmla="*/ 1 w 53"/>
                      <a:gd name="T41" fmla="*/ 1 h 16"/>
                      <a:gd name="T42" fmla="*/ 1 w 53"/>
                      <a:gd name="T43" fmla="*/ 1 h 16"/>
                      <a:gd name="T44" fmla="*/ 1 w 53"/>
                      <a:gd name="T45" fmla="*/ 1 h 16"/>
                      <a:gd name="T46" fmla="*/ 0 w 53"/>
                      <a:gd name="T47" fmla="*/ 1 h 16"/>
                      <a:gd name="T48" fmla="*/ 0 w 53"/>
                      <a:gd name="T49" fmla="*/ 1 h 16"/>
                      <a:gd name="T50" fmla="*/ 0 w 53"/>
                      <a:gd name="T51" fmla="*/ 1 h 16"/>
                      <a:gd name="T52" fmla="*/ 0 w 53"/>
                      <a:gd name="T53" fmla="*/ 1 h 16"/>
                      <a:gd name="T54" fmla="*/ 0 w 53"/>
                      <a:gd name="T55" fmla="*/ 1 h 16"/>
                      <a:gd name="T56" fmla="*/ 0 w 53"/>
                      <a:gd name="T57" fmla="*/ 1 h 16"/>
                      <a:gd name="T58" fmla="*/ 0 w 53"/>
                      <a:gd name="T59" fmla="*/ 1 h 16"/>
                      <a:gd name="T60" fmla="*/ 0 w 53"/>
                      <a:gd name="T61" fmla="*/ 1 h 16"/>
                      <a:gd name="T62" fmla="*/ 0 w 53"/>
                      <a:gd name="T63" fmla="*/ 1 h 16"/>
                      <a:gd name="T64" fmla="*/ 0 w 53"/>
                      <a:gd name="T65" fmla="*/ 1 h 16"/>
                      <a:gd name="T66" fmla="*/ 0 w 53"/>
                      <a:gd name="T67" fmla="*/ 1 h 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3"/>
                      <a:gd name="T103" fmla="*/ 0 h 16"/>
                      <a:gd name="T104" fmla="*/ 53 w 53"/>
                      <a:gd name="T105" fmla="*/ 16 h 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3" h="16">
                        <a:moveTo>
                          <a:pt x="2" y="16"/>
                        </a:moveTo>
                        <a:lnTo>
                          <a:pt x="4" y="15"/>
                        </a:lnTo>
                        <a:lnTo>
                          <a:pt x="8" y="15"/>
                        </a:lnTo>
                        <a:lnTo>
                          <a:pt x="12" y="13"/>
                        </a:lnTo>
                        <a:lnTo>
                          <a:pt x="15" y="12"/>
                        </a:lnTo>
                        <a:lnTo>
                          <a:pt x="18" y="11"/>
                        </a:lnTo>
                        <a:lnTo>
                          <a:pt x="21" y="11"/>
                        </a:lnTo>
                        <a:lnTo>
                          <a:pt x="24" y="10"/>
                        </a:lnTo>
                        <a:lnTo>
                          <a:pt x="28" y="8"/>
                        </a:lnTo>
                        <a:lnTo>
                          <a:pt x="30" y="7"/>
                        </a:lnTo>
                        <a:lnTo>
                          <a:pt x="34" y="7"/>
                        </a:lnTo>
                        <a:lnTo>
                          <a:pt x="37" y="6"/>
                        </a:lnTo>
                        <a:lnTo>
                          <a:pt x="40" y="5"/>
                        </a:lnTo>
                        <a:lnTo>
                          <a:pt x="44" y="3"/>
                        </a:lnTo>
                        <a:lnTo>
                          <a:pt x="50" y="3"/>
                        </a:lnTo>
                        <a:lnTo>
                          <a:pt x="53" y="2"/>
                        </a:lnTo>
                        <a:lnTo>
                          <a:pt x="53" y="0"/>
                        </a:lnTo>
                        <a:lnTo>
                          <a:pt x="50" y="1"/>
                        </a:lnTo>
                        <a:lnTo>
                          <a:pt x="47" y="1"/>
                        </a:lnTo>
                        <a:lnTo>
                          <a:pt x="44" y="2"/>
                        </a:lnTo>
                        <a:lnTo>
                          <a:pt x="40" y="2"/>
                        </a:lnTo>
                        <a:lnTo>
                          <a:pt x="36" y="3"/>
                        </a:lnTo>
                        <a:lnTo>
                          <a:pt x="34" y="5"/>
                        </a:lnTo>
                        <a:lnTo>
                          <a:pt x="30" y="5"/>
                        </a:lnTo>
                        <a:lnTo>
                          <a:pt x="26" y="6"/>
                        </a:lnTo>
                        <a:lnTo>
                          <a:pt x="24" y="7"/>
                        </a:lnTo>
                        <a:lnTo>
                          <a:pt x="20" y="8"/>
                        </a:lnTo>
                        <a:lnTo>
                          <a:pt x="16" y="10"/>
                        </a:lnTo>
                        <a:lnTo>
                          <a:pt x="14" y="10"/>
                        </a:lnTo>
                        <a:lnTo>
                          <a:pt x="10" y="11"/>
                        </a:lnTo>
                        <a:lnTo>
                          <a:pt x="8" y="12"/>
                        </a:lnTo>
                        <a:lnTo>
                          <a:pt x="4" y="12"/>
                        </a:lnTo>
                        <a:lnTo>
                          <a:pt x="0" y="13"/>
                        </a:lnTo>
                        <a:lnTo>
                          <a:pt x="2"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5" name="Freeform 88"/>
                  <p:cNvSpPr>
                    <a:spLocks/>
                  </p:cNvSpPr>
                  <p:nvPr/>
                </p:nvSpPr>
                <p:spPr bwMode="auto">
                  <a:xfrm>
                    <a:off x="4233" y="3481"/>
                    <a:ext cx="32" cy="13"/>
                  </a:xfrm>
                  <a:custGeom>
                    <a:avLst/>
                    <a:gdLst>
                      <a:gd name="T0" fmla="*/ 0 w 66"/>
                      <a:gd name="T1" fmla="*/ 1 h 26"/>
                      <a:gd name="T2" fmla="*/ 0 w 66"/>
                      <a:gd name="T3" fmla="*/ 1 h 26"/>
                      <a:gd name="T4" fmla="*/ 0 w 66"/>
                      <a:gd name="T5" fmla="*/ 1 h 26"/>
                      <a:gd name="T6" fmla="*/ 0 w 66"/>
                      <a:gd name="T7" fmla="*/ 1 h 26"/>
                      <a:gd name="T8" fmla="*/ 0 w 66"/>
                      <a:gd name="T9" fmla="*/ 1 h 26"/>
                      <a:gd name="T10" fmla="*/ 0 w 66"/>
                      <a:gd name="T11" fmla="*/ 1 h 26"/>
                      <a:gd name="T12" fmla="*/ 0 w 66"/>
                      <a:gd name="T13" fmla="*/ 1 h 26"/>
                      <a:gd name="T14" fmla="*/ 0 w 66"/>
                      <a:gd name="T15" fmla="*/ 1 h 26"/>
                      <a:gd name="T16" fmla="*/ 0 w 66"/>
                      <a:gd name="T17" fmla="*/ 1 h 26"/>
                      <a:gd name="T18" fmla="*/ 1 w 66"/>
                      <a:gd name="T19" fmla="*/ 1 h 26"/>
                      <a:gd name="T20" fmla="*/ 1 w 66"/>
                      <a:gd name="T21" fmla="*/ 1 h 26"/>
                      <a:gd name="T22" fmla="*/ 1 w 66"/>
                      <a:gd name="T23" fmla="*/ 1 h 26"/>
                      <a:gd name="T24" fmla="*/ 1 w 66"/>
                      <a:gd name="T25" fmla="*/ 1 h 26"/>
                      <a:gd name="T26" fmla="*/ 1 w 66"/>
                      <a:gd name="T27" fmla="*/ 1 h 26"/>
                      <a:gd name="T28" fmla="*/ 1 w 66"/>
                      <a:gd name="T29" fmla="*/ 1 h 26"/>
                      <a:gd name="T30" fmla="*/ 1 w 66"/>
                      <a:gd name="T31" fmla="*/ 1 h 26"/>
                      <a:gd name="T32" fmla="*/ 1 w 66"/>
                      <a:gd name="T33" fmla="*/ 1 h 26"/>
                      <a:gd name="T34" fmla="*/ 2 w 66"/>
                      <a:gd name="T35" fmla="*/ 1 h 26"/>
                      <a:gd name="T36" fmla="*/ 1 w 66"/>
                      <a:gd name="T37" fmla="*/ 0 h 26"/>
                      <a:gd name="T38" fmla="*/ 1 w 66"/>
                      <a:gd name="T39" fmla="*/ 1 h 26"/>
                      <a:gd name="T40" fmla="*/ 1 w 66"/>
                      <a:gd name="T41" fmla="*/ 1 h 26"/>
                      <a:gd name="T42" fmla="*/ 1 w 66"/>
                      <a:gd name="T43" fmla="*/ 1 h 26"/>
                      <a:gd name="T44" fmla="*/ 1 w 66"/>
                      <a:gd name="T45" fmla="*/ 1 h 26"/>
                      <a:gd name="T46" fmla="*/ 1 w 66"/>
                      <a:gd name="T47" fmla="*/ 1 h 26"/>
                      <a:gd name="T48" fmla="*/ 1 w 66"/>
                      <a:gd name="T49" fmla="*/ 1 h 26"/>
                      <a:gd name="T50" fmla="*/ 1 w 66"/>
                      <a:gd name="T51" fmla="*/ 1 h 26"/>
                      <a:gd name="T52" fmla="*/ 1 w 66"/>
                      <a:gd name="T53" fmla="*/ 1 h 26"/>
                      <a:gd name="T54" fmla="*/ 0 w 66"/>
                      <a:gd name="T55" fmla="*/ 1 h 26"/>
                      <a:gd name="T56" fmla="*/ 0 w 66"/>
                      <a:gd name="T57" fmla="*/ 1 h 26"/>
                      <a:gd name="T58" fmla="*/ 0 w 66"/>
                      <a:gd name="T59" fmla="*/ 1 h 26"/>
                      <a:gd name="T60" fmla="*/ 0 w 66"/>
                      <a:gd name="T61" fmla="*/ 1 h 26"/>
                      <a:gd name="T62" fmla="*/ 0 w 66"/>
                      <a:gd name="T63" fmla="*/ 1 h 26"/>
                      <a:gd name="T64" fmla="*/ 0 w 66"/>
                      <a:gd name="T65" fmla="*/ 1 h 26"/>
                      <a:gd name="T66" fmla="*/ 0 w 66"/>
                      <a:gd name="T67" fmla="*/ 1 h 26"/>
                      <a:gd name="T68" fmla="*/ 0 w 66"/>
                      <a:gd name="T69" fmla="*/ 1 h 26"/>
                      <a:gd name="T70" fmla="*/ 0 w 66"/>
                      <a:gd name="T71" fmla="*/ 1 h 26"/>
                      <a:gd name="T72" fmla="*/ 0 w 66"/>
                      <a:gd name="T73" fmla="*/ 1 h 26"/>
                      <a:gd name="T74" fmla="*/ 0 w 66"/>
                      <a:gd name="T75" fmla="*/ 1 h 26"/>
                      <a:gd name="T76" fmla="*/ 0 w 66"/>
                      <a:gd name="T77" fmla="*/ 1 h 26"/>
                      <a:gd name="T78" fmla="*/ 0 w 66"/>
                      <a:gd name="T79" fmla="*/ 1 h 2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6"/>
                      <a:gd name="T121" fmla="*/ 0 h 26"/>
                      <a:gd name="T122" fmla="*/ 66 w 66"/>
                      <a:gd name="T123" fmla="*/ 26 h 2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6" h="26">
                        <a:moveTo>
                          <a:pt x="0" y="25"/>
                        </a:moveTo>
                        <a:lnTo>
                          <a:pt x="2" y="25"/>
                        </a:lnTo>
                        <a:lnTo>
                          <a:pt x="5" y="24"/>
                        </a:lnTo>
                        <a:lnTo>
                          <a:pt x="9" y="23"/>
                        </a:lnTo>
                        <a:lnTo>
                          <a:pt x="13" y="20"/>
                        </a:lnTo>
                        <a:lnTo>
                          <a:pt x="18" y="19"/>
                        </a:lnTo>
                        <a:lnTo>
                          <a:pt x="21" y="18"/>
                        </a:lnTo>
                        <a:lnTo>
                          <a:pt x="25" y="16"/>
                        </a:lnTo>
                        <a:lnTo>
                          <a:pt x="29" y="15"/>
                        </a:lnTo>
                        <a:lnTo>
                          <a:pt x="32" y="13"/>
                        </a:lnTo>
                        <a:lnTo>
                          <a:pt x="37" y="11"/>
                        </a:lnTo>
                        <a:lnTo>
                          <a:pt x="41" y="10"/>
                        </a:lnTo>
                        <a:lnTo>
                          <a:pt x="45" y="9"/>
                        </a:lnTo>
                        <a:lnTo>
                          <a:pt x="50" y="8"/>
                        </a:lnTo>
                        <a:lnTo>
                          <a:pt x="53" y="6"/>
                        </a:lnTo>
                        <a:lnTo>
                          <a:pt x="57" y="5"/>
                        </a:lnTo>
                        <a:lnTo>
                          <a:pt x="61" y="4"/>
                        </a:lnTo>
                        <a:lnTo>
                          <a:pt x="66" y="3"/>
                        </a:lnTo>
                        <a:lnTo>
                          <a:pt x="64" y="0"/>
                        </a:lnTo>
                        <a:lnTo>
                          <a:pt x="61" y="2"/>
                        </a:lnTo>
                        <a:lnTo>
                          <a:pt x="56" y="3"/>
                        </a:lnTo>
                        <a:lnTo>
                          <a:pt x="52" y="4"/>
                        </a:lnTo>
                        <a:lnTo>
                          <a:pt x="48" y="5"/>
                        </a:lnTo>
                        <a:lnTo>
                          <a:pt x="45" y="6"/>
                        </a:lnTo>
                        <a:lnTo>
                          <a:pt x="40" y="9"/>
                        </a:lnTo>
                        <a:lnTo>
                          <a:pt x="36" y="10"/>
                        </a:lnTo>
                        <a:lnTo>
                          <a:pt x="32" y="10"/>
                        </a:lnTo>
                        <a:lnTo>
                          <a:pt x="29" y="13"/>
                        </a:lnTo>
                        <a:lnTo>
                          <a:pt x="24" y="14"/>
                        </a:lnTo>
                        <a:lnTo>
                          <a:pt x="20" y="15"/>
                        </a:lnTo>
                        <a:lnTo>
                          <a:pt x="16" y="16"/>
                        </a:lnTo>
                        <a:lnTo>
                          <a:pt x="13" y="18"/>
                        </a:lnTo>
                        <a:lnTo>
                          <a:pt x="9" y="20"/>
                        </a:lnTo>
                        <a:lnTo>
                          <a:pt x="4" y="21"/>
                        </a:lnTo>
                        <a:lnTo>
                          <a:pt x="0" y="24"/>
                        </a:lnTo>
                        <a:lnTo>
                          <a:pt x="2" y="24"/>
                        </a:lnTo>
                        <a:lnTo>
                          <a:pt x="0" y="25"/>
                        </a:lnTo>
                        <a:lnTo>
                          <a:pt x="2" y="26"/>
                        </a:lnTo>
                        <a:lnTo>
                          <a:pt x="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6" name="Freeform 89"/>
                  <p:cNvSpPr>
                    <a:spLocks/>
                  </p:cNvSpPr>
                  <p:nvPr/>
                </p:nvSpPr>
                <p:spPr bwMode="auto">
                  <a:xfrm>
                    <a:off x="4226" y="3491"/>
                    <a:ext cx="7" cy="2"/>
                  </a:xfrm>
                  <a:custGeom>
                    <a:avLst/>
                    <a:gdLst>
                      <a:gd name="T0" fmla="*/ 0 w 15"/>
                      <a:gd name="T1" fmla="*/ 0 h 5"/>
                      <a:gd name="T2" fmla="*/ 0 w 15"/>
                      <a:gd name="T3" fmla="*/ 0 h 5"/>
                      <a:gd name="T4" fmla="*/ 0 w 15"/>
                      <a:gd name="T5" fmla="*/ 0 h 5"/>
                      <a:gd name="T6" fmla="*/ 0 w 15"/>
                      <a:gd name="T7" fmla="*/ 0 h 5"/>
                      <a:gd name="T8" fmla="*/ 0 w 15"/>
                      <a:gd name="T9" fmla="*/ 0 h 5"/>
                      <a:gd name="T10" fmla="*/ 0 w 15"/>
                      <a:gd name="T11" fmla="*/ 0 h 5"/>
                      <a:gd name="T12" fmla="*/ 0 w 15"/>
                      <a:gd name="T13" fmla="*/ 0 h 5"/>
                      <a:gd name="T14" fmla="*/ 0 w 15"/>
                      <a:gd name="T15" fmla="*/ 0 h 5"/>
                      <a:gd name="T16" fmla="*/ 0 w 15"/>
                      <a:gd name="T17" fmla="*/ 0 h 5"/>
                      <a:gd name="T18" fmla="*/ 0 w 15"/>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
                      <a:gd name="T32" fmla="*/ 15 w 1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
                        <a:moveTo>
                          <a:pt x="1" y="1"/>
                        </a:moveTo>
                        <a:lnTo>
                          <a:pt x="2" y="3"/>
                        </a:lnTo>
                        <a:lnTo>
                          <a:pt x="13" y="5"/>
                        </a:lnTo>
                        <a:lnTo>
                          <a:pt x="15" y="4"/>
                        </a:lnTo>
                        <a:lnTo>
                          <a:pt x="2" y="0"/>
                        </a:lnTo>
                        <a:lnTo>
                          <a:pt x="4" y="3"/>
                        </a:lnTo>
                        <a:lnTo>
                          <a:pt x="1" y="1"/>
                        </a:lnTo>
                        <a:lnTo>
                          <a:pt x="0" y="3"/>
                        </a:lnTo>
                        <a:lnTo>
                          <a:pt x="2" y="3"/>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7" name="Freeform 90"/>
                  <p:cNvSpPr>
                    <a:spLocks/>
                  </p:cNvSpPr>
                  <p:nvPr/>
                </p:nvSpPr>
                <p:spPr bwMode="auto">
                  <a:xfrm>
                    <a:off x="4227" y="3480"/>
                    <a:ext cx="11" cy="12"/>
                  </a:xfrm>
                  <a:custGeom>
                    <a:avLst/>
                    <a:gdLst>
                      <a:gd name="T0" fmla="*/ 0 w 23"/>
                      <a:gd name="T1" fmla="*/ 0 h 24"/>
                      <a:gd name="T2" fmla="*/ 0 w 23"/>
                      <a:gd name="T3" fmla="*/ 1 h 24"/>
                      <a:gd name="T4" fmla="*/ 0 w 23"/>
                      <a:gd name="T5" fmla="*/ 1 h 24"/>
                      <a:gd name="T6" fmla="*/ 0 w 23"/>
                      <a:gd name="T7" fmla="*/ 1 h 24"/>
                      <a:gd name="T8" fmla="*/ 0 w 23"/>
                      <a:gd name="T9" fmla="*/ 1 h 24"/>
                      <a:gd name="T10" fmla="*/ 0 w 23"/>
                      <a:gd name="T11" fmla="*/ 1 h 24"/>
                      <a:gd name="T12" fmla="*/ 0 w 23"/>
                      <a:gd name="T13" fmla="*/ 1 h 24"/>
                      <a:gd name="T14" fmla="*/ 0 w 23"/>
                      <a:gd name="T15" fmla="*/ 1 h 24"/>
                      <a:gd name="T16" fmla="*/ 0 w 23"/>
                      <a:gd name="T17" fmla="*/ 1 h 24"/>
                      <a:gd name="T18" fmla="*/ 0 w 23"/>
                      <a:gd name="T19" fmla="*/ 1 h 24"/>
                      <a:gd name="T20" fmla="*/ 0 w 23"/>
                      <a:gd name="T21" fmla="*/ 1 h 24"/>
                      <a:gd name="T22" fmla="*/ 0 w 23"/>
                      <a:gd name="T23" fmla="*/ 1 h 24"/>
                      <a:gd name="T24" fmla="*/ 0 w 23"/>
                      <a:gd name="T25" fmla="*/ 1 h 24"/>
                      <a:gd name="T26" fmla="*/ 0 w 23"/>
                      <a:gd name="T27" fmla="*/ 1 h 24"/>
                      <a:gd name="T28" fmla="*/ 0 w 23"/>
                      <a:gd name="T29" fmla="*/ 1 h 24"/>
                      <a:gd name="T30" fmla="*/ 0 w 23"/>
                      <a:gd name="T31" fmla="*/ 1 h 24"/>
                      <a:gd name="T32" fmla="*/ 0 w 23"/>
                      <a:gd name="T33" fmla="*/ 1 h 24"/>
                      <a:gd name="T34" fmla="*/ 0 w 23"/>
                      <a:gd name="T35" fmla="*/ 0 h 24"/>
                      <a:gd name="T36" fmla="*/ 0 w 23"/>
                      <a:gd name="T37" fmla="*/ 1 h 24"/>
                      <a:gd name="T38" fmla="*/ 0 w 23"/>
                      <a:gd name="T39" fmla="*/ 0 h 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3"/>
                      <a:gd name="T61" fmla="*/ 0 h 24"/>
                      <a:gd name="T62" fmla="*/ 23 w 23"/>
                      <a:gd name="T63" fmla="*/ 24 h 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3" h="24">
                        <a:moveTo>
                          <a:pt x="22" y="0"/>
                        </a:moveTo>
                        <a:lnTo>
                          <a:pt x="22" y="6"/>
                        </a:lnTo>
                        <a:lnTo>
                          <a:pt x="15" y="14"/>
                        </a:lnTo>
                        <a:lnTo>
                          <a:pt x="11" y="15"/>
                        </a:lnTo>
                        <a:lnTo>
                          <a:pt x="7" y="17"/>
                        </a:lnTo>
                        <a:lnTo>
                          <a:pt x="4" y="20"/>
                        </a:lnTo>
                        <a:lnTo>
                          <a:pt x="0" y="22"/>
                        </a:lnTo>
                        <a:lnTo>
                          <a:pt x="3" y="24"/>
                        </a:lnTo>
                        <a:lnTo>
                          <a:pt x="5" y="21"/>
                        </a:lnTo>
                        <a:lnTo>
                          <a:pt x="9" y="20"/>
                        </a:lnTo>
                        <a:lnTo>
                          <a:pt x="12" y="17"/>
                        </a:lnTo>
                        <a:lnTo>
                          <a:pt x="16" y="16"/>
                        </a:lnTo>
                        <a:lnTo>
                          <a:pt x="20" y="14"/>
                        </a:lnTo>
                        <a:lnTo>
                          <a:pt x="22" y="10"/>
                        </a:lnTo>
                        <a:lnTo>
                          <a:pt x="23" y="6"/>
                        </a:lnTo>
                        <a:lnTo>
                          <a:pt x="23" y="1"/>
                        </a:lnTo>
                        <a:lnTo>
                          <a:pt x="23" y="3"/>
                        </a:lnTo>
                        <a:lnTo>
                          <a:pt x="22" y="0"/>
                        </a:lnTo>
                        <a:lnTo>
                          <a:pt x="22" y="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8" name="Freeform 91"/>
                  <p:cNvSpPr>
                    <a:spLocks/>
                  </p:cNvSpPr>
                  <p:nvPr/>
                </p:nvSpPr>
                <p:spPr bwMode="auto">
                  <a:xfrm>
                    <a:off x="4238" y="3477"/>
                    <a:ext cx="8" cy="4"/>
                  </a:xfrm>
                  <a:custGeom>
                    <a:avLst/>
                    <a:gdLst>
                      <a:gd name="T0" fmla="*/ 0 w 17"/>
                      <a:gd name="T1" fmla="*/ 0 h 9"/>
                      <a:gd name="T2" fmla="*/ 0 w 17"/>
                      <a:gd name="T3" fmla="*/ 0 h 9"/>
                      <a:gd name="T4" fmla="*/ 0 w 17"/>
                      <a:gd name="T5" fmla="*/ 0 h 9"/>
                      <a:gd name="T6" fmla="*/ 0 w 17"/>
                      <a:gd name="T7" fmla="*/ 0 h 9"/>
                      <a:gd name="T8" fmla="*/ 0 w 17"/>
                      <a:gd name="T9" fmla="*/ 0 h 9"/>
                      <a:gd name="T10" fmla="*/ 0 w 17"/>
                      <a:gd name="T11" fmla="*/ 0 h 9"/>
                      <a:gd name="T12" fmla="*/ 0 w 17"/>
                      <a:gd name="T13" fmla="*/ 0 h 9"/>
                      <a:gd name="T14" fmla="*/ 0 w 17"/>
                      <a:gd name="T15" fmla="*/ 0 h 9"/>
                      <a:gd name="T16" fmla="*/ 0 w 17"/>
                      <a:gd name="T17" fmla="*/ 0 h 9"/>
                      <a:gd name="T18" fmla="*/ 0 w 17"/>
                      <a:gd name="T19" fmla="*/ 0 h 9"/>
                      <a:gd name="T20" fmla="*/ 0 w 17"/>
                      <a:gd name="T21" fmla="*/ 0 h 9"/>
                      <a:gd name="T22" fmla="*/ 0 w 17"/>
                      <a:gd name="T23" fmla="*/ 0 h 9"/>
                      <a:gd name="T24" fmla="*/ 0 w 17"/>
                      <a:gd name="T25" fmla="*/ 0 h 9"/>
                      <a:gd name="T26" fmla="*/ 0 w 17"/>
                      <a:gd name="T27" fmla="*/ 0 h 9"/>
                      <a:gd name="T28" fmla="*/ 0 w 17"/>
                      <a:gd name="T29" fmla="*/ 0 h 9"/>
                      <a:gd name="T30" fmla="*/ 0 w 17"/>
                      <a:gd name="T31" fmla="*/ 0 h 9"/>
                      <a:gd name="T32" fmla="*/ 0 w 17"/>
                      <a:gd name="T33" fmla="*/ 0 h 9"/>
                      <a:gd name="T34" fmla="*/ 0 w 17"/>
                      <a:gd name="T35" fmla="*/ 0 h 9"/>
                      <a:gd name="T36" fmla="*/ 0 w 17"/>
                      <a:gd name="T37" fmla="*/ 0 h 9"/>
                      <a:gd name="T38" fmla="*/ 0 w 17"/>
                      <a:gd name="T39" fmla="*/ 0 h 9"/>
                      <a:gd name="T40" fmla="*/ 0 w 17"/>
                      <a:gd name="T41" fmla="*/ 0 h 9"/>
                      <a:gd name="T42" fmla="*/ 0 w 17"/>
                      <a:gd name="T43" fmla="*/ 0 h 9"/>
                      <a:gd name="T44" fmla="*/ 0 w 17"/>
                      <a:gd name="T45" fmla="*/ 0 h 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
                      <a:gd name="T70" fmla="*/ 0 h 9"/>
                      <a:gd name="T71" fmla="*/ 17 w 17"/>
                      <a:gd name="T72" fmla="*/ 9 h 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 h="9">
                        <a:moveTo>
                          <a:pt x="15" y="0"/>
                        </a:moveTo>
                        <a:lnTo>
                          <a:pt x="16" y="0"/>
                        </a:lnTo>
                        <a:lnTo>
                          <a:pt x="14" y="0"/>
                        </a:lnTo>
                        <a:lnTo>
                          <a:pt x="11" y="1"/>
                        </a:lnTo>
                        <a:lnTo>
                          <a:pt x="9" y="2"/>
                        </a:lnTo>
                        <a:lnTo>
                          <a:pt x="8" y="2"/>
                        </a:lnTo>
                        <a:lnTo>
                          <a:pt x="6" y="4"/>
                        </a:lnTo>
                        <a:lnTo>
                          <a:pt x="4" y="5"/>
                        </a:lnTo>
                        <a:lnTo>
                          <a:pt x="3" y="6"/>
                        </a:lnTo>
                        <a:lnTo>
                          <a:pt x="0" y="6"/>
                        </a:lnTo>
                        <a:lnTo>
                          <a:pt x="1" y="9"/>
                        </a:lnTo>
                        <a:lnTo>
                          <a:pt x="3" y="9"/>
                        </a:lnTo>
                        <a:lnTo>
                          <a:pt x="5" y="7"/>
                        </a:lnTo>
                        <a:lnTo>
                          <a:pt x="8" y="6"/>
                        </a:lnTo>
                        <a:lnTo>
                          <a:pt x="9" y="5"/>
                        </a:lnTo>
                        <a:lnTo>
                          <a:pt x="11" y="4"/>
                        </a:lnTo>
                        <a:lnTo>
                          <a:pt x="13" y="4"/>
                        </a:lnTo>
                        <a:lnTo>
                          <a:pt x="15" y="2"/>
                        </a:lnTo>
                        <a:lnTo>
                          <a:pt x="16" y="2"/>
                        </a:lnTo>
                        <a:lnTo>
                          <a:pt x="17" y="1"/>
                        </a:lnTo>
                        <a:lnTo>
                          <a:pt x="16" y="2"/>
                        </a:lnTo>
                        <a:lnTo>
                          <a:pt x="17" y="1"/>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79" name="Freeform 92"/>
                  <p:cNvSpPr>
                    <a:spLocks/>
                  </p:cNvSpPr>
                  <p:nvPr/>
                </p:nvSpPr>
                <p:spPr bwMode="auto">
                  <a:xfrm>
                    <a:off x="4244" y="3474"/>
                    <a:ext cx="2" cy="4"/>
                  </a:xfrm>
                  <a:custGeom>
                    <a:avLst/>
                    <a:gdLst>
                      <a:gd name="T0" fmla="*/ 0 w 4"/>
                      <a:gd name="T1" fmla="*/ 1 h 7"/>
                      <a:gd name="T2" fmla="*/ 1 w 4"/>
                      <a:gd name="T3" fmla="*/ 1 h 7"/>
                      <a:gd name="T4" fmla="*/ 1 w 4"/>
                      <a:gd name="T5" fmla="*/ 1 h 7"/>
                      <a:gd name="T6" fmla="*/ 1 w 4"/>
                      <a:gd name="T7" fmla="*/ 1 h 7"/>
                      <a:gd name="T8" fmla="*/ 1 w 4"/>
                      <a:gd name="T9" fmla="*/ 1 h 7"/>
                      <a:gd name="T10" fmla="*/ 1 w 4"/>
                      <a:gd name="T11" fmla="*/ 1 h 7"/>
                      <a:gd name="T12" fmla="*/ 1 w 4"/>
                      <a:gd name="T13" fmla="*/ 0 h 7"/>
                      <a:gd name="T14" fmla="*/ 0 w 4"/>
                      <a:gd name="T15" fmla="*/ 0 h 7"/>
                      <a:gd name="T16" fmla="*/ 1 w 4"/>
                      <a:gd name="T17" fmla="*/ 0 h 7"/>
                      <a:gd name="T18" fmla="*/ 0 w 4"/>
                      <a:gd name="T19" fmla="*/ 0 h 7"/>
                      <a:gd name="T20" fmla="*/ 0 w 4"/>
                      <a:gd name="T21" fmla="*/ 1 h 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
                      <a:gd name="T34" fmla="*/ 0 h 7"/>
                      <a:gd name="T35" fmla="*/ 4 w 4"/>
                      <a:gd name="T36" fmla="*/ 7 h 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 h="7">
                        <a:moveTo>
                          <a:pt x="0" y="2"/>
                        </a:moveTo>
                        <a:lnTo>
                          <a:pt x="2" y="5"/>
                        </a:lnTo>
                        <a:lnTo>
                          <a:pt x="2" y="6"/>
                        </a:lnTo>
                        <a:lnTo>
                          <a:pt x="4" y="7"/>
                        </a:lnTo>
                        <a:lnTo>
                          <a:pt x="4" y="5"/>
                        </a:lnTo>
                        <a:lnTo>
                          <a:pt x="3" y="2"/>
                        </a:lnTo>
                        <a:lnTo>
                          <a:pt x="1" y="0"/>
                        </a:lnTo>
                        <a:lnTo>
                          <a:pt x="0" y="0"/>
                        </a:lnTo>
                        <a:lnTo>
                          <a:pt x="1"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0" name="Freeform 93"/>
                  <p:cNvSpPr>
                    <a:spLocks/>
                  </p:cNvSpPr>
                  <p:nvPr/>
                </p:nvSpPr>
                <p:spPr bwMode="auto">
                  <a:xfrm>
                    <a:off x="4200" y="3474"/>
                    <a:ext cx="44" cy="7"/>
                  </a:xfrm>
                  <a:custGeom>
                    <a:avLst/>
                    <a:gdLst>
                      <a:gd name="T0" fmla="*/ 0 w 88"/>
                      <a:gd name="T1" fmla="*/ 0 h 15"/>
                      <a:gd name="T2" fmla="*/ 1 w 88"/>
                      <a:gd name="T3" fmla="*/ 0 h 15"/>
                      <a:gd name="T4" fmla="*/ 1 w 88"/>
                      <a:gd name="T5" fmla="*/ 0 h 15"/>
                      <a:gd name="T6" fmla="*/ 1 w 88"/>
                      <a:gd name="T7" fmla="*/ 0 h 15"/>
                      <a:gd name="T8" fmla="*/ 1 w 88"/>
                      <a:gd name="T9" fmla="*/ 0 h 15"/>
                      <a:gd name="T10" fmla="*/ 1 w 88"/>
                      <a:gd name="T11" fmla="*/ 0 h 15"/>
                      <a:gd name="T12" fmla="*/ 1 w 88"/>
                      <a:gd name="T13" fmla="*/ 0 h 15"/>
                      <a:gd name="T14" fmla="*/ 2 w 88"/>
                      <a:gd name="T15" fmla="*/ 0 h 15"/>
                      <a:gd name="T16" fmla="*/ 2 w 88"/>
                      <a:gd name="T17" fmla="*/ 0 h 15"/>
                      <a:gd name="T18" fmla="*/ 2 w 88"/>
                      <a:gd name="T19" fmla="*/ 0 h 15"/>
                      <a:gd name="T20" fmla="*/ 2 w 88"/>
                      <a:gd name="T21" fmla="*/ 0 h 15"/>
                      <a:gd name="T22" fmla="*/ 3 w 88"/>
                      <a:gd name="T23" fmla="*/ 0 h 15"/>
                      <a:gd name="T24" fmla="*/ 3 w 88"/>
                      <a:gd name="T25" fmla="*/ 0 h 15"/>
                      <a:gd name="T26" fmla="*/ 3 w 88"/>
                      <a:gd name="T27" fmla="*/ 0 h 15"/>
                      <a:gd name="T28" fmla="*/ 3 w 88"/>
                      <a:gd name="T29" fmla="*/ 0 h 15"/>
                      <a:gd name="T30" fmla="*/ 3 w 88"/>
                      <a:gd name="T31" fmla="*/ 0 h 15"/>
                      <a:gd name="T32" fmla="*/ 2 w 88"/>
                      <a:gd name="T33" fmla="*/ 0 h 15"/>
                      <a:gd name="T34" fmla="*/ 2 w 88"/>
                      <a:gd name="T35" fmla="*/ 0 h 15"/>
                      <a:gd name="T36" fmla="*/ 2 w 88"/>
                      <a:gd name="T37" fmla="*/ 0 h 15"/>
                      <a:gd name="T38" fmla="*/ 2 w 88"/>
                      <a:gd name="T39" fmla="*/ 0 h 15"/>
                      <a:gd name="T40" fmla="*/ 1 w 88"/>
                      <a:gd name="T41" fmla="*/ 0 h 15"/>
                      <a:gd name="T42" fmla="*/ 1 w 88"/>
                      <a:gd name="T43" fmla="*/ 0 h 15"/>
                      <a:gd name="T44" fmla="*/ 1 w 88"/>
                      <a:gd name="T45" fmla="*/ 0 h 15"/>
                      <a:gd name="T46" fmla="*/ 1 w 88"/>
                      <a:gd name="T47" fmla="*/ 0 h 15"/>
                      <a:gd name="T48" fmla="*/ 1 w 88"/>
                      <a:gd name="T49" fmla="*/ 0 h 15"/>
                      <a:gd name="T50" fmla="*/ 1 w 88"/>
                      <a:gd name="T51" fmla="*/ 0 h 15"/>
                      <a:gd name="T52" fmla="*/ 0 w 88"/>
                      <a:gd name="T53" fmla="*/ 0 h 15"/>
                      <a:gd name="T54" fmla="*/ 0 w 88"/>
                      <a:gd name="T55" fmla="*/ 0 h 15"/>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8"/>
                      <a:gd name="T85" fmla="*/ 0 h 15"/>
                      <a:gd name="T86" fmla="*/ 88 w 88"/>
                      <a:gd name="T87" fmla="*/ 15 h 15"/>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8" h="15">
                        <a:moveTo>
                          <a:pt x="0" y="15"/>
                        </a:moveTo>
                        <a:lnTo>
                          <a:pt x="5" y="13"/>
                        </a:lnTo>
                        <a:lnTo>
                          <a:pt x="10" y="11"/>
                        </a:lnTo>
                        <a:lnTo>
                          <a:pt x="15" y="10"/>
                        </a:lnTo>
                        <a:lnTo>
                          <a:pt x="21" y="8"/>
                        </a:lnTo>
                        <a:lnTo>
                          <a:pt x="26" y="7"/>
                        </a:lnTo>
                        <a:lnTo>
                          <a:pt x="31" y="7"/>
                        </a:lnTo>
                        <a:lnTo>
                          <a:pt x="37" y="6"/>
                        </a:lnTo>
                        <a:lnTo>
                          <a:pt x="42" y="5"/>
                        </a:lnTo>
                        <a:lnTo>
                          <a:pt x="48" y="5"/>
                        </a:lnTo>
                        <a:lnTo>
                          <a:pt x="54" y="3"/>
                        </a:lnTo>
                        <a:lnTo>
                          <a:pt x="76" y="3"/>
                        </a:lnTo>
                        <a:lnTo>
                          <a:pt x="83" y="2"/>
                        </a:lnTo>
                        <a:lnTo>
                          <a:pt x="88" y="2"/>
                        </a:lnTo>
                        <a:lnTo>
                          <a:pt x="88" y="0"/>
                        </a:lnTo>
                        <a:lnTo>
                          <a:pt x="83" y="1"/>
                        </a:lnTo>
                        <a:lnTo>
                          <a:pt x="59" y="1"/>
                        </a:lnTo>
                        <a:lnTo>
                          <a:pt x="54" y="2"/>
                        </a:lnTo>
                        <a:lnTo>
                          <a:pt x="42" y="2"/>
                        </a:lnTo>
                        <a:lnTo>
                          <a:pt x="37" y="3"/>
                        </a:lnTo>
                        <a:lnTo>
                          <a:pt x="31" y="5"/>
                        </a:lnTo>
                        <a:lnTo>
                          <a:pt x="26" y="5"/>
                        </a:lnTo>
                        <a:lnTo>
                          <a:pt x="21" y="6"/>
                        </a:lnTo>
                        <a:lnTo>
                          <a:pt x="15" y="7"/>
                        </a:lnTo>
                        <a:lnTo>
                          <a:pt x="10" y="10"/>
                        </a:lnTo>
                        <a:lnTo>
                          <a:pt x="5" y="11"/>
                        </a:lnTo>
                        <a:lnTo>
                          <a:pt x="0" y="12"/>
                        </a:lnTo>
                        <a:lnTo>
                          <a:pt x="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1" name="Freeform 94"/>
                  <p:cNvSpPr>
                    <a:spLocks/>
                  </p:cNvSpPr>
                  <p:nvPr/>
                </p:nvSpPr>
                <p:spPr bwMode="auto">
                  <a:xfrm>
                    <a:off x="4196" y="3480"/>
                    <a:ext cx="4" cy="2"/>
                  </a:xfrm>
                  <a:custGeom>
                    <a:avLst/>
                    <a:gdLst>
                      <a:gd name="T0" fmla="*/ 1 w 7"/>
                      <a:gd name="T1" fmla="*/ 0 h 4"/>
                      <a:gd name="T2" fmla="*/ 1 w 7"/>
                      <a:gd name="T3" fmla="*/ 1 h 4"/>
                      <a:gd name="T4" fmla="*/ 1 w 7"/>
                      <a:gd name="T5" fmla="*/ 1 h 4"/>
                      <a:gd name="T6" fmla="*/ 1 w 7"/>
                      <a:gd name="T7" fmla="*/ 1 h 4"/>
                      <a:gd name="T8" fmla="*/ 1 w 7"/>
                      <a:gd name="T9" fmla="*/ 1 h 4"/>
                      <a:gd name="T10" fmla="*/ 1 w 7"/>
                      <a:gd name="T11" fmla="*/ 1 h 4"/>
                      <a:gd name="T12" fmla="*/ 1 w 7"/>
                      <a:gd name="T13" fmla="*/ 0 h 4"/>
                      <a:gd name="T14" fmla="*/ 1 w 7"/>
                      <a:gd name="T15" fmla="*/ 0 h 4"/>
                      <a:gd name="T16" fmla="*/ 1 w 7"/>
                      <a:gd name="T17" fmla="*/ 1 h 4"/>
                      <a:gd name="T18" fmla="*/ 1 w 7"/>
                      <a:gd name="T19" fmla="*/ 0 h 4"/>
                      <a:gd name="T20" fmla="*/ 1 w 7"/>
                      <a:gd name="T21" fmla="*/ 1 h 4"/>
                      <a:gd name="T22" fmla="*/ 1 w 7"/>
                      <a:gd name="T23" fmla="*/ 0 h 4"/>
                      <a:gd name="T24" fmla="*/ 0 w 7"/>
                      <a:gd name="T25" fmla="*/ 1 h 4"/>
                      <a:gd name="T26" fmla="*/ 1 w 7"/>
                      <a:gd name="T27" fmla="*/ 1 h 4"/>
                      <a:gd name="T28" fmla="*/ 1 w 7"/>
                      <a:gd name="T29" fmla="*/ 0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4"/>
                      <a:gd name="T47" fmla="*/ 7 w 7"/>
                      <a:gd name="T48" fmla="*/ 4 h 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4">
                        <a:moveTo>
                          <a:pt x="1" y="0"/>
                        </a:moveTo>
                        <a:lnTo>
                          <a:pt x="1" y="1"/>
                        </a:lnTo>
                        <a:lnTo>
                          <a:pt x="2" y="4"/>
                        </a:lnTo>
                        <a:lnTo>
                          <a:pt x="3" y="4"/>
                        </a:lnTo>
                        <a:lnTo>
                          <a:pt x="6" y="3"/>
                        </a:lnTo>
                        <a:lnTo>
                          <a:pt x="7" y="3"/>
                        </a:lnTo>
                        <a:lnTo>
                          <a:pt x="7" y="0"/>
                        </a:lnTo>
                        <a:lnTo>
                          <a:pt x="6" y="0"/>
                        </a:lnTo>
                        <a:lnTo>
                          <a:pt x="3" y="1"/>
                        </a:lnTo>
                        <a:lnTo>
                          <a:pt x="2" y="0"/>
                        </a:lnTo>
                        <a:lnTo>
                          <a:pt x="2" y="1"/>
                        </a:lnTo>
                        <a:lnTo>
                          <a:pt x="1" y="0"/>
                        </a:lnTo>
                        <a:lnTo>
                          <a:pt x="0" y="1"/>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2" name="Freeform 95"/>
                  <p:cNvSpPr>
                    <a:spLocks/>
                  </p:cNvSpPr>
                  <p:nvPr/>
                </p:nvSpPr>
                <p:spPr bwMode="auto">
                  <a:xfrm>
                    <a:off x="4197" y="3478"/>
                    <a:ext cx="2" cy="3"/>
                  </a:xfrm>
                  <a:custGeom>
                    <a:avLst/>
                    <a:gdLst>
                      <a:gd name="T0" fmla="*/ 1 w 4"/>
                      <a:gd name="T1" fmla="*/ 1 h 5"/>
                      <a:gd name="T2" fmla="*/ 1 w 4"/>
                      <a:gd name="T3" fmla="*/ 1 h 5"/>
                      <a:gd name="T4" fmla="*/ 1 w 4"/>
                      <a:gd name="T5" fmla="*/ 1 h 5"/>
                      <a:gd name="T6" fmla="*/ 0 w 4"/>
                      <a:gd name="T7" fmla="*/ 1 h 5"/>
                      <a:gd name="T8" fmla="*/ 0 w 4"/>
                      <a:gd name="T9" fmla="*/ 1 h 5"/>
                      <a:gd name="T10" fmla="*/ 1 w 4"/>
                      <a:gd name="T11" fmla="*/ 1 h 5"/>
                      <a:gd name="T12" fmla="*/ 1 w 4"/>
                      <a:gd name="T13" fmla="*/ 1 h 5"/>
                      <a:gd name="T14" fmla="*/ 1 w 4"/>
                      <a:gd name="T15" fmla="*/ 1 h 5"/>
                      <a:gd name="T16" fmla="*/ 1 w 4"/>
                      <a:gd name="T17" fmla="*/ 0 h 5"/>
                      <a:gd name="T18" fmla="*/ 1 w 4"/>
                      <a:gd name="T19" fmla="*/ 1 h 5"/>
                      <a:gd name="T20" fmla="*/ 1 w 4"/>
                      <a:gd name="T21" fmla="*/ 0 h 5"/>
                      <a:gd name="T22" fmla="*/ 1 w 4"/>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5"/>
                      <a:gd name="T38" fmla="*/ 4 w 4"/>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5">
                        <a:moveTo>
                          <a:pt x="2" y="3"/>
                        </a:moveTo>
                        <a:lnTo>
                          <a:pt x="1" y="2"/>
                        </a:lnTo>
                        <a:lnTo>
                          <a:pt x="1" y="3"/>
                        </a:lnTo>
                        <a:lnTo>
                          <a:pt x="0" y="3"/>
                        </a:lnTo>
                        <a:lnTo>
                          <a:pt x="0" y="4"/>
                        </a:lnTo>
                        <a:lnTo>
                          <a:pt x="1" y="5"/>
                        </a:lnTo>
                        <a:lnTo>
                          <a:pt x="2" y="5"/>
                        </a:lnTo>
                        <a:lnTo>
                          <a:pt x="4" y="4"/>
                        </a:lnTo>
                        <a:lnTo>
                          <a:pt x="4" y="0"/>
                        </a:lnTo>
                        <a:lnTo>
                          <a:pt x="4" y="2"/>
                        </a:lnTo>
                        <a:lnTo>
                          <a:pt x="4" y="0"/>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3" name="Freeform 96"/>
                  <p:cNvSpPr>
                    <a:spLocks/>
                  </p:cNvSpPr>
                  <p:nvPr/>
                </p:nvSpPr>
                <p:spPr bwMode="auto">
                  <a:xfrm>
                    <a:off x="4196" y="3478"/>
                    <a:ext cx="3" cy="1"/>
                  </a:xfrm>
                  <a:custGeom>
                    <a:avLst/>
                    <a:gdLst>
                      <a:gd name="T0" fmla="*/ 1 w 5"/>
                      <a:gd name="T1" fmla="*/ 0 h 4"/>
                      <a:gd name="T2" fmla="*/ 0 w 5"/>
                      <a:gd name="T3" fmla="*/ 0 h 4"/>
                      <a:gd name="T4" fmla="*/ 1 w 5"/>
                      <a:gd name="T5" fmla="*/ 0 h 4"/>
                      <a:gd name="T6" fmla="*/ 1 w 5"/>
                      <a:gd name="T7" fmla="*/ 0 h 4"/>
                      <a:gd name="T8" fmla="*/ 1 w 5"/>
                      <a:gd name="T9" fmla="*/ 0 h 4"/>
                      <a:gd name="T10" fmla="*/ 1 w 5"/>
                      <a:gd name="T11" fmla="*/ 0 h 4"/>
                      <a:gd name="T12" fmla="*/ 1 w 5"/>
                      <a:gd name="T13" fmla="*/ 0 h 4"/>
                      <a:gd name="T14" fmla="*/ 0 w 5"/>
                      <a:gd name="T15" fmla="*/ 0 h 4"/>
                      <a:gd name="T16" fmla="*/ 1 w 5"/>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4"/>
                      <a:gd name="T29" fmla="*/ 5 w 5"/>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4">
                        <a:moveTo>
                          <a:pt x="1" y="3"/>
                        </a:moveTo>
                        <a:lnTo>
                          <a:pt x="0" y="3"/>
                        </a:lnTo>
                        <a:lnTo>
                          <a:pt x="2" y="3"/>
                        </a:lnTo>
                        <a:lnTo>
                          <a:pt x="3" y="4"/>
                        </a:lnTo>
                        <a:lnTo>
                          <a:pt x="5" y="1"/>
                        </a:lnTo>
                        <a:lnTo>
                          <a:pt x="3" y="1"/>
                        </a:lnTo>
                        <a:lnTo>
                          <a:pt x="2" y="0"/>
                        </a:lnTo>
                        <a:lnTo>
                          <a:pt x="0" y="0"/>
                        </a:lnTo>
                        <a:lnTo>
                          <a:pt x="1"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4" name="Freeform 97"/>
                  <p:cNvSpPr>
                    <a:spLocks/>
                  </p:cNvSpPr>
                  <p:nvPr/>
                </p:nvSpPr>
                <p:spPr bwMode="auto">
                  <a:xfrm>
                    <a:off x="4194" y="3478"/>
                    <a:ext cx="3" cy="5"/>
                  </a:xfrm>
                  <a:custGeom>
                    <a:avLst/>
                    <a:gdLst>
                      <a:gd name="T0" fmla="*/ 1 w 6"/>
                      <a:gd name="T1" fmla="*/ 1 h 10"/>
                      <a:gd name="T2" fmla="*/ 1 w 6"/>
                      <a:gd name="T3" fmla="*/ 1 h 10"/>
                      <a:gd name="T4" fmla="*/ 1 w 6"/>
                      <a:gd name="T5" fmla="*/ 1 h 10"/>
                      <a:gd name="T6" fmla="*/ 1 w 6"/>
                      <a:gd name="T7" fmla="*/ 1 h 10"/>
                      <a:gd name="T8" fmla="*/ 1 w 6"/>
                      <a:gd name="T9" fmla="*/ 1 h 10"/>
                      <a:gd name="T10" fmla="*/ 1 w 6"/>
                      <a:gd name="T11" fmla="*/ 0 h 10"/>
                      <a:gd name="T12" fmla="*/ 1 w 6"/>
                      <a:gd name="T13" fmla="*/ 1 h 10"/>
                      <a:gd name="T14" fmla="*/ 0 w 6"/>
                      <a:gd name="T15" fmla="*/ 1 h 10"/>
                      <a:gd name="T16" fmla="*/ 1 w 6"/>
                      <a:gd name="T17" fmla="*/ 1 h 10"/>
                      <a:gd name="T18" fmla="*/ 1 w 6"/>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0"/>
                      <a:gd name="T32" fmla="*/ 6 w 6"/>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0">
                        <a:moveTo>
                          <a:pt x="3" y="9"/>
                        </a:moveTo>
                        <a:lnTo>
                          <a:pt x="2" y="8"/>
                        </a:lnTo>
                        <a:lnTo>
                          <a:pt x="3" y="5"/>
                        </a:lnTo>
                        <a:lnTo>
                          <a:pt x="3" y="4"/>
                        </a:lnTo>
                        <a:lnTo>
                          <a:pt x="6" y="3"/>
                        </a:lnTo>
                        <a:lnTo>
                          <a:pt x="5" y="0"/>
                        </a:lnTo>
                        <a:lnTo>
                          <a:pt x="1" y="4"/>
                        </a:lnTo>
                        <a:lnTo>
                          <a:pt x="0" y="8"/>
                        </a:lnTo>
                        <a:lnTo>
                          <a:pt x="1" y="10"/>
                        </a:lnTo>
                        <a:lnTo>
                          <a:pt x="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5" name="Freeform 98"/>
                  <p:cNvSpPr>
                    <a:spLocks/>
                  </p:cNvSpPr>
                  <p:nvPr/>
                </p:nvSpPr>
                <p:spPr bwMode="auto">
                  <a:xfrm>
                    <a:off x="4195" y="3482"/>
                    <a:ext cx="15" cy="8"/>
                  </a:xfrm>
                  <a:custGeom>
                    <a:avLst/>
                    <a:gdLst>
                      <a:gd name="T0" fmla="*/ 0 w 31"/>
                      <a:gd name="T1" fmla="*/ 1 h 16"/>
                      <a:gd name="T2" fmla="*/ 0 w 31"/>
                      <a:gd name="T3" fmla="*/ 1 h 16"/>
                      <a:gd name="T4" fmla="*/ 0 w 31"/>
                      <a:gd name="T5" fmla="*/ 1 h 16"/>
                      <a:gd name="T6" fmla="*/ 0 w 31"/>
                      <a:gd name="T7" fmla="*/ 1 h 16"/>
                      <a:gd name="T8" fmla="*/ 0 w 31"/>
                      <a:gd name="T9" fmla="*/ 1 h 16"/>
                      <a:gd name="T10" fmla="*/ 0 w 31"/>
                      <a:gd name="T11" fmla="*/ 1 h 16"/>
                      <a:gd name="T12" fmla="*/ 0 w 31"/>
                      <a:gd name="T13" fmla="*/ 1 h 16"/>
                      <a:gd name="T14" fmla="*/ 0 w 31"/>
                      <a:gd name="T15" fmla="*/ 1 h 16"/>
                      <a:gd name="T16" fmla="*/ 0 w 31"/>
                      <a:gd name="T17" fmla="*/ 0 h 16"/>
                      <a:gd name="T18" fmla="*/ 0 w 31"/>
                      <a:gd name="T19" fmla="*/ 1 h 16"/>
                      <a:gd name="T20" fmla="*/ 0 w 31"/>
                      <a:gd name="T21" fmla="*/ 1 h 16"/>
                      <a:gd name="T22" fmla="*/ 0 w 31"/>
                      <a:gd name="T23" fmla="*/ 1 h 16"/>
                      <a:gd name="T24" fmla="*/ 0 w 31"/>
                      <a:gd name="T25" fmla="*/ 1 h 16"/>
                      <a:gd name="T26" fmla="*/ 0 w 31"/>
                      <a:gd name="T27" fmla="*/ 1 h 16"/>
                      <a:gd name="T28" fmla="*/ 0 w 31"/>
                      <a:gd name="T29" fmla="*/ 1 h 16"/>
                      <a:gd name="T30" fmla="*/ 0 w 31"/>
                      <a:gd name="T31" fmla="*/ 1 h 16"/>
                      <a:gd name="T32" fmla="*/ 0 w 31"/>
                      <a:gd name="T33" fmla="*/ 1 h 16"/>
                      <a:gd name="T34" fmla="*/ 0 w 31"/>
                      <a:gd name="T35" fmla="*/ 1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16"/>
                      <a:gd name="T56" fmla="*/ 31 w 31"/>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16">
                        <a:moveTo>
                          <a:pt x="31" y="13"/>
                        </a:moveTo>
                        <a:lnTo>
                          <a:pt x="27" y="12"/>
                        </a:lnTo>
                        <a:lnTo>
                          <a:pt x="23" y="11"/>
                        </a:lnTo>
                        <a:lnTo>
                          <a:pt x="18" y="10"/>
                        </a:lnTo>
                        <a:lnTo>
                          <a:pt x="15" y="8"/>
                        </a:lnTo>
                        <a:lnTo>
                          <a:pt x="11" y="7"/>
                        </a:lnTo>
                        <a:lnTo>
                          <a:pt x="7" y="6"/>
                        </a:lnTo>
                        <a:lnTo>
                          <a:pt x="5" y="3"/>
                        </a:lnTo>
                        <a:lnTo>
                          <a:pt x="2" y="0"/>
                        </a:lnTo>
                        <a:lnTo>
                          <a:pt x="0" y="1"/>
                        </a:lnTo>
                        <a:lnTo>
                          <a:pt x="6" y="7"/>
                        </a:lnTo>
                        <a:lnTo>
                          <a:pt x="11" y="10"/>
                        </a:lnTo>
                        <a:lnTo>
                          <a:pt x="15" y="11"/>
                        </a:lnTo>
                        <a:lnTo>
                          <a:pt x="18" y="12"/>
                        </a:lnTo>
                        <a:lnTo>
                          <a:pt x="22" y="13"/>
                        </a:lnTo>
                        <a:lnTo>
                          <a:pt x="26" y="15"/>
                        </a:lnTo>
                        <a:lnTo>
                          <a:pt x="31" y="16"/>
                        </a:lnTo>
                        <a:lnTo>
                          <a:pt x="3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6" name="Freeform 99"/>
                  <p:cNvSpPr>
                    <a:spLocks/>
                  </p:cNvSpPr>
                  <p:nvPr/>
                </p:nvSpPr>
                <p:spPr bwMode="auto">
                  <a:xfrm>
                    <a:off x="4210" y="3489"/>
                    <a:ext cx="28" cy="7"/>
                  </a:xfrm>
                  <a:custGeom>
                    <a:avLst/>
                    <a:gdLst>
                      <a:gd name="T0" fmla="*/ 2 w 55"/>
                      <a:gd name="T1" fmla="*/ 0 h 15"/>
                      <a:gd name="T2" fmla="*/ 2 w 55"/>
                      <a:gd name="T3" fmla="*/ 0 h 15"/>
                      <a:gd name="T4" fmla="*/ 2 w 55"/>
                      <a:gd name="T5" fmla="*/ 0 h 15"/>
                      <a:gd name="T6" fmla="*/ 2 w 55"/>
                      <a:gd name="T7" fmla="*/ 0 h 15"/>
                      <a:gd name="T8" fmla="*/ 2 w 55"/>
                      <a:gd name="T9" fmla="*/ 0 h 15"/>
                      <a:gd name="T10" fmla="*/ 2 w 55"/>
                      <a:gd name="T11" fmla="*/ 0 h 15"/>
                      <a:gd name="T12" fmla="*/ 1 w 55"/>
                      <a:gd name="T13" fmla="*/ 0 h 15"/>
                      <a:gd name="T14" fmla="*/ 1 w 55"/>
                      <a:gd name="T15" fmla="*/ 0 h 15"/>
                      <a:gd name="T16" fmla="*/ 1 w 55"/>
                      <a:gd name="T17" fmla="*/ 0 h 15"/>
                      <a:gd name="T18" fmla="*/ 1 w 55"/>
                      <a:gd name="T19" fmla="*/ 0 h 15"/>
                      <a:gd name="T20" fmla="*/ 1 w 55"/>
                      <a:gd name="T21" fmla="*/ 0 h 15"/>
                      <a:gd name="T22" fmla="*/ 1 w 55"/>
                      <a:gd name="T23" fmla="*/ 0 h 15"/>
                      <a:gd name="T24" fmla="*/ 1 w 55"/>
                      <a:gd name="T25" fmla="*/ 0 h 15"/>
                      <a:gd name="T26" fmla="*/ 1 w 55"/>
                      <a:gd name="T27" fmla="*/ 0 h 15"/>
                      <a:gd name="T28" fmla="*/ 1 w 55"/>
                      <a:gd name="T29" fmla="*/ 0 h 15"/>
                      <a:gd name="T30" fmla="*/ 0 w 55"/>
                      <a:gd name="T31" fmla="*/ 0 h 15"/>
                      <a:gd name="T32" fmla="*/ 0 w 55"/>
                      <a:gd name="T33" fmla="*/ 0 h 15"/>
                      <a:gd name="T34" fmla="*/ 1 w 55"/>
                      <a:gd name="T35" fmla="*/ 0 h 15"/>
                      <a:gd name="T36" fmla="*/ 1 w 55"/>
                      <a:gd name="T37" fmla="*/ 0 h 15"/>
                      <a:gd name="T38" fmla="*/ 1 w 55"/>
                      <a:gd name="T39" fmla="*/ 0 h 15"/>
                      <a:gd name="T40" fmla="*/ 1 w 55"/>
                      <a:gd name="T41" fmla="*/ 0 h 15"/>
                      <a:gd name="T42" fmla="*/ 1 w 55"/>
                      <a:gd name="T43" fmla="*/ 0 h 15"/>
                      <a:gd name="T44" fmla="*/ 1 w 55"/>
                      <a:gd name="T45" fmla="*/ 0 h 15"/>
                      <a:gd name="T46" fmla="*/ 1 w 55"/>
                      <a:gd name="T47" fmla="*/ 0 h 15"/>
                      <a:gd name="T48" fmla="*/ 1 w 55"/>
                      <a:gd name="T49" fmla="*/ 0 h 15"/>
                      <a:gd name="T50" fmla="*/ 1 w 55"/>
                      <a:gd name="T51" fmla="*/ 0 h 15"/>
                      <a:gd name="T52" fmla="*/ 2 w 55"/>
                      <a:gd name="T53" fmla="*/ 0 h 15"/>
                      <a:gd name="T54" fmla="*/ 2 w 55"/>
                      <a:gd name="T55" fmla="*/ 0 h 15"/>
                      <a:gd name="T56" fmla="*/ 2 w 55"/>
                      <a:gd name="T57" fmla="*/ 0 h 15"/>
                      <a:gd name="T58" fmla="*/ 2 w 55"/>
                      <a:gd name="T59" fmla="*/ 0 h 15"/>
                      <a:gd name="T60" fmla="*/ 2 w 55"/>
                      <a:gd name="T61" fmla="*/ 0 h 15"/>
                      <a:gd name="T62" fmla="*/ 2 w 55"/>
                      <a:gd name="T63" fmla="*/ 0 h 15"/>
                      <a:gd name="T64" fmla="*/ 2 w 55"/>
                      <a:gd name="T65" fmla="*/ 0 h 1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5"/>
                      <a:gd name="T100" fmla="*/ 0 h 15"/>
                      <a:gd name="T101" fmla="*/ 55 w 55"/>
                      <a:gd name="T102" fmla="*/ 15 h 1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5" h="15">
                        <a:moveTo>
                          <a:pt x="55" y="13"/>
                        </a:moveTo>
                        <a:lnTo>
                          <a:pt x="48" y="13"/>
                        </a:lnTo>
                        <a:lnTo>
                          <a:pt x="44" y="11"/>
                        </a:lnTo>
                        <a:lnTo>
                          <a:pt x="42" y="11"/>
                        </a:lnTo>
                        <a:lnTo>
                          <a:pt x="37" y="10"/>
                        </a:lnTo>
                        <a:lnTo>
                          <a:pt x="34" y="10"/>
                        </a:lnTo>
                        <a:lnTo>
                          <a:pt x="31" y="9"/>
                        </a:lnTo>
                        <a:lnTo>
                          <a:pt x="27" y="8"/>
                        </a:lnTo>
                        <a:lnTo>
                          <a:pt x="23" y="8"/>
                        </a:lnTo>
                        <a:lnTo>
                          <a:pt x="21" y="7"/>
                        </a:lnTo>
                        <a:lnTo>
                          <a:pt x="17" y="5"/>
                        </a:lnTo>
                        <a:lnTo>
                          <a:pt x="13" y="5"/>
                        </a:lnTo>
                        <a:lnTo>
                          <a:pt x="10" y="4"/>
                        </a:lnTo>
                        <a:lnTo>
                          <a:pt x="7" y="3"/>
                        </a:lnTo>
                        <a:lnTo>
                          <a:pt x="4" y="2"/>
                        </a:lnTo>
                        <a:lnTo>
                          <a:pt x="0" y="0"/>
                        </a:lnTo>
                        <a:lnTo>
                          <a:pt x="0" y="3"/>
                        </a:lnTo>
                        <a:lnTo>
                          <a:pt x="2" y="4"/>
                        </a:lnTo>
                        <a:lnTo>
                          <a:pt x="6" y="5"/>
                        </a:lnTo>
                        <a:lnTo>
                          <a:pt x="10" y="7"/>
                        </a:lnTo>
                        <a:lnTo>
                          <a:pt x="13" y="8"/>
                        </a:lnTo>
                        <a:lnTo>
                          <a:pt x="16" y="8"/>
                        </a:lnTo>
                        <a:lnTo>
                          <a:pt x="20" y="9"/>
                        </a:lnTo>
                        <a:lnTo>
                          <a:pt x="23" y="10"/>
                        </a:lnTo>
                        <a:lnTo>
                          <a:pt x="27" y="10"/>
                        </a:lnTo>
                        <a:lnTo>
                          <a:pt x="31" y="11"/>
                        </a:lnTo>
                        <a:lnTo>
                          <a:pt x="34" y="13"/>
                        </a:lnTo>
                        <a:lnTo>
                          <a:pt x="37" y="13"/>
                        </a:lnTo>
                        <a:lnTo>
                          <a:pt x="40" y="14"/>
                        </a:lnTo>
                        <a:lnTo>
                          <a:pt x="44" y="14"/>
                        </a:lnTo>
                        <a:lnTo>
                          <a:pt x="48" y="15"/>
                        </a:lnTo>
                        <a:lnTo>
                          <a:pt x="55" y="15"/>
                        </a:lnTo>
                        <a:lnTo>
                          <a:pt x="5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7" name="Freeform 100"/>
                  <p:cNvSpPr>
                    <a:spLocks/>
                  </p:cNvSpPr>
                  <p:nvPr/>
                </p:nvSpPr>
                <p:spPr bwMode="auto">
                  <a:xfrm>
                    <a:off x="4238" y="3495"/>
                    <a:ext cx="32" cy="9"/>
                  </a:xfrm>
                  <a:custGeom>
                    <a:avLst/>
                    <a:gdLst>
                      <a:gd name="T0" fmla="*/ 1 w 66"/>
                      <a:gd name="T1" fmla="*/ 1 h 18"/>
                      <a:gd name="T2" fmla="*/ 1 w 66"/>
                      <a:gd name="T3" fmla="*/ 1 h 18"/>
                      <a:gd name="T4" fmla="*/ 1 w 66"/>
                      <a:gd name="T5" fmla="*/ 1 h 18"/>
                      <a:gd name="T6" fmla="*/ 1 w 66"/>
                      <a:gd name="T7" fmla="*/ 1 h 18"/>
                      <a:gd name="T8" fmla="*/ 1 w 66"/>
                      <a:gd name="T9" fmla="*/ 1 h 18"/>
                      <a:gd name="T10" fmla="*/ 1 w 66"/>
                      <a:gd name="T11" fmla="*/ 1 h 18"/>
                      <a:gd name="T12" fmla="*/ 1 w 66"/>
                      <a:gd name="T13" fmla="*/ 1 h 18"/>
                      <a:gd name="T14" fmla="*/ 1 w 66"/>
                      <a:gd name="T15" fmla="*/ 1 h 18"/>
                      <a:gd name="T16" fmla="*/ 1 w 66"/>
                      <a:gd name="T17" fmla="*/ 1 h 18"/>
                      <a:gd name="T18" fmla="*/ 1 w 66"/>
                      <a:gd name="T19" fmla="*/ 1 h 18"/>
                      <a:gd name="T20" fmla="*/ 0 w 66"/>
                      <a:gd name="T21" fmla="*/ 1 h 18"/>
                      <a:gd name="T22" fmla="*/ 0 w 66"/>
                      <a:gd name="T23" fmla="*/ 1 h 18"/>
                      <a:gd name="T24" fmla="*/ 0 w 66"/>
                      <a:gd name="T25" fmla="*/ 1 h 18"/>
                      <a:gd name="T26" fmla="*/ 0 w 66"/>
                      <a:gd name="T27" fmla="*/ 1 h 18"/>
                      <a:gd name="T28" fmla="*/ 0 w 66"/>
                      <a:gd name="T29" fmla="*/ 1 h 18"/>
                      <a:gd name="T30" fmla="*/ 0 w 66"/>
                      <a:gd name="T31" fmla="*/ 1 h 18"/>
                      <a:gd name="T32" fmla="*/ 0 w 66"/>
                      <a:gd name="T33" fmla="*/ 1 h 18"/>
                      <a:gd name="T34" fmla="*/ 0 w 66"/>
                      <a:gd name="T35" fmla="*/ 0 h 18"/>
                      <a:gd name="T36" fmla="*/ 0 w 66"/>
                      <a:gd name="T37" fmla="*/ 1 h 18"/>
                      <a:gd name="T38" fmla="*/ 0 w 66"/>
                      <a:gd name="T39" fmla="*/ 1 h 18"/>
                      <a:gd name="T40" fmla="*/ 0 w 66"/>
                      <a:gd name="T41" fmla="*/ 1 h 18"/>
                      <a:gd name="T42" fmla="*/ 0 w 66"/>
                      <a:gd name="T43" fmla="*/ 1 h 18"/>
                      <a:gd name="T44" fmla="*/ 0 w 66"/>
                      <a:gd name="T45" fmla="*/ 1 h 18"/>
                      <a:gd name="T46" fmla="*/ 0 w 66"/>
                      <a:gd name="T47" fmla="*/ 1 h 18"/>
                      <a:gd name="T48" fmla="*/ 0 w 66"/>
                      <a:gd name="T49" fmla="*/ 1 h 18"/>
                      <a:gd name="T50" fmla="*/ 0 w 66"/>
                      <a:gd name="T51" fmla="*/ 1 h 18"/>
                      <a:gd name="T52" fmla="*/ 0 w 66"/>
                      <a:gd name="T53" fmla="*/ 1 h 18"/>
                      <a:gd name="T54" fmla="*/ 1 w 66"/>
                      <a:gd name="T55" fmla="*/ 1 h 18"/>
                      <a:gd name="T56" fmla="*/ 1 w 66"/>
                      <a:gd name="T57" fmla="*/ 1 h 18"/>
                      <a:gd name="T58" fmla="*/ 1 w 66"/>
                      <a:gd name="T59" fmla="*/ 1 h 18"/>
                      <a:gd name="T60" fmla="*/ 1 w 66"/>
                      <a:gd name="T61" fmla="*/ 1 h 18"/>
                      <a:gd name="T62" fmla="*/ 1 w 66"/>
                      <a:gd name="T63" fmla="*/ 1 h 18"/>
                      <a:gd name="T64" fmla="*/ 1 w 66"/>
                      <a:gd name="T65" fmla="*/ 1 h 18"/>
                      <a:gd name="T66" fmla="*/ 1 w 66"/>
                      <a:gd name="T67" fmla="*/ 1 h 18"/>
                      <a:gd name="T68" fmla="*/ 1 w 66"/>
                      <a:gd name="T69" fmla="*/ 1 h 18"/>
                      <a:gd name="T70" fmla="*/ 1 w 66"/>
                      <a:gd name="T71" fmla="*/ 1 h 18"/>
                      <a:gd name="T72" fmla="*/ 1 w 66"/>
                      <a:gd name="T73" fmla="*/ 1 h 18"/>
                      <a:gd name="T74" fmla="*/ 2 w 66"/>
                      <a:gd name="T75" fmla="*/ 1 h 18"/>
                      <a:gd name="T76" fmla="*/ 1 w 66"/>
                      <a:gd name="T77" fmla="*/ 1 h 18"/>
                      <a:gd name="T78" fmla="*/ 1 w 66"/>
                      <a:gd name="T79" fmla="*/ 1 h 1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6"/>
                      <a:gd name="T121" fmla="*/ 0 h 18"/>
                      <a:gd name="T122" fmla="*/ 66 w 66"/>
                      <a:gd name="T123" fmla="*/ 18 h 1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6" h="18">
                        <a:moveTo>
                          <a:pt x="63" y="18"/>
                        </a:moveTo>
                        <a:lnTo>
                          <a:pt x="63" y="16"/>
                        </a:lnTo>
                        <a:lnTo>
                          <a:pt x="59" y="14"/>
                        </a:lnTo>
                        <a:lnTo>
                          <a:pt x="56" y="14"/>
                        </a:lnTo>
                        <a:lnTo>
                          <a:pt x="51" y="13"/>
                        </a:lnTo>
                        <a:lnTo>
                          <a:pt x="47" y="12"/>
                        </a:lnTo>
                        <a:lnTo>
                          <a:pt x="43" y="11"/>
                        </a:lnTo>
                        <a:lnTo>
                          <a:pt x="40" y="10"/>
                        </a:lnTo>
                        <a:lnTo>
                          <a:pt x="36" y="8"/>
                        </a:lnTo>
                        <a:lnTo>
                          <a:pt x="32" y="7"/>
                        </a:lnTo>
                        <a:lnTo>
                          <a:pt x="29" y="6"/>
                        </a:lnTo>
                        <a:lnTo>
                          <a:pt x="25" y="5"/>
                        </a:lnTo>
                        <a:lnTo>
                          <a:pt x="21" y="3"/>
                        </a:lnTo>
                        <a:lnTo>
                          <a:pt x="16" y="2"/>
                        </a:lnTo>
                        <a:lnTo>
                          <a:pt x="13" y="2"/>
                        </a:lnTo>
                        <a:lnTo>
                          <a:pt x="9" y="1"/>
                        </a:lnTo>
                        <a:lnTo>
                          <a:pt x="5" y="1"/>
                        </a:lnTo>
                        <a:lnTo>
                          <a:pt x="0" y="0"/>
                        </a:lnTo>
                        <a:lnTo>
                          <a:pt x="0" y="2"/>
                        </a:lnTo>
                        <a:lnTo>
                          <a:pt x="5" y="2"/>
                        </a:lnTo>
                        <a:lnTo>
                          <a:pt x="8" y="3"/>
                        </a:lnTo>
                        <a:lnTo>
                          <a:pt x="13" y="5"/>
                        </a:lnTo>
                        <a:lnTo>
                          <a:pt x="16" y="5"/>
                        </a:lnTo>
                        <a:lnTo>
                          <a:pt x="20" y="6"/>
                        </a:lnTo>
                        <a:lnTo>
                          <a:pt x="24" y="7"/>
                        </a:lnTo>
                        <a:lnTo>
                          <a:pt x="27" y="8"/>
                        </a:lnTo>
                        <a:lnTo>
                          <a:pt x="31" y="10"/>
                        </a:lnTo>
                        <a:lnTo>
                          <a:pt x="35" y="11"/>
                        </a:lnTo>
                        <a:lnTo>
                          <a:pt x="40" y="12"/>
                        </a:lnTo>
                        <a:lnTo>
                          <a:pt x="42" y="13"/>
                        </a:lnTo>
                        <a:lnTo>
                          <a:pt x="47" y="14"/>
                        </a:lnTo>
                        <a:lnTo>
                          <a:pt x="51" y="16"/>
                        </a:lnTo>
                        <a:lnTo>
                          <a:pt x="54" y="17"/>
                        </a:lnTo>
                        <a:lnTo>
                          <a:pt x="58" y="17"/>
                        </a:lnTo>
                        <a:lnTo>
                          <a:pt x="62" y="18"/>
                        </a:lnTo>
                        <a:lnTo>
                          <a:pt x="62" y="16"/>
                        </a:lnTo>
                        <a:lnTo>
                          <a:pt x="63" y="18"/>
                        </a:lnTo>
                        <a:lnTo>
                          <a:pt x="66" y="17"/>
                        </a:lnTo>
                        <a:lnTo>
                          <a:pt x="63" y="16"/>
                        </a:lnTo>
                        <a:lnTo>
                          <a:pt x="63"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8" name="Freeform 101"/>
                  <p:cNvSpPr>
                    <a:spLocks/>
                  </p:cNvSpPr>
                  <p:nvPr/>
                </p:nvSpPr>
                <p:spPr bwMode="auto">
                  <a:xfrm>
                    <a:off x="4258" y="3503"/>
                    <a:ext cx="11" cy="20"/>
                  </a:xfrm>
                  <a:custGeom>
                    <a:avLst/>
                    <a:gdLst>
                      <a:gd name="T0" fmla="*/ 1 w 22"/>
                      <a:gd name="T1" fmla="*/ 2 h 39"/>
                      <a:gd name="T2" fmla="*/ 1 w 22"/>
                      <a:gd name="T3" fmla="*/ 2 h 39"/>
                      <a:gd name="T4" fmla="*/ 1 w 22"/>
                      <a:gd name="T5" fmla="*/ 1 h 39"/>
                      <a:gd name="T6" fmla="*/ 1 w 22"/>
                      <a:gd name="T7" fmla="*/ 1 h 39"/>
                      <a:gd name="T8" fmla="*/ 1 w 22"/>
                      <a:gd name="T9" fmla="*/ 1 h 39"/>
                      <a:gd name="T10" fmla="*/ 1 w 22"/>
                      <a:gd name="T11" fmla="*/ 1 h 39"/>
                      <a:gd name="T12" fmla="*/ 1 w 22"/>
                      <a:gd name="T13" fmla="*/ 1 h 39"/>
                      <a:gd name="T14" fmla="*/ 1 w 22"/>
                      <a:gd name="T15" fmla="*/ 0 h 39"/>
                      <a:gd name="T16" fmla="*/ 1 w 22"/>
                      <a:gd name="T17" fmla="*/ 1 h 39"/>
                      <a:gd name="T18" fmla="*/ 1 w 22"/>
                      <a:gd name="T19" fmla="*/ 1 h 39"/>
                      <a:gd name="T20" fmla="*/ 1 w 22"/>
                      <a:gd name="T21" fmla="*/ 1 h 39"/>
                      <a:gd name="T22" fmla="*/ 1 w 22"/>
                      <a:gd name="T23" fmla="*/ 1 h 39"/>
                      <a:gd name="T24" fmla="*/ 1 w 22"/>
                      <a:gd name="T25" fmla="*/ 1 h 39"/>
                      <a:gd name="T26" fmla="*/ 1 w 22"/>
                      <a:gd name="T27" fmla="*/ 1 h 39"/>
                      <a:gd name="T28" fmla="*/ 0 w 22"/>
                      <a:gd name="T29" fmla="*/ 2 h 39"/>
                      <a:gd name="T30" fmla="*/ 0 w 22"/>
                      <a:gd name="T31" fmla="*/ 2 h 39"/>
                      <a:gd name="T32" fmla="*/ 1 w 22"/>
                      <a:gd name="T33" fmla="*/ 2 h 3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
                      <a:gd name="T52" fmla="*/ 0 h 39"/>
                      <a:gd name="T53" fmla="*/ 22 w 22"/>
                      <a:gd name="T54" fmla="*/ 39 h 3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 h="39">
                        <a:moveTo>
                          <a:pt x="2" y="39"/>
                        </a:moveTo>
                        <a:lnTo>
                          <a:pt x="2" y="33"/>
                        </a:lnTo>
                        <a:lnTo>
                          <a:pt x="4" y="28"/>
                        </a:lnTo>
                        <a:lnTo>
                          <a:pt x="5" y="23"/>
                        </a:lnTo>
                        <a:lnTo>
                          <a:pt x="7" y="18"/>
                        </a:lnTo>
                        <a:lnTo>
                          <a:pt x="11" y="13"/>
                        </a:lnTo>
                        <a:lnTo>
                          <a:pt x="22" y="2"/>
                        </a:lnTo>
                        <a:lnTo>
                          <a:pt x="21" y="0"/>
                        </a:lnTo>
                        <a:lnTo>
                          <a:pt x="17" y="3"/>
                        </a:lnTo>
                        <a:lnTo>
                          <a:pt x="12" y="7"/>
                        </a:lnTo>
                        <a:lnTo>
                          <a:pt x="9" y="12"/>
                        </a:lnTo>
                        <a:lnTo>
                          <a:pt x="5" y="17"/>
                        </a:lnTo>
                        <a:lnTo>
                          <a:pt x="2" y="22"/>
                        </a:lnTo>
                        <a:lnTo>
                          <a:pt x="1" y="28"/>
                        </a:lnTo>
                        <a:lnTo>
                          <a:pt x="0" y="33"/>
                        </a:lnTo>
                        <a:lnTo>
                          <a:pt x="0" y="39"/>
                        </a:lnTo>
                        <a:lnTo>
                          <a:pt x="2"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89" name="Freeform 102"/>
                  <p:cNvSpPr>
                    <a:spLocks/>
                  </p:cNvSpPr>
                  <p:nvPr/>
                </p:nvSpPr>
                <p:spPr bwMode="auto">
                  <a:xfrm>
                    <a:off x="4258" y="3523"/>
                    <a:ext cx="5" cy="37"/>
                  </a:xfrm>
                  <a:custGeom>
                    <a:avLst/>
                    <a:gdLst>
                      <a:gd name="T0" fmla="*/ 0 w 11"/>
                      <a:gd name="T1" fmla="*/ 3 h 74"/>
                      <a:gd name="T2" fmla="*/ 0 w 11"/>
                      <a:gd name="T3" fmla="*/ 3 h 74"/>
                      <a:gd name="T4" fmla="*/ 0 w 11"/>
                      <a:gd name="T5" fmla="*/ 2 h 74"/>
                      <a:gd name="T6" fmla="*/ 0 w 11"/>
                      <a:gd name="T7" fmla="*/ 2 h 74"/>
                      <a:gd name="T8" fmla="*/ 0 w 11"/>
                      <a:gd name="T9" fmla="*/ 2 h 74"/>
                      <a:gd name="T10" fmla="*/ 0 w 11"/>
                      <a:gd name="T11" fmla="*/ 2 h 74"/>
                      <a:gd name="T12" fmla="*/ 0 w 11"/>
                      <a:gd name="T13" fmla="*/ 1 h 74"/>
                      <a:gd name="T14" fmla="*/ 0 w 11"/>
                      <a:gd name="T15" fmla="*/ 1 h 74"/>
                      <a:gd name="T16" fmla="*/ 0 w 11"/>
                      <a:gd name="T17" fmla="*/ 0 h 74"/>
                      <a:gd name="T18" fmla="*/ 0 w 11"/>
                      <a:gd name="T19" fmla="*/ 0 h 74"/>
                      <a:gd name="T20" fmla="*/ 0 w 11"/>
                      <a:gd name="T21" fmla="*/ 1 h 74"/>
                      <a:gd name="T22" fmla="*/ 0 w 11"/>
                      <a:gd name="T23" fmla="*/ 1 h 74"/>
                      <a:gd name="T24" fmla="*/ 0 w 11"/>
                      <a:gd name="T25" fmla="*/ 2 h 74"/>
                      <a:gd name="T26" fmla="*/ 0 w 11"/>
                      <a:gd name="T27" fmla="*/ 2 h 74"/>
                      <a:gd name="T28" fmla="*/ 0 w 11"/>
                      <a:gd name="T29" fmla="*/ 2 h 74"/>
                      <a:gd name="T30" fmla="*/ 0 w 11"/>
                      <a:gd name="T31" fmla="*/ 2 h 74"/>
                      <a:gd name="T32" fmla="*/ 0 w 11"/>
                      <a:gd name="T33" fmla="*/ 3 h 74"/>
                      <a:gd name="T34" fmla="*/ 0 w 11"/>
                      <a:gd name="T35" fmla="*/ 3 h 74"/>
                      <a:gd name="T36" fmla="*/ 0 w 11"/>
                      <a:gd name="T37" fmla="*/ 3 h 74"/>
                      <a:gd name="T38" fmla="*/ 0 w 11"/>
                      <a:gd name="T39" fmla="*/ 3 h 74"/>
                      <a:gd name="T40" fmla="*/ 0 w 11"/>
                      <a:gd name="T41" fmla="*/ 3 h 74"/>
                      <a:gd name="T42" fmla="*/ 0 w 11"/>
                      <a:gd name="T43" fmla="*/ 3 h 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
                      <a:gd name="T67" fmla="*/ 0 h 74"/>
                      <a:gd name="T68" fmla="*/ 11 w 11"/>
                      <a:gd name="T69" fmla="*/ 74 h 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 h="74">
                        <a:moveTo>
                          <a:pt x="9" y="74"/>
                        </a:moveTo>
                        <a:lnTo>
                          <a:pt x="10" y="72"/>
                        </a:lnTo>
                        <a:lnTo>
                          <a:pt x="9" y="63"/>
                        </a:lnTo>
                        <a:lnTo>
                          <a:pt x="7" y="54"/>
                        </a:lnTo>
                        <a:lnTo>
                          <a:pt x="5" y="46"/>
                        </a:lnTo>
                        <a:lnTo>
                          <a:pt x="4" y="37"/>
                        </a:lnTo>
                        <a:lnTo>
                          <a:pt x="4" y="27"/>
                        </a:lnTo>
                        <a:lnTo>
                          <a:pt x="2" y="19"/>
                        </a:lnTo>
                        <a:lnTo>
                          <a:pt x="2" y="0"/>
                        </a:lnTo>
                        <a:lnTo>
                          <a:pt x="0" y="0"/>
                        </a:lnTo>
                        <a:lnTo>
                          <a:pt x="0" y="19"/>
                        </a:lnTo>
                        <a:lnTo>
                          <a:pt x="1" y="27"/>
                        </a:lnTo>
                        <a:lnTo>
                          <a:pt x="1" y="37"/>
                        </a:lnTo>
                        <a:lnTo>
                          <a:pt x="2" y="46"/>
                        </a:lnTo>
                        <a:lnTo>
                          <a:pt x="5" y="56"/>
                        </a:lnTo>
                        <a:lnTo>
                          <a:pt x="6" y="64"/>
                        </a:lnTo>
                        <a:lnTo>
                          <a:pt x="7" y="73"/>
                        </a:lnTo>
                        <a:lnTo>
                          <a:pt x="9" y="70"/>
                        </a:lnTo>
                        <a:lnTo>
                          <a:pt x="9" y="74"/>
                        </a:lnTo>
                        <a:lnTo>
                          <a:pt x="11" y="74"/>
                        </a:lnTo>
                        <a:lnTo>
                          <a:pt x="10" y="72"/>
                        </a:lnTo>
                        <a:lnTo>
                          <a:pt x="9"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0" name="Freeform 103"/>
                  <p:cNvSpPr>
                    <a:spLocks/>
                  </p:cNvSpPr>
                  <p:nvPr/>
                </p:nvSpPr>
                <p:spPr bwMode="auto">
                  <a:xfrm>
                    <a:off x="4207" y="3547"/>
                    <a:ext cx="55" cy="13"/>
                  </a:xfrm>
                  <a:custGeom>
                    <a:avLst/>
                    <a:gdLst>
                      <a:gd name="T0" fmla="*/ 0 w 110"/>
                      <a:gd name="T1" fmla="*/ 1 h 25"/>
                      <a:gd name="T2" fmla="*/ 1 w 110"/>
                      <a:gd name="T3" fmla="*/ 1 h 25"/>
                      <a:gd name="T4" fmla="*/ 1 w 110"/>
                      <a:gd name="T5" fmla="*/ 1 h 25"/>
                      <a:gd name="T6" fmla="*/ 1 w 110"/>
                      <a:gd name="T7" fmla="*/ 1 h 25"/>
                      <a:gd name="T8" fmla="*/ 1 w 110"/>
                      <a:gd name="T9" fmla="*/ 1 h 25"/>
                      <a:gd name="T10" fmla="*/ 2 w 110"/>
                      <a:gd name="T11" fmla="*/ 1 h 25"/>
                      <a:gd name="T12" fmla="*/ 2 w 110"/>
                      <a:gd name="T13" fmla="*/ 1 h 25"/>
                      <a:gd name="T14" fmla="*/ 2 w 110"/>
                      <a:gd name="T15" fmla="*/ 1 h 25"/>
                      <a:gd name="T16" fmla="*/ 2 w 110"/>
                      <a:gd name="T17" fmla="*/ 1 h 25"/>
                      <a:gd name="T18" fmla="*/ 2 w 110"/>
                      <a:gd name="T19" fmla="*/ 1 h 25"/>
                      <a:gd name="T20" fmla="*/ 3 w 110"/>
                      <a:gd name="T21" fmla="*/ 1 h 25"/>
                      <a:gd name="T22" fmla="*/ 3 w 110"/>
                      <a:gd name="T23" fmla="*/ 1 h 25"/>
                      <a:gd name="T24" fmla="*/ 3 w 110"/>
                      <a:gd name="T25" fmla="*/ 1 h 25"/>
                      <a:gd name="T26" fmla="*/ 3 w 110"/>
                      <a:gd name="T27" fmla="*/ 1 h 25"/>
                      <a:gd name="T28" fmla="*/ 3 w 110"/>
                      <a:gd name="T29" fmla="*/ 1 h 25"/>
                      <a:gd name="T30" fmla="*/ 4 w 110"/>
                      <a:gd name="T31" fmla="*/ 1 h 25"/>
                      <a:gd name="T32" fmla="*/ 4 w 110"/>
                      <a:gd name="T33" fmla="*/ 1 h 25"/>
                      <a:gd name="T34" fmla="*/ 4 w 110"/>
                      <a:gd name="T35" fmla="*/ 1 h 25"/>
                      <a:gd name="T36" fmla="*/ 4 w 110"/>
                      <a:gd name="T37" fmla="*/ 1 h 25"/>
                      <a:gd name="T38" fmla="*/ 3 w 110"/>
                      <a:gd name="T39" fmla="*/ 1 h 25"/>
                      <a:gd name="T40" fmla="*/ 3 w 110"/>
                      <a:gd name="T41" fmla="*/ 1 h 25"/>
                      <a:gd name="T42" fmla="*/ 3 w 110"/>
                      <a:gd name="T43" fmla="*/ 1 h 25"/>
                      <a:gd name="T44" fmla="*/ 3 w 110"/>
                      <a:gd name="T45" fmla="*/ 1 h 25"/>
                      <a:gd name="T46" fmla="*/ 3 w 110"/>
                      <a:gd name="T47" fmla="*/ 1 h 25"/>
                      <a:gd name="T48" fmla="*/ 2 w 110"/>
                      <a:gd name="T49" fmla="*/ 1 h 25"/>
                      <a:gd name="T50" fmla="*/ 2 w 110"/>
                      <a:gd name="T51" fmla="*/ 1 h 25"/>
                      <a:gd name="T52" fmla="*/ 2 w 110"/>
                      <a:gd name="T53" fmla="*/ 1 h 25"/>
                      <a:gd name="T54" fmla="*/ 2 w 110"/>
                      <a:gd name="T55" fmla="*/ 1 h 25"/>
                      <a:gd name="T56" fmla="*/ 2 w 110"/>
                      <a:gd name="T57" fmla="*/ 1 h 25"/>
                      <a:gd name="T58" fmla="*/ 1 w 110"/>
                      <a:gd name="T59" fmla="*/ 1 h 25"/>
                      <a:gd name="T60" fmla="*/ 1 w 110"/>
                      <a:gd name="T61" fmla="*/ 1 h 25"/>
                      <a:gd name="T62" fmla="*/ 1 w 110"/>
                      <a:gd name="T63" fmla="*/ 1 h 25"/>
                      <a:gd name="T64" fmla="*/ 1 w 110"/>
                      <a:gd name="T65" fmla="*/ 1 h 25"/>
                      <a:gd name="T66" fmla="*/ 1 w 110"/>
                      <a:gd name="T67" fmla="*/ 0 h 25"/>
                      <a:gd name="T68" fmla="*/ 0 w 110"/>
                      <a:gd name="T69" fmla="*/ 1 h 2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10"/>
                      <a:gd name="T106" fmla="*/ 0 h 25"/>
                      <a:gd name="T107" fmla="*/ 110 w 110"/>
                      <a:gd name="T108" fmla="*/ 25 h 2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10" h="25">
                        <a:moveTo>
                          <a:pt x="0" y="3"/>
                        </a:moveTo>
                        <a:lnTo>
                          <a:pt x="7" y="5"/>
                        </a:lnTo>
                        <a:lnTo>
                          <a:pt x="13" y="7"/>
                        </a:lnTo>
                        <a:lnTo>
                          <a:pt x="21" y="7"/>
                        </a:lnTo>
                        <a:lnTo>
                          <a:pt x="28" y="8"/>
                        </a:lnTo>
                        <a:lnTo>
                          <a:pt x="34" y="9"/>
                        </a:lnTo>
                        <a:lnTo>
                          <a:pt x="42" y="10"/>
                        </a:lnTo>
                        <a:lnTo>
                          <a:pt x="48" y="12"/>
                        </a:lnTo>
                        <a:lnTo>
                          <a:pt x="55" y="13"/>
                        </a:lnTo>
                        <a:lnTo>
                          <a:pt x="61" y="14"/>
                        </a:lnTo>
                        <a:lnTo>
                          <a:pt x="69" y="15"/>
                        </a:lnTo>
                        <a:lnTo>
                          <a:pt x="75" y="16"/>
                        </a:lnTo>
                        <a:lnTo>
                          <a:pt x="82" y="18"/>
                        </a:lnTo>
                        <a:lnTo>
                          <a:pt x="89" y="19"/>
                        </a:lnTo>
                        <a:lnTo>
                          <a:pt x="96" y="20"/>
                        </a:lnTo>
                        <a:lnTo>
                          <a:pt x="102" y="23"/>
                        </a:lnTo>
                        <a:lnTo>
                          <a:pt x="110" y="25"/>
                        </a:lnTo>
                        <a:lnTo>
                          <a:pt x="110" y="21"/>
                        </a:lnTo>
                        <a:lnTo>
                          <a:pt x="103" y="20"/>
                        </a:lnTo>
                        <a:lnTo>
                          <a:pt x="96" y="19"/>
                        </a:lnTo>
                        <a:lnTo>
                          <a:pt x="90" y="16"/>
                        </a:lnTo>
                        <a:lnTo>
                          <a:pt x="82" y="15"/>
                        </a:lnTo>
                        <a:lnTo>
                          <a:pt x="76" y="14"/>
                        </a:lnTo>
                        <a:lnTo>
                          <a:pt x="69" y="13"/>
                        </a:lnTo>
                        <a:lnTo>
                          <a:pt x="63" y="12"/>
                        </a:lnTo>
                        <a:lnTo>
                          <a:pt x="55" y="10"/>
                        </a:lnTo>
                        <a:lnTo>
                          <a:pt x="49" y="9"/>
                        </a:lnTo>
                        <a:lnTo>
                          <a:pt x="42" y="8"/>
                        </a:lnTo>
                        <a:lnTo>
                          <a:pt x="34" y="7"/>
                        </a:lnTo>
                        <a:lnTo>
                          <a:pt x="28" y="5"/>
                        </a:lnTo>
                        <a:lnTo>
                          <a:pt x="21" y="5"/>
                        </a:lnTo>
                        <a:lnTo>
                          <a:pt x="15" y="4"/>
                        </a:lnTo>
                        <a:lnTo>
                          <a:pt x="7"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1" name="Freeform 104"/>
                  <p:cNvSpPr>
                    <a:spLocks/>
                  </p:cNvSpPr>
                  <p:nvPr/>
                </p:nvSpPr>
                <p:spPr bwMode="auto">
                  <a:xfrm>
                    <a:off x="4203" y="3540"/>
                    <a:ext cx="5" cy="8"/>
                  </a:xfrm>
                  <a:custGeom>
                    <a:avLst/>
                    <a:gdLst>
                      <a:gd name="T0" fmla="*/ 0 w 10"/>
                      <a:gd name="T1" fmla="*/ 0 h 17"/>
                      <a:gd name="T2" fmla="*/ 1 w 10"/>
                      <a:gd name="T3" fmla="*/ 0 h 17"/>
                      <a:gd name="T4" fmla="*/ 1 w 10"/>
                      <a:gd name="T5" fmla="*/ 0 h 17"/>
                      <a:gd name="T6" fmla="*/ 1 w 10"/>
                      <a:gd name="T7" fmla="*/ 0 h 17"/>
                      <a:gd name="T8" fmla="*/ 1 w 10"/>
                      <a:gd name="T9" fmla="*/ 0 h 17"/>
                      <a:gd name="T10" fmla="*/ 1 w 10"/>
                      <a:gd name="T11" fmla="*/ 0 h 17"/>
                      <a:gd name="T12" fmla="*/ 1 w 10"/>
                      <a:gd name="T13" fmla="*/ 0 h 17"/>
                      <a:gd name="T14" fmla="*/ 1 w 10"/>
                      <a:gd name="T15" fmla="*/ 0 h 17"/>
                      <a:gd name="T16" fmla="*/ 1 w 10"/>
                      <a:gd name="T17" fmla="*/ 0 h 17"/>
                      <a:gd name="T18" fmla="*/ 1 w 10"/>
                      <a:gd name="T19" fmla="*/ 0 h 17"/>
                      <a:gd name="T20" fmla="*/ 1 w 10"/>
                      <a:gd name="T21" fmla="*/ 0 h 17"/>
                      <a:gd name="T22" fmla="*/ 1 w 10"/>
                      <a:gd name="T23" fmla="*/ 0 h 17"/>
                      <a:gd name="T24" fmla="*/ 1 w 10"/>
                      <a:gd name="T25" fmla="*/ 0 h 17"/>
                      <a:gd name="T26" fmla="*/ 1 w 10"/>
                      <a:gd name="T27" fmla="*/ 0 h 17"/>
                      <a:gd name="T28" fmla="*/ 1 w 10"/>
                      <a:gd name="T29" fmla="*/ 0 h 17"/>
                      <a:gd name="T30" fmla="*/ 1 w 10"/>
                      <a:gd name="T31" fmla="*/ 0 h 17"/>
                      <a:gd name="T32" fmla="*/ 0 w 10"/>
                      <a:gd name="T33" fmla="*/ 0 h 1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
                      <a:gd name="T52" fmla="*/ 0 h 17"/>
                      <a:gd name="T53" fmla="*/ 10 w 10"/>
                      <a:gd name="T54" fmla="*/ 17 h 1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 h="17">
                        <a:moveTo>
                          <a:pt x="0" y="1"/>
                        </a:moveTo>
                        <a:lnTo>
                          <a:pt x="1" y="3"/>
                        </a:lnTo>
                        <a:lnTo>
                          <a:pt x="1" y="5"/>
                        </a:lnTo>
                        <a:lnTo>
                          <a:pt x="3" y="7"/>
                        </a:lnTo>
                        <a:lnTo>
                          <a:pt x="4" y="10"/>
                        </a:lnTo>
                        <a:lnTo>
                          <a:pt x="4" y="12"/>
                        </a:lnTo>
                        <a:lnTo>
                          <a:pt x="9" y="17"/>
                        </a:lnTo>
                        <a:lnTo>
                          <a:pt x="10" y="14"/>
                        </a:lnTo>
                        <a:lnTo>
                          <a:pt x="9" y="13"/>
                        </a:lnTo>
                        <a:lnTo>
                          <a:pt x="8" y="13"/>
                        </a:lnTo>
                        <a:lnTo>
                          <a:pt x="6" y="11"/>
                        </a:lnTo>
                        <a:lnTo>
                          <a:pt x="6" y="8"/>
                        </a:lnTo>
                        <a:lnTo>
                          <a:pt x="5" y="7"/>
                        </a:lnTo>
                        <a:lnTo>
                          <a:pt x="5" y="5"/>
                        </a:lnTo>
                        <a:lnTo>
                          <a:pt x="4" y="2"/>
                        </a:lnTo>
                        <a:lnTo>
                          <a:pt x="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2" name="Freeform 105"/>
                  <p:cNvSpPr>
                    <a:spLocks/>
                  </p:cNvSpPr>
                  <p:nvPr/>
                </p:nvSpPr>
                <p:spPr bwMode="auto">
                  <a:xfrm>
                    <a:off x="4184" y="3513"/>
                    <a:ext cx="20" cy="27"/>
                  </a:xfrm>
                  <a:custGeom>
                    <a:avLst/>
                    <a:gdLst>
                      <a:gd name="T0" fmla="*/ 0 w 41"/>
                      <a:gd name="T1" fmla="*/ 0 h 56"/>
                      <a:gd name="T2" fmla="*/ 0 w 41"/>
                      <a:gd name="T3" fmla="*/ 0 h 56"/>
                      <a:gd name="T4" fmla="*/ 0 w 41"/>
                      <a:gd name="T5" fmla="*/ 0 h 56"/>
                      <a:gd name="T6" fmla="*/ 0 w 41"/>
                      <a:gd name="T7" fmla="*/ 0 h 56"/>
                      <a:gd name="T8" fmla="*/ 0 w 41"/>
                      <a:gd name="T9" fmla="*/ 0 h 56"/>
                      <a:gd name="T10" fmla="*/ 0 w 41"/>
                      <a:gd name="T11" fmla="*/ 0 h 56"/>
                      <a:gd name="T12" fmla="*/ 0 w 41"/>
                      <a:gd name="T13" fmla="*/ 0 h 56"/>
                      <a:gd name="T14" fmla="*/ 0 w 41"/>
                      <a:gd name="T15" fmla="*/ 0 h 56"/>
                      <a:gd name="T16" fmla="*/ 0 w 41"/>
                      <a:gd name="T17" fmla="*/ 1 h 56"/>
                      <a:gd name="T18" fmla="*/ 0 w 41"/>
                      <a:gd name="T19" fmla="*/ 1 h 56"/>
                      <a:gd name="T20" fmla="*/ 0 w 41"/>
                      <a:gd name="T21" fmla="*/ 1 h 56"/>
                      <a:gd name="T22" fmla="*/ 1 w 41"/>
                      <a:gd name="T23" fmla="*/ 1 h 56"/>
                      <a:gd name="T24" fmla="*/ 1 w 41"/>
                      <a:gd name="T25" fmla="*/ 1 h 56"/>
                      <a:gd name="T26" fmla="*/ 1 w 41"/>
                      <a:gd name="T27" fmla="*/ 1 h 56"/>
                      <a:gd name="T28" fmla="*/ 1 w 41"/>
                      <a:gd name="T29" fmla="*/ 1 h 56"/>
                      <a:gd name="T30" fmla="*/ 1 w 41"/>
                      <a:gd name="T31" fmla="*/ 1 h 56"/>
                      <a:gd name="T32" fmla="*/ 1 w 41"/>
                      <a:gd name="T33" fmla="*/ 1 h 56"/>
                      <a:gd name="T34" fmla="*/ 1 w 41"/>
                      <a:gd name="T35" fmla="*/ 1 h 56"/>
                      <a:gd name="T36" fmla="*/ 1 w 41"/>
                      <a:gd name="T37" fmla="*/ 1 h 56"/>
                      <a:gd name="T38" fmla="*/ 1 w 41"/>
                      <a:gd name="T39" fmla="*/ 1 h 56"/>
                      <a:gd name="T40" fmla="*/ 1 w 41"/>
                      <a:gd name="T41" fmla="*/ 1 h 56"/>
                      <a:gd name="T42" fmla="*/ 0 w 41"/>
                      <a:gd name="T43" fmla="*/ 1 h 56"/>
                      <a:gd name="T44" fmla="*/ 0 w 41"/>
                      <a:gd name="T45" fmla="*/ 0 h 56"/>
                      <a:gd name="T46" fmla="*/ 0 w 41"/>
                      <a:gd name="T47" fmla="*/ 0 h 56"/>
                      <a:gd name="T48" fmla="*/ 0 w 41"/>
                      <a:gd name="T49" fmla="*/ 0 h 56"/>
                      <a:gd name="T50" fmla="*/ 0 w 41"/>
                      <a:gd name="T51" fmla="*/ 0 h 56"/>
                      <a:gd name="T52" fmla="*/ 0 w 41"/>
                      <a:gd name="T53" fmla="*/ 0 h 56"/>
                      <a:gd name="T54" fmla="*/ 0 w 41"/>
                      <a:gd name="T55" fmla="*/ 0 h 56"/>
                      <a:gd name="T56" fmla="*/ 0 w 41"/>
                      <a:gd name="T57" fmla="*/ 0 h 56"/>
                      <a:gd name="T58" fmla="*/ 0 w 41"/>
                      <a:gd name="T59" fmla="*/ 0 h 56"/>
                      <a:gd name="T60" fmla="*/ 0 w 41"/>
                      <a:gd name="T61" fmla="*/ 0 h 56"/>
                      <a:gd name="T62" fmla="*/ 0 w 41"/>
                      <a:gd name="T63" fmla="*/ 0 h 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1"/>
                      <a:gd name="T97" fmla="*/ 0 h 56"/>
                      <a:gd name="T98" fmla="*/ 41 w 41"/>
                      <a:gd name="T99" fmla="*/ 56 h 5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1" h="56">
                        <a:moveTo>
                          <a:pt x="0" y="3"/>
                        </a:moveTo>
                        <a:lnTo>
                          <a:pt x="0" y="2"/>
                        </a:lnTo>
                        <a:lnTo>
                          <a:pt x="12" y="14"/>
                        </a:lnTo>
                        <a:lnTo>
                          <a:pt x="15" y="18"/>
                        </a:lnTo>
                        <a:lnTo>
                          <a:pt x="17" y="21"/>
                        </a:lnTo>
                        <a:lnTo>
                          <a:pt x="20" y="24"/>
                        </a:lnTo>
                        <a:lnTo>
                          <a:pt x="22" y="28"/>
                        </a:lnTo>
                        <a:lnTo>
                          <a:pt x="25" y="31"/>
                        </a:lnTo>
                        <a:lnTo>
                          <a:pt x="27" y="35"/>
                        </a:lnTo>
                        <a:lnTo>
                          <a:pt x="30" y="37"/>
                        </a:lnTo>
                        <a:lnTo>
                          <a:pt x="31" y="41"/>
                        </a:lnTo>
                        <a:lnTo>
                          <a:pt x="33" y="45"/>
                        </a:lnTo>
                        <a:lnTo>
                          <a:pt x="35" y="49"/>
                        </a:lnTo>
                        <a:lnTo>
                          <a:pt x="37" y="52"/>
                        </a:lnTo>
                        <a:lnTo>
                          <a:pt x="38" y="56"/>
                        </a:lnTo>
                        <a:lnTo>
                          <a:pt x="41" y="55"/>
                        </a:lnTo>
                        <a:lnTo>
                          <a:pt x="39" y="51"/>
                        </a:lnTo>
                        <a:lnTo>
                          <a:pt x="37" y="47"/>
                        </a:lnTo>
                        <a:lnTo>
                          <a:pt x="36" y="44"/>
                        </a:lnTo>
                        <a:lnTo>
                          <a:pt x="33" y="40"/>
                        </a:lnTo>
                        <a:lnTo>
                          <a:pt x="32" y="36"/>
                        </a:lnTo>
                        <a:lnTo>
                          <a:pt x="30" y="34"/>
                        </a:lnTo>
                        <a:lnTo>
                          <a:pt x="27" y="30"/>
                        </a:lnTo>
                        <a:lnTo>
                          <a:pt x="25" y="26"/>
                        </a:lnTo>
                        <a:lnTo>
                          <a:pt x="22" y="23"/>
                        </a:lnTo>
                        <a:lnTo>
                          <a:pt x="20" y="20"/>
                        </a:lnTo>
                        <a:lnTo>
                          <a:pt x="17" y="16"/>
                        </a:lnTo>
                        <a:lnTo>
                          <a:pt x="11" y="10"/>
                        </a:lnTo>
                        <a:lnTo>
                          <a:pt x="9" y="7"/>
                        </a:lnTo>
                        <a:lnTo>
                          <a:pt x="5" y="4"/>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3" name="Freeform 106"/>
                  <p:cNvSpPr>
                    <a:spLocks/>
                  </p:cNvSpPr>
                  <p:nvPr/>
                </p:nvSpPr>
                <p:spPr bwMode="auto">
                  <a:xfrm>
                    <a:off x="4174" y="3509"/>
                    <a:ext cx="11" cy="5"/>
                  </a:xfrm>
                  <a:custGeom>
                    <a:avLst/>
                    <a:gdLst>
                      <a:gd name="T0" fmla="*/ 0 w 22"/>
                      <a:gd name="T1" fmla="*/ 1 h 10"/>
                      <a:gd name="T2" fmla="*/ 1 w 22"/>
                      <a:gd name="T3" fmla="*/ 1 h 10"/>
                      <a:gd name="T4" fmla="*/ 1 w 22"/>
                      <a:gd name="T5" fmla="*/ 1 h 10"/>
                      <a:gd name="T6" fmla="*/ 1 w 22"/>
                      <a:gd name="T7" fmla="*/ 1 h 10"/>
                      <a:gd name="T8" fmla="*/ 1 w 22"/>
                      <a:gd name="T9" fmla="*/ 1 h 10"/>
                      <a:gd name="T10" fmla="*/ 1 w 22"/>
                      <a:gd name="T11" fmla="*/ 1 h 10"/>
                      <a:gd name="T12" fmla="*/ 1 w 22"/>
                      <a:gd name="T13" fmla="*/ 1 h 10"/>
                      <a:gd name="T14" fmla="*/ 1 w 22"/>
                      <a:gd name="T15" fmla="*/ 1 h 10"/>
                      <a:gd name="T16" fmla="*/ 1 w 22"/>
                      <a:gd name="T17" fmla="*/ 1 h 10"/>
                      <a:gd name="T18" fmla="*/ 1 w 22"/>
                      <a:gd name="T19" fmla="*/ 1 h 10"/>
                      <a:gd name="T20" fmla="*/ 1 w 22"/>
                      <a:gd name="T21" fmla="*/ 1 h 10"/>
                      <a:gd name="T22" fmla="*/ 1 w 22"/>
                      <a:gd name="T23" fmla="*/ 1 h 10"/>
                      <a:gd name="T24" fmla="*/ 1 w 22"/>
                      <a:gd name="T25" fmla="*/ 1 h 10"/>
                      <a:gd name="T26" fmla="*/ 1 w 22"/>
                      <a:gd name="T27" fmla="*/ 1 h 10"/>
                      <a:gd name="T28" fmla="*/ 1 w 22"/>
                      <a:gd name="T29" fmla="*/ 1 h 10"/>
                      <a:gd name="T30" fmla="*/ 1 w 22"/>
                      <a:gd name="T31" fmla="*/ 0 h 10"/>
                      <a:gd name="T32" fmla="*/ 1 w 22"/>
                      <a:gd name="T33" fmla="*/ 0 h 10"/>
                      <a:gd name="T34" fmla="*/ 0 w 22"/>
                      <a:gd name="T35" fmla="*/ 1 h 10"/>
                      <a:gd name="T36" fmla="*/ 0 w 22"/>
                      <a:gd name="T37" fmla="*/ 1 h 1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
                      <a:gd name="T58" fmla="*/ 0 h 10"/>
                      <a:gd name="T59" fmla="*/ 22 w 22"/>
                      <a:gd name="T60" fmla="*/ 10 h 1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 h="10">
                        <a:moveTo>
                          <a:pt x="0" y="4"/>
                        </a:moveTo>
                        <a:lnTo>
                          <a:pt x="3" y="2"/>
                        </a:lnTo>
                        <a:lnTo>
                          <a:pt x="6" y="2"/>
                        </a:lnTo>
                        <a:lnTo>
                          <a:pt x="9" y="4"/>
                        </a:lnTo>
                        <a:lnTo>
                          <a:pt x="11" y="4"/>
                        </a:lnTo>
                        <a:lnTo>
                          <a:pt x="14" y="5"/>
                        </a:lnTo>
                        <a:lnTo>
                          <a:pt x="16" y="6"/>
                        </a:lnTo>
                        <a:lnTo>
                          <a:pt x="19" y="7"/>
                        </a:lnTo>
                        <a:lnTo>
                          <a:pt x="21" y="10"/>
                        </a:lnTo>
                        <a:lnTo>
                          <a:pt x="22" y="7"/>
                        </a:lnTo>
                        <a:lnTo>
                          <a:pt x="20" y="6"/>
                        </a:lnTo>
                        <a:lnTo>
                          <a:pt x="17" y="4"/>
                        </a:lnTo>
                        <a:lnTo>
                          <a:pt x="15" y="2"/>
                        </a:lnTo>
                        <a:lnTo>
                          <a:pt x="12" y="1"/>
                        </a:lnTo>
                        <a:lnTo>
                          <a:pt x="9" y="1"/>
                        </a:lnTo>
                        <a:lnTo>
                          <a:pt x="6" y="0"/>
                        </a:lnTo>
                        <a:lnTo>
                          <a:pt x="3" y="0"/>
                        </a:lnTo>
                        <a:lnTo>
                          <a:pt x="0" y="1"/>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4" name="Freeform 107"/>
                  <p:cNvSpPr>
                    <a:spLocks/>
                  </p:cNvSpPr>
                  <p:nvPr/>
                </p:nvSpPr>
                <p:spPr bwMode="auto">
                  <a:xfrm>
                    <a:off x="4163" y="3510"/>
                    <a:ext cx="11" cy="16"/>
                  </a:xfrm>
                  <a:custGeom>
                    <a:avLst/>
                    <a:gdLst>
                      <a:gd name="T0" fmla="*/ 1 w 21"/>
                      <a:gd name="T1" fmla="*/ 1 h 32"/>
                      <a:gd name="T2" fmla="*/ 1 w 21"/>
                      <a:gd name="T3" fmla="*/ 1 h 32"/>
                      <a:gd name="T4" fmla="*/ 1 w 21"/>
                      <a:gd name="T5" fmla="*/ 1 h 32"/>
                      <a:gd name="T6" fmla="*/ 1 w 21"/>
                      <a:gd name="T7" fmla="*/ 1 h 32"/>
                      <a:gd name="T8" fmla="*/ 1 w 21"/>
                      <a:gd name="T9" fmla="*/ 1 h 32"/>
                      <a:gd name="T10" fmla="*/ 1 w 21"/>
                      <a:gd name="T11" fmla="*/ 1 h 32"/>
                      <a:gd name="T12" fmla="*/ 1 w 21"/>
                      <a:gd name="T13" fmla="*/ 1 h 32"/>
                      <a:gd name="T14" fmla="*/ 1 w 21"/>
                      <a:gd name="T15" fmla="*/ 1 h 32"/>
                      <a:gd name="T16" fmla="*/ 1 w 21"/>
                      <a:gd name="T17" fmla="*/ 1 h 32"/>
                      <a:gd name="T18" fmla="*/ 1 w 21"/>
                      <a:gd name="T19" fmla="*/ 1 h 32"/>
                      <a:gd name="T20" fmla="*/ 1 w 21"/>
                      <a:gd name="T21" fmla="*/ 0 h 32"/>
                      <a:gd name="T22" fmla="*/ 1 w 21"/>
                      <a:gd name="T23" fmla="*/ 1 h 32"/>
                      <a:gd name="T24" fmla="*/ 1 w 21"/>
                      <a:gd name="T25" fmla="*/ 1 h 32"/>
                      <a:gd name="T26" fmla="*/ 1 w 21"/>
                      <a:gd name="T27" fmla="*/ 1 h 32"/>
                      <a:gd name="T28" fmla="*/ 1 w 21"/>
                      <a:gd name="T29" fmla="*/ 1 h 32"/>
                      <a:gd name="T30" fmla="*/ 1 w 21"/>
                      <a:gd name="T31" fmla="*/ 1 h 32"/>
                      <a:gd name="T32" fmla="*/ 1 w 21"/>
                      <a:gd name="T33" fmla="*/ 1 h 32"/>
                      <a:gd name="T34" fmla="*/ 1 w 21"/>
                      <a:gd name="T35" fmla="*/ 1 h 32"/>
                      <a:gd name="T36" fmla="*/ 0 w 21"/>
                      <a:gd name="T37" fmla="*/ 1 h 32"/>
                      <a:gd name="T38" fmla="*/ 1 w 21"/>
                      <a:gd name="T39" fmla="*/ 1 h 32"/>
                      <a:gd name="T40" fmla="*/ 1 w 21"/>
                      <a:gd name="T41" fmla="*/ 1 h 32"/>
                      <a:gd name="T42" fmla="*/ 1 w 21"/>
                      <a:gd name="T43" fmla="*/ 1 h 32"/>
                      <a:gd name="T44" fmla="*/ 1 w 21"/>
                      <a:gd name="T45" fmla="*/ 1 h 32"/>
                      <a:gd name="T46" fmla="*/ 1 w 21"/>
                      <a:gd name="T47" fmla="*/ 1 h 3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1"/>
                      <a:gd name="T73" fmla="*/ 0 h 32"/>
                      <a:gd name="T74" fmla="*/ 21 w 21"/>
                      <a:gd name="T75" fmla="*/ 32 h 3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1" h="32">
                        <a:moveTo>
                          <a:pt x="1" y="31"/>
                        </a:moveTo>
                        <a:lnTo>
                          <a:pt x="3" y="30"/>
                        </a:lnTo>
                        <a:lnTo>
                          <a:pt x="4" y="26"/>
                        </a:lnTo>
                        <a:lnTo>
                          <a:pt x="5" y="21"/>
                        </a:lnTo>
                        <a:lnTo>
                          <a:pt x="6" y="18"/>
                        </a:lnTo>
                        <a:lnTo>
                          <a:pt x="8" y="13"/>
                        </a:lnTo>
                        <a:lnTo>
                          <a:pt x="10" y="9"/>
                        </a:lnTo>
                        <a:lnTo>
                          <a:pt x="14" y="6"/>
                        </a:lnTo>
                        <a:lnTo>
                          <a:pt x="16" y="4"/>
                        </a:lnTo>
                        <a:lnTo>
                          <a:pt x="21" y="3"/>
                        </a:lnTo>
                        <a:lnTo>
                          <a:pt x="21" y="0"/>
                        </a:lnTo>
                        <a:lnTo>
                          <a:pt x="16" y="1"/>
                        </a:lnTo>
                        <a:lnTo>
                          <a:pt x="11" y="4"/>
                        </a:lnTo>
                        <a:lnTo>
                          <a:pt x="8" y="8"/>
                        </a:lnTo>
                        <a:lnTo>
                          <a:pt x="6" y="11"/>
                        </a:lnTo>
                        <a:lnTo>
                          <a:pt x="4" y="16"/>
                        </a:lnTo>
                        <a:lnTo>
                          <a:pt x="3" y="21"/>
                        </a:lnTo>
                        <a:lnTo>
                          <a:pt x="1" y="26"/>
                        </a:lnTo>
                        <a:lnTo>
                          <a:pt x="0" y="30"/>
                        </a:lnTo>
                        <a:lnTo>
                          <a:pt x="3" y="29"/>
                        </a:lnTo>
                        <a:lnTo>
                          <a:pt x="1" y="31"/>
                        </a:lnTo>
                        <a:lnTo>
                          <a:pt x="3" y="32"/>
                        </a:lnTo>
                        <a:lnTo>
                          <a:pt x="3" y="30"/>
                        </a:lnTo>
                        <a:lnTo>
                          <a:pt x="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5" name="Freeform 108"/>
                  <p:cNvSpPr>
                    <a:spLocks/>
                  </p:cNvSpPr>
                  <p:nvPr/>
                </p:nvSpPr>
                <p:spPr bwMode="auto">
                  <a:xfrm>
                    <a:off x="4153" y="3520"/>
                    <a:ext cx="11" cy="5"/>
                  </a:xfrm>
                  <a:custGeom>
                    <a:avLst/>
                    <a:gdLst>
                      <a:gd name="T0" fmla="*/ 0 w 23"/>
                      <a:gd name="T1" fmla="*/ 1 h 10"/>
                      <a:gd name="T2" fmla="*/ 0 w 23"/>
                      <a:gd name="T3" fmla="*/ 1 h 10"/>
                      <a:gd name="T4" fmla="*/ 0 w 23"/>
                      <a:gd name="T5" fmla="*/ 1 h 10"/>
                      <a:gd name="T6" fmla="*/ 0 w 23"/>
                      <a:gd name="T7" fmla="*/ 1 h 10"/>
                      <a:gd name="T8" fmla="*/ 0 w 23"/>
                      <a:gd name="T9" fmla="*/ 1 h 10"/>
                      <a:gd name="T10" fmla="*/ 0 w 23"/>
                      <a:gd name="T11" fmla="*/ 1 h 10"/>
                      <a:gd name="T12" fmla="*/ 0 w 23"/>
                      <a:gd name="T13" fmla="*/ 1 h 10"/>
                      <a:gd name="T14" fmla="*/ 0 w 23"/>
                      <a:gd name="T15" fmla="*/ 1 h 10"/>
                      <a:gd name="T16" fmla="*/ 0 w 23"/>
                      <a:gd name="T17" fmla="*/ 1 h 10"/>
                      <a:gd name="T18" fmla="*/ 0 w 23"/>
                      <a:gd name="T19" fmla="*/ 1 h 10"/>
                      <a:gd name="T20" fmla="*/ 0 w 23"/>
                      <a:gd name="T21" fmla="*/ 1 h 10"/>
                      <a:gd name="T22" fmla="*/ 0 w 23"/>
                      <a:gd name="T23" fmla="*/ 1 h 10"/>
                      <a:gd name="T24" fmla="*/ 0 w 23"/>
                      <a:gd name="T25" fmla="*/ 1 h 10"/>
                      <a:gd name="T26" fmla="*/ 0 w 23"/>
                      <a:gd name="T27" fmla="*/ 1 h 10"/>
                      <a:gd name="T28" fmla="*/ 0 w 23"/>
                      <a:gd name="T29" fmla="*/ 1 h 10"/>
                      <a:gd name="T30" fmla="*/ 0 w 23"/>
                      <a:gd name="T31" fmla="*/ 1 h 10"/>
                      <a:gd name="T32" fmla="*/ 0 w 23"/>
                      <a:gd name="T33" fmla="*/ 1 h 10"/>
                      <a:gd name="T34" fmla="*/ 0 w 23"/>
                      <a:gd name="T35" fmla="*/ 1 h 10"/>
                      <a:gd name="T36" fmla="*/ 0 w 23"/>
                      <a:gd name="T37" fmla="*/ 0 h 10"/>
                      <a:gd name="T38" fmla="*/ 0 w 23"/>
                      <a:gd name="T39" fmla="*/ 1 h 10"/>
                      <a:gd name="T40" fmla="*/ 0 w 23"/>
                      <a:gd name="T41" fmla="*/ 1 h 10"/>
                      <a:gd name="T42" fmla="*/ 0 w 23"/>
                      <a:gd name="T43" fmla="*/ 1 h 10"/>
                      <a:gd name="T44" fmla="*/ 0 w 23"/>
                      <a:gd name="T45" fmla="*/ 1 h 1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3"/>
                      <a:gd name="T70" fmla="*/ 0 h 10"/>
                      <a:gd name="T71" fmla="*/ 23 w 23"/>
                      <a:gd name="T72" fmla="*/ 10 h 1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3" h="10">
                        <a:moveTo>
                          <a:pt x="0" y="1"/>
                        </a:moveTo>
                        <a:lnTo>
                          <a:pt x="2" y="3"/>
                        </a:lnTo>
                        <a:lnTo>
                          <a:pt x="4" y="4"/>
                        </a:lnTo>
                        <a:lnTo>
                          <a:pt x="7" y="5"/>
                        </a:lnTo>
                        <a:lnTo>
                          <a:pt x="9" y="6"/>
                        </a:lnTo>
                        <a:lnTo>
                          <a:pt x="12" y="6"/>
                        </a:lnTo>
                        <a:lnTo>
                          <a:pt x="14" y="8"/>
                        </a:lnTo>
                        <a:lnTo>
                          <a:pt x="16" y="9"/>
                        </a:lnTo>
                        <a:lnTo>
                          <a:pt x="19" y="10"/>
                        </a:lnTo>
                        <a:lnTo>
                          <a:pt x="21" y="10"/>
                        </a:lnTo>
                        <a:lnTo>
                          <a:pt x="23" y="8"/>
                        </a:lnTo>
                        <a:lnTo>
                          <a:pt x="20" y="8"/>
                        </a:lnTo>
                        <a:lnTo>
                          <a:pt x="18" y="6"/>
                        </a:lnTo>
                        <a:lnTo>
                          <a:pt x="15" y="5"/>
                        </a:lnTo>
                        <a:lnTo>
                          <a:pt x="13" y="5"/>
                        </a:lnTo>
                        <a:lnTo>
                          <a:pt x="10" y="4"/>
                        </a:lnTo>
                        <a:lnTo>
                          <a:pt x="8" y="3"/>
                        </a:lnTo>
                        <a:lnTo>
                          <a:pt x="5" y="1"/>
                        </a:lnTo>
                        <a:lnTo>
                          <a:pt x="3" y="0"/>
                        </a:lnTo>
                        <a:lnTo>
                          <a:pt x="0" y="1"/>
                        </a:lnTo>
                        <a:lnTo>
                          <a:pt x="2" y="1"/>
                        </a:lnTo>
                        <a:lnTo>
                          <a:pt x="2" y="3"/>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6" name="Freeform 109"/>
                  <p:cNvSpPr>
                    <a:spLocks/>
                  </p:cNvSpPr>
                  <p:nvPr/>
                </p:nvSpPr>
                <p:spPr bwMode="auto">
                  <a:xfrm>
                    <a:off x="4152" y="3507"/>
                    <a:ext cx="2" cy="14"/>
                  </a:xfrm>
                  <a:custGeom>
                    <a:avLst/>
                    <a:gdLst>
                      <a:gd name="T0" fmla="*/ 0 w 5"/>
                      <a:gd name="T1" fmla="*/ 0 h 28"/>
                      <a:gd name="T2" fmla="*/ 0 w 5"/>
                      <a:gd name="T3" fmla="*/ 1 h 28"/>
                      <a:gd name="T4" fmla="*/ 0 w 5"/>
                      <a:gd name="T5" fmla="*/ 1 h 28"/>
                      <a:gd name="T6" fmla="*/ 0 w 5"/>
                      <a:gd name="T7" fmla="*/ 1 h 28"/>
                      <a:gd name="T8" fmla="*/ 0 w 5"/>
                      <a:gd name="T9" fmla="*/ 1 h 28"/>
                      <a:gd name="T10" fmla="*/ 0 w 5"/>
                      <a:gd name="T11" fmla="*/ 1 h 28"/>
                      <a:gd name="T12" fmla="*/ 0 w 5"/>
                      <a:gd name="T13" fmla="*/ 0 h 28"/>
                      <a:gd name="T14" fmla="*/ 0 w 5"/>
                      <a:gd name="T15" fmla="*/ 0 h 28"/>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28"/>
                      <a:gd name="T26" fmla="*/ 5 w 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28">
                        <a:moveTo>
                          <a:pt x="0" y="0"/>
                        </a:moveTo>
                        <a:lnTo>
                          <a:pt x="0" y="15"/>
                        </a:lnTo>
                        <a:lnTo>
                          <a:pt x="1" y="22"/>
                        </a:lnTo>
                        <a:lnTo>
                          <a:pt x="2" y="28"/>
                        </a:lnTo>
                        <a:lnTo>
                          <a:pt x="5" y="27"/>
                        </a:lnTo>
                        <a:lnTo>
                          <a:pt x="2" y="2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7" name="Freeform 110"/>
                  <p:cNvSpPr>
                    <a:spLocks/>
                  </p:cNvSpPr>
                  <p:nvPr/>
                </p:nvSpPr>
                <p:spPr bwMode="auto">
                  <a:xfrm>
                    <a:off x="4152" y="3481"/>
                    <a:ext cx="8" cy="26"/>
                  </a:xfrm>
                  <a:custGeom>
                    <a:avLst/>
                    <a:gdLst>
                      <a:gd name="T0" fmla="*/ 1 w 16"/>
                      <a:gd name="T1" fmla="*/ 0 h 52"/>
                      <a:gd name="T2" fmla="*/ 1 w 16"/>
                      <a:gd name="T3" fmla="*/ 1 h 52"/>
                      <a:gd name="T4" fmla="*/ 1 w 16"/>
                      <a:gd name="T5" fmla="*/ 1 h 52"/>
                      <a:gd name="T6" fmla="*/ 1 w 16"/>
                      <a:gd name="T7" fmla="*/ 1 h 52"/>
                      <a:gd name="T8" fmla="*/ 1 w 16"/>
                      <a:gd name="T9" fmla="*/ 1 h 52"/>
                      <a:gd name="T10" fmla="*/ 1 w 16"/>
                      <a:gd name="T11" fmla="*/ 1 h 52"/>
                      <a:gd name="T12" fmla="*/ 1 w 16"/>
                      <a:gd name="T13" fmla="*/ 2 h 52"/>
                      <a:gd name="T14" fmla="*/ 1 w 16"/>
                      <a:gd name="T15" fmla="*/ 2 h 52"/>
                      <a:gd name="T16" fmla="*/ 0 w 16"/>
                      <a:gd name="T17" fmla="*/ 2 h 52"/>
                      <a:gd name="T18" fmla="*/ 1 w 16"/>
                      <a:gd name="T19" fmla="*/ 2 h 52"/>
                      <a:gd name="T20" fmla="*/ 1 w 16"/>
                      <a:gd name="T21" fmla="*/ 2 h 52"/>
                      <a:gd name="T22" fmla="*/ 1 w 16"/>
                      <a:gd name="T23" fmla="*/ 2 h 52"/>
                      <a:gd name="T24" fmla="*/ 1 w 16"/>
                      <a:gd name="T25" fmla="*/ 1 h 52"/>
                      <a:gd name="T26" fmla="*/ 1 w 16"/>
                      <a:gd name="T27" fmla="*/ 1 h 52"/>
                      <a:gd name="T28" fmla="*/ 1 w 16"/>
                      <a:gd name="T29" fmla="*/ 1 h 52"/>
                      <a:gd name="T30" fmla="*/ 1 w 16"/>
                      <a:gd name="T31" fmla="*/ 1 h 52"/>
                      <a:gd name="T32" fmla="*/ 1 w 16"/>
                      <a:gd name="T33" fmla="*/ 1 h 52"/>
                      <a:gd name="T34" fmla="*/ 1 w 16"/>
                      <a:gd name="T35" fmla="*/ 1 h 52"/>
                      <a:gd name="T36" fmla="*/ 1 w 16"/>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52"/>
                      <a:gd name="T59" fmla="*/ 16 w 16"/>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52">
                        <a:moveTo>
                          <a:pt x="14" y="0"/>
                        </a:moveTo>
                        <a:lnTo>
                          <a:pt x="11" y="6"/>
                        </a:lnTo>
                        <a:lnTo>
                          <a:pt x="9" y="13"/>
                        </a:lnTo>
                        <a:lnTo>
                          <a:pt x="7" y="19"/>
                        </a:lnTo>
                        <a:lnTo>
                          <a:pt x="5" y="25"/>
                        </a:lnTo>
                        <a:lnTo>
                          <a:pt x="2" y="32"/>
                        </a:lnTo>
                        <a:lnTo>
                          <a:pt x="1" y="39"/>
                        </a:lnTo>
                        <a:lnTo>
                          <a:pt x="1" y="46"/>
                        </a:lnTo>
                        <a:lnTo>
                          <a:pt x="0" y="52"/>
                        </a:lnTo>
                        <a:lnTo>
                          <a:pt x="2" y="52"/>
                        </a:lnTo>
                        <a:lnTo>
                          <a:pt x="2" y="46"/>
                        </a:lnTo>
                        <a:lnTo>
                          <a:pt x="4" y="39"/>
                        </a:lnTo>
                        <a:lnTo>
                          <a:pt x="5" y="32"/>
                        </a:lnTo>
                        <a:lnTo>
                          <a:pt x="7" y="26"/>
                        </a:lnTo>
                        <a:lnTo>
                          <a:pt x="9" y="20"/>
                        </a:lnTo>
                        <a:lnTo>
                          <a:pt x="11" y="14"/>
                        </a:lnTo>
                        <a:lnTo>
                          <a:pt x="14" y="8"/>
                        </a:lnTo>
                        <a:lnTo>
                          <a:pt x="16" y="2"/>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8" name="Freeform 111"/>
                  <p:cNvSpPr>
                    <a:spLocks/>
                  </p:cNvSpPr>
                  <p:nvPr/>
                </p:nvSpPr>
                <p:spPr bwMode="auto">
                  <a:xfrm>
                    <a:off x="4159" y="3474"/>
                    <a:ext cx="18" cy="7"/>
                  </a:xfrm>
                  <a:custGeom>
                    <a:avLst/>
                    <a:gdLst>
                      <a:gd name="T0" fmla="*/ 2 w 35"/>
                      <a:gd name="T1" fmla="*/ 0 h 15"/>
                      <a:gd name="T2" fmla="*/ 2 w 35"/>
                      <a:gd name="T3" fmla="*/ 0 h 15"/>
                      <a:gd name="T4" fmla="*/ 1 w 35"/>
                      <a:gd name="T5" fmla="*/ 0 h 15"/>
                      <a:gd name="T6" fmla="*/ 1 w 35"/>
                      <a:gd name="T7" fmla="*/ 0 h 15"/>
                      <a:gd name="T8" fmla="*/ 1 w 35"/>
                      <a:gd name="T9" fmla="*/ 0 h 15"/>
                      <a:gd name="T10" fmla="*/ 1 w 35"/>
                      <a:gd name="T11" fmla="*/ 0 h 15"/>
                      <a:gd name="T12" fmla="*/ 1 w 35"/>
                      <a:gd name="T13" fmla="*/ 0 h 15"/>
                      <a:gd name="T14" fmla="*/ 1 w 35"/>
                      <a:gd name="T15" fmla="*/ 0 h 15"/>
                      <a:gd name="T16" fmla="*/ 1 w 35"/>
                      <a:gd name="T17" fmla="*/ 0 h 15"/>
                      <a:gd name="T18" fmla="*/ 1 w 35"/>
                      <a:gd name="T19" fmla="*/ 0 h 15"/>
                      <a:gd name="T20" fmla="*/ 1 w 35"/>
                      <a:gd name="T21" fmla="*/ 0 h 15"/>
                      <a:gd name="T22" fmla="*/ 1 w 35"/>
                      <a:gd name="T23" fmla="*/ 0 h 15"/>
                      <a:gd name="T24" fmla="*/ 1 w 35"/>
                      <a:gd name="T25" fmla="*/ 0 h 15"/>
                      <a:gd name="T26" fmla="*/ 1 w 35"/>
                      <a:gd name="T27" fmla="*/ 0 h 15"/>
                      <a:gd name="T28" fmla="*/ 0 w 35"/>
                      <a:gd name="T29" fmla="*/ 0 h 15"/>
                      <a:gd name="T30" fmla="*/ 1 w 35"/>
                      <a:gd name="T31" fmla="*/ 0 h 15"/>
                      <a:gd name="T32" fmla="*/ 1 w 35"/>
                      <a:gd name="T33" fmla="*/ 0 h 15"/>
                      <a:gd name="T34" fmla="*/ 1 w 35"/>
                      <a:gd name="T35" fmla="*/ 0 h 15"/>
                      <a:gd name="T36" fmla="*/ 1 w 35"/>
                      <a:gd name="T37" fmla="*/ 0 h 15"/>
                      <a:gd name="T38" fmla="*/ 1 w 35"/>
                      <a:gd name="T39" fmla="*/ 0 h 15"/>
                      <a:gd name="T40" fmla="*/ 1 w 35"/>
                      <a:gd name="T41" fmla="*/ 0 h 15"/>
                      <a:gd name="T42" fmla="*/ 1 w 35"/>
                      <a:gd name="T43" fmla="*/ 0 h 15"/>
                      <a:gd name="T44" fmla="*/ 1 w 35"/>
                      <a:gd name="T45" fmla="*/ 0 h 15"/>
                      <a:gd name="T46" fmla="*/ 1 w 35"/>
                      <a:gd name="T47" fmla="*/ 0 h 15"/>
                      <a:gd name="T48" fmla="*/ 1 w 35"/>
                      <a:gd name="T49" fmla="*/ 0 h 15"/>
                      <a:gd name="T50" fmla="*/ 1 w 35"/>
                      <a:gd name="T51" fmla="*/ 0 h 15"/>
                      <a:gd name="T52" fmla="*/ 1 w 35"/>
                      <a:gd name="T53" fmla="*/ 0 h 15"/>
                      <a:gd name="T54" fmla="*/ 1 w 35"/>
                      <a:gd name="T55" fmla="*/ 0 h 15"/>
                      <a:gd name="T56" fmla="*/ 2 w 35"/>
                      <a:gd name="T57" fmla="*/ 0 h 15"/>
                      <a:gd name="T58" fmla="*/ 2 w 35"/>
                      <a:gd name="T59" fmla="*/ 0 h 15"/>
                      <a:gd name="T60" fmla="*/ 2 w 35"/>
                      <a:gd name="T61" fmla="*/ 0 h 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5"/>
                      <a:gd name="T94" fmla="*/ 0 h 15"/>
                      <a:gd name="T95" fmla="*/ 35 w 35"/>
                      <a:gd name="T96" fmla="*/ 15 h 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5" h="15">
                        <a:moveTo>
                          <a:pt x="35" y="0"/>
                        </a:moveTo>
                        <a:lnTo>
                          <a:pt x="33" y="1"/>
                        </a:lnTo>
                        <a:lnTo>
                          <a:pt x="30" y="1"/>
                        </a:lnTo>
                        <a:lnTo>
                          <a:pt x="29" y="2"/>
                        </a:lnTo>
                        <a:lnTo>
                          <a:pt x="24" y="2"/>
                        </a:lnTo>
                        <a:lnTo>
                          <a:pt x="22" y="3"/>
                        </a:lnTo>
                        <a:lnTo>
                          <a:pt x="17" y="3"/>
                        </a:lnTo>
                        <a:lnTo>
                          <a:pt x="14" y="5"/>
                        </a:lnTo>
                        <a:lnTo>
                          <a:pt x="12" y="5"/>
                        </a:lnTo>
                        <a:lnTo>
                          <a:pt x="9" y="6"/>
                        </a:lnTo>
                        <a:lnTo>
                          <a:pt x="7" y="6"/>
                        </a:lnTo>
                        <a:lnTo>
                          <a:pt x="6" y="8"/>
                        </a:lnTo>
                        <a:lnTo>
                          <a:pt x="3" y="10"/>
                        </a:lnTo>
                        <a:lnTo>
                          <a:pt x="1" y="11"/>
                        </a:lnTo>
                        <a:lnTo>
                          <a:pt x="0" y="13"/>
                        </a:lnTo>
                        <a:lnTo>
                          <a:pt x="2" y="15"/>
                        </a:lnTo>
                        <a:lnTo>
                          <a:pt x="3" y="12"/>
                        </a:lnTo>
                        <a:lnTo>
                          <a:pt x="4" y="11"/>
                        </a:lnTo>
                        <a:lnTo>
                          <a:pt x="7" y="10"/>
                        </a:lnTo>
                        <a:lnTo>
                          <a:pt x="8" y="8"/>
                        </a:lnTo>
                        <a:lnTo>
                          <a:pt x="11" y="8"/>
                        </a:lnTo>
                        <a:lnTo>
                          <a:pt x="13" y="7"/>
                        </a:lnTo>
                        <a:lnTo>
                          <a:pt x="14" y="7"/>
                        </a:lnTo>
                        <a:lnTo>
                          <a:pt x="17" y="6"/>
                        </a:lnTo>
                        <a:lnTo>
                          <a:pt x="22" y="6"/>
                        </a:lnTo>
                        <a:lnTo>
                          <a:pt x="24" y="5"/>
                        </a:lnTo>
                        <a:lnTo>
                          <a:pt x="29" y="5"/>
                        </a:lnTo>
                        <a:lnTo>
                          <a:pt x="32" y="3"/>
                        </a:lnTo>
                        <a:lnTo>
                          <a:pt x="34" y="2"/>
                        </a:lnTo>
                        <a:lnTo>
                          <a:pt x="35" y="2"/>
                        </a:lnTo>
                        <a:lnTo>
                          <a:pt x="3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99" name="Freeform 112"/>
                  <p:cNvSpPr>
                    <a:spLocks/>
                  </p:cNvSpPr>
                  <p:nvPr/>
                </p:nvSpPr>
                <p:spPr bwMode="auto">
                  <a:xfrm>
                    <a:off x="4177" y="3468"/>
                    <a:ext cx="50" cy="7"/>
                  </a:xfrm>
                  <a:custGeom>
                    <a:avLst/>
                    <a:gdLst>
                      <a:gd name="T0" fmla="*/ 3 w 101"/>
                      <a:gd name="T1" fmla="*/ 0 h 15"/>
                      <a:gd name="T2" fmla="*/ 2 w 101"/>
                      <a:gd name="T3" fmla="*/ 0 h 15"/>
                      <a:gd name="T4" fmla="*/ 2 w 101"/>
                      <a:gd name="T5" fmla="*/ 0 h 15"/>
                      <a:gd name="T6" fmla="*/ 2 w 101"/>
                      <a:gd name="T7" fmla="*/ 0 h 15"/>
                      <a:gd name="T8" fmla="*/ 2 w 101"/>
                      <a:gd name="T9" fmla="*/ 0 h 15"/>
                      <a:gd name="T10" fmla="*/ 1 w 101"/>
                      <a:gd name="T11" fmla="*/ 0 h 15"/>
                      <a:gd name="T12" fmla="*/ 1 w 101"/>
                      <a:gd name="T13" fmla="*/ 0 h 15"/>
                      <a:gd name="T14" fmla="*/ 1 w 101"/>
                      <a:gd name="T15" fmla="*/ 0 h 15"/>
                      <a:gd name="T16" fmla="*/ 1 w 101"/>
                      <a:gd name="T17" fmla="*/ 0 h 15"/>
                      <a:gd name="T18" fmla="*/ 1 w 101"/>
                      <a:gd name="T19" fmla="*/ 0 h 15"/>
                      <a:gd name="T20" fmla="*/ 0 w 101"/>
                      <a:gd name="T21" fmla="*/ 0 h 15"/>
                      <a:gd name="T22" fmla="*/ 0 w 101"/>
                      <a:gd name="T23" fmla="*/ 0 h 15"/>
                      <a:gd name="T24" fmla="*/ 0 w 101"/>
                      <a:gd name="T25" fmla="*/ 0 h 15"/>
                      <a:gd name="T26" fmla="*/ 0 w 101"/>
                      <a:gd name="T27" fmla="*/ 0 h 15"/>
                      <a:gd name="T28" fmla="*/ 0 w 101"/>
                      <a:gd name="T29" fmla="*/ 0 h 15"/>
                      <a:gd name="T30" fmla="*/ 0 w 101"/>
                      <a:gd name="T31" fmla="*/ 0 h 15"/>
                      <a:gd name="T32" fmla="*/ 0 w 101"/>
                      <a:gd name="T33" fmla="*/ 0 h 15"/>
                      <a:gd name="T34" fmla="*/ 0 w 101"/>
                      <a:gd name="T35" fmla="*/ 0 h 15"/>
                      <a:gd name="T36" fmla="*/ 0 w 101"/>
                      <a:gd name="T37" fmla="*/ 0 h 15"/>
                      <a:gd name="T38" fmla="*/ 0 w 101"/>
                      <a:gd name="T39" fmla="*/ 0 h 15"/>
                      <a:gd name="T40" fmla="*/ 0 w 101"/>
                      <a:gd name="T41" fmla="*/ 0 h 15"/>
                      <a:gd name="T42" fmla="*/ 0 w 101"/>
                      <a:gd name="T43" fmla="*/ 0 h 15"/>
                      <a:gd name="T44" fmla="*/ 1 w 101"/>
                      <a:gd name="T45" fmla="*/ 0 h 15"/>
                      <a:gd name="T46" fmla="*/ 1 w 101"/>
                      <a:gd name="T47" fmla="*/ 0 h 15"/>
                      <a:gd name="T48" fmla="*/ 1 w 101"/>
                      <a:gd name="T49" fmla="*/ 0 h 15"/>
                      <a:gd name="T50" fmla="*/ 1 w 101"/>
                      <a:gd name="T51" fmla="*/ 0 h 15"/>
                      <a:gd name="T52" fmla="*/ 1 w 101"/>
                      <a:gd name="T53" fmla="*/ 0 h 15"/>
                      <a:gd name="T54" fmla="*/ 2 w 101"/>
                      <a:gd name="T55" fmla="*/ 0 h 15"/>
                      <a:gd name="T56" fmla="*/ 2 w 101"/>
                      <a:gd name="T57" fmla="*/ 0 h 15"/>
                      <a:gd name="T58" fmla="*/ 2 w 101"/>
                      <a:gd name="T59" fmla="*/ 0 h 15"/>
                      <a:gd name="T60" fmla="*/ 2 w 101"/>
                      <a:gd name="T61" fmla="*/ 0 h 15"/>
                      <a:gd name="T62" fmla="*/ 2 w 101"/>
                      <a:gd name="T63" fmla="*/ 0 h 15"/>
                      <a:gd name="T64" fmla="*/ 3 w 101"/>
                      <a:gd name="T65" fmla="*/ 0 h 15"/>
                      <a:gd name="T66" fmla="*/ 3 w 101"/>
                      <a:gd name="T67" fmla="*/ 0 h 1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1"/>
                      <a:gd name="T103" fmla="*/ 0 h 15"/>
                      <a:gd name="T104" fmla="*/ 101 w 101"/>
                      <a:gd name="T105" fmla="*/ 15 h 1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1" h="15">
                        <a:moveTo>
                          <a:pt x="101" y="0"/>
                        </a:moveTo>
                        <a:lnTo>
                          <a:pt x="94" y="0"/>
                        </a:lnTo>
                        <a:lnTo>
                          <a:pt x="88" y="2"/>
                        </a:lnTo>
                        <a:lnTo>
                          <a:pt x="75" y="2"/>
                        </a:lnTo>
                        <a:lnTo>
                          <a:pt x="69" y="3"/>
                        </a:lnTo>
                        <a:lnTo>
                          <a:pt x="63" y="4"/>
                        </a:lnTo>
                        <a:lnTo>
                          <a:pt x="56" y="4"/>
                        </a:lnTo>
                        <a:lnTo>
                          <a:pt x="51" y="5"/>
                        </a:lnTo>
                        <a:lnTo>
                          <a:pt x="43" y="5"/>
                        </a:lnTo>
                        <a:lnTo>
                          <a:pt x="37" y="7"/>
                        </a:lnTo>
                        <a:lnTo>
                          <a:pt x="31" y="8"/>
                        </a:lnTo>
                        <a:lnTo>
                          <a:pt x="25" y="9"/>
                        </a:lnTo>
                        <a:lnTo>
                          <a:pt x="19" y="9"/>
                        </a:lnTo>
                        <a:lnTo>
                          <a:pt x="13" y="10"/>
                        </a:lnTo>
                        <a:lnTo>
                          <a:pt x="6" y="12"/>
                        </a:lnTo>
                        <a:lnTo>
                          <a:pt x="0" y="13"/>
                        </a:lnTo>
                        <a:lnTo>
                          <a:pt x="0" y="15"/>
                        </a:lnTo>
                        <a:lnTo>
                          <a:pt x="6" y="14"/>
                        </a:lnTo>
                        <a:lnTo>
                          <a:pt x="13" y="13"/>
                        </a:lnTo>
                        <a:lnTo>
                          <a:pt x="19" y="12"/>
                        </a:lnTo>
                        <a:lnTo>
                          <a:pt x="25" y="10"/>
                        </a:lnTo>
                        <a:lnTo>
                          <a:pt x="31" y="10"/>
                        </a:lnTo>
                        <a:lnTo>
                          <a:pt x="37" y="9"/>
                        </a:lnTo>
                        <a:lnTo>
                          <a:pt x="43" y="8"/>
                        </a:lnTo>
                        <a:lnTo>
                          <a:pt x="51" y="8"/>
                        </a:lnTo>
                        <a:lnTo>
                          <a:pt x="56" y="7"/>
                        </a:lnTo>
                        <a:lnTo>
                          <a:pt x="63" y="7"/>
                        </a:lnTo>
                        <a:lnTo>
                          <a:pt x="69" y="5"/>
                        </a:lnTo>
                        <a:lnTo>
                          <a:pt x="75" y="5"/>
                        </a:lnTo>
                        <a:lnTo>
                          <a:pt x="82" y="4"/>
                        </a:lnTo>
                        <a:lnTo>
                          <a:pt x="88" y="4"/>
                        </a:lnTo>
                        <a:lnTo>
                          <a:pt x="94" y="3"/>
                        </a:lnTo>
                        <a:lnTo>
                          <a:pt x="101" y="2"/>
                        </a:lnTo>
                        <a:lnTo>
                          <a:pt x="10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0" name="Freeform 113"/>
                  <p:cNvSpPr>
                    <a:spLocks/>
                  </p:cNvSpPr>
                  <p:nvPr/>
                </p:nvSpPr>
                <p:spPr bwMode="auto">
                  <a:xfrm>
                    <a:off x="4227" y="3465"/>
                    <a:ext cx="62" cy="3"/>
                  </a:xfrm>
                  <a:custGeom>
                    <a:avLst/>
                    <a:gdLst>
                      <a:gd name="T0" fmla="*/ 4 w 123"/>
                      <a:gd name="T1" fmla="*/ 0 h 8"/>
                      <a:gd name="T2" fmla="*/ 4 w 123"/>
                      <a:gd name="T3" fmla="*/ 0 h 8"/>
                      <a:gd name="T4" fmla="*/ 4 w 123"/>
                      <a:gd name="T5" fmla="*/ 0 h 8"/>
                      <a:gd name="T6" fmla="*/ 4 w 123"/>
                      <a:gd name="T7" fmla="*/ 0 h 8"/>
                      <a:gd name="T8" fmla="*/ 3 w 123"/>
                      <a:gd name="T9" fmla="*/ 0 h 8"/>
                      <a:gd name="T10" fmla="*/ 3 w 123"/>
                      <a:gd name="T11" fmla="*/ 0 h 8"/>
                      <a:gd name="T12" fmla="*/ 3 w 123"/>
                      <a:gd name="T13" fmla="*/ 0 h 8"/>
                      <a:gd name="T14" fmla="*/ 2 w 123"/>
                      <a:gd name="T15" fmla="*/ 0 h 8"/>
                      <a:gd name="T16" fmla="*/ 2 w 123"/>
                      <a:gd name="T17" fmla="*/ 0 h 8"/>
                      <a:gd name="T18" fmla="*/ 1 w 123"/>
                      <a:gd name="T19" fmla="*/ 0 h 8"/>
                      <a:gd name="T20" fmla="*/ 0 w 123"/>
                      <a:gd name="T21" fmla="*/ 0 h 8"/>
                      <a:gd name="T22" fmla="*/ 0 w 123"/>
                      <a:gd name="T23" fmla="*/ 0 h 8"/>
                      <a:gd name="T24" fmla="*/ 2 w 123"/>
                      <a:gd name="T25" fmla="*/ 0 h 8"/>
                      <a:gd name="T26" fmla="*/ 2 w 123"/>
                      <a:gd name="T27" fmla="*/ 0 h 8"/>
                      <a:gd name="T28" fmla="*/ 3 w 123"/>
                      <a:gd name="T29" fmla="*/ 0 h 8"/>
                      <a:gd name="T30" fmla="*/ 3 w 123"/>
                      <a:gd name="T31" fmla="*/ 0 h 8"/>
                      <a:gd name="T32" fmla="*/ 3 w 123"/>
                      <a:gd name="T33" fmla="*/ 0 h 8"/>
                      <a:gd name="T34" fmla="*/ 4 w 123"/>
                      <a:gd name="T35" fmla="*/ 0 h 8"/>
                      <a:gd name="T36" fmla="*/ 4 w 123"/>
                      <a:gd name="T37" fmla="*/ 0 h 8"/>
                      <a:gd name="T38" fmla="*/ 4 w 123"/>
                      <a:gd name="T39" fmla="*/ 0 h 8"/>
                      <a:gd name="T40" fmla="*/ 4 w 123"/>
                      <a:gd name="T41" fmla="*/ 0 h 8"/>
                      <a:gd name="T42" fmla="*/ 4 w 123"/>
                      <a:gd name="T43" fmla="*/ 0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3"/>
                      <a:gd name="T67" fmla="*/ 0 h 8"/>
                      <a:gd name="T68" fmla="*/ 123 w 123"/>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3" h="8">
                        <a:moveTo>
                          <a:pt x="123" y="0"/>
                        </a:moveTo>
                        <a:lnTo>
                          <a:pt x="116" y="0"/>
                        </a:lnTo>
                        <a:lnTo>
                          <a:pt x="109" y="1"/>
                        </a:lnTo>
                        <a:lnTo>
                          <a:pt x="101" y="1"/>
                        </a:lnTo>
                        <a:lnTo>
                          <a:pt x="93" y="3"/>
                        </a:lnTo>
                        <a:lnTo>
                          <a:pt x="85" y="3"/>
                        </a:lnTo>
                        <a:lnTo>
                          <a:pt x="78" y="4"/>
                        </a:lnTo>
                        <a:lnTo>
                          <a:pt x="47" y="4"/>
                        </a:lnTo>
                        <a:lnTo>
                          <a:pt x="40" y="5"/>
                        </a:lnTo>
                        <a:lnTo>
                          <a:pt x="8" y="5"/>
                        </a:lnTo>
                        <a:lnTo>
                          <a:pt x="0" y="6"/>
                        </a:lnTo>
                        <a:lnTo>
                          <a:pt x="0" y="8"/>
                        </a:lnTo>
                        <a:lnTo>
                          <a:pt x="55" y="8"/>
                        </a:lnTo>
                        <a:lnTo>
                          <a:pt x="62" y="6"/>
                        </a:lnTo>
                        <a:lnTo>
                          <a:pt x="78" y="6"/>
                        </a:lnTo>
                        <a:lnTo>
                          <a:pt x="85" y="5"/>
                        </a:lnTo>
                        <a:lnTo>
                          <a:pt x="93" y="5"/>
                        </a:lnTo>
                        <a:lnTo>
                          <a:pt x="101" y="4"/>
                        </a:lnTo>
                        <a:lnTo>
                          <a:pt x="109" y="4"/>
                        </a:lnTo>
                        <a:lnTo>
                          <a:pt x="116" y="3"/>
                        </a:lnTo>
                        <a:lnTo>
                          <a:pt x="123" y="1"/>
                        </a:lnTo>
                        <a:lnTo>
                          <a:pt x="1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1" name="Freeform 114"/>
                  <p:cNvSpPr>
                    <a:spLocks/>
                  </p:cNvSpPr>
                  <p:nvPr/>
                </p:nvSpPr>
                <p:spPr bwMode="auto">
                  <a:xfrm>
                    <a:off x="4289" y="3464"/>
                    <a:ext cx="40" cy="6"/>
                  </a:xfrm>
                  <a:custGeom>
                    <a:avLst/>
                    <a:gdLst>
                      <a:gd name="T0" fmla="*/ 2 w 81"/>
                      <a:gd name="T1" fmla="*/ 1 h 11"/>
                      <a:gd name="T2" fmla="*/ 2 w 81"/>
                      <a:gd name="T3" fmla="*/ 1 h 11"/>
                      <a:gd name="T4" fmla="*/ 2 w 81"/>
                      <a:gd name="T5" fmla="*/ 1 h 11"/>
                      <a:gd name="T6" fmla="*/ 2 w 81"/>
                      <a:gd name="T7" fmla="*/ 1 h 11"/>
                      <a:gd name="T8" fmla="*/ 1 w 81"/>
                      <a:gd name="T9" fmla="*/ 1 h 11"/>
                      <a:gd name="T10" fmla="*/ 1 w 81"/>
                      <a:gd name="T11" fmla="*/ 1 h 11"/>
                      <a:gd name="T12" fmla="*/ 1 w 81"/>
                      <a:gd name="T13" fmla="*/ 1 h 11"/>
                      <a:gd name="T14" fmla="*/ 1 w 81"/>
                      <a:gd name="T15" fmla="*/ 1 h 11"/>
                      <a:gd name="T16" fmla="*/ 1 w 81"/>
                      <a:gd name="T17" fmla="*/ 1 h 11"/>
                      <a:gd name="T18" fmla="*/ 1 w 81"/>
                      <a:gd name="T19" fmla="*/ 1 h 11"/>
                      <a:gd name="T20" fmla="*/ 0 w 81"/>
                      <a:gd name="T21" fmla="*/ 1 h 11"/>
                      <a:gd name="T22" fmla="*/ 0 w 81"/>
                      <a:gd name="T23" fmla="*/ 0 h 11"/>
                      <a:gd name="T24" fmla="*/ 0 w 81"/>
                      <a:gd name="T25" fmla="*/ 0 h 11"/>
                      <a:gd name="T26" fmla="*/ 0 w 81"/>
                      <a:gd name="T27" fmla="*/ 1 h 11"/>
                      <a:gd name="T28" fmla="*/ 0 w 81"/>
                      <a:gd name="T29" fmla="*/ 1 h 11"/>
                      <a:gd name="T30" fmla="*/ 0 w 81"/>
                      <a:gd name="T31" fmla="*/ 1 h 11"/>
                      <a:gd name="T32" fmla="*/ 1 w 81"/>
                      <a:gd name="T33" fmla="*/ 1 h 11"/>
                      <a:gd name="T34" fmla="*/ 1 w 81"/>
                      <a:gd name="T35" fmla="*/ 1 h 11"/>
                      <a:gd name="T36" fmla="*/ 1 w 81"/>
                      <a:gd name="T37" fmla="*/ 1 h 11"/>
                      <a:gd name="T38" fmla="*/ 1 w 81"/>
                      <a:gd name="T39" fmla="*/ 1 h 11"/>
                      <a:gd name="T40" fmla="*/ 1 w 81"/>
                      <a:gd name="T41" fmla="*/ 1 h 11"/>
                      <a:gd name="T42" fmla="*/ 1 w 81"/>
                      <a:gd name="T43" fmla="*/ 1 h 11"/>
                      <a:gd name="T44" fmla="*/ 2 w 81"/>
                      <a:gd name="T45" fmla="*/ 1 h 11"/>
                      <a:gd name="T46" fmla="*/ 2 w 81"/>
                      <a:gd name="T47" fmla="*/ 1 h 11"/>
                      <a:gd name="T48" fmla="*/ 2 w 81"/>
                      <a:gd name="T49" fmla="*/ 1 h 11"/>
                      <a:gd name="T50" fmla="*/ 2 w 81"/>
                      <a:gd name="T51" fmla="*/ 1 h 11"/>
                      <a:gd name="T52" fmla="*/ 2 w 81"/>
                      <a:gd name="T53" fmla="*/ 1 h 1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1"/>
                      <a:gd name="T82" fmla="*/ 0 h 11"/>
                      <a:gd name="T83" fmla="*/ 81 w 81"/>
                      <a:gd name="T84" fmla="*/ 11 h 1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1" h="11">
                        <a:moveTo>
                          <a:pt x="81" y="9"/>
                        </a:moveTo>
                        <a:lnTo>
                          <a:pt x="76" y="9"/>
                        </a:lnTo>
                        <a:lnTo>
                          <a:pt x="71" y="7"/>
                        </a:lnTo>
                        <a:lnTo>
                          <a:pt x="66" y="6"/>
                        </a:lnTo>
                        <a:lnTo>
                          <a:pt x="62" y="5"/>
                        </a:lnTo>
                        <a:lnTo>
                          <a:pt x="56" y="4"/>
                        </a:lnTo>
                        <a:lnTo>
                          <a:pt x="51" y="4"/>
                        </a:lnTo>
                        <a:lnTo>
                          <a:pt x="46" y="2"/>
                        </a:lnTo>
                        <a:lnTo>
                          <a:pt x="41" y="2"/>
                        </a:lnTo>
                        <a:lnTo>
                          <a:pt x="36" y="1"/>
                        </a:lnTo>
                        <a:lnTo>
                          <a:pt x="31" y="1"/>
                        </a:lnTo>
                        <a:lnTo>
                          <a:pt x="26" y="0"/>
                        </a:lnTo>
                        <a:lnTo>
                          <a:pt x="5" y="0"/>
                        </a:lnTo>
                        <a:lnTo>
                          <a:pt x="0" y="1"/>
                        </a:lnTo>
                        <a:lnTo>
                          <a:pt x="0" y="2"/>
                        </a:lnTo>
                        <a:lnTo>
                          <a:pt x="31" y="2"/>
                        </a:lnTo>
                        <a:lnTo>
                          <a:pt x="36" y="4"/>
                        </a:lnTo>
                        <a:lnTo>
                          <a:pt x="41" y="4"/>
                        </a:lnTo>
                        <a:lnTo>
                          <a:pt x="46" y="5"/>
                        </a:lnTo>
                        <a:lnTo>
                          <a:pt x="51" y="6"/>
                        </a:lnTo>
                        <a:lnTo>
                          <a:pt x="56" y="6"/>
                        </a:lnTo>
                        <a:lnTo>
                          <a:pt x="61" y="7"/>
                        </a:lnTo>
                        <a:lnTo>
                          <a:pt x="66" y="9"/>
                        </a:lnTo>
                        <a:lnTo>
                          <a:pt x="71" y="9"/>
                        </a:lnTo>
                        <a:lnTo>
                          <a:pt x="76" y="10"/>
                        </a:lnTo>
                        <a:lnTo>
                          <a:pt x="81" y="11"/>
                        </a:lnTo>
                        <a:lnTo>
                          <a:pt x="8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2" name="Freeform 115"/>
                  <p:cNvSpPr>
                    <a:spLocks/>
                  </p:cNvSpPr>
                  <p:nvPr/>
                </p:nvSpPr>
                <p:spPr bwMode="auto">
                  <a:xfrm>
                    <a:off x="4329" y="3468"/>
                    <a:ext cx="26" cy="9"/>
                  </a:xfrm>
                  <a:custGeom>
                    <a:avLst/>
                    <a:gdLst>
                      <a:gd name="T0" fmla="*/ 2 w 51"/>
                      <a:gd name="T1" fmla="*/ 1 h 17"/>
                      <a:gd name="T2" fmla="*/ 2 w 51"/>
                      <a:gd name="T3" fmla="*/ 1 h 17"/>
                      <a:gd name="T4" fmla="*/ 2 w 51"/>
                      <a:gd name="T5" fmla="*/ 1 h 17"/>
                      <a:gd name="T6" fmla="*/ 2 w 51"/>
                      <a:gd name="T7" fmla="*/ 1 h 17"/>
                      <a:gd name="T8" fmla="*/ 2 w 51"/>
                      <a:gd name="T9" fmla="*/ 1 h 17"/>
                      <a:gd name="T10" fmla="*/ 2 w 51"/>
                      <a:gd name="T11" fmla="*/ 1 h 17"/>
                      <a:gd name="T12" fmla="*/ 2 w 51"/>
                      <a:gd name="T13" fmla="*/ 1 h 17"/>
                      <a:gd name="T14" fmla="*/ 1 w 51"/>
                      <a:gd name="T15" fmla="*/ 1 h 17"/>
                      <a:gd name="T16" fmla="*/ 1 w 51"/>
                      <a:gd name="T17" fmla="*/ 1 h 17"/>
                      <a:gd name="T18" fmla="*/ 1 w 51"/>
                      <a:gd name="T19" fmla="*/ 1 h 17"/>
                      <a:gd name="T20" fmla="*/ 1 w 51"/>
                      <a:gd name="T21" fmla="*/ 1 h 17"/>
                      <a:gd name="T22" fmla="*/ 1 w 51"/>
                      <a:gd name="T23" fmla="*/ 1 h 17"/>
                      <a:gd name="T24" fmla="*/ 1 w 51"/>
                      <a:gd name="T25" fmla="*/ 1 h 17"/>
                      <a:gd name="T26" fmla="*/ 1 w 51"/>
                      <a:gd name="T27" fmla="*/ 1 h 17"/>
                      <a:gd name="T28" fmla="*/ 1 w 51"/>
                      <a:gd name="T29" fmla="*/ 1 h 17"/>
                      <a:gd name="T30" fmla="*/ 1 w 51"/>
                      <a:gd name="T31" fmla="*/ 1 h 17"/>
                      <a:gd name="T32" fmla="*/ 0 w 51"/>
                      <a:gd name="T33" fmla="*/ 0 h 17"/>
                      <a:gd name="T34" fmla="*/ 0 w 51"/>
                      <a:gd name="T35" fmla="*/ 1 h 17"/>
                      <a:gd name="T36" fmla="*/ 1 w 51"/>
                      <a:gd name="T37" fmla="*/ 1 h 17"/>
                      <a:gd name="T38" fmla="*/ 1 w 51"/>
                      <a:gd name="T39" fmla="*/ 1 h 17"/>
                      <a:gd name="T40" fmla="*/ 1 w 51"/>
                      <a:gd name="T41" fmla="*/ 1 h 17"/>
                      <a:gd name="T42" fmla="*/ 1 w 51"/>
                      <a:gd name="T43" fmla="*/ 1 h 17"/>
                      <a:gd name="T44" fmla="*/ 1 w 51"/>
                      <a:gd name="T45" fmla="*/ 1 h 17"/>
                      <a:gd name="T46" fmla="*/ 1 w 51"/>
                      <a:gd name="T47" fmla="*/ 1 h 17"/>
                      <a:gd name="T48" fmla="*/ 1 w 51"/>
                      <a:gd name="T49" fmla="*/ 1 h 17"/>
                      <a:gd name="T50" fmla="*/ 1 w 51"/>
                      <a:gd name="T51" fmla="*/ 1 h 17"/>
                      <a:gd name="T52" fmla="*/ 1 w 51"/>
                      <a:gd name="T53" fmla="*/ 1 h 17"/>
                      <a:gd name="T54" fmla="*/ 1 w 51"/>
                      <a:gd name="T55" fmla="*/ 1 h 17"/>
                      <a:gd name="T56" fmla="*/ 2 w 51"/>
                      <a:gd name="T57" fmla="*/ 1 h 17"/>
                      <a:gd name="T58" fmla="*/ 2 w 51"/>
                      <a:gd name="T59" fmla="*/ 1 h 17"/>
                      <a:gd name="T60" fmla="*/ 2 w 51"/>
                      <a:gd name="T61" fmla="*/ 1 h 17"/>
                      <a:gd name="T62" fmla="*/ 2 w 51"/>
                      <a:gd name="T63" fmla="*/ 1 h 17"/>
                      <a:gd name="T64" fmla="*/ 2 w 51"/>
                      <a:gd name="T65" fmla="*/ 1 h 17"/>
                      <a:gd name="T66" fmla="*/ 2 w 51"/>
                      <a:gd name="T67" fmla="*/ 1 h 17"/>
                      <a:gd name="T68" fmla="*/ 2 w 51"/>
                      <a:gd name="T69" fmla="*/ 1 h 1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1"/>
                      <a:gd name="T106" fmla="*/ 0 h 17"/>
                      <a:gd name="T107" fmla="*/ 51 w 51"/>
                      <a:gd name="T108" fmla="*/ 17 h 1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1" h="17">
                        <a:moveTo>
                          <a:pt x="51" y="14"/>
                        </a:moveTo>
                        <a:lnTo>
                          <a:pt x="49" y="13"/>
                        </a:lnTo>
                        <a:lnTo>
                          <a:pt x="45" y="13"/>
                        </a:lnTo>
                        <a:lnTo>
                          <a:pt x="41" y="12"/>
                        </a:lnTo>
                        <a:lnTo>
                          <a:pt x="39" y="11"/>
                        </a:lnTo>
                        <a:lnTo>
                          <a:pt x="35" y="10"/>
                        </a:lnTo>
                        <a:lnTo>
                          <a:pt x="33" y="8"/>
                        </a:lnTo>
                        <a:lnTo>
                          <a:pt x="29" y="7"/>
                        </a:lnTo>
                        <a:lnTo>
                          <a:pt x="27" y="7"/>
                        </a:lnTo>
                        <a:lnTo>
                          <a:pt x="23" y="6"/>
                        </a:lnTo>
                        <a:lnTo>
                          <a:pt x="19" y="5"/>
                        </a:lnTo>
                        <a:lnTo>
                          <a:pt x="17" y="3"/>
                        </a:lnTo>
                        <a:lnTo>
                          <a:pt x="13" y="3"/>
                        </a:lnTo>
                        <a:lnTo>
                          <a:pt x="9" y="2"/>
                        </a:lnTo>
                        <a:lnTo>
                          <a:pt x="7" y="1"/>
                        </a:lnTo>
                        <a:lnTo>
                          <a:pt x="3" y="1"/>
                        </a:lnTo>
                        <a:lnTo>
                          <a:pt x="0" y="0"/>
                        </a:lnTo>
                        <a:lnTo>
                          <a:pt x="0" y="2"/>
                        </a:lnTo>
                        <a:lnTo>
                          <a:pt x="3" y="3"/>
                        </a:lnTo>
                        <a:lnTo>
                          <a:pt x="6" y="3"/>
                        </a:lnTo>
                        <a:lnTo>
                          <a:pt x="9" y="5"/>
                        </a:lnTo>
                        <a:lnTo>
                          <a:pt x="13" y="6"/>
                        </a:lnTo>
                        <a:lnTo>
                          <a:pt x="16" y="6"/>
                        </a:lnTo>
                        <a:lnTo>
                          <a:pt x="19" y="7"/>
                        </a:lnTo>
                        <a:lnTo>
                          <a:pt x="22" y="8"/>
                        </a:lnTo>
                        <a:lnTo>
                          <a:pt x="25" y="8"/>
                        </a:lnTo>
                        <a:lnTo>
                          <a:pt x="28" y="10"/>
                        </a:lnTo>
                        <a:lnTo>
                          <a:pt x="32" y="11"/>
                        </a:lnTo>
                        <a:lnTo>
                          <a:pt x="35" y="12"/>
                        </a:lnTo>
                        <a:lnTo>
                          <a:pt x="38" y="13"/>
                        </a:lnTo>
                        <a:lnTo>
                          <a:pt x="41" y="14"/>
                        </a:lnTo>
                        <a:lnTo>
                          <a:pt x="44" y="14"/>
                        </a:lnTo>
                        <a:lnTo>
                          <a:pt x="48" y="16"/>
                        </a:lnTo>
                        <a:lnTo>
                          <a:pt x="51" y="17"/>
                        </a:lnTo>
                        <a:lnTo>
                          <a:pt x="51"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3" name="Freeform 116"/>
                  <p:cNvSpPr>
                    <a:spLocks/>
                  </p:cNvSpPr>
                  <p:nvPr/>
                </p:nvSpPr>
                <p:spPr bwMode="auto">
                  <a:xfrm>
                    <a:off x="4280" y="3474"/>
                    <a:ext cx="33" cy="32"/>
                  </a:xfrm>
                  <a:custGeom>
                    <a:avLst/>
                    <a:gdLst>
                      <a:gd name="T0" fmla="*/ 2 w 66"/>
                      <a:gd name="T1" fmla="*/ 1 h 63"/>
                      <a:gd name="T2" fmla="*/ 2 w 66"/>
                      <a:gd name="T3" fmla="*/ 1 h 63"/>
                      <a:gd name="T4" fmla="*/ 2 w 66"/>
                      <a:gd name="T5" fmla="*/ 1 h 63"/>
                      <a:gd name="T6" fmla="*/ 2 w 66"/>
                      <a:gd name="T7" fmla="*/ 1 h 63"/>
                      <a:gd name="T8" fmla="*/ 2 w 66"/>
                      <a:gd name="T9" fmla="*/ 1 h 63"/>
                      <a:gd name="T10" fmla="*/ 2 w 66"/>
                      <a:gd name="T11" fmla="*/ 1 h 63"/>
                      <a:gd name="T12" fmla="*/ 2 w 66"/>
                      <a:gd name="T13" fmla="*/ 1 h 63"/>
                      <a:gd name="T14" fmla="*/ 1 w 66"/>
                      <a:gd name="T15" fmla="*/ 1 h 63"/>
                      <a:gd name="T16" fmla="*/ 1 w 66"/>
                      <a:gd name="T17" fmla="*/ 1 h 63"/>
                      <a:gd name="T18" fmla="*/ 1 w 66"/>
                      <a:gd name="T19" fmla="*/ 2 h 63"/>
                      <a:gd name="T20" fmla="*/ 1 w 66"/>
                      <a:gd name="T21" fmla="*/ 2 h 63"/>
                      <a:gd name="T22" fmla="*/ 1 w 66"/>
                      <a:gd name="T23" fmla="*/ 2 h 63"/>
                      <a:gd name="T24" fmla="*/ 1 w 66"/>
                      <a:gd name="T25" fmla="*/ 2 h 63"/>
                      <a:gd name="T26" fmla="*/ 1 w 66"/>
                      <a:gd name="T27" fmla="*/ 2 h 63"/>
                      <a:gd name="T28" fmla="*/ 1 w 66"/>
                      <a:gd name="T29" fmla="*/ 2 h 63"/>
                      <a:gd name="T30" fmla="*/ 1 w 66"/>
                      <a:gd name="T31" fmla="*/ 2 h 63"/>
                      <a:gd name="T32" fmla="*/ 0 w 66"/>
                      <a:gd name="T33" fmla="*/ 2 h 63"/>
                      <a:gd name="T34" fmla="*/ 1 w 66"/>
                      <a:gd name="T35" fmla="*/ 2 h 63"/>
                      <a:gd name="T36" fmla="*/ 1 w 66"/>
                      <a:gd name="T37" fmla="*/ 2 h 63"/>
                      <a:gd name="T38" fmla="*/ 1 w 66"/>
                      <a:gd name="T39" fmla="*/ 2 h 63"/>
                      <a:gd name="T40" fmla="*/ 1 w 66"/>
                      <a:gd name="T41" fmla="*/ 2 h 63"/>
                      <a:gd name="T42" fmla="*/ 1 w 66"/>
                      <a:gd name="T43" fmla="*/ 1 h 63"/>
                      <a:gd name="T44" fmla="*/ 1 w 66"/>
                      <a:gd name="T45" fmla="*/ 1 h 63"/>
                      <a:gd name="T46" fmla="*/ 1 w 66"/>
                      <a:gd name="T47" fmla="*/ 1 h 63"/>
                      <a:gd name="T48" fmla="*/ 1 w 66"/>
                      <a:gd name="T49" fmla="*/ 1 h 63"/>
                      <a:gd name="T50" fmla="*/ 2 w 66"/>
                      <a:gd name="T51" fmla="*/ 1 h 63"/>
                      <a:gd name="T52" fmla="*/ 2 w 66"/>
                      <a:gd name="T53" fmla="*/ 1 h 63"/>
                      <a:gd name="T54" fmla="*/ 2 w 66"/>
                      <a:gd name="T55" fmla="*/ 1 h 63"/>
                      <a:gd name="T56" fmla="*/ 2 w 66"/>
                      <a:gd name="T57" fmla="*/ 1 h 63"/>
                      <a:gd name="T58" fmla="*/ 2 w 66"/>
                      <a:gd name="T59" fmla="*/ 1 h 63"/>
                      <a:gd name="T60" fmla="*/ 2 w 66"/>
                      <a:gd name="T61" fmla="*/ 0 h 63"/>
                      <a:gd name="T62" fmla="*/ 2 w 66"/>
                      <a:gd name="T63" fmla="*/ 1 h 63"/>
                      <a:gd name="T64" fmla="*/ 2 w 66"/>
                      <a:gd name="T65" fmla="*/ 0 h 63"/>
                      <a:gd name="T66" fmla="*/ 2 w 66"/>
                      <a:gd name="T67" fmla="*/ 0 h 63"/>
                      <a:gd name="T68" fmla="*/ 2 w 66"/>
                      <a:gd name="T69" fmla="*/ 1 h 6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6"/>
                      <a:gd name="T106" fmla="*/ 0 h 63"/>
                      <a:gd name="T107" fmla="*/ 66 w 66"/>
                      <a:gd name="T108" fmla="*/ 63 h 6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6" h="63">
                        <a:moveTo>
                          <a:pt x="66" y="1"/>
                        </a:moveTo>
                        <a:lnTo>
                          <a:pt x="62" y="4"/>
                        </a:lnTo>
                        <a:lnTo>
                          <a:pt x="58" y="7"/>
                        </a:lnTo>
                        <a:lnTo>
                          <a:pt x="54" y="10"/>
                        </a:lnTo>
                        <a:lnTo>
                          <a:pt x="52" y="14"/>
                        </a:lnTo>
                        <a:lnTo>
                          <a:pt x="47" y="16"/>
                        </a:lnTo>
                        <a:lnTo>
                          <a:pt x="40" y="23"/>
                        </a:lnTo>
                        <a:lnTo>
                          <a:pt x="37" y="27"/>
                        </a:lnTo>
                        <a:lnTo>
                          <a:pt x="35" y="28"/>
                        </a:lnTo>
                        <a:lnTo>
                          <a:pt x="29" y="35"/>
                        </a:lnTo>
                        <a:lnTo>
                          <a:pt x="27" y="37"/>
                        </a:lnTo>
                        <a:lnTo>
                          <a:pt x="22" y="42"/>
                        </a:lnTo>
                        <a:lnTo>
                          <a:pt x="21" y="44"/>
                        </a:lnTo>
                        <a:lnTo>
                          <a:pt x="19" y="47"/>
                        </a:lnTo>
                        <a:lnTo>
                          <a:pt x="17" y="49"/>
                        </a:lnTo>
                        <a:lnTo>
                          <a:pt x="4" y="63"/>
                        </a:lnTo>
                        <a:lnTo>
                          <a:pt x="0" y="60"/>
                        </a:lnTo>
                        <a:lnTo>
                          <a:pt x="5" y="55"/>
                        </a:lnTo>
                        <a:lnTo>
                          <a:pt x="8" y="52"/>
                        </a:lnTo>
                        <a:lnTo>
                          <a:pt x="10" y="49"/>
                        </a:lnTo>
                        <a:lnTo>
                          <a:pt x="13" y="46"/>
                        </a:lnTo>
                        <a:lnTo>
                          <a:pt x="31" y="27"/>
                        </a:lnTo>
                        <a:lnTo>
                          <a:pt x="33" y="23"/>
                        </a:lnTo>
                        <a:lnTo>
                          <a:pt x="36" y="22"/>
                        </a:lnTo>
                        <a:lnTo>
                          <a:pt x="38" y="18"/>
                        </a:lnTo>
                        <a:lnTo>
                          <a:pt x="41" y="16"/>
                        </a:lnTo>
                        <a:lnTo>
                          <a:pt x="43" y="15"/>
                        </a:lnTo>
                        <a:lnTo>
                          <a:pt x="46" y="12"/>
                        </a:lnTo>
                        <a:lnTo>
                          <a:pt x="48" y="11"/>
                        </a:lnTo>
                        <a:lnTo>
                          <a:pt x="52" y="9"/>
                        </a:lnTo>
                        <a:lnTo>
                          <a:pt x="61" y="0"/>
                        </a:lnTo>
                        <a:lnTo>
                          <a:pt x="62" y="1"/>
                        </a:lnTo>
                        <a:lnTo>
                          <a:pt x="63" y="0"/>
                        </a:lnTo>
                        <a:lnTo>
                          <a:pt x="64" y="0"/>
                        </a:lnTo>
                        <a:lnTo>
                          <a:pt x="66" y="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4" name="Freeform 117"/>
                  <p:cNvSpPr>
                    <a:spLocks/>
                  </p:cNvSpPr>
                  <p:nvPr/>
                </p:nvSpPr>
                <p:spPr bwMode="auto">
                  <a:xfrm>
                    <a:off x="4298" y="3474"/>
                    <a:ext cx="15" cy="15"/>
                  </a:xfrm>
                  <a:custGeom>
                    <a:avLst/>
                    <a:gdLst>
                      <a:gd name="T0" fmla="*/ 0 w 31"/>
                      <a:gd name="T1" fmla="*/ 1 h 28"/>
                      <a:gd name="T2" fmla="*/ 0 w 31"/>
                      <a:gd name="T3" fmla="*/ 1 h 28"/>
                      <a:gd name="T4" fmla="*/ 0 w 31"/>
                      <a:gd name="T5" fmla="*/ 1 h 28"/>
                      <a:gd name="T6" fmla="*/ 0 w 31"/>
                      <a:gd name="T7" fmla="*/ 1 h 28"/>
                      <a:gd name="T8" fmla="*/ 0 w 31"/>
                      <a:gd name="T9" fmla="*/ 1 h 28"/>
                      <a:gd name="T10" fmla="*/ 0 w 31"/>
                      <a:gd name="T11" fmla="*/ 1 h 28"/>
                      <a:gd name="T12" fmla="*/ 0 w 31"/>
                      <a:gd name="T13" fmla="*/ 1 h 28"/>
                      <a:gd name="T14" fmla="*/ 0 w 31"/>
                      <a:gd name="T15" fmla="*/ 1 h 28"/>
                      <a:gd name="T16" fmla="*/ 0 w 31"/>
                      <a:gd name="T17" fmla="*/ 1 h 28"/>
                      <a:gd name="T18" fmla="*/ 0 w 31"/>
                      <a:gd name="T19" fmla="*/ 0 h 28"/>
                      <a:gd name="T20" fmla="*/ 0 w 31"/>
                      <a:gd name="T21" fmla="*/ 1 h 28"/>
                      <a:gd name="T22" fmla="*/ 0 w 31"/>
                      <a:gd name="T23" fmla="*/ 1 h 28"/>
                      <a:gd name="T24" fmla="*/ 0 w 31"/>
                      <a:gd name="T25" fmla="*/ 1 h 28"/>
                      <a:gd name="T26" fmla="*/ 0 w 31"/>
                      <a:gd name="T27" fmla="*/ 1 h 28"/>
                      <a:gd name="T28" fmla="*/ 0 w 31"/>
                      <a:gd name="T29" fmla="*/ 1 h 28"/>
                      <a:gd name="T30" fmla="*/ 0 w 31"/>
                      <a:gd name="T31" fmla="*/ 1 h 28"/>
                      <a:gd name="T32" fmla="*/ 0 w 31"/>
                      <a:gd name="T33" fmla="*/ 1 h 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28"/>
                      <a:gd name="T53" fmla="*/ 31 w 31"/>
                      <a:gd name="T54" fmla="*/ 28 h 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28">
                        <a:moveTo>
                          <a:pt x="1" y="28"/>
                        </a:moveTo>
                        <a:lnTo>
                          <a:pt x="1" y="27"/>
                        </a:lnTo>
                        <a:lnTo>
                          <a:pt x="5" y="23"/>
                        </a:lnTo>
                        <a:lnTo>
                          <a:pt x="9" y="21"/>
                        </a:lnTo>
                        <a:lnTo>
                          <a:pt x="12" y="17"/>
                        </a:lnTo>
                        <a:lnTo>
                          <a:pt x="16" y="15"/>
                        </a:lnTo>
                        <a:lnTo>
                          <a:pt x="20" y="11"/>
                        </a:lnTo>
                        <a:lnTo>
                          <a:pt x="23" y="9"/>
                        </a:lnTo>
                        <a:lnTo>
                          <a:pt x="31" y="1"/>
                        </a:lnTo>
                        <a:lnTo>
                          <a:pt x="28" y="0"/>
                        </a:lnTo>
                        <a:lnTo>
                          <a:pt x="26" y="4"/>
                        </a:lnTo>
                        <a:lnTo>
                          <a:pt x="22" y="6"/>
                        </a:lnTo>
                        <a:lnTo>
                          <a:pt x="18" y="10"/>
                        </a:lnTo>
                        <a:lnTo>
                          <a:pt x="15" y="12"/>
                        </a:lnTo>
                        <a:lnTo>
                          <a:pt x="10" y="16"/>
                        </a:lnTo>
                        <a:lnTo>
                          <a:pt x="0" y="26"/>
                        </a:lnTo>
                        <a:lnTo>
                          <a:pt x="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5" name="Freeform 118"/>
                  <p:cNvSpPr>
                    <a:spLocks/>
                  </p:cNvSpPr>
                  <p:nvPr/>
                </p:nvSpPr>
                <p:spPr bwMode="auto">
                  <a:xfrm>
                    <a:off x="4282" y="3487"/>
                    <a:ext cx="17" cy="20"/>
                  </a:xfrm>
                  <a:custGeom>
                    <a:avLst/>
                    <a:gdLst>
                      <a:gd name="T0" fmla="*/ 0 w 33"/>
                      <a:gd name="T1" fmla="*/ 2 h 38"/>
                      <a:gd name="T2" fmla="*/ 1 w 33"/>
                      <a:gd name="T3" fmla="*/ 2 h 38"/>
                      <a:gd name="T4" fmla="*/ 1 w 33"/>
                      <a:gd name="T5" fmla="*/ 2 h 38"/>
                      <a:gd name="T6" fmla="*/ 1 w 33"/>
                      <a:gd name="T7" fmla="*/ 2 h 38"/>
                      <a:gd name="T8" fmla="*/ 1 w 33"/>
                      <a:gd name="T9" fmla="*/ 1 h 38"/>
                      <a:gd name="T10" fmla="*/ 1 w 33"/>
                      <a:gd name="T11" fmla="*/ 1 h 38"/>
                      <a:gd name="T12" fmla="*/ 1 w 33"/>
                      <a:gd name="T13" fmla="*/ 1 h 38"/>
                      <a:gd name="T14" fmla="*/ 1 w 33"/>
                      <a:gd name="T15" fmla="*/ 1 h 38"/>
                      <a:gd name="T16" fmla="*/ 1 w 33"/>
                      <a:gd name="T17" fmla="*/ 1 h 38"/>
                      <a:gd name="T18" fmla="*/ 1 w 33"/>
                      <a:gd name="T19" fmla="*/ 1 h 38"/>
                      <a:gd name="T20" fmla="*/ 1 w 33"/>
                      <a:gd name="T21" fmla="*/ 1 h 38"/>
                      <a:gd name="T22" fmla="*/ 1 w 33"/>
                      <a:gd name="T23" fmla="*/ 1 h 38"/>
                      <a:gd name="T24" fmla="*/ 1 w 33"/>
                      <a:gd name="T25" fmla="*/ 1 h 38"/>
                      <a:gd name="T26" fmla="*/ 1 w 33"/>
                      <a:gd name="T27" fmla="*/ 1 h 38"/>
                      <a:gd name="T28" fmla="*/ 1 w 33"/>
                      <a:gd name="T29" fmla="*/ 1 h 38"/>
                      <a:gd name="T30" fmla="*/ 1 w 33"/>
                      <a:gd name="T31" fmla="*/ 1 h 38"/>
                      <a:gd name="T32" fmla="*/ 1 w 33"/>
                      <a:gd name="T33" fmla="*/ 1 h 38"/>
                      <a:gd name="T34" fmla="*/ 2 w 33"/>
                      <a:gd name="T35" fmla="*/ 1 h 38"/>
                      <a:gd name="T36" fmla="*/ 1 w 33"/>
                      <a:gd name="T37" fmla="*/ 0 h 38"/>
                      <a:gd name="T38" fmla="*/ 1 w 33"/>
                      <a:gd name="T39" fmla="*/ 1 h 38"/>
                      <a:gd name="T40" fmla="*/ 1 w 33"/>
                      <a:gd name="T41" fmla="*/ 1 h 38"/>
                      <a:gd name="T42" fmla="*/ 1 w 33"/>
                      <a:gd name="T43" fmla="*/ 1 h 38"/>
                      <a:gd name="T44" fmla="*/ 1 w 33"/>
                      <a:gd name="T45" fmla="*/ 1 h 38"/>
                      <a:gd name="T46" fmla="*/ 1 w 33"/>
                      <a:gd name="T47" fmla="*/ 1 h 38"/>
                      <a:gd name="T48" fmla="*/ 1 w 33"/>
                      <a:gd name="T49" fmla="*/ 1 h 38"/>
                      <a:gd name="T50" fmla="*/ 1 w 33"/>
                      <a:gd name="T51" fmla="*/ 2 h 38"/>
                      <a:gd name="T52" fmla="*/ 1 w 33"/>
                      <a:gd name="T53" fmla="*/ 2 h 38"/>
                      <a:gd name="T54" fmla="*/ 0 w 33"/>
                      <a:gd name="T55" fmla="*/ 2 h 38"/>
                      <a:gd name="T56" fmla="*/ 1 w 33"/>
                      <a:gd name="T57" fmla="*/ 2 h 38"/>
                      <a:gd name="T58" fmla="*/ 0 w 33"/>
                      <a:gd name="T59" fmla="*/ 2 h 38"/>
                      <a:gd name="T60" fmla="*/ 1 w 33"/>
                      <a:gd name="T61" fmla="*/ 2 h 38"/>
                      <a:gd name="T62" fmla="*/ 0 w 33"/>
                      <a:gd name="T63" fmla="*/ 2 h 3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3"/>
                      <a:gd name="T97" fmla="*/ 0 h 38"/>
                      <a:gd name="T98" fmla="*/ 33 w 33"/>
                      <a:gd name="T99" fmla="*/ 38 h 3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3" h="38">
                        <a:moveTo>
                          <a:pt x="0" y="38"/>
                        </a:moveTo>
                        <a:lnTo>
                          <a:pt x="1" y="37"/>
                        </a:lnTo>
                        <a:lnTo>
                          <a:pt x="4" y="36"/>
                        </a:lnTo>
                        <a:lnTo>
                          <a:pt x="6" y="33"/>
                        </a:lnTo>
                        <a:lnTo>
                          <a:pt x="7" y="31"/>
                        </a:lnTo>
                        <a:lnTo>
                          <a:pt x="10" y="29"/>
                        </a:lnTo>
                        <a:lnTo>
                          <a:pt x="12" y="26"/>
                        </a:lnTo>
                        <a:lnTo>
                          <a:pt x="13" y="23"/>
                        </a:lnTo>
                        <a:lnTo>
                          <a:pt x="16" y="22"/>
                        </a:lnTo>
                        <a:lnTo>
                          <a:pt x="18" y="20"/>
                        </a:lnTo>
                        <a:lnTo>
                          <a:pt x="20" y="16"/>
                        </a:lnTo>
                        <a:lnTo>
                          <a:pt x="22" y="15"/>
                        </a:lnTo>
                        <a:lnTo>
                          <a:pt x="23" y="12"/>
                        </a:lnTo>
                        <a:lnTo>
                          <a:pt x="26" y="10"/>
                        </a:lnTo>
                        <a:lnTo>
                          <a:pt x="27" y="7"/>
                        </a:lnTo>
                        <a:lnTo>
                          <a:pt x="29" y="5"/>
                        </a:lnTo>
                        <a:lnTo>
                          <a:pt x="32" y="4"/>
                        </a:lnTo>
                        <a:lnTo>
                          <a:pt x="33" y="2"/>
                        </a:lnTo>
                        <a:lnTo>
                          <a:pt x="32" y="0"/>
                        </a:lnTo>
                        <a:lnTo>
                          <a:pt x="20" y="12"/>
                        </a:lnTo>
                        <a:lnTo>
                          <a:pt x="18" y="15"/>
                        </a:lnTo>
                        <a:lnTo>
                          <a:pt x="13" y="20"/>
                        </a:lnTo>
                        <a:lnTo>
                          <a:pt x="12" y="22"/>
                        </a:lnTo>
                        <a:lnTo>
                          <a:pt x="7" y="27"/>
                        </a:lnTo>
                        <a:lnTo>
                          <a:pt x="6" y="29"/>
                        </a:lnTo>
                        <a:lnTo>
                          <a:pt x="4" y="32"/>
                        </a:lnTo>
                        <a:lnTo>
                          <a:pt x="1" y="33"/>
                        </a:lnTo>
                        <a:lnTo>
                          <a:pt x="0" y="36"/>
                        </a:lnTo>
                        <a:lnTo>
                          <a:pt x="1" y="36"/>
                        </a:lnTo>
                        <a:lnTo>
                          <a:pt x="0" y="38"/>
                        </a:lnTo>
                        <a:lnTo>
                          <a:pt x="1" y="37"/>
                        </a:lnTo>
                        <a:lnTo>
                          <a:pt x="0"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6" name="Freeform 119"/>
                  <p:cNvSpPr>
                    <a:spLocks/>
                  </p:cNvSpPr>
                  <p:nvPr/>
                </p:nvSpPr>
                <p:spPr bwMode="auto">
                  <a:xfrm>
                    <a:off x="4280" y="3504"/>
                    <a:ext cx="3" cy="3"/>
                  </a:xfrm>
                  <a:custGeom>
                    <a:avLst/>
                    <a:gdLst>
                      <a:gd name="T0" fmla="*/ 0 w 6"/>
                      <a:gd name="T1" fmla="*/ 1 h 5"/>
                      <a:gd name="T2" fmla="*/ 1 w 6"/>
                      <a:gd name="T3" fmla="*/ 1 h 5"/>
                      <a:gd name="T4" fmla="*/ 1 w 6"/>
                      <a:gd name="T5" fmla="*/ 1 h 5"/>
                      <a:gd name="T6" fmla="*/ 1 w 6"/>
                      <a:gd name="T7" fmla="*/ 1 h 5"/>
                      <a:gd name="T8" fmla="*/ 1 w 6"/>
                      <a:gd name="T9" fmla="*/ 0 h 5"/>
                      <a:gd name="T10" fmla="*/ 1 w 6"/>
                      <a:gd name="T11" fmla="*/ 1 h 5"/>
                      <a:gd name="T12" fmla="*/ 0 w 6"/>
                      <a:gd name="T13" fmla="*/ 1 h 5"/>
                      <a:gd name="T14" fmla="*/ 0 w 6"/>
                      <a:gd name="T15" fmla="*/ 1 h 5"/>
                      <a:gd name="T16" fmla="*/ 1 w 6"/>
                      <a:gd name="T17" fmla="*/ 1 h 5"/>
                      <a:gd name="T18" fmla="*/ 0 w 6"/>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5"/>
                      <a:gd name="T32" fmla="*/ 6 w 6"/>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5">
                        <a:moveTo>
                          <a:pt x="0" y="1"/>
                        </a:moveTo>
                        <a:lnTo>
                          <a:pt x="1" y="3"/>
                        </a:lnTo>
                        <a:lnTo>
                          <a:pt x="5" y="5"/>
                        </a:lnTo>
                        <a:lnTo>
                          <a:pt x="6" y="3"/>
                        </a:lnTo>
                        <a:lnTo>
                          <a:pt x="2" y="0"/>
                        </a:lnTo>
                        <a:lnTo>
                          <a:pt x="2" y="3"/>
                        </a:lnTo>
                        <a:lnTo>
                          <a:pt x="0" y="1"/>
                        </a:lnTo>
                        <a:lnTo>
                          <a:pt x="0" y="3"/>
                        </a:lnTo>
                        <a:lnTo>
                          <a:pt x="1" y="3"/>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7" name="Freeform 120"/>
                  <p:cNvSpPr>
                    <a:spLocks/>
                  </p:cNvSpPr>
                  <p:nvPr/>
                </p:nvSpPr>
                <p:spPr bwMode="auto">
                  <a:xfrm>
                    <a:off x="4280" y="3482"/>
                    <a:ext cx="21" cy="23"/>
                  </a:xfrm>
                  <a:custGeom>
                    <a:avLst/>
                    <a:gdLst>
                      <a:gd name="T0" fmla="*/ 1 w 43"/>
                      <a:gd name="T1" fmla="*/ 0 h 47"/>
                      <a:gd name="T2" fmla="*/ 1 w 43"/>
                      <a:gd name="T3" fmla="*/ 0 h 47"/>
                      <a:gd name="T4" fmla="*/ 1 w 43"/>
                      <a:gd name="T5" fmla="*/ 0 h 47"/>
                      <a:gd name="T6" fmla="*/ 0 w 43"/>
                      <a:gd name="T7" fmla="*/ 0 h 47"/>
                      <a:gd name="T8" fmla="*/ 0 w 43"/>
                      <a:gd name="T9" fmla="*/ 0 h 47"/>
                      <a:gd name="T10" fmla="*/ 0 w 43"/>
                      <a:gd name="T11" fmla="*/ 1 h 47"/>
                      <a:gd name="T12" fmla="*/ 0 w 43"/>
                      <a:gd name="T13" fmla="*/ 1 h 47"/>
                      <a:gd name="T14" fmla="*/ 0 w 43"/>
                      <a:gd name="T15" fmla="*/ 1 h 47"/>
                      <a:gd name="T16" fmla="*/ 0 w 43"/>
                      <a:gd name="T17" fmla="*/ 1 h 47"/>
                      <a:gd name="T18" fmla="*/ 0 w 43"/>
                      <a:gd name="T19" fmla="*/ 1 h 47"/>
                      <a:gd name="T20" fmla="*/ 0 w 43"/>
                      <a:gd name="T21" fmla="*/ 1 h 47"/>
                      <a:gd name="T22" fmla="*/ 0 w 43"/>
                      <a:gd name="T23" fmla="*/ 1 h 47"/>
                      <a:gd name="T24" fmla="*/ 0 w 43"/>
                      <a:gd name="T25" fmla="*/ 1 h 47"/>
                      <a:gd name="T26" fmla="*/ 0 w 43"/>
                      <a:gd name="T27" fmla="*/ 0 h 47"/>
                      <a:gd name="T28" fmla="*/ 0 w 43"/>
                      <a:gd name="T29" fmla="*/ 0 h 47"/>
                      <a:gd name="T30" fmla="*/ 0 w 43"/>
                      <a:gd name="T31" fmla="*/ 0 h 47"/>
                      <a:gd name="T32" fmla="*/ 1 w 43"/>
                      <a:gd name="T33" fmla="*/ 0 h 47"/>
                      <a:gd name="T34" fmla="*/ 1 w 43"/>
                      <a:gd name="T35" fmla="*/ 0 h 47"/>
                      <a:gd name="T36" fmla="*/ 1 w 43"/>
                      <a:gd name="T37" fmla="*/ 0 h 47"/>
                      <a:gd name="T38" fmla="*/ 1 w 43"/>
                      <a:gd name="T39" fmla="*/ 0 h 47"/>
                      <a:gd name="T40" fmla="*/ 1 w 43"/>
                      <a:gd name="T41" fmla="*/ 0 h 47"/>
                      <a:gd name="T42" fmla="*/ 1 w 43"/>
                      <a:gd name="T43" fmla="*/ 0 h 4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47"/>
                      <a:gd name="T68" fmla="*/ 43 w 43"/>
                      <a:gd name="T69" fmla="*/ 47 h 4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47">
                        <a:moveTo>
                          <a:pt x="42" y="0"/>
                        </a:moveTo>
                        <a:lnTo>
                          <a:pt x="41" y="0"/>
                        </a:lnTo>
                        <a:lnTo>
                          <a:pt x="38" y="3"/>
                        </a:lnTo>
                        <a:lnTo>
                          <a:pt x="26" y="16"/>
                        </a:lnTo>
                        <a:lnTo>
                          <a:pt x="23" y="20"/>
                        </a:lnTo>
                        <a:lnTo>
                          <a:pt x="7" y="36"/>
                        </a:lnTo>
                        <a:lnTo>
                          <a:pt x="5" y="39"/>
                        </a:lnTo>
                        <a:lnTo>
                          <a:pt x="4" y="42"/>
                        </a:lnTo>
                        <a:lnTo>
                          <a:pt x="0" y="45"/>
                        </a:lnTo>
                        <a:lnTo>
                          <a:pt x="2" y="47"/>
                        </a:lnTo>
                        <a:lnTo>
                          <a:pt x="5" y="43"/>
                        </a:lnTo>
                        <a:lnTo>
                          <a:pt x="10" y="38"/>
                        </a:lnTo>
                        <a:lnTo>
                          <a:pt x="12" y="34"/>
                        </a:lnTo>
                        <a:lnTo>
                          <a:pt x="20" y="27"/>
                        </a:lnTo>
                        <a:lnTo>
                          <a:pt x="22" y="23"/>
                        </a:lnTo>
                        <a:lnTo>
                          <a:pt x="26" y="21"/>
                        </a:lnTo>
                        <a:lnTo>
                          <a:pt x="33" y="13"/>
                        </a:lnTo>
                        <a:lnTo>
                          <a:pt x="36" y="10"/>
                        </a:lnTo>
                        <a:lnTo>
                          <a:pt x="43" y="2"/>
                        </a:lnTo>
                        <a:lnTo>
                          <a:pt x="42" y="0"/>
                        </a:lnTo>
                        <a:lnTo>
                          <a:pt x="41" y="0"/>
                        </a:lnTo>
                        <a:lnTo>
                          <a:pt x="4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8" name="Freeform 121"/>
                  <p:cNvSpPr>
                    <a:spLocks/>
                  </p:cNvSpPr>
                  <p:nvPr/>
                </p:nvSpPr>
                <p:spPr bwMode="auto">
                  <a:xfrm>
                    <a:off x="4300" y="3474"/>
                    <a:ext cx="10" cy="9"/>
                  </a:xfrm>
                  <a:custGeom>
                    <a:avLst/>
                    <a:gdLst>
                      <a:gd name="T0" fmla="*/ 1 w 20"/>
                      <a:gd name="T1" fmla="*/ 1 h 18"/>
                      <a:gd name="T2" fmla="*/ 1 w 20"/>
                      <a:gd name="T3" fmla="*/ 1 h 18"/>
                      <a:gd name="T4" fmla="*/ 1 w 20"/>
                      <a:gd name="T5" fmla="*/ 1 h 18"/>
                      <a:gd name="T6" fmla="*/ 1 w 20"/>
                      <a:gd name="T7" fmla="*/ 1 h 18"/>
                      <a:gd name="T8" fmla="*/ 1 w 20"/>
                      <a:gd name="T9" fmla="*/ 1 h 18"/>
                      <a:gd name="T10" fmla="*/ 1 w 20"/>
                      <a:gd name="T11" fmla="*/ 1 h 18"/>
                      <a:gd name="T12" fmla="*/ 1 w 20"/>
                      <a:gd name="T13" fmla="*/ 1 h 18"/>
                      <a:gd name="T14" fmla="*/ 1 w 20"/>
                      <a:gd name="T15" fmla="*/ 1 h 18"/>
                      <a:gd name="T16" fmla="*/ 1 w 20"/>
                      <a:gd name="T17" fmla="*/ 1 h 18"/>
                      <a:gd name="T18" fmla="*/ 0 w 20"/>
                      <a:gd name="T19" fmla="*/ 1 h 18"/>
                      <a:gd name="T20" fmla="*/ 1 w 20"/>
                      <a:gd name="T21" fmla="*/ 1 h 18"/>
                      <a:gd name="T22" fmla="*/ 1 w 20"/>
                      <a:gd name="T23" fmla="*/ 1 h 18"/>
                      <a:gd name="T24" fmla="*/ 1 w 20"/>
                      <a:gd name="T25" fmla="*/ 1 h 18"/>
                      <a:gd name="T26" fmla="*/ 1 w 20"/>
                      <a:gd name="T27" fmla="*/ 1 h 18"/>
                      <a:gd name="T28" fmla="*/ 1 w 20"/>
                      <a:gd name="T29" fmla="*/ 1 h 18"/>
                      <a:gd name="T30" fmla="*/ 1 w 20"/>
                      <a:gd name="T31" fmla="*/ 1 h 18"/>
                      <a:gd name="T32" fmla="*/ 1 w 20"/>
                      <a:gd name="T33" fmla="*/ 1 h 18"/>
                      <a:gd name="T34" fmla="*/ 1 w 20"/>
                      <a:gd name="T35" fmla="*/ 1 h 18"/>
                      <a:gd name="T36" fmla="*/ 1 w 20"/>
                      <a:gd name="T37" fmla="*/ 1 h 18"/>
                      <a:gd name="T38" fmla="*/ 1 w 20"/>
                      <a:gd name="T39" fmla="*/ 1 h 18"/>
                      <a:gd name="T40" fmla="*/ 1 w 20"/>
                      <a:gd name="T41" fmla="*/ 1 h 18"/>
                      <a:gd name="T42" fmla="*/ 1 w 20"/>
                      <a:gd name="T43" fmla="*/ 0 h 18"/>
                      <a:gd name="T44" fmla="*/ 1 w 20"/>
                      <a:gd name="T45" fmla="*/ 1 h 18"/>
                      <a:gd name="T46" fmla="*/ 1 w 20"/>
                      <a:gd name="T47" fmla="*/ 1 h 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18"/>
                      <a:gd name="T74" fmla="*/ 20 w 20"/>
                      <a:gd name="T75" fmla="*/ 18 h 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18">
                        <a:moveTo>
                          <a:pt x="20" y="1"/>
                        </a:moveTo>
                        <a:lnTo>
                          <a:pt x="18" y="1"/>
                        </a:lnTo>
                        <a:lnTo>
                          <a:pt x="16" y="2"/>
                        </a:lnTo>
                        <a:lnTo>
                          <a:pt x="15" y="5"/>
                        </a:lnTo>
                        <a:lnTo>
                          <a:pt x="12" y="7"/>
                        </a:lnTo>
                        <a:lnTo>
                          <a:pt x="10" y="8"/>
                        </a:lnTo>
                        <a:lnTo>
                          <a:pt x="7" y="11"/>
                        </a:lnTo>
                        <a:lnTo>
                          <a:pt x="5" y="12"/>
                        </a:lnTo>
                        <a:lnTo>
                          <a:pt x="2" y="15"/>
                        </a:lnTo>
                        <a:lnTo>
                          <a:pt x="0" y="16"/>
                        </a:lnTo>
                        <a:lnTo>
                          <a:pt x="1" y="18"/>
                        </a:lnTo>
                        <a:lnTo>
                          <a:pt x="4" y="16"/>
                        </a:lnTo>
                        <a:lnTo>
                          <a:pt x="6" y="15"/>
                        </a:lnTo>
                        <a:lnTo>
                          <a:pt x="9" y="12"/>
                        </a:lnTo>
                        <a:lnTo>
                          <a:pt x="11" y="11"/>
                        </a:lnTo>
                        <a:lnTo>
                          <a:pt x="13" y="8"/>
                        </a:lnTo>
                        <a:lnTo>
                          <a:pt x="16" y="7"/>
                        </a:lnTo>
                        <a:lnTo>
                          <a:pt x="18" y="5"/>
                        </a:lnTo>
                        <a:lnTo>
                          <a:pt x="20" y="2"/>
                        </a:lnTo>
                        <a:lnTo>
                          <a:pt x="18" y="2"/>
                        </a:lnTo>
                        <a:lnTo>
                          <a:pt x="20" y="1"/>
                        </a:lnTo>
                        <a:lnTo>
                          <a:pt x="20" y="0"/>
                        </a:lnTo>
                        <a:lnTo>
                          <a:pt x="18" y="1"/>
                        </a:lnTo>
                        <a:lnTo>
                          <a:pt x="2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09" name="Freeform 122"/>
                  <p:cNvSpPr>
                    <a:spLocks/>
                  </p:cNvSpPr>
                  <p:nvPr/>
                </p:nvSpPr>
                <p:spPr bwMode="auto">
                  <a:xfrm>
                    <a:off x="4310" y="3474"/>
                    <a:ext cx="3" cy="1"/>
                  </a:xfrm>
                  <a:custGeom>
                    <a:avLst/>
                    <a:gdLst>
                      <a:gd name="T0" fmla="*/ 0 w 8"/>
                      <a:gd name="T1" fmla="*/ 1 h 2"/>
                      <a:gd name="T2" fmla="*/ 0 w 8"/>
                      <a:gd name="T3" fmla="*/ 0 h 2"/>
                      <a:gd name="T4" fmla="*/ 0 w 8"/>
                      <a:gd name="T5" fmla="*/ 0 h 2"/>
                      <a:gd name="T6" fmla="*/ 0 w 8"/>
                      <a:gd name="T7" fmla="*/ 1 h 2"/>
                      <a:gd name="T8" fmla="*/ 0 w 8"/>
                      <a:gd name="T9" fmla="*/ 1 h 2"/>
                      <a:gd name="T10" fmla="*/ 0 w 8"/>
                      <a:gd name="T11" fmla="*/ 1 h 2"/>
                      <a:gd name="T12" fmla="*/ 0 w 8"/>
                      <a:gd name="T13" fmla="*/ 1 h 2"/>
                      <a:gd name="T14" fmla="*/ 0 w 8"/>
                      <a:gd name="T15" fmla="*/ 1 h 2"/>
                      <a:gd name="T16" fmla="*/ 0 w 8"/>
                      <a:gd name="T17" fmla="*/ 1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2"/>
                      <a:gd name="T29" fmla="*/ 8 w 8"/>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2">
                        <a:moveTo>
                          <a:pt x="8" y="2"/>
                        </a:moveTo>
                        <a:lnTo>
                          <a:pt x="7" y="0"/>
                        </a:lnTo>
                        <a:lnTo>
                          <a:pt x="4" y="0"/>
                        </a:lnTo>
                        <a:lnTo>
                          <a:pt x="3" y="1"/>
                        </a:lnTo>
                        <a:lnTo>
                          <a:pt x="2" y="1"/>
                        </a:lnTo>
                        <a:lnTo>
                          <a:pt x="0" y="2"/>
                        </a:lnTo>
                        <a:lnTo>
                          <a:pt x="5" y="2"/>
                        </a:lnTo>
                        <a:lnTo>
                          <a:pt x="5" y="1"/>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0" name="Freeform 123"/>
                  <p:cNvSpPr>
                    <a:spLocks/>
                  </p:cNvSpPr>
                  <p:nvPr/>
                </p:nvSpPr>
                <p:spPr bwMode="auto">
                  <a:xfrm>
                    <a:off x="4314" y="3476"/>
                    <a:ext cx="2" cy="2"/>
                  </a:xfrm>
                  <a:custGeom>
                    <a:avLst/>
                    <a:gdLst>
                      <a:gd name="T0" fmla="*/ 0 w 5"/>
                      <a:gd name="T1" fmla="*/ 1 h 4"/>
                      <a:gd name="T2" fmla="*/ 0 w 5"/>
                      <a:gd name="T3" fmla="*/ 0 h 4"/>
                      <a:gd name="T4" fmla="*/ 0 w 5"/>
                      <a:gd name="T5" fmla="*/ 0 h 4"/>
                      <a:gd name="T6" fmla="*/ 0 w 5"/>
                      <a:gd name="T7" fmla="*/ 1 h 4"/>
                      <a:gd name="T8" fmla="*/ 0 60000 65536"/>
                      <a:gd name="T9" fmla="*/ 0 60000 65536"/>
                      <a:gd name="T10" fmla="*/ 0 60000 65536"/>
                      <a:gd name="T11" fmla="*/ 0 60000 65536"/>
                      <a:gd name="T12" fmla="*/ 0 w 5"/>
                      <a:gd name="T13" fmla="*/ 0 h 4"/>
                      <a:gd name="T14" fmla="*/ 5 w 5"/>
                      <a:gd name="T15" fmla="*/ 4 h 4"/>
                    </a:gdLst>
                    <a:ahLst/>
                    <a:cxnLst>
                      <a:cxn ang="T8">
                        <a:pos x="T0" y="T1"/>
                      </a:cxn>
                      <a:cxn ang="T9">
                        <a:pos x="T2" y="T3"/>
                      </a:cxn>
                      <a:cxn ang="T10">
                        <a:pos x="T4" y="T5"/>
                      </a:cxn>
                      <a:cxn ang="T11">
                        <a:pos x="T6" y="T7"/>
                      </a:cxn>
                    </a:cxnLst>
                    <a:rect l="T12" t="T13" r="T14" b="T15"/>
                    <a:pathLst>
                      <a:path w="5" h="4">
                        <a:moveTo>
                          <a:pt x="0" y="4"/>
                        </a:moveTo>
                        <a:lnTo>
                          <a:pt x="4" y="0"/>
                        </a:lnTo>
                        <a:lnTo>
                          <a:pt x="5" y="0"/>
                        </a:lnTo>
                        <a:lnTo>
                          <a:pt x="0"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1" name="Freeform 124"/>
                  <p:cNvSpPr>
                    <a:spLocks/>
                  </p:cNvSpPr>
                  <p:nvPr/>
                </p:nvSpPr>
                <p:spPr bwMode="auto">
                  <a:xfrm>
                    <a:off x="4313" y="3475"/>
                    <a:ext cx="3" cy="3"/>
                  </a:xfrm>
                  <a:custGeom>
                    <a:avLst/>
                    <a:gdLst>
                      <a:gd name="T0" fmla="*/ 1 w 5"/>
                      <a:gd name="T1" fmla="*/ 0 h 6"/>
                      <a:gd name="T2" fmla="*/ 1 w 5"/>
                      <a:gd name="T3" fmla="*/ 0 h 6"/>
                      <a:gd name="T4" fmla="*/ 0 w 5"/>
                      <a:gd name="T5" fmla="*/ 1 h 6"/>
                      <a:gd name="T6" fmla="*/ 1 w 5"/>
                      <a:gd name="T7" fmla="*/ 1 h 6"/>
                      <a:gd name="T8" fmla="*/ 1 w 5"/>
                      <a:gd name="T9" fmla="*/ 1 h 6"/>
                      <a:gd name="T10" fmla="*/ 1 w 5"/>
                      <a:gd name="T11" fmla="*/ 0 h 6"/>
                      <a:gd name="T12" fmla="*/ 1 w 5"/>
                      <a:gd name="T13" fmla="*/ 0 h 6"/>
                      <a:gd name="T14" fmla="*/ 1 w 5"/>
                      <a:gd name="T15" fmla="*/ 0 h 6"/>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6"/>
                      <a:gd name="T26" fmla="*/ 5 w 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6">
                        <a:moveTo>
                          <a:pt x="5" y="0"/>
                        </a:moveTo>
                        <a:lnTo>
                          <a:pt x="3" y="0"/>
                        </a:lnTo>
                        <a:lnTo>
                          <a:pt x="0" y="4"/>
                        </a:lnTo>
                        <a:lnTo>
                          <a:pt x="2" y="6"/>
                        </a:lnTo>
                        <a:lnTo>
                          <a:pt x="5" y="3"/>
                        </a:lnTo>
                        <a:lnTo>
                          <a:pt x="5" y="0"/>
                        </a:lnTo>
                        <a:lnTo>
                          <a:pt x="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2" name="Freeform 125"/>
                  <p:cNvSpPr>
                    <a:spLocks/>
                  </p:cNvSpPr>
                  <p:nvPr/>
                </p:nvSpPr>
                <p:spPr bwMode="auto">
                  <a:xfrm>
                    <a:off x="4316" y="3475"/>
                    <a:ext cx="3" cy="1"/>
                  </a:xfrm>
                  <a:custGeom>
                    <a:avLst/>
                    <a:gdLst>
                      <a:gd name="T0" fmla="*/ 1 w 6"/>
                      <a:gd name="T1" fmla="*/ 0 h 3"/>
                      <a:gd name="T2" fmla="*/ 1 w 6"/>
                      <a:gd name="T3" fmla="*/ 0 h 3"/>
                      <a:gd name="T4" fmla="*/ 0 w 6"/>
                      <a:gd name="T5" fmla="*/ 0 h 3"/>
                      <a:gd name="T6" fmla="*/ 0 w 6"/>
                      <a:gd name="T7" fmla="*/ 0 h 3"/>
                      <a:gd name="T8" fmla="*/ 1 w 6"/>
                      <a:gd name="T9" fmla="*/ 0 h 3"/>
                      <a:gd name="T10" fmla="*/ 0 w 6"/>
                      <a:gd name="T11" fmla="*/ 0 h 3"/>
                      <a:gd name="T12" fmla="*/ 1 w 6"/>
                      <a:gd name="T13" fmla="*/ 0 h 3"/>
                      <a:gd name="T14" fmla="*/ 1 w 6"/>
                      <a:gd name="T15" fmla="*/ 0 h 3"/>
                      <a:gd name="T16" fmla="*/ 1 w 6"/>
                      <a:gd name="T17" fmla="*/ 0 h 3"/>
                      <a:gd name="T18" fmla="*/ 1 w 6"/>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3"/>
                      <a:gd name="T32" fmla="*/ 6 w 6"/>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3">
                        <a:moveTo>
                          <a:pt x="2" y="3"/>
                        </a:moveTo>
                        <a:lnTo>
                          <a:pt x="1" y="0"/>
                        </a:lnTo>
                        <a:lnTo>
                          <a:pt x="0" y="0"/>
                        </a:lnTo>
                        <a:lnTo>
                          <a:pt x="0" y="3"/>
                        </a:lnTo>
                        <a:lnTo>
                          <a:pt x="1" y="3"/>
                        </a:lnTo>
                        <a:lnTo>
                          <a:pt x="0" y="0"/>
                        </a:lnTo>
                        <a:lnTo>
                          <a:pt x="2" y="3"/>
                        </a:lnTo>
                        <a:lnTo>
                          <a:pt x="6" y="0"/>
                        </a:lnTo>
                        <a:lnTo>
                          <a:pt x="1" y="0"/>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3" name="Freeform 126"/>
                  <p:cNvSpPr>
                    <a:spLocks/>
                  </p:cNvSpPr>
                  <p:nvPr/>
                </p:nvSpPr>
                <p:spPr bwMode="auto">
                  <a:xfrm>
                    <a:off x="4310" y="3475"/>
                    <a:ext cx="7" cy="6"/>
                  </a:xfrm>
                  <a:custGeom>
                    <a:avLst/>
                    <a:gdLst>
                      <a:gd name="T0" fmla="*/ 1 w 13"/>
                      <a:gd name="T1" fmla="*/ 0 h 13"/>
                      <a:gd name="T2" fmla="*/ 1 w 13"/>
                      <a:gd name="T3" fmla="*/ 0 h 13"/>
                      <a:gd name="T4" fmla="*/ 1 w 13"/>
                      <a:gd name="T5" fmla="*/ 0 h 13"/>
                      <a:gd name="T6" fmla="*/ 1 w 13"/>
                      <a:gd name="T7" fmla="*/ 0 h 13"/>
                      <a:gd name="T8" fmla="*/ 1 w 13"/>
                      <a:gd name="T9" fmla="*/ 0 h 13"/>
                      <a:gd name="T10" fmla="*/ 1 w 13"/>
                      <a:gd name="T11" fmla="*/ 0 h 13"/>
                      <a:gd name="T12" fmla="*/ 1 w 13"/>
                      <a:gd name="T13" fmla="*/ 0 h 13"/>
                      <a:gd name="T14" fmla="*/ 0 w 13"/>
                      <a:gd name="T15" fmla="*/ 0 h 13"/>
                      <a:gd name="T16" fmla="*/ 1 w 13"/>
                      <a:gd name="T17" fmla="*/ 0 h 13"/>
                      <a:gd name="T18" fmla="*/ 1 w 13"/>
                      <a:gd name="T19" fmla="*/ 0 h 1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3"/>
                      <a:gd name="T32" fmla="*/ 13 w 13"/>
                      <a:gd name="T33" fmla="*/ 13 h 1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3">
                        <a:moveTo>
                          <a:pt x="6" y="4"/>
                        </a:moveTo>
                        <a:lnTo>
                          <a:pt x="8" y="6"/>
                        </a:lnTo>
                        <a:lnTo>
                          <a:pt x="13" y="3"/>
                        </a:lnTo>
                        <a:lnTo>
                          <a:pt x="11" y="0"/>
                        </a:lnTo>
                        <a:lnTo>
                          <a:pt x="6" y="4"/>
                        </a:lnTo>
                        <a:lnTo>
                          <a:pt x="8" y="6"/>
                        </a:lnTo>
                        <a:lnTo>
                          <a:pt x="6" y="4"/>
                        </a:lnTo>
                        <a:lnTo>
                          <a:pt x="0" y="13"/>
                        </a:lnTo>
                        <a:lnTo>
                          <a:pt x="8" y="6"/>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4" name="Freeform 127"/>
                  <p:cNvSpPr>
                    <a:spLocks/>
                  </p:cNvSpPr>
                  <p:nvPr/>
                </p:nvSpPr>
                <p:spPr bwMode="auto">
                  <a:xfrm>
                    <a:off x="4457" y="3476"/>
                    <a:ext cx="116" cy="53"/>
                  </a:xfrm>
                  <a:custGeom>
                    <a:avLst/>
                    <a:gdLst>
                      <a:gd name="T0" fmla="*/ 4 w 233"/>
                      <a:gd name="T1" fmla="*/ 2 h 104"/>
                      <a:gd name="T2" fmla="*/ 5 w 233"/>
                      <a:gd name="T3" fmla="*/ 2 h 104"/>
                      <a:gd name="T4" fmla="*/ 5 w 233"/>
                      <a:gd name="T5" fmla="*/ 2 h 104"/>
                      <a:gd name="T6" fmla="*/ 5 w 233"/>
                      <a:gd name="T7" fmla="*/ 3 h 104"/>
                      <a:gd name="T8" fmla="*/ 6 w 233"/>
                      <a:gd name="T9" fmla="*/ 3 h 104"/>
                      <a:gd name="T10" fmla="*/ 6 w 233"/>
                      <a:gd name="T11" fmla="*/ 3 h 104"/>
                      <a:gd name="T12" fmla="*/ 6 w 233"/>
                      <a:gd name="T13" fmla="*/ 3 h 104"/>
                      <a:gd name="T14" fmla="*/ 7 w 233"/>
                      <a:gd name="T15" fmla="*/ 4 h 104"/>
                      <a:gd name="T16" fmla="*/ 6 w 233"/>
                      <a:gd name="T17" fmla="*/ 4 h 104"/>
                      <a:gd name="T18" fmla="*/ 5 w 233"/>
                      <a:gd name="T19" fmla="*/ 4 h 104"/>
                      <a:gd name="T20" fmla="*/ 4 w 233"/>
                      <a:gd name="T21" fmla="*/ 4 h 104"/>
                      <a:gd name="T22" fmla="*/ 4 w 233"/>
                      <a:gd name="T23" fmla="*/ 4 h 104"/>
                      <a:gd name="T24" fmla="*/ 3 w 233"/>
                      <a:gd name="T25" fmla="*/ 4 h 104"/>
                      <a:gd name="T26" fmla="*/ 3 w 233"/>
                      <a:gd name="T27" fmla="*/ 4 h 104"/>
                      <a:gd name="T28" fmla="*/ 4 w 233"/>
                      <a:gd name="T29" fmla="*/ 4 h 104"/>
                      <a:gd name="T30" fmla="*/ 4 w 233"/>
                      <a:gd name="T31" fmla="*/ 4 h 104"/>
                      <a:gd name="T32" fmla="*/ 5 w 233"/>
                      <a:gd name="T33" fmla="*/ 4 h 104"/>
                      <a:gd name="T34" fmla="*/ 6 w 233"/>
                      <a:gd name="T35" fmla="*/ 4 h 104"/>
                      <a:gd name="T36" fmla="*/ 6 w 233"/>
                      <a:gd name="T37" fmla="*/ 3 h 104"/>
                      <a:gd name="T38" fmla="*/ 6 w 233"/>
                      <a:gd name="T39" fmla="*/ 3 h 104"/>
                      <a:gd name="T40" fmla="*/ 6 w 233"/>
                      <a:gd name="T41" fmla="*/ 3 h 104"/>
                      <a:gd name="T42" fmla="*/ 6 w 233"/>
                      <a:gd name="T43" fmla="*/ 3 h 104"/>
                      <a:gd name="T44" fmla="*/ 5 w 233"/>
                      <a:gd name="T45" fmla="*/ 3 h 104"/>
                      <a:gd name="T46" fmla="*/ 5 w 233"/>
                      <a:gd name="T47" fmla="*/ 3 h 104"/>
                      <a:gd name="T48" fmla="*/ 4 w 233"/>
                      <a:gd name="T49" fmla="*/ 3 h 104"/>
                      <a:gd name="T50" fmla="*/ 4 w 233"/>
                      <a:gd name="T51" fmla="*/ 3 h 104"/>
                      <a:gd name="T52" fmla="*/ 3 w 233"/>
                      <a:gd name="T53" fmla="*/ 4 h 104"/>
                      <a:gd name="T54" fmla="*/ 3 w 233"/>
                      <a:gd name="T55" fmla="*/ 3 h 104"/>
                      <a:gd name="T56" fmla="*/ 3 w 233"/>
                      <a:gd name="T57" fmla="*/ 3 h 104"/>
                      <a:gd name="T58" fmla="*/ 2 w 233"/>
                      <a:gd name="T59" fmla="*/ 2 h 104"/>
                      <a:gd name="T60" fmla="*/ 2 w 233"/>
                      <a:gd name="T61" fmla="*/ 2 h 104"/>
                      <a:gd name="T62" fmla="*/ 1 w 233"/>
                      <a:gd name="T63" fmla="*/ 2 h 104"/>
                      <a:gd name="T64" fmla="*/ 1 w 233"/>
                      <a:gd name="T65" fmla="*/ 1 h 104"/>
                      <a:gd name="T66" fmla="*/ 0 w 233"/>
                      <a:gd name="T67" fmla="*/ 1 h 104"/>
                      <a:gd name="T68" fmla="*/ 0 w 233"/>
                      <a:gd name="T69" fmla="*/ 1 h 104"/>
                      <a:gd name="T70" fmla="*/ 0 w 233"/>
                      <a:gd name="T71" fmla="*/ 0 h 104"/>
                      <a:gd name="T72" fmla="*/ 1 w 233"/>
                      <a:gd name="T73" fmla="*/ 1 h 104"/>
                      <a:gd name="T74" fmla="*/ 1 w 233"/>
                      <a:gd name="T75" fmla="*/ 1 h 104"/>
                      <a:gd name="T76" fmla="*/ 1 w 233"/>
                      <a:gd name="T77" fmla="*/ 1 h 104"/>
                      <a:gd name="T78" fmla="*/ 2 w 233"/>
                      <a:gd name="T79" fmla="*/ 1 h 104"/>
                      <a:gd name="T80" fmla="*/ 2 w 233"/>
                      <a:gd name="T81" fmla="*/ 1 h 104"/>
                      <a:gd name="T82" fmla="*/ 2 w 233"/>
                      <a:gd name="T83" fmla="*/ 1 h 104"/>
                      <a:gd name="T84" fmla="*/ 2 w 233"/>
                      <a:gd name="T85" fmla="*/ 1 h 104"/>
                      <a:gd name="T86" fmla="*/ 3 w 233"/>
                      <a:gd name="T87" fmla="*/ 1 h 104"/>
                      <a:gd name="T88" fmla="*/ 3 w 233"/>
                      <a:gd name="T89" fmla="*/ 1 h 104"/>
                      <a:gd name="T90" fmla="*/ 3 w 233"/>
                      <a:gd name="T91" fmla="*/ 1 h 104"/>
                      <a:gd name="T92" fmla="*/ 4 w 233"/>
                      <a:gd name="T93" fmla="*/ 2 h 104"/>
                      <a:gd name="T94" fmla="*/ 4 w 233"/>
                      <a:gd name="T95" fmla="*/ 2 h 104"/>
                      <a:gd name="T96" fmla="*/ 4 w 233"/>
                      <a:gd name="T97" fmla="*/ 2 h 10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33"/>
                      <a:gd name="T148" fmla="*/ 0 h 104"/>
                      <a:gd name="T149" fmla="*/ 233 w 233"/>
                      <a:gd name="T150" fmla="*/ 104 h 10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33" h="104">
                        <a:moveTo>
                          <a:pt x="150" y="44"/>
                        </a:moveTo>
                        <a:lnTo>
                          <a:pt x="155" y="47"/>
                        </a:lnTo>
                        <a:lnTo>
                          <a:pt x="160" y="50"/>
                        </a:lnTo>
                        <a:lnTo>
                          <a:pt x="166" y="53"/>
                        </a:lnTo>
                        <a:lnTo>
                          <a:pt x="171" y="55"/>
                        </a:lnTo>
                        <a:lnTo>
                          <a:pt x="177" y="59"/>
                        </a:lnTo>
                        <a:lnTo>
                          <a:pt x="182" y="61"/>
                        </a:lnTo>
                        <a:lnTo>
                          <a:pt x="187" y="65"/>
                        </a:lnTo>
                        <a:lnTo>
                          <a:pt x="193" y="67"/>
                        </a:lnTo>
                        <a:lnTo>
                          <a:pt x="198" y="71"/>
                        </a:lnTo>
                        <a:lnTo>
                          <a:pt x="203" y="74"/>
                        </a:lnTo>
                        <a:lnTo>
                          <a:pt x="208" y="77"/>
                        </a:lnTo>
                        <a:lnTo>
                          <a:pt x="214" y="81"/>
                        </a:lnTo>
                        <a:lnTo>
                          <a:pt x="223" y="90"/>
                        </a:lnTo>
                        <a:lnTo>
                          <a:pt x="228" y="93"/>
                        </a:lnTo>
                        <a:lnTo>
                          <a:pt x="233" y="98"/>
                        </a:lnTo>
                        <a:lnTo>
                          <a:pt x="231" y="100"/>
                        </a:lnTo>
                        <a:lnTo>
                          <a:pt x="219" y="100"/>
                        </a:lnTo>
                        <a:lnTo>
                          <a:pt x="212" y="101"/>
                        </a:lnTo>
                        <a:lnTo>
                          <a:pt x="187" y="101"/>
                        </a:lnTo>
                        <a:lnTo>
                          <a:pt x="180" y="102"/>
                        </a:lnTo>
                        <a:lnTo>
                          <a:pt x="154" y="102"/>
                        </a:lnTo>
                        <a:lnTo>
                          <a:pt x="148" y="103"/>
                        </a:lnTo>
                        <a:lnTo>
                          <a:pt x="134" y="103"/>
                        </a:lnTo>
                        <a:lnTo>
                          <a:pt x="128" y="104"/>
                        </a:lnTo>
                        <a:lnTo>
                          <a:pt x="127" y="104"/>
                        </a:lnTo>
                        <a:lnTo>
                          <a:pt x="125" y="103"/>
                        </a:lnTo>
                        <a:lnTo>
                          <a:pt x="125" y="102"/>
                        </a:lnTo>
                        <a:lnTo>
                          <a:pt x="130" y="101"/>
                        </a:lnTo>
                        <a:lnTo>
                          <a:pt x="135" y="100"/>
                        </a:lnTo>
                        <a:lnTo>
                          <a:pt x="140" y="100"/>
                        </a:lnTo>
                        <a:lnTo>
                          <a:pt x="145" y="98"/>
                        </a:lnTo>
                        <a:lnTo>
                          <a:pt x="156" y="98"/>
                        </a:lnTo>
                        <a:lnTo>
                          <a:pt x="161" y="97"/>
                        </a:lnTo>
                        <a:lnTo>
                          <a:pt x="193" y="97"/>
                        </a:lnTo>
                        <a:lnTo>
                          <a:pt x="199" y="96"/>
                        </a:lnTo>
                        <a:lnTo>
                          <a:pt x="210" y="96"/>
                        </a:lnTo>
                        <a:lnTo>
                          <a:pt x="212" y="95"/>
                        </a:lnTo>
                        <a:lnTo>
                          <a:pt x="213" y="95"/>
                        </a:lnTo>
                        <a:lnTo>
                          <a:pt x="214" y="93"/>
                        </a:lnTo>
                        <a:lnTo>
                          <a:pt x="214" y="91"/>
                        </a:lnTo>
                        <a:lnTo>
                          <a:pt x="213" y="90"/>
                        </a:lnTo>
                        <a:lnTo>
                          <a:pt x="212" y="90"/>
                        </a:lnTo>
                        <a:lnTo>
                          <a:pt x="205" y="88"/>
                        </a:lnTo>
                        <a:lnTo>
                          <a:pt x="183" y="88"/>
                        </a:lnTo>
                        <a:lnTo>
                          <a:pt x="178" y="90"/>
                        </a:lnTo>
                        <a:lnTo>
                          <a:pt x="166" y="90"/>
                        </a:lnTo>
                        <a:lnTo>
                          <a:pt x="161" y="91"/>
                        </a:lnTo>
                        <a:lnTo>
                          <a:pt x="155" y="92"/>
                        </a:lnTo>
                        <a:lnTo>
                          <a:pt x="149" y="92"/>
                        </a:lnTo>
                        <a:lnTo>
                          <a:pt x="144" y="93"/>
                        </a:lnTo>
                        <a:lnTo>
                          <a:pt x="138" y="93"/>
                        </a:lnTo>
                        <a:lnTo>
                          <a:pt x="133" y="95"/>
                        </a:lnTo>
                        <a:lnTo>
                          <a:pt x="127" y="96"/>
                        </a:lnTo>
                        <a:lnTo>
                          <a:pt x="121" y="96"/>
                        </a:lnTo>
                        <a:lnTo>
                          <a:pt x="114" y="88"/>
                        </a:lnTo>
                        <a:lnTo>
                          <a:pt x="108" y="81"/>
                        </a:lnTo>
                        <a:lnTo>
                          <a:pt x="102" y="74"/>
                        </a:lnTo>
                        <a:lnTo>
                          <a:pt x="95" y="67"/>
                        </a:lnTo>
                        <a:lnTo>
                          <a:pt x="87" y="61"/>
                        </a:lnTo>
                        <a:lnTo>
                          <a:pt x="79" y="55"/>
                        </a:lnTo>
                        <a:lnTo>
                          <a:pt x="71" y="50"/>
                        </a:lnTo>
                        <a:lnTo>
                          <a:pt x="64" y="44"/>
                        </a:lnTo>
                        <a:lnTo>
                          <a:pt x="55" y="39"/>
                        </a:lnTo>
                        <a:lnTo>
                          <a:pt x="48" y="33"/>
                        </a:lnTo>
                        <a:lnTo>
                          <a:pt x="39" y="28"/>
                        </a:lnTo>
                        <a:lnTo>
                          <a:pt x="31" y="23"/>
                        </a:lnTo>
                        <a:lnTo>
                          <a:pt x="23" y="18"/>
                        </a:lnTo>
                        <a:lnTo>
                          <a:pt x="15" y="12"/>
                        </a:lnTo>
                        <a:lnTo>
                          <a:pt x="7" y="7"/>
                        </a:lnTo>
                        <a:lnTo>
                          <a:pt x="0" y="1"/>
                        </a:lnTo>
                        <a:lnTo>
                          <a:pt x="5" y="0"/>
                        </a:lnTo>
                        <a:lnTo>
                          <a:pt x="31" y="0"/>
                        </a:lnTo>
                        <a:lnTo>
                          <a:pt x="36" y="1"/>
                        </a:lnTo>
                        <a:lnTo>
                          <a:pt x="40" y="1"/>
                        </a:lnTo>
                        <a:lnTo>
                          <a:pt x="44" y="2"/>
                        </a:lnTo>
                        <a:lnTo>
                          <a:pt x="50" y="3"/>
                        </a:lnTo>
                        <a:lnTo>
                          <a:pt x="54" y="5"/>
                        </a:lnTo>
                        <a:lnTo>
                          <a:pt x="59" y="5"/>
                        </a:lnTo>
                        <a:lnTo>
                          <a:pt x="64" y="7"/>
                        </a:lnTo>
                        <a:lnTo>
                          <a:pt x="69" y="8"/>
                        </a:lnTo>
                        <a:lnTo>
                          <a:pt x="74" y="10"/>
                        </a:lnTo>
                        <a:lnTo>
                          <a:pt x="77" y="12"/>
                        </a:lnTo>
                        <a:lnTo>
                          <a:pt x="82" y="13"/>
                        </a:lnTo>
                        <a:lnTo>
                          <a:pt x="87" y="16"/>
                        </a:lnTo>
                        <a:lnTo>
                          <a:pt x="92" y="17"/>
                        </a:lnTo>
                        <a:lnTo>
                          <a:pt x="96" y="19"/>
                        </a:lnTo>
                        <a:lnTo>
                          <a:pt x="101" y="21"/>
                        </a:lnTo>
                        <a:lnTo>
                          <a:pt x="106" y="23"/>
                        </a:lnTo>
                        <a:lnTo>
                          <a:pt x="109" y="26"/>
                        </a:lnTo>
                        <a:lnTo>
                          <a:pt x="114" y="28"/>
                        </a:lnTo>
                        <a:lnTo>
                          <a:pt x="118" y="29"/>
                        </a:lnTo>
                        <a:lnTo>
                          <a:pt x="123" y="32"/>
                        </a:lnTo>
                        <a:lnTo>
                          <a:pt x="128" y="34"/>
                        </a:lnTo>
                        <a:lnTo>
                          <a:pt x="132" y="35"/>
                        </a:lnTo>
                        <a:lnTo>
                          <a:pt x="137" y="38"/>
                        </a:lnTo>
                        <a:lnTo>
                          <a:pt x="140" y="40"/>
                        </a:lnTo>
                        <a:lnTo>
                          <a:pt x="145" y="42"/>
                        </a:lnTo>
                        <a:lnTo>
                          <a:pt x="150" y="44"/>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5" name="Freeform 128"/>
                  <p:cNvSpPr>
                    <a:spLocks/>
                  </p:cNvSpPr>
                  <p:nvPr/>
                </p:nvSpPr>
                <p:spPr bwMode="auto">
                  <a:xfrm>
                    <a:off x="4531" y="3498"/>
                    <a:ext cx="43" cy="28"/>
                  </a:xfrm>
                  <a:custGeom>
                    <a:avLst/>
                    <a:gdLst>
                      <a:gd name="T0" fmla="*/ 3 w 85"/>
                      <a:gd name="T1" fmla="*/ 2 h 55"/>
                      <a:gd name="T2" fmla="*/ 3 w 85"/>
                      <a:gd name="T3" fmla="*/ 2 h 55"/>
                      <a:gd name="T4" fmla="*/ 3 w 85"/>
                      <a:gd name="T5" fmla="*/ 2 h 55"/>
                      <a:gd name="T6" fmla="*/ 3 w 85"/>
                      <a:gd name="T7" fmla="*/ 2 h 55"/>
                      <a:gd name="T8" fmla="*/ 3 w 85"/>
                      <a:gd name="T9" fmla="*/ 2 h 55"/>
                      <a:gd name="T10" fmla="*/ 3 w 85"/>
                      <a:gd name="T11" fmla="*/ 2 h 55"/>
                      <a:gd name="T12" fmla="*/ 2 w 85"/>
                      <a:gd name="T13" fmla="*/ 2 h 55"/>
                      <a:gd name="T14" fmla="*/ 2 w 85"/>
                      <a:gd name="T15" fmla="*/ 1 h 55"/>
                      <a:gd name="T16" fmla="*/ 2 w 85"/>
                      <a:gd name="T17" fmla="*/ 1 h 55"/>
                      <a:gd name="T18" fmla="*/ 2 w 85"/>
                      <a:gd name="T19" fmla="*/ 1 h 55"/>
                      <a:gd name="T20" fmla="*/ 2 w 85"/>
                      <a:gd name="T21" fmla="*/ 1 h 55"/>
                      <a:gd name="T22" fmla="*/ 2 w 85"/>
                      <a:gd name="T23" fmla="*/ 1 h 55"/>
                      <a:gd name="T24" fmla="*/ 1 w 85"/>
                      <a:gd name="T25" fmla="*/ 1 h 55"/>
                      <a:gd name="T26" fmla="*/ 1 w 85"/>
                      <a:gd name="T27" fmla="*/ 1 h 55"/>
                      <a:gd name="T28" fmla="*/ 1 w 85"/>
                      <a:gd name="T29" fmla="*/ 1 h 55"/>
                      <a:gd name="T30" fmla="*/ 1 w 85"/>
                      <a:gd name="T31" fmla="*/ 1 h 55"/>
                      <a:gd name="T32" fmla="*/ 1 w 85"/>
                      <a:gd name="T33" fmla="*/ 1 h 55"/>
                      <a:gd name="T34" fmla="*/ 1 w 85"/>
                      <a:gd name="T35" fmla="*/ 0 h 55"/>
                      <a:gd name="T36" fmla="*/ 0 w 85"/>
                      <a:gd name="T37" fmla="*/ 1 h 55"/>
                      <a:gd name="T38" fmla="*/ 1 w 85"/>
                      <a:gd name="T39" fmla="*/ 1 h 55"/>
                      <a:gd name="T40" fmla="*/ 1 w 85"/>
                      <a:gd name="T41" fmla="*/ 1 h 55"/>
                      <a:gd name="T42" fmla="*/ 1 w 85"/>
                      <a:gd name="T43" fmla="*/ 1 h 55"/>
                      <a:gd name="T44" fmla="*/ 1 w 85"/>
                      <a:gd name="T45" fmla="*/ 1 h 55"/>
                      <a:gd name="T46" fmla="*/ 1 w 85"/>
                      <a:gd name="T47" fmla="*/ 1 h 55"/>
                      <a:gd name="T48" fmla="*/ 1 w 85"/>
                      <a:gd name="T49" fmla="*/ 1 h 55"/>
                      <a:gd name="T50" fmla="*/ 2 w 85"/>
                      <a:gd name="T51" fmla="*/ 1 h 55"/>
                      <a:gd name="T52" fmla="*/ 2 w 85"/>
                      <a:gd name="T53" fmla="*/ 1 h 55"/>
                      <a:gd name="T54" fmla="*/ 2 w 85"/>
                      <a:gd name="T55" fmla="*/ 1 h 55"/>
                      <a:gd name="T56" fmla="*/ 2 w 85"/>
                      <a:gd name="T57" fmla="*/ 1 h 55"/>
                      <a:gd name="T58" fmla="*/ 2 w 85"/>
                      <a:gd name="T59" fmla="*/ 2 h 55"/>
                      <a:gd name="T60" fmla="*/ 2 w 85"/>
                      <a:gd name="T61" fmla="*/ 2 h 55"/>
                      <a:gd name="T62" fmla="*/ 3 w 85"/>
                      <a:gd name="T63" fmla="*/ 2 h 55"/>
                      <a:gd name="T64" fmla="*/ 3 w 85"/>
                      <a:gd name="T65" fmla="*/ 2 h 55"/>
                      <a:gd name="T66" fmla="*/ 3 w 85"/>
                      <a:gd name="T67" fmla="*/ 2 h 55"/>
                      <a:gd name="T68" fmla="*/ 3 w 85"/>
                      <a:gd name="T69" fmla="*/ 2 h 55"/>
                      <a:gd name="T70" fmla="*/ 3 w 85"/>
                      <a:gd name="T71" fmla="*/ 2 h 55"/>
                      <a:gd name="T72" fmla="*/ 3 w 85"/>
                      <a:gd name="T73" fmla="*/ 2 h 55"/>
                      <a:gd name="T74" fmla="*/ 3 w 85"/>
                      <a:gd name="T75" fmla="*/ 2 h 55"/>
                      <a:gd name="T76" fmla="*/ 3 w 85"/>
                      <a:gd name="T77" fmla="*/ 2 h 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85"/>
                      <a:gd name="T118" fmla="*/ 0 h 55"/>
                      <a:gd name="T119" fmla="*/ 85 w 85"/>
                      <a:gd name="T120" fmla="*/ 55 h 5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85" h="55">
                        <a:moveTo>
                          <a:pt x="84" y="55"/>
                        </a:moveTo>
                        <a:lnTo>
                          <a:pt x="85" y="54"/>
                        </a:lnTo>
                        <a:lnTo>
                          <a:pt x="80" y="49"/>
                        </a:lnTo>
                        <a:lnTo>
                          <a:pt x="75" y="45"/>
                        </a:lnTo>
                        <a:lnTo>
                          <a:pt x="70" y="41"/>
                        </a:lnTo>
                        <a:lnTo>
                          <a:pt x="65" y="37"/>
                        </a:lnTo>
                        <a:lnTo>
                          <a:pt x="60" y="33"/>
                        </a:lnTo>
                        <a:lnTo>
                          <a:pt x="55" y="29"/>
                        </a:lnTo>
                        <a:lnTo>
                          <a:pt x="50" y="27"/>
                        </a:lnTo>
                        <a:lnTo>
                          <a:pt x="44" y="23"/>
                        </a:lnTo>
                        <a:lnTo>
                          <a:pt x="39" y="21"/>
                        </a:lnTo>
                        <a:lnTo>
                          <a:pt x="33" y="17"/>
                        </a:lnTo>
                        <a:lnTo>
                          <a:pt x="28" y="15"/>
                        </a:lnTo>
                        <a:lnTo>
                          <a:pt x="23" y="11"/>
                        </a:lnTo>
                        <a:lnTo>
                          <a:pt x="17" y="8"/>
                        </a:lnTo>
                        <a:lnTo>
                          <a:pt x="12" y="5"/>
                        </a:lnTo>
                        <a:lnTo>
                          <a:pt x="7" y="2"/>
                        </a:lnTo>
                        <a:lnTo>
                          <a:pt x="1" y="0"/>
                        </a:lnTo>
                        <a:lnTo>
                          <a:pt x="0" y="2"/>
                        </a:lnTo>
                        <a:lnTo>
                          <a:pt x="6" y="5"/>
                        </a:lnTo>
                        <a:lnTo>
                          <a:pt x="11" y="8"/>
                        </a:lnTo>
                        <a:lnTo>
                          <a:pt x="17" y="11"/>
                        </a:lnTo>
                        <a:lnTo>
                          <a:pt x="22" y="13"/>
                        </a:lnTo>
                        <a:lnTo>
                          <a:pt x="27" y="16"/>
                        </a:lnTo>
                        <a:lnTo>
                          <a:pt x="32" y="20"/>
                        </a:lnTo>
                        <a:lnTo>
                          <a:pt x="38" y="22"/>
                        </a:lnTo>
                        <a:lnTo>
                          <a:pt x="43" y="26"/>
                        </a:lnTo>
                        <a:lnTo>
                          <a:pt x="49" y="28"/>
                        </a:lnTo>
                        <a:lnTo>
                          <a:pt x="54" y="32"/>
                        </a:lnTo>
                        <a:lnTo>
                          <a:pt x="59" y="36"/>
                        </a:lnTo>
                        <a:lnTo>
                          <a:pt x="64" y="39"/>
                        </a:lnTo>
                        <a:lnTo>
                          <a:pt x="69" y="43"/>
                        </a:lnTo>
                        <a:lnTo>
                          <a:pt x="74" y="47"/>
                        </a:lnTo>
                        <a:lnTo>
                          <a:pt x="82" y="55"/>
                        </a:lnTo>
                        <a:lnTo>
                          <a:pt x="82" y="54"/>
                        </a:lnTo>
                        <a:lnTo>
                          <a:pt x="84" y="55"/>
                        </a:lnTo>
                        <a:lnTo>
                          <a:pt x="85" y="55"/>
                        </a:lnTo>
                        <a:lnTo>
                          <a:pt x="85" y="54"/>
                        </a:lnTo>
                        <a:lnTo>
                          <a:pt x="84"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6" name="Freeform 129"/>
                  <p:cNvSpPr>
                    <a:spLocks/>
                  </p:cNvSpPr>
                  <p:nvPr/>
                </p:nvSpPr>
                <p:spPr bwMode="auto">
                  <a:xfrm>
                    <a:off x="4572" y="3525"/>
                    <a:ext cx="1" cy="2"/>
                  </a:xfrm>
                  <a:custGeom>
                    <a:avLst/>
                    <a:gdLst>
                      <a:gd name="T0" fmla="*/ 0 w 3"/>
                      <a:gd name="T1" fmla="*/ 1 h 4"/>
                      <a:gd name="T2" fmla="*/ 0 w 3"/>
                      <a:gd name="T3" fmla="*/ 1 h 4"/>
                      <a:gd name="T4" fmla="*/ 0 w 3"/>
                      <a:gd name="T5" fmla="*/ 1 h 4"/>
                      <a:gd name="T6" fmla="*/ 0 w 3"/>
                      <a:gd name="T7" fmla="*/ 0 h 4"/>
                      <a:gd name="T8" fmla="*/ 0 w 3"/>
                      <a:gd name="T9" fmla="*/ 1 h 4"/>
                      <a:gd name="T10" fmla="*/ 0 w 3"/>
                      <a:gd name="T11" fmla="*/ 1 h 4"/>
                      <a:gd name="T12" fmla="*/ 0 w 3"/>
                      <a:gd name="T13" fmla="*/ 1 h 4"/>
                      <a:gd name="T14" fmla="*/ 0 w 3"/>
                      <a:gd name="T15" fmla="*/ 1 h 4"/>
                      <a:gd name="T16" fmla="*/ 0 w 3"/>
                      <a:gd name="T17" fmla="*/ 1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4"/>
                      <a:gd name="T29" fmla="*/ 3 w 3"/>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4">
                        <a:moveTo>
                          <a:pt x="1" y="4"/>
                        </a:moveTo>
                        <a:lnTo>
                          <a:pt x="1" y="3"/>
                        </a:lnTo>
                        <a:lnTo>
                          <a:pt x="3" y="1"/>
                        </a:lnTo>
                        <a:lnTo>
                          <a:pt x="1" y="0"/>
                        </a:lnTo>
                        <a:lnTo>
                          <a:pt x="0" y="1"/>
                        </a:lnTo>
                        <a:lnTo>
                          <a:pt x="1" y="1"/>
                        </a:lnTo>
                        <a:lnTo>
                          <a:pt x="1" y="4"/>
                        </a:lnTo>
                        <a:lnTo>
                          <a:pt x="1" y="3"/>
                        </a:lnTo>
                        <a:lnTo>
                          <a:pt x="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7" name="Freeform 130"/>
                  <p:cNvSpPr>
                    <a:spLocks/>
                  </p:cNvSpPr>
                  <p:nvPr/>
                </p:nvSpPr>
                <p:spPr bwMode="auto">
                  <a:xfrm>
                    <a:off x="4520" y="3526"/>
                    <a:ext cx="53" cy="3"/>
                  </a:xfrm>
                  <a:custGeom>
                    <a:avLst/>
                    <a:gdLst>
                      <a:gd name="T0" fmla="*/ 1 w 104"/>
                      <a:gd name="T1" fmla="*/ 0 h 8"/>
                      <a:gd name="T2" fmla="*/ 1 w 104"/>
                      <a:gd name="T3" fmla="*/ 0 h 8"/>
                      <a:gd name="T4" fmla="*/ 1 w 104"/>
                      <a:gd name="T5" fmla="*/ 0 h 8"/>
                      <a:gd name="T6" fmla="*/ 1 w 104"/>
                      <a:gd name="T7" fmla="*/ 0 h 8"/>
                      <a:gd name="T8" fmla="*/ 2 w 104"/>
                      <a:gd name="T9" fmla="*/ 0 h 8"/>
                      <a:gd name="T10" fmla="*/ 3 w 104"/>
                      <a:gd name="T11" fmla="*/ 0 h 8"/>
                      <a:gd name="T12" fmla="*/ 3 w 104"/>
                      <a:gd name="T13" fmla="*/ 0 h 8"/>
                      <a:gd name="T14" fmla="*/ 3 w 104"/>
                      <a:gd name="T15" fmla="*/ 0 h 8"/>
                      <a:gd name="T16" fmla="*/ 4 w 104"/>
                      <a:gd name="T17" fmla="*/ 0 h 8"/>
                      <a:gd name="T18" fmla="*/ 4 w 104"/>
                      <a:gd name="T19" fmla="*/ 0 h 8"/>
                      <a:gd name="T20" fmla="*/ 4 w 104"/>
                      <a:gd name="T21" fmla="*/ 0 h 8"/>
                      <a:gd name="T22" fmla="*/ 3 w 104"/>
                      <a:gd name="T23" fmla="*/ 0 h 8"/>
                      <a:gd name="T24" fmla="*/ 2 w 104"/>
                      <a:gd name="T25" fmla="*/ 0 h 8"/>
                      <a:gd name="T26" fmla="*/ 2 w 104"/>
                      <a:gd name="T27" fmla="*/ 0 h 8"/>
                      <a:gd name="T28" fmla="*/ 1 w 104"/>
                      <a:gd name="T29" fmla="*/ 0 h 8"/>
                      <a:gd name="T30" fmla="*/ 1 w 104"/>
                      <a:gd name="T31" fmla="*/ 0 h 8"/>
                      <a:gd name="T32" fmla="*/ 1 w 104"/>
                      <a:gd name="T33" fmla="*/ 0 h 8"/>
                      <a:gd name="T34" fmla="*/ 1 w 104"/>
                      <a:gd name="T35" fmla="*/ 0 h 8"/>
                      <a:gd name="T36" fmla="*/ 0 w 104"/>
                      <a:gd name="T37" fmla="*/ 0 h 8"/>
                      <a:gd name="T38" fmla="*/ 1 w 104"/>
                      <a:gd name="T39" fmla="*/ 0 h 8"/>
                      <a:gd name="T40" fmla="*/ 0 w 104"/>
                      <a:gd name="T41" fmla="*/ 0 h 8"/>
                      <a:gd name="T42" fmla="*/ 1 w 104"/>
                      <a:gd name="T43" fmla="*/ 0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8"/>
                      <a:gd name="T68" fmla="*/ 104 w 104"/>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8">
                        <a:moveTo>
                          <a:pt x="1" y="8"/>
                        </a:moveTo>
                        <a:lnTo>
                          <a:pt x="7" y="6"/>
                        </a:lnTo>
                        <a:lnTo>
                          <a:pt x="21" y="6"/>
                        </a:lnTo>
                        <a:lnTo>
                          <a:pt x="27" y="5"/>
                        </a:lnTo>
                        <a:lnTo>
                          <a:pt x="60" y="5"/>
                        </a:lnTo>
                        <a:lnTo>
                          <a:pt x="66" y="4"/>
                        </a:lnTo>
                        <a:lnTo>
                          <a:pt x="85" y="4"/>
                        </a:lnTo>
                        <a:lnTo>
                          <a:pt x="92" y="3"/>
                        </a:lnTo>
                        <a:lnTo>
                          <a:pt x="104" y="3"/>
                        </a:lnTo>
                        <a:lnTo>
                          <a:pt x="104" y="0"/>
                        </a:lnTo>
                        <a:lnTo>
                          <a:pt x="98" y="0"/>
                        </a:lnTo>
                        <a:lnTo>
                          <a:pt x="92" y="2"/>
                        </a:lnTo>
                        <a:lnTo>
                          <a:pt x="53" y="2"/>
                        </a:lnTo>
                        <a:lnTo>
                          <a:pt x="46" y="3"/>
                        </a:lnTo>
                        <a:lnTo>
                          <a:pt x="27" y="3"/>
                        </a:lnTo>
                        <a:lnTo>
                          <a:pt x="21" y="4"/>
                        </a:lnTo>
                        <a:lnTo>
                          <a:pt x="7" y="4"/>
                        </a:lnTo>
                        <a:lnTo>
                          <a:pt x="1" y="5"/>
                        </a:lnTo>
                        <a:lnTo>
                          <a:pt x="0" y="5"/>
                        </a:lnTo>
                        <a:lnTo>
                          <a:pt x="1" y="5"/>
                        </a:lnTo>
                        <a:lnTo>
                          <a:pt x="0" y="5"/>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8" name="Freeform 131"/>
                  <p:cNvSpPr>
                    <a:spLocks/>
                  </p:cNvSpPr>
                  <p:nvPr/>
                </p:nvSpPr>
                <p:spPr bwMode="auto">
                  <a:xfrm>
                    <a:off x="4518" y="3527"/>
                    <a:ext cx="3" cy="2"/>
                  </a:xfrm>
                  <a:custGeom>
                    <a:avLst/>
                    <a:gdLst>
                      <a:gd name="T0" fmla="*/ 1 w 6"/>
                      <a:gd name="T1" fmla="*/ 0 h 5"/>
                      <a:gd name="T2" fmla="*/ 1 w 6"/>
                      <a:gd name="T3" fmla="*/ 0 h 5"/>
                      <a:gd name="T4" fmla="*/ 1 w 6"/>
                      <a:gd name="T5" fmla="*/ 0 h 5"/>
                      <a:gd name="T6" fmla="*/ 1 w 6"/>
                      <a:gd name="T7" fmla="*/ 0 h 5"/>
                      <a:gd name="T8" fmla="*/ 1 w 6"/>
                      <a:gd name="T9" fmla="*/ 0 h 5"/>
                      <a:gd name="T10" fmla="*/ 1 w 6"/>
                      <a:gd name="T11" fmla="*/ 0 h 5"/>
                      <a:gd name="T12" fmla="*/ 1 w 6"/>
                      <a:gd name="T13" fmla="*/ 0 h 5"/>
                      <a:gd name="T14" fmla="*/ 1 w 6"/>
                      <a:gd name="T15" fmla="*/ 0 h 5"/>
                      <a:gd name="T16" fmla="*/ 1 w 6"/>
                      <a:gd name="T17" fmla="*/ 0 h 5"/>
                      <a:gd name="T18" fmla="*/ 0 w 6"/>
                      <a:gd name="T19" fmla="*/ 0 h 5"/>
                      <a:gd name="T20" fmla="*/ 1 w 6"/>
                      <a:gd name="T21" fmla="*/ 0 h 5"/>
                      <a:gd name="T22" fmla="*/ 1 w 6"/>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5"/>
                      <a:gd name="T38" fmla="*/ 6 w 6"/>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5">
                        <a:moveTo>
                          <a:pt x="3" y="0"/>
                        </a:moveTo>
                        <a:lnTo>
                          <a:pt x="2" y="2"/>
                        </a:lnTo>
                        <a:lnTo>
                          <a:pt x="5" y="5"/>
                        </a:lnTo>
                        <a:lnTo>
                          <a:pt x="6" y="5"/>
                        </a:lnTo>
                        <a:lnTo>
                          <a:pt x="5" y="2"/>
                        </a:lnTo>
                        <a:lnTo>
                          <a:pt x="5" y="1"/>
                        </a:lnTo>
                        <a:lnTo>
                          <a:pt x="3" y="0"/>
                        </a:lnTo>
                        <a:lnTo>
                          <a:pt x="3" y="2"/>
                        </a:lnTo>
                        <a:lnTo>
                          <a:pt x="3" y="0"/>
                        </a:lnTo>
                        <a:lnTo>
                          <a:pt x="0" y="0"/>
                        </a:lnTo>
                        <a:lnTo>
                          <a:pt x="2" y="2"/>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19" name="Freeform 132"/>
                  <p:cNvSpPr>
                    <a:spLocks/>
                  </p:cNvSpPr>
                  <p:nvPr/>
                </p:nvSpPr>
                <p:spPr bwMode="auto">
                  <a:xfrm>
                    <a:off x="4520" y="3524"/>
                    <a:ext cx="42" cy="4"/>
                  </a:xfrm>
                  <a:custGeom>
                    <a:avLst/>
                    <a:gdLst>
                      <a:gd name="T0" fmla="*/ 2 w 85"/>
                      <a:gd name="T1" fmla="*/ 0 h 8"/>
                      <a:gd name="T2" fmla="*/ 2 w 85"/>
                      <a:gd name="T3" fmla="*/ 0 h 8"/>
                      <a:gd name="T4" fmla="*/ 1 w 85"/>
                      <a:gd name="T5" fmla="*/ 0 h 8"/>
                      <a:gd name="T6" fmla="*/ 1 w 85"/>
                      <a:gd name="T7" fmla="*/ 1 h 8"/>
                      <a:gd name="T8" fmla="*/ 1 w 85"/>
                      <a:gd name="T9" fmla="*/ 1 h 8"/>
                      <a:gd name="T10" fmla="*/ 0 w 85"/>
                      <a:gd name="T11" fmla="*/ 1 h 8"/>
                      <a:gd name="T12" fmla="*/ 0 w 85"/>
                      <a:gd name="T13" fmla="*/ 1 h 8"/>
                      <a:gd name="T14" fmla="*/ 0 w 85"/>
                      <a:gd name="T15" fmla="*/ 1 h 8"/>
                      <a:gd name="T16" fmla="*/ 0 w 85"/>
                      <a:gd name="T17" fmla="*/ 1 h 8"/>
                      <a:gd name="T18" fmla="*/ 0 w 85"/>
                      <a:gd name="T19" fmla="*/ 1 h 8"/>
                      <a:gd name="T20" fmla="*/ 0 w 85"/>
                      <a:gd name="T21" fmla="*/ 1 h 8"/>
                      <a:gd name="T22" fmla="*/ 0 w 85"/>
                      <a:gd name="T23" fmla="*/ 1 h 8"/>
                      <a:gd name="T24" fmla="*/ 0 w 85"/>
                      <a:gd name="T25" fmla="*/ 1 h 8"/>
                      <a:gd name="T26" fmla="*/ 0 w 85"/>
                      <a:gd name="T27" fmla="*/ 1 h 8"/>
                      <a:gd name="T28" fmla="*/ 0 w 85"/>
                      <a:gd name="T29" fmla="*/ 1 h 8"/>
                      <a:gd name="T30" fmla="*/ 0 w 85"/>
                      <a:gd name="T31" fmla="*/ 1 h 8"/>
                      <a:gd name="T32" fmla="*/ 0 w 85"/>
                      <a:gd name="T33" fmla="*/ 1 h 8"/>
                      <a:gd name="T34" fmla="*/ 1 w 85"/>
                      <a:gd name="T35" fmla="*/ 1 h 8"/>
                      <a:gd name="T36" fmla="*/ 2 w 85"/>
                      <a:gd name="T37" fmla="*/ 1 h 8"/>
                      <a:gd name="T38" fmla="*/ 2 w 85"/>
                      <a:gd name="T39" fmla="*/ 1 h 8"/>
                      <a:gd name="T40" fmla="*/ 2 w 85"/>
                      <a:gd name="T41" fmla="*/ 1 h 8"/>
                      <a:gd name="T42" fmla="*/ 2 w 85"/>
                      <a:gd name="T43" fmla="*/ 1 h 8"/>
                      <a:gd name="T44" fmla="*/ 2 w 85"/>
                      <a:gd name="T45" fmla="*/ 1 h 8"/>
                      <a:gd name="T46" fmla="*/ 2 w 85"/>
                      <a:gd name="T47" fmla="*/ 0 h 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
                      <a:gd name="T73" fmla="*/ 0 h 8"/>
                      <a:gd name="T74" fmla="*/ 85 w 85"/>
                      <a:gd name="T75" fmla="*/ 8 h 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 h="8">
                        <a:moveTo>
                          <a:pt x="83" y="0"/>
                        </a:moveTo>
                        <a:lnTo>
                          <a:pt x="84" y="0"/>
                        </a:lnTo>
                        <a:lnTo>
                          <a:pt x="63" y="0"/>
                        </a:lnTo>
                        <a:lnTo>
                          <a:pt x="58" y="1"/>
                        </a:lnTo>
                        <a:lnTo>
                          <a:pt x="36" y="1"/>
                        </a:lnTo>
                        <a:lnTo>
                          <a:pt x="31" y="2"/>
                        </a:lnTo>
                        <a:lnTo>
                          <a:pt x="20" y="2"/>
                        </a:lnTo>
                        <a:lnTo>
                          <a:pt x="15" y="3"/>
                        </a:lnTo>
                        <a:lnTo>
                          <a:pt x="10" y="5"/>
                        </a:lnTo>
                        <a:lnTo>
                          <a:pt x="5" y="5"/>
                        </a:lnTo>
                        <a:lnTo>
                          <a:pt x="0" y="6"/>
                        </a:lnTo>
                        <a:lnTo>
                          <a:pt x="0" y="8"/>
                        </a:lnTo>
                        <a:lnTo>
                          <a:pt x="5" y="7"/>
                        </a:lnTo>
                        <a:lnTo>
                          <a:pt x="10" y="6"/>
                        </a:lnTo>
                        <a:lnTo>
                          <a:pt x="15" y="6"/>
                        </a:lnTo>
                        <a:lnTo>
                          <a:pt x="20" y="5"/>
                        </a:lnTo>
                        <a:lnTo>
                          <a:pt x="31" y="5"/>
                        </a:lnTo>
                        <a:lnTo>
                          <a:pt x="36" y="3"/>
                        </a:lnTo>
                        <a:lnTo>
                          <a:pt x="79" y="3"/>
                        </a:lnTo>
                        <a:lnTo>
                          <a:pt x="84" y="2"/>
                        </a:lnTo>
                        <a:lnTo>
                          <a:pt x="85" y="2"/>
                        </a:lnTo>
                        <a:lnTo>
                          <a:pt x="84" y="2"/>
                        </a:lnTo>
                        <a:lnTo>
                          <a:pt x="85" y="2"/>
                        </a:lnTo>
                        <a:lnTo>
                          <a:pt x="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0" name="Freeform 133"/>
                  <p:cNvSpPr>
                    <a:spLocks/>
                  </p:cNvSpPr>
                  <p:nvPr/>
                </p:nvSpPr>
                <p:spPr bwMode="auto">
                  <a:xfrm>
                    <a:off x="4561" y="3523"/>
                    <a:ext cx="4" cy="2"/>
                  </a:xfrm>
                  <a:custGeom>
                    <a:avLst/>
                    <a:gdLst>
                      <a:gd name="T0" fmla="*/ 1 w 7"/>
                      <a:gd name="T1" fmla="*/ 0 h 5"/>
                      <a:gd name="T2" fmla="*/ 1 w 7"/>
                      <a:gd name="T3" fmla="*/ 0 h 5"/>
                      <a:gd name="T4" fmla="*/ 1 w 7"/>
                      <a:gd name="T5" fmla="*/ 0 h 5"/>
                      <a:gd name="T6" fmla="*/ 1 w 7"/>
                      <a:gd name="T7" fmla="*/ 0 h 5"/>
                      <a:gd name="T8" fmla="*/ 1 w 7"/>
                      <a:gd name="T9" fmla="*/ 0 h 5"/>
                      <a:gd name="T10" fmla="*/ 0 w 7"/>
                      <a:gd name="T11" fmla="*/ 0 h 5"/>
                      <a:gd name="T12" fmla="*/ 1 w 7"/>
                      <a:gd name="T13" fmla="*/ 0 h 5"/>
                      <a:gd name="T14" fmla="*/ 1 w 7"/>
                      <a:gd name="T15" fmla="*/ 0 h 5"/>
                      <a:gd name="T16" fmla="*/ 1 w 7"/>
                      <a:gd name="T17" fmla="*/ 0 h 5"/>
                      <a:gd name="T18" fmla="*/ 1 w 7"/>
                      <a:gd name="T19" fmla="*/ 0 h 5"/>
                      <a:gd name="T20" fmla="*/ 1 w 7"/>
                      <a:gd name="T21" fmla="*/ 0 h 5"/>
                      <a:gd name="T22" fmla="*/ 1 w 7"/>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5"/>
                      <a:gd name="T38" fmla="*/ 7 w 7"/>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5">
                        <a:moveTo>
                          <a:pt x="5" y="1"/>
                        </a:moveTo>
                        <a:lnTo>
                          <a:pt x="5" y="0"/>
                        </a:lnTo>
                        <a:lnTo>
                          <a:pt x="5" y="1"/>
                        </a:lnTo>
                        <a:lnTo>
                          <a:pt x="4" y="1"/>
                        </a:lnTo>
                        <a:lnTo>
                          <a:pt x="2" y="3"/>
                        </a:lnTo>
                        <a:lnTo>
                          <a:pt x="0" y="3"/>
                        </a:lnTo>
                        <a:lnTo>
                          <a:pt x="2" y="5"/>
                        </a:lnTo>
                        <a:lnTo>
                          <a:pt x="4" y="5"/>
                        </a:lnTo>
                        <a:lnTo>
                          <a:pt x="5" y="4"/>
                        </a:lnTo>
                        <a:lnTo>
                          <a:pt x="6" y="4"/>
                        </a:lnTo>
                        <a:lnTo>
                          <a:pt x="7" y="1"/>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1" name="Freeform 134"/>
                  <p:cNvSpPr>
                    <a:spLocks/>
                  </p:cNvSpPr>
                  <p:nvPr/>
                </p:nvSpPr>
                <p:spPr bwMode="auto">
                  <a:xfrm>
                    <a:off x="4563" y="3521"/>
                    <a:ext cx="2" cy="2"/>
                  </a:xfrm>
                  <a:custGeom>
                    <a:avLst/>
                    <a:gdLst>
                      <a:gd name="T0" fmla="*/ 0 w 3"/>
                      <a:gd name="T1" fmla="*/ 0 h 5"/>
                      <a:gd name="T2" fmla="*/ 1 w 3"/>
                      <a:gd name="T3" fmla="*/ 0 h 5"/>
                      <a:gd name="T4" fmla="*/ 1 w 3"/>
                      <a:gd name="T5" fmla="*/ 0 h 5"/>
                      <a:gd name="T6" fmla="*/ 1 w 3"/>
                      <a:gd name="T7" fmla="*/ 0 h 5"/>
                      <a:gd name="T8" fmla="*/ 1 w 3"/>
                      <a:gd name="T9" fmla="*/ 0 h 5"/>
                      <a:gd name="T10" fmla="*/ 1 w 3"/>
                      <a:gd name="T11" fmla="*/ 0 h 5"/>
                      <a:gd name="T12" fmla="*/ 1 w 3"/>
                      <a:gd name="T13" fmla="*/ 0 h 5"/>
                      <a:gd name="T14" fmla="*/ 0 w 3"/>
                      <a:gd name="T15" fmla="*/ 0 h 5"/>
                      <a:gd name="T16" fmla="*/ 0 w 3"/>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5"/>
                      <a:gd name="T29" fmla="*/ 3 w 3"/>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5">
                        <a:moveTo>
                          <a:pt x="0" y="3"/>
                        </a:moveTo>
                        <a:lnTo>
                          <a:pt x="1" y="4"/>
                        </a:lnTo>
                        <a:lnTo>
                          <a:pt x="1" y="5"/>
                        </a:lnTo>
                        <a:lnTo>
                          <a:pt x="3" y="5"/>
                        </a:lnTo>
                        <a:lnTo>
                          <a:pt x="3" y="4"/>
                        </a:lnTo>
                        <a:lnTo>
                          <a:pt x="2" y="2"/>
                        </a:lnTo>
                        <a:lnTo>
                          <a:pt x="1" y="2"/>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2" name="Freeform 135"/>
                  <p:cNvSpPr>
                    <a:spLocks/>
                  </p:cNvSpPr>
                  <p:nvPr/>
                </p:nvSpPr>
                <p:spPr bwMode="auto">
                  <a:xfrm>
                    <a:off x="4517" y="3520"/>
                    <a:ext cx="46" cy="5"/>
                  </a:xfrm>
                  <a:custGeom>
                    <a:avLst/>
                    <a:gdLst>
                      <a:gd name="T0" fmla="*/ 0 w 93"/>
                      <a:gd name="T1" fmla="*/ 1 h 10"/>
                      <a:gd name="T2" fmla="*/ 0 w 93"/>
                      <a:gd name="T3" fmla="*/ 1 h 10"/>
                      <a:gd name="T4" fmla="*/ 0 w 93"/>
                      <a:gd name="T5" fmla="*/ 1 h 10"/>
                      <a:gd name="T6" fmla="*/ 0 w 93"/>
                      <a:gd name="T7" fmla="*/ 1 h 10"/>
                      <a:gd name="T8" fmla="*/ 0 w 93"/>
                      <a:gd name="T9" fmla="*/ 1 h 10"/>
                      <a:gd name="T10" fmla="*/ 0 w 93"/>
                      <a:gd name="T11" fmla="*/ 1 h 10"/>
                      <a:gd name="T12" fmla="*/ 1 w 93"/>
                      <a:gd name="T13" fmla="*/ 1 h 10"/>
                      <a:gd name="T14" fmla="*/ 1 w 93"/>
                      <a:gd name="T15" fmla="*/ 1 h 10"/>
                      <a:gd name="T16" fmla="*/ 1 w 93"/>
                      <a:gd name="T17" fmla="*/ 1 h 10"/>
                      <a:gd name="T18" fmla="*/ 1 w 93"/>
                      <a:gd name="T19" fmla="*/ 1 h 10"/>
                      <a:gd name="T20" fmla="*/ 2 w 93"/>
                      <a:gd name="T21" fmla="*/ 1 h 10"/>
                      <a:gd name="T22" fmla="*/ 2 w 93"/>
                      <a:gd name="T23" fmla="*/ 1 h 10"/>
                      <a:gd name="T24" fmla="*/ 2 w 93"/>
                      <a:gd name="T25" fmla="*/ 1 h 10"/>
                      <a:gd name="T26" fmla="*/ 2 w 93"/>
                      <a:gd name="T27" fmla="*/ 1 h 10"/>
                      <a:gd name="T28" fmla="*/ 2 w 93"/>
                      <a:gd name="T29" fmla="*/ 0 h 10"/>
                      <a:gd name="T30" fmla="*/ 2 w 93"/>
                      <a:gd name="T31" fmla="*/ 0 h 10"/>
                      <a:gd name="T32" fmla="*/ 1 w 93"/>
                      <a:gd name="T33" fmla="*/ 1 h 10"/>
                      <a:gd name="T34" fmla="*/ 1 w 93"/>
                      <a:gd name="T35" fmla="*/ 1 h 10"/>
                      <a:gd name="T36" fmla="*/ 1 w 93"/>
                      <a:gd name="T37" fmla="*/ 1 h 10"/>
                      <a:gd name="T38" fmla="*/ 1 w 93"/>
                      <a:gd name="T39" fmla="*/ 1 h 10"/>
                      <a:gd name="T40" fmla="*/ 0 w 93"/>
                      <a:gd name="T41" fmla="*/ 1 h 10"/>
                      <a:gd name="T42" fmla="*/ 0 w 93"/>
                      <a:gd name="T43" fmla="*/ 1 h 10"/>
                      <a:gd name="T44" fmla="*/ 0 w 93"/>
                      <a:gd name="T45" fmla="*/ 1 h 10"/>
                      <a:gd name="T46" fmla="*/ 0 w 93"/>
                      <a:gd name="T47" fmla="*/ 1 h 10"/>
                      <a:gd name="T48" fmla="*/ 0 w 93"/>
                      <a:gd name="T49" fmla="*/ 1 h 10"/>
                      <a:gd name="T50" fmla="*/ 0 w 93"/>
                      <a:gd name="T51" fmla="*/ 1 h 10"/>
                      <a:gd name="T52" fmla="*/ 0 w 93"/>
                      <a:gd name="T53" fmla="*/ 1 h 10"/>
                      <a:gd name="T54" fmla="*/ 0 w 93"/>
                      <a:gd name="T55" fmla="*/ 1 h 10"/>
                      <a:gd name="T56" fmla="*/ 0 w 93"/>
                      <a:gd name="T57" fmla="*/ 1 h 10"/>
                      <a:gd name="T58" fmla="*/ 0 w 93"/>
                      <a:gd name="T59" fmla="*/ 1 h 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93"/>
                      <a:gd name="T91" fmla="*/ 0 h 10"/>
                      <a:gd name="T92" fmla="*/ 93 w 93"/>
                      <a:gd name="T93" fmla="*/ 10 h 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93" h="10">
                        <a:moveTo>
                          <a:pt x="0" y="10"/>
                        </a:moveTo>
                        <a:lnTo>
                          <a:pt x="8" y="10"/>
                        </a:lnTo>
                        <a:lnTo>
                          <a:pt x="14" y="9"/>
                        </a:lnTo>
                        <a:lnTo>
                          <a:pt x="19" y="8"/>
                        </a:lnTo>
                        <a:lnTo>
                          <a:pt x="25" y="8"/>
                        </a:lnTo>
                        <a:lnTo>
                          <a:pt x="30" y="6"/>
                        </a:lnTo>
                        <a:lnTo>
                          <a:pt x="36" y="5"/>
                        </a:lnTo>
                        <a:lnTo>
                          <a:pt x="42" y="5"/>
                        </a:lnTo>
                        <a:lnTo>
                          <a:pt x="47" y="4"/>
                        </a:lnTo>
                        <a:lnTo>
                          <a:pt x="59" y="4"/>
                        </a:lnTo>
                        <a:lnTo>
                          <a:pt x="64" y="3"/>
                        </a:lnTo>
                        <a:lnTo>
                          <a:pt x="86" y="3"/>
                        </a:lnTo>
                        <a:lnTo>
                          <a:pt x="93" y="4"/>
                        </a:lnTo>
                        <a:lnTo>
                          <a:pt x="93" y="1"/>
                        </a:lnTo>
                        <a:lnTo>
                          <a:pt x="86" y="0"/>
                        </a:lnTo>
                        <a:lnTo>
                          <a:pt x="64" y="0"/>
                        </a:lnTo>
                        <a:lnTo>
                          <a:pt x="59" y="1"/>
                        </a:lnTo>
                        <a:lnTo>
                          <a:pt x="47" y="1"/>
                        </a:lnTo>
                        <a:lnTo>
                          <a:pt x="42" y="3"/>
                        </a:lnTo>
                        <a:lnTo>
                          <a:pt x="36" y="4"/>
                        </a:lnTo>
                        <a:lnTo>
                          <a:pt x="30" y="4"/>
                        </a:lnTo>
                        <a:lnTo>
                          <a:pt x="25" y="5"/>
                        </a:lnTo>
                        <a:lnTo>
                          <a:pt x="19" y="5"/>
                        </a:lnTo>
                        <a:lnTo>
                          <a:pt x="14" y="6"/>
                        </a:lnTo>
                        <a:lnTo>
                          <a:pt x="8" y="8"/>
                        </a:lnTo>
                        <a:lnTo>
                          <a:pt x="2" y="8"/>
                        </a:lnTo>
                        <a:lnTo>
                          <a:pt x="3" y="9"/>
                        </a:lnTo>
                        <a:lnTo>
                          <a:pt x="0" y="10"/>
                        </a:lnTo>
                        <a:lnTo>
                          <a:pt x="2" y="1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3" name="Freeform 136"/>
                  <p:cNvSpPr>
                    <a:spLocks/>
                  </p:cNvSpPr>
                  <p:nvPr/>
                </p:nvSpPr>
                <p:spPr bwMode="auto">
                  <a:xfrm>
                    <a:off x="4455" y="3476"/>
                    <a:ext cx="63" cy="49"/>
                  </a:xfrm>
                  <a:custGeom>
                    <a:avLst/>
                    <a:gdLst>
                      <a:gd name="T0" fmla="*/ 1 w 126"/>
                      <a:gd name="T1" fmla="*/ 0 h 97"/>
                      <a:gd name="T2" fmla="*/ 1 w 126"/>
                      <a:gd name="T3" fmla="*/ 1 h 97"/>
                      <a:gd name="T4" fmla="*/ 1 w 126"/>
                      <a:gd name="T5" fmla="*/ 1 h 97"/>
                      <a:gd name="T6" fmla="*/ 1 w 126"/>
                      <a:gd name="T7" fmla="*/ 1 h 97"/>
                      <a:gd name="T8" fmla="*/ 1 w 126"/>
                      <a:gd name="T9" fmla="*/ 1 h 97"/>
                      <a:gd name="T10" fmla="*/ 2 w 126"/>
                      <a:gd name="T11" fmla="*/ 1 h 97"/>
                      <a:gd name="T12" fmla="*/ 2 w 126"/>
                      <a:gd name="T13" fmla="*/ 1 h 97"/>
                      <a:gd name="T14" fmla="*/ 2 w 126"/>
                      <a:gd name="T15" fmla="*/ 2 h 97"/>
                      <a:gd name="T16" fmla="*/ 2 w 126"/>
                      <a:gd name="T17" fmla="*/ 2 h 97"/>
                      <a:gd name="T18" fmla="*/ 3 w 126"/>
                      <a:gd name="T19" fmla="*/ 2 h 97"/>
                      <a:gd name="T20" fmla="*/ 3 w 126"/>
                      <a:gd name="T21" fmla="*/ 2 h 97"/>
                      <a:gd name="T22" fmla="*/ 3 w 126"/>
                      <a:gd name="T23" fmla="*/ 2 h 97"/>
                      <a:gd name="T24" fmla="*/ 3 w 126"/>
                      <a:gd name="T25" fmla="*/ 2 h 97"/>
                      <a:gd name="T26" fmla="*/ 4 w 126"/>
                      <a:gd name="T27" fmla="*/ 3 h 97"/>
                      <a:gd name="T28" fmla="*/ 4 w 126"/>
                      <a:gd name="T29" fmla="*/ 3 h 97"/>
                      <a:gd name="T30" fmla="*/ 4 w 126"/>
                      <a:gd name="T31" fmla="*/ 3 h 97"/>
                      <a:gd name="T32" fmla="*/ 4 w 126"/>
                      <a:gd name="T33" fmla="*/ 3 h 97"/>
                      <a:gd name="T34" fmla="*/ 4 w 126"/>
                      <a:gd name="T35" fmla="*/ 4 h 97"/>
                      <a:gd name="T36" fmla="*/ 4 w 126"/>
                      <a:gd name="T37" fmla="*/ 3 h 97"/>
                      <a:gd name="T38" fmla="*/ 4 w 126"/>
                      <a:gd name="T39" fmla="*/ 3 h 97"/>
                      <a:gd name="T40" fmla="*/ 4 w 126"/>
                      <a:gd name="T41" fmla="*/ 3 h 97"/>
                      <a:gd name="T42" fmla="*/ 4 w 126"/>
                      <a:gd name="T43" fmla="*/ 3 h 97"/>
                      <a:gd name="T44" fmla="*/ 4 w 126"/>
                      <a:gd name="T45" fmla="*/ 3 h 97"/>
                      <a:gd name="T46" fmla="*/ 3 w 126"/>
                      <a:gd name="T47" fmla="*/ 2 h 97"/>
                      <a:gd name="T48" fmla="*/ 3 w 126"/>
                      <a:gd name="T49" fmla="*/ 2 h 97"/>
                      <a:gd name="T50" fmla="*/ 3 w 126"/>
                      <a:gd name="T51" fmla="*/ 2 h 97"/>
                      <a:gd name="T52" fmla="*/ 3 w 126"/>
                      <a:gd name="T53" fmla="*/ 2 h 97"/>
                      <a:gd name="T54" fmla="*/ 2 w 126"/>
                      <a:gd name="T55" fmla="*/ 2 h 97"/>
                      <a:gd name="T56" fmla="*/ 2 w 126"/>
                      <a:gd name="T57" fmla="*/ 1 h 97"/>
                      <a:gd name="T58" fmla="*/ 2 w 126"/>
                      <a:gd name="T59" fmla="*/ 1 h 97"/>
                      <a:gd name="T60" fmla="*/ 2 w 126"/>
                      <a:gd name="T61" fmla="*/ 1 h 97"/>
                      <a:gd name="T62" fmla="*/ 1 w 126"/>
                      <a:gd name="T63" fmla="*/ 1 h 97"/>
                      <a:gd name="T64" fmla="*/ 1 w 126"/>
                      <a:gd name="T65" fmla="*/ 1 h 97"/>
                      <a:gd name="T66" fmla="*/ 1 w 126"/>
                      <a:gd name="T67" fmla="*/ 1 h 97"/>
                      <a:gd name="T68" fmla="*/ 1 w 126"/>
                      <a:gd name="T69" fmla="*/ 0 h 97"/>
                      <a:gd name="T70" fmla="*/ 1 w 126"/>
                      <a:gd name="T71" fmla="*/ 1 h 97"/>
                      <a:gd name="T72" fmla="*/ 1 w 126"/>
                      <a:gd name="T73" fmla="*/ 0 h 97"/>
                      <a:gd name="T74" fmla="*/ 0 w 126"/>
                      <a:gd name="T75" fmla="*/ 0 h 97"/>
                      <a:gd name="T76" fmla="*/ 1 w 126"/>
                      <a:gd name="T77" fmla="*/ 1 h 97"/>
                      <a:gd name="T78" fmla="*/ 1 w 126"/>
                      <a:gd name="T79" fmla="*/ 0 h 9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26"/>
                      <a:gd name="T121" fmla="*/ 0 h 97"/>
                      <a:gd name="T122" fmla="*/ 126 w 126"/>
                      <a:gd name="T123" fmla="*/ 97 h 9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26" h="97">
                        <a:moveTo>
                          <a:pt x="3" y="0"/>
                        </a:moveTo>
                        <a:lnTo>
                          <a:pt x="3" y="2"/>
                        </a:lnTo>
                        <a:lnTo>
                          <a:pt x="10" y="7"/>
                        </a:lnTo>
                        <a:lnTo>
                          <a:pt x="19" y="13"/>
                        </a:lnTo>
                        <a:lnTo>
                          <a:pt x="26" y="18"/>
                        </a:lnTo>
                        <a:lnTo>
                          <a:pt x="35" y="24"/>
                        </a:lnTo>
                        <a:lnTo>
                          <a:pt x="42" y="29"/>
                        </a:lnTo>
                        <a:lnTo>
                          <a:pt x="51" y="34"/>
                        </a:lnTo>
                        <a:lnTo>
                          <a:pt x="59" y="39"/>
                        </a:lnTo>
                        <a:lnTo>
                          <a:pt x="67" y="45"/>
                        </a:lnTo>
                        <a:lnTo>
                          <a:pt x="75" y="50"/>
                        </a:lnTo>
                        <a:lnTo>
                          <a:pt x="83" y="56"/>
                        </a:lnTo>
                        <a:lnTo>
                          <a:pt x="90" y="63"/>
                        </a:lnTo>
                        <a:lnTo>
                          <a:pt x="97" y="69"/>
                        </a:lnTo>
                        <a:lnTo>
                          <a:pt x="105" y="75"/>
                        </a:lnTo>
                        <a:lnTo>
                          <a:pt x="111" y="82"/>
                        </a:lnTo>
                        <a:lnTo>
                          <a:pt x="118" y="90"/>
                        </a:lnTo>
                        <a:lnTo>
                          <a:pt x="123" y="97"/>
                        </a:lnTo>
                        <a:lnTo>
                          <a:pt x="126" y="96"/>
                        </a:lnTo>
                        <a:lnTo>
                          <a:pt x="120" y="87"/>
                        </a:lnTo>
                        <a:lnTo>
                          <a:pt x="113" y="80"/>
                        </a:lnTo>
                        <a:lnTo>
                          <a:pt x="106" y="72"/>
                        </a:lnTo>
                        <a:lnTo>
                          <a:pt x="99" y="66"/>
                        </a:lnTo>
                        <a:lnTo>
                          <a:pt x="91" y="60"/>
                        </a:lnTo>
                        <a:lnTo>
                          <a:pt x="84" y="54"/>
                        </a:lnTo>
                        <a:lnTo>
                          <a:pt x="76" y="49"/>
                        </a:lnTo>
                        <a:lnTo>
                          <a:pt x="68" y="43"/>
                        </a:lnTo>
                        <a:lnTo>
                          <a:pt x="60" y="38"/>
                        </a:lnTo>
                        <a:lnTo>
                          <a:pt x="52" y="32"/>
                        </a:lnTo>
                        <a:lnTo>
                          <a:pt x="43" y="27"/>
                        </a:lnTo>
                        <a:lnTo>
                          <a:pt x="36" y="22"/>
                        </a:lnTo>
                        <a:lnTo>
                          <a:pt x="27" y="17"/>
                        </a:lnTo>
                        <a:lnTo>
                          <a:pt x="20" y="11"/>
                        </a:lnTo>
                        <a:lnTo>
                          <a:pt x="11" y="6"/>
                        </a:lnTo>
                        <a:lnTo>
                          <a:pt x="4" y="0"/>
                        </a:lnTo>
                        <a:lnTo>
                          <a:pt x="4" y="2"/>
                        </a:lnTo>
                        <a:lnTo>
                          <a:pt x="3" y="0"/>
                        </a:lnTo>
                        <a:lnTo>
                          <a:pt x="0" y="0"/>
                        </a:lnTo>
                        <a:lnTo>
                          <a:pt x="3" y="2"/>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4" name="Freeform 137"/>
                  <p:cNvSpPr>
                    <a:spLocks/>
                  </p:cNvSpPr>
                  <p:nvPr/>
                </p:nvSpPr>
                <p:spPr bwMode="auto">
                  <a:xfrm>
                    <a:off x="4456" y="3476"/>
                    <a:ext cx="76" cy="23"/>
                  </a:xfrm>
                  <a:custGeom>
                    <a:avLst/>
                    <a:gdLst>
                      <a:gd name="T0" fmla="*/ 5 w 151"/>
                      <a:gd name="T1" fmla="*/ 1 h 47"/>
                      <a:gd name="T2" fmla="*/ 5 w 151"/>
                      <a:gd name="T3" fmla="*/ 1 h 47"/>
                      <a:gd name="T4" fmla="*/ 5 w 151"/>
                      <a:gd name="T5" fmla="*/ 1 h 47"/>
                      <a:gd name="T6" fmla="*/ 5 w 151"/>
                      <a:gd name="T7" fmla="*/ 1 h 47"/>
                      <a:gd name="T8" fmla="*/ 5 w 151"/>
                      <a:gd name="T9" fmla="*/ 1 h 47"/>
                      <a:gd name="T10" fmla="*/ 5 w 151"/>
                      <a:gd name="T11" fmla="*/ 1 h 47"/>
                      <a:gd name="T12" fmla="*/ 4 w 151"/>
                      <a:gd name="T13" fmla="*/ 1 h 47"/>
                      <a:gd name="T14" fmla="*/ 4 w 151"/>
                      <a:gd name="T15" fmla="*/ 0 h 47"/>
                      <a:gd name="T16" fmla="*/ 4 w 151"/>
                      <a:gd name="T17" fmla="*/ 0 h 47"/>
                      <a:gd name="T18" fmla="*/ 4 w 151"/>
                      <a:gd name="T19" fmla="*/ 0 h 47"/>
                      <a:gd name="T20" fmla="*/ 4 w 151"/>
                      <a:gd name="T21" fmla="*/ 0 h 47"/>
                      <a:gd name="T22" fmla="*/ 4 w 151"/>
                      <a:gd name="T23" fmla="*/ 0 h 47"/>
                      <a:gd name="T24" fmla="*/ 4 w 151"/>
                      <a:gd name="T25" fmla="*/ 0 h 47"/>
                      <a:gd name="T26" fmla="*/ 3 w 151"/>
                      <a:gd name="T27" fmla="*/ 0 h 47"/>
                      <a:gd name="T28" fmla="*/ 3 w 151"/>
                      <a:gd name="T29" fmla="*/ 0 h 47"/>
                      <a:gd name="T30" fmla="*/ 3 w 151"/>
                      <a:gd name="T31" fmla="*/ 0 h 47"/>
                      <a:gd name="T32" fmla="*/ 3 w 151"/>
                      <a:gd name="T33" fmla="*/ 0 h 47"/>
                      <a:gd name="T34" fmla="*/ 3 w 151"/>
                      <a:gd name="T35" fmla="*/ 0 h 47"/>
                      <a:gd name="T36" fmla="*/ 3 w 151"/>
                      <a:gd name="T37" fmla="*/ 0 h 47"/>
                      <a:gd name="T38" fmla="*/ 3 w 151"/>
                      <a:gd name="T39" fmla="*/ 0 h 47"/>
                      <a:gd name="T40" fmla="*/ 2 w 151"/>
                      <a:gd name="T41" fmla="*/ 0 h 47"/>
                      <a:gd name="T42" fmla="*/ 2 w 151"/>
                      <a:gd name="T43" fmla="*/ 0 h 47"/>
                      <a:gd name="T44" fmla="*/ 2 w 151"/>
                      <a:gd name="T45" fmla="*/ 0 h 47"/>
                      <a:gd name="T46" fmla="*/ 2 w 151"/>
                      <a:gd name="T47" fmla="*/ 0 h 47"/>
                      <a:gd name="T48" fmla="*/ 2 w 151"/>
                      <a:gd name="T49" fmla="*/ 0 h 47"/>
                      <a:gd name="T50" fmla="*/ 2 w 151"/>
                      <a:gd name="T51" fmla="*/ 0 h 47"/>
                      <a:gd name="T52" fmla="*/ 1 w 151"/>
                      <a:gd name="T53" fmla="*/ 0 h 47"/>
                      <a:gd name="T54" fmla="*/ 1 w 151"/>
                      <a:gd name="T55" fmla="*/ 0 h 47"/>
                      <a:gd name="T56" fmla="*/ 0 w 151"/>
                      <a:gd name="T57" fmla="*/ 0 h 47"/>
                      <a:gd name="T58" fmla="*/ 1 w 151"/>
                      <a:gd name="T59" fmla="*/ 0 h 47"/>
                      <a:gd name="T60" fmla="*/ 1 w 151"/>
                      <a:gd name="T61" fmla="*/ 0 h 47"/>
                      <a:gd name="T62" fmla="*/ 1 w 151"/>
                      <a:gd name="T63" fmla="*/ 0 h 47"/>
                      <a:gd name="T64" fmla="*/ 2 w 151"/>
                      <a:gd name="T65" fmla="*/ 0 h 47"/>
                      <a:gd name="T66" fmla="*/ 2 w 151"/>
                      <a:gd name="T67" fmla="*/ 0 h 47"/>
                      <a:gd name="T68" fmla="*/ 2 w 151"/>
                      <a:gd name="T69" fmla="*/ 0 h 47"/>
                      <a:gd name="T70" fmla="*/ 2 w 151"/>
                      <a:gd name="T71" fmla="*/ 0 h 47"/>
                      <a:gd name="T72" fmla="*/ 2 w 151"/>
                      <a:gd name="T73" fmla="*/ 0 h 47"/>
                      <a:gd name="T74" fmla="*/ 2 w 151"/>
                      <a:gd name="T75" fmla="*/ 0 h 47"/>
                      <a:gd name="T76" fmla="*/ 3 w 151"/>
                      <a:gd name="T77" fmla="*/ 0 h 47"/>
                      <a:gd name="T78" fmla="*/ 3 w 151"/>
                      <a:gd name="T79" fmla="*/ 0 h 47"/>
                      <a:gd name="T80" fmla="*/ 3 w 151"/>
                      <a:gd name="T81" fmla="*/ 0 h 47"/>
                      <a:gd name="T82" fmla="*/ 3 w 151"/>
                      <a:gd name="T83" fmla="*/ 0 h 47"/>
                      <a:gd name="T84" fmla="*/ 3 w 151"/>
                      <a:gd name="T85" fmla="*/ 0 h 47"/>
                      <a:gd name="T86" fmla="*/ 3 w 151"/>
                      <a:gd name="T87" fmla="*/ 0 h 47"/>
                      <a:gd name="T88" fmla="*/ 3 w 151"/>
                      <a:gd name="T89" fmla="*/ 0 h 47"/>
                      <a:gd name="T90" fmla="*/ 4 w 151"/>
                      <a:gd name="T91" fmla="*/ 0 h 47"/>
                      <a:gd name="T92" fmla="*/ 4 w 151"/>
                      <a:gd name="T93" fmla="*/ 0 h 47"/>
                      <a:gd name="T94" fmla="*/ 4 w 151"/>
                      <a:gd name="T95" fmla="*/ 0 h 47"/>
                      <a:gd name="T96" fmla="*/ 4 w 151"/>
                      <a:gd name="T97" fmla="*/ 0 h 47"/>
                      <a:gd name="T98" fmla="*/ 4 w 151"/>
                      <a:gd name="T99" fmla="*/ 0 h 47"/>
                      <a:gd name="T100" fmla="*/ 4 w 151"/>
                      <a:gd name="T101" fmla="*/ 1 h 47"/>
                      <a:gd name="T102" fmla="*/ 4 w 151"/>
                      <a:gd name="T103" fmla="*/ 1 h 47"/>
                      <a:gd name="T104" fmla="*/ 4 w 151"/>
                      <a:gd name="T105" fmla="*/ 1 h 47"/>
                      <a:gd name="T106" fmla="*/ 5 w 151"/>
                      <a:gd name="T107" fmla="*/ 1 h 47"/>
                      <a:gd name="T108" fmla="*/ 5 w 151"/>
                      <a:gd name="T109" fmla="*/ 1 h 47"/>
                      <a:gd name="T110" fmla="*/ 5 w 151"/>
                      <a:gd name="T111" fmla="*/ 1 h 47"/>
                      <a:gd name="T112" fmla="*/ 5 w 151"/>
                      <a:gd name="T113" fmla="*/ 1 h 47"/>
                      <a:gd name="T114" fmla="*/ 5 w 151"/>
                      <a:gd name="T115" fmla="*/ 1 h 47"/>
                      <a:gd name="T116" fmla="*/ 5 w 151"/>
                      <a:gd name="T117" fmla="*/ 1 h 47"/>
                      <a:gd name="T118" fmla="*/ 5 w 151"/>
                      <a:gd name="T119" fmla="*/ 1 h 4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51"/>
                      <a:gd name="T181" fmla="*/ 0 h 47"/>
                      <a:gd name="T182" fmla="*/ 151 w 151"/>
                      <a:gd name="T183" fmla="*/ 47 h 4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51" h="47">
                        <a:moveTo>
                          <a:pt x="151" y="45"/>
                        </a:moveTo>
                        <a:lnTo>
                          <a:pt x="147" y="42"/>
                        </a:lnTo>
                        <a:lnTo>
                          <a:pt x="142" y="41"/>
                        </a:lnTo>
                        <a:lnTo>
                          <a:pt x="138" y="39"/>
                        </a:lnTo>
                        <a:lnTo>
                          <a:pt x="134" y="36"/>
                        </a:lnTo>
                        <a:lnTo>
                          <a:pt x="129" y="35"/>
                        </a:lnTo>
                        <a:lnTo>
                          <a:pt x="125" y="33"/>
                        </a:lnTo>
                        <a:lnTo>
                          <a:pt x="120" y="30"/>
                        </a:lnTo>
                        <a:lnTo>
                          <a:pt x="115" y="29"/>
                        </a:lnTo>
                        <a:lnTo>
                          <a:pt x="112" y="26"/>
                        </a:lnTo>
                        <a:lnTo>
                          <a:pt x="107" y="24"/>
                        </a:lnTo>
                        <a:lnTo>
                          <a:pt x="102" y="21"/>
                        </a:lnTo>
                        <a:lnTo>
                          <a:pt x="97" y="20"/>
                        </a:lnTo>
                        <a:lnTo>
                          <a:pt x="93" y="18"/>
                        </a:lnTo>
                        <a:lnTo>
                          <a:pt x="88" y="16"/>
                        </a:lnTo>
                        <a:lnTo>
                          <a:pt x="83" y="14"/>
                        </a:lnTo>
                        <a:lnTo>
                          <a:pt x="80" y="13"/>
                        </a:lnTo>
                        <a:lnTo>
                          <a:pt x="75" y="10"/>
                        </a:lnTo>
                        <a:lnTo>
                          <a:pt x="70" y="9"/>
                        </a:lnTo>
                        <a:lnTo>
                          <a:pt x="65" y="8"/>
                        </a:lnTo>
                        <a:lnTo>
                          <a:pt x="60" y="7"/>
                        </a:lnTo>
                        <a:lnTo>
                          <a:pt x="56" y="5"/>
                        </a:lnTo>
                        <a:lnTo>
                          <a:pt x="51" y="4"/>
                        </a:lnTo>
                        <a:lnTo>
                          <a:pt x="46" y="3"/>
                        </a:lnTo>
                        <a:lnTo>
                          <a:pt x="41" y="2"/>
                        </a:lnTo>
                        <a:lnTo>
                          <a:pt x="37" y="2"/>
                        </a:lnTo>
                        <a:lnTo>
                          <a:pt x="32" y="0"/>
                        </a:lnTo>
                        <a:lnTo>
                          <a:pt x="6" y="0"/>
                        </a:lnTo>
                        <a:lnTo>
                          <a:pt x="0" y="2"/>
                        </a:lnTo>
                        <a:lnTo>
                          <a:pt x="1" y="4"/>
                        </a:lnTo>
                        <a:lnTo>
                          <a:pt x="6" y="3"/>
                        </a:lnTo>
                        <a:lnTo>
                          <a:pt x="32" y="3"/>
                        </a:lnTo>
                        <a:lnTo>
                          <a:pt x="37" y="4"/>
                        </a:lnTo>
                        <a:lnTo>
                          <a:pt x="41" y="4"/>
                        </a:lnTo>
                        <a:lnTo>
                          <a:pt x="45" y="5"/>
                        </a:lnTo>
                        <a:lnTo>
                          <a:pt x="51" y="7"/>
                        </a:lnTo>
                        <a:lnTo>
                          <a:pt x="55" y="7"/>
                        </a:lnTo>
                        <a:lnTo>
                          <a:pt x="60" y="8"/>
                        </a:lnTo>
                        <a:lnTo>
                          <a:pt x="65" y="10"/>
                        </a:lnTo>
                        <a:lnTo>
                          <a:pt x="70" y="12"/>
                        </a:lnTo>
                        <a:lnTo>
                          <a:pt x="73" y="13"/>
                        </a:lnTo>
                        <a:lnTo>
                          <a:pt x="78" y="15"/>
                        </a:lnTo>
                        <a:lnTo>
                          <a:pt x="83" y="16"/>
                        </a:lnTo>
                        <a:lnTo>
                          <a:pt x="87" y="19"/>
                        </a:lnTo>
                        <a:lnTo>
                          <a:pt x="92" y="20"/>
                        </a:lnTo>
                        <a:lnTo>
                          <a:pt x="97" y="23"/>
                        </a:lnTo>
                        <a:lnTo>
                          <a:pt x="101" y="24"/>
                        </a:lnTo>
                        <a:lnTo>
                          <a:pt x="105" y="26"/>
                        </a:lnTo>
                        <a:lnTo>
                          <a:pt x="110" y="29"/>
                        </a:lnTo>
                        <a:lnTo>
                          <a:pt x="114" y="31"/>
                        </a:lnTo>
                        <a:lnTo>
                          <a:pt x="119" y="33"/>
                        </a:lnTo>
                        <a:lnTo>
                          <a:pt x="124" y="35"/>
                        </a:lnTo>
                        <a:lnTo>
                          <a:pt x="128" y="37"/>
                        </a:lnTo>
                        <a:lnTo>
                          <a:pt x="133" y="39"/>
                        </a:lnTo>
                        <a:lnTo>
                          <a:pt x="138" y="41"/>
                        </a:lnTo>
                        <a:lnTo>
                          <a:pt x="141" y="44"/>
                        </a:lnTo>
                        <a:lnTo>
                          <a:pt x="146" y="45"/>
                        </a:lnTo>
                        <a:lnTo>
                          <a:pt x="151" y="47"/>
                        </a:lnTo>
                        <a:lnTo>
                          <a:pt x="150" y="47"/>
                        </a:lnTo>
                        <a:lnTo>
                          <a:pt x="151"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5" name="Freeform 138"/>
                  <p:cNvSpPr>
                    <a:spLocks/>
                  </p:cNvSpPr>
                  <p:nvPr/>
                </p:nvSpPr>
                <p:spPr bwMode="auto">
                  <a:xfrm>
                    <a:off x="4168" y="3478"/>
                    <a:ext cx="21" cy="2"/>
                  </a:xfrm>
                  <a:custGeom>
                    <a:avLst/>
                    <a:gdLst>
                      <a:gd name="T0" fmla="*/ 2 w 42"/>
                      <a:gd name="T1" fmla="*/ 1 h 4"/>
                      <a:gd name="T2" fmla="*/ 2 w 42"/>
                      <a:gd name="T3" fmla="*/ 1 h 4"/>
                      <a:gd name="T4" fmla="*/ 1 w 42"/>
                      <a:gd name="T5" fmla="*/ 1 h 4"/>
                      <a:gd name="T6" fmla="*/ 1 w 42"/>
                      <a:gd name="T7" fmla="*/ 1 h 4"/>
                      <a:gd name="T8" fmla="*/ 1 w 42"/>
                      <a:gd name="T9" fmla="*/ 1 h 4"/>
                      <a:gd name="T10" fmla="*/ 1 w 42"/>
                      <a:gd name="T11" fmla="*/ 1 h 4"/>
                      <a:gd name="T12" fmla="*/ 1 w 42"/>
                      <a:gd name="T13" fmla="*/ 0 h 4"/>
                      <a:gd name="T14" fmla="*/ 0 w 42"/>
                      <a:gd name="T15" fmla="*/ 0 h 4"/>
                      <a:gd name="T16" fmla="*/ 1 w 42"/>
                      <a:gd name="T17" fmla="*/ 0 h 4"/>
                      <a:gd name="T18" fmla="*/ 1 w 42"/>
                      <a:gd name="T19" fmla="*/ 1 h 4"/>
                      <a:gd name="T20" fmla="*/ 2 w 42"/>
                      <a:gd name="T21" fmla="*/ 1 h 4"/>
                      <a:gd name="T22" fmla="*/ 2 w 42"/>
                      <a:gd name="T23" fmla="*/ 1 h 4"/>
                      <a:gd name="T24" fmla="*/ 2 w 42"/>
                      <a:gd name="T25" fmla="*/ 1 h 4"/>
                      <a:gd name="T26" fmla="*/ 2 w 42"/>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4"/>
                      <a:gd name="T44" fmla="*/ 42 w 42"/>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4">
                        <a:moveTo>
                          <a:pt x="42" y="4"/>
                        </a:moveTo>
                        <a:lnTo>
                          <a:pt x="35" y="4"/>
                        </a:lnTo>
                        <a:lnTo>
                          <a:pt x="32" y="3"/>
                        </a:lnTo>
                        <a:lnTo>
                          <a:pt x="19" y="3"/>
                        </a:lnTo>
                        <a:lnTo>
                          <a:pt x="16" y="2"/>
                        </a:lnTo>
                        <a:lnTo>
                          <a:pt x="5" y="2"/>
                        </a:lnTo>
                        <a:lnTo>
                          <a:pt x="3" y="0"/>
                        </a:lnTo>
                        <a:lnTo>
                          <a:pt x="0" y="0"/>
                        </a:lnTo>
                        <a:lnTo>
                          <a:pt x="25" y="0"/>
                        </a:lnTo>
                        <a:lnTo>
                          <a:pt x="27" y="2"/>
                        </a:lnTo>
                        <a:lnTo>
                          <a:pt x="35" y="2"/>
                        </a:lnTo>
                        <a:lnTo>
                          <a:pt x="37" y="3"/>
                        </a:lnTo>
                        <a:lnTo>
                          <a:pt x="39" y="3"/>
                        </a:lnTo>
                        <a:lnTo>
                          <a:pt x="4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6" name="Freeform 139"/>
                  <p:cNvSpPr>
                    <a:spLocks/>
                  </p:cNvSpPr>
                  <p:nvPr/>
                </p:nvSpPr>
                <p:spPr bwMode="auto">
                  <a:xfrm>
                    <a:off x="4163" y="3478"/>
                    <a:ext cx="26" cy="3"/>
                  </a:xfrm>
                  <a:custGeom>
                    <a:avLst/>
                    <a:gdLst>
                      <a:gd name="T0" fmla="*/ 1 w 52"/>
                      <a:gd name="T1" fmla="*/ 0 h 6"/>
                      <a:gd name="T2" fmla="*/ 1 w 52"/>
                      <a:gd name="T3" fmla="*/ 1 h 6"/>
                      <a:gd name="T4" fmla="*/ 1 w 52"/>
                      <a:gd name="T5" fmla="*/ 1 h 6"/>
                      <a:gd name="T6" fmla="*/ 1 w 52"/>
                      <a:gd name="T7" fmla="*/ 1 h 6"/>
                      <a:gd name="T8" fmla="*/ 1 w 52"/>
                      <a:gd name="T9" fmla="*/ 1 h 6"/>
                      <a:gd name="T10" fmla="*/ 1 w 52"/>
                      <a:gd name="T11" fmla="*/ 1 h 6"/>
                      <a:gd name="T12" fmla="*/ 2 w 52"/>
                      <a:gd name="T13" fmla="*/ 1 h 6"/>
                      <a:gd name="T14" fmla="*/ 2 w 52"/>
                      <a:gd name="T15" fmla="*/ 1 h 6"/>
                      <a:gd name="T16" fmla="*/ 2 w 52"/>
                      <a:gd name="T17" fmla="*/ 1 h 6"/>
                      <a:gd name="T18" fmla="*/ 2 w 52"/>
                      <a:gd name="T19" fmla="*/ 1 h 6"/>
                      <a:gd name="T20" fmla="*/ 2 w 52"/>
                      <a:gd name="T21" fmla="*/ 1 h 6"/>
                      <a:gd name="T22" fmla="*/ 2 w 52"/>
                      <a:gd name="T23" fmla="*/ 1 h 6"/>
                      <a:gd name="T24" fmla="*/ 1 w 52"/>
                      <a:gd name="T25" fmla="*/ 1 h 6"/>
                      <a:gd name="T26" fmla="*/ 1 w 52"/>
                      <a:gd name="T27" fmla="*/ 1 h 6"/>
                      <a:gd name="T28" fmla="*/ 1 w 52"/>
                      <a:gd name="T29" fmla="*/ 1 h 6"/>
                      <a:gd name="T30" fmla="*/ 1 w 52"/>
                      <a:gd name="T31" fmla="*/ 0 h 6"/>
                      <a:gd name="T32" fmla="*/ 1 w 52"/>
                      <a:gd name="T33" fmla="*/ 0 h 6"/>
                      <a:gd name="T34" fmla="*/ 1 w 52"/>
                      <a:gd name="T35" fmla="*/ 1 h 6"/>
                      <a:gd name="T36" fmla="*/ 1 w 52"/>
                      <a:gd name="T37" fmla="*/ 0 h 6"/>
                      <a:gd name="T38" fmla="*/ 0 w 52"/>
                      <a:gd name="T39" fmla="*/ 1 h 6"/>
                      <a:gd name="T40" fmla="*/ 1 w 52"/>
                      <a:gd name="T41" fmla="*/ 1 h 6"/>
                      <a:gd name="T42" fmla="*/ 1 w 52"/>
                      <a:gd name="T43" fmla="*/ 0 h 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2"/>
                      <a:gd name="T67" fmla="*/ 0 h 6"/>
                      <a:gd name="T68" fmla="*/ 52 w 52"/>
                      <a:gd name="T69" fmla="*/ 6 h 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2" h="6">
                        <a:moveTo>
                          <a:pt x="10" y="0"/>
                        </a:moveTo>
                        <a:lnTo>
                          <a:pt x="10" y="3"/>
                        </a:lnTo>
                        <a:lnTo>
                          <a:pt x="15" y="3"/>
                        </a:lnTo>
                        <a:lnTo>
                          <a:pt x="17" y="4"/>
                        </a:lnTo>
                        <a:lnTo>
                          <a:pt x="26" y="4"/>
                        </a:lnTo>
                        <a:lnTo>
                          <a:pt x="29" y="5"/>
                        </a:lnTo>
                        <a:lnTo>
                          <a:pt x="42" y="5"/>
                        </a:lnTo>
                        <a:lnTo>
                          <a:pt x="45" y="6"/>
                        </a:lnTo>
                        <a:lnTo>
                          <a:pt x="52" y="6"/>
                        </a:lnTo>
                        <a:lnTo>
                          <a:pt x="52" y="4"/>
                        </a:lnTo>
                        <a:lnTo>
                          <a:pt x="45" y="4"/>
                        </a:lnTo>
                        <a:lnTo>
                          <a:pt x="42" y="3"/>
                        </a:lnTo>
                        <a:lnTo>
                          <a:pt x="26" y="3"/>
                        </a:lnTo>
                        <a:lnTo>
                          <a:pt x="24" y="1"/>
                        </a:lnTo>
                        <a:lnTo>
                          <a:pt x="15" y="1"/>
                        </a:lnTo>
                        <a:lnTo>
                          <a:pt x="13" y="0"/>
                        </a:lnTo>
                        <a:lnTo>
                          <a:pt x="10" y="0"/>
                        </a:lnTo>
                        <a:lnTo>
                          <a:pt x="10" y="3"/>
                        </a:lnTo>
                        <a:lnTo>
                          <a:pt x="10" y="0"/>
                        </a:lnTo>
                        <a:lnTo>
                          <a:pt x="0" y="1"/>
                        </a:lnTo>
                        <a:lnTo>
                          <a:pt x="10" y="3"/>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7" name="Freeform 140"/>
                  <p:cNvSpPr>
                    <a:spLocks/>
                  </p:cNvSpPr>
                  <p:nvPr/>
                </p:nvSpPr>
                <p:spPr bwMode="auto">
                  <a:xfrm>
                    <a:off x="4168" y="3478"/>
                    <a:ext cx="26" cy="3"/>
                  </a:xfrm>
                  <a:custGeom>
                    <a:avLst/>
                    <a:gdLst>
                      <a:gd name="T0" fmla="*/ 2 w 52"/>
                      <a:gd name="T1" fmla="*/ 1 h 6"/>
                      <a:gd name="T2" fmla="*/ 2 w 52"/>
                      <a:gd name="T3" fmla="*/ 1 h 6"/>
                      <a:gd name="T4" fmla="*/ 2 w 52"/>
                      <a:gd name="T5" fmla="*/ 1 h 6"/>
                      <a:gd name="T6" fmla="*/ 2 w 52"/>
                      <a:gd name="T7" fmla="*/ 1 h 6"/>
                      <a:gd name="T8" fmla="*/ 1 w 52"/>
                      <a:gd name="T9" fmla="*/ 1 h 6"/>
                      <a:gd name="T10" fmla="*/ 1 w 52"/>
                      <a:gd name="T11" fmla="*/ 1 h 6"/>
                      <a:gd name="T12" fmla="*/ 1 w 52"/>
                      <a:gd name="T13" fmla="*/ 0 h 6"/>
                      <a:gd name="T14" fmla="*/ 0 w 52"/>
                      <a:gd name="T15" fmla="*/ 0 h 6"/>
                      <a:gd name="T16" fmla="*/ 0 w 52"/>
                      <a:gd name="T17" fmla="*/ 1 h 6"/>
                      <a:gd name="T18" fmla="*/ 1 w 52"/>
                      <a:gd name="T19" fmla="*/ 1 h 6"/>
                      <a:gd name="T20" fmla="*/ 1 w 52"/>
                      <a:gd name="T21" fmla="*/ 1 h 6"/>
                      <a:gd name="T22" fmla="*/ 2 w 52"/>
                      <a:gd name="T23" fmla="*/ 1 h 6"/>
                      <a:gd name="T24" fmla="*/ 2 w 52"/>
                      <a:gd name="T25" fmla="*/ 1 h 6"/>
                      <a:gd name="T26" fmla="*/ 2 w 52"/>
                      <a:gd name="T27" fmla="*/ 1 h 6"/>
                      <a:gd name="T28" fmla="*/ 2 w 52"/>
                      <a:gd name="T29" fmla="*/ 1 h 6"/>
                      <a:gd name="T30" fmla="*/ 2 w 52"/>
                      <a:gd name="T31" fmla="*/ 1 h 6"/>
                      <a:gd name="T32" fmla="*/ 2 w 52"/>
                      <a:gd name="T33" fmla="*/ 1 h 6"/>
                      <a:gd name="T34" fmla="*/ 2 w 52"/>
                      <a:gd name="T35" fmla="*/ 1 h 6"/>
                      <a:gd name="T36" fmla="*/ 2 w 52"/>
                      <a:gd name="T37" fmla="*/ 1 h 6"/>
                      <a:gd name="T38" fmla="*/ 2 w 52"/>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2"/>
                      <a:gd name="T61" fmla="*/ 0 h 6"/>
                      <a:gd name="T62" fmla="*/ 52 w 52"/>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2" h="6">
                        <a:moveTo>
                          <a:pt x="42" y="6"/>
                        </a:moveTo>
                        <a:lnTo>
                          <a:pt x="42" y="4"/>
                        </a:lnTo>
                        <a:lnTo>
                          <a:pt x="39" y="3"/>
                        </a:lnTo>
                        <a:lnTo>
                          <a:pt x="35" y="3"/>
                        </a:lnTo>
                        <a:lnTo>
                          <a:pt x="32" y="1"/>
                        </a:lnTo>
                        <a:lnTo>
                          <a:pt x="27" y="1"/>
                        </a:lnTo>
                        <a:lnTo>
                          <a:pt x="25" y="0"/>
                        </a:lnTo>
                        <a:lnTo>
                          <a:pt x="0" y="0"/>
                        </a:lnTo>
                        <a:lnTo>
                          <a:pt x="0" y="3"/>
                        </a:lnTo>
                        <a:lnTo>
                          <a:pt x="27" y="3"/>
                        </a:lnTo>
                        <a:lnTo>
                          <a:pt x="30" y="4"/>
                        </a:lnTo>
                        <a:lnTo>
                          <a:pt x="35" y="4"/>
                        </a:lnTo>
                        <a:lnTo>
                          <a:pt x="37" y="5"/>
                        </a:lnTo>
                        <a:lnTo>
                          <a:pt x="39" y="5"/>
                        </a:lnTo>
                        <a:lnTo>
                          <a:pt x="42" y="6"/>
                        </a:lnTo>
                        <a:lnTo>
                          <a:pt x="42" y="4"/>
                        </a:lnTo>
                        <a:lnTo>
                          <a:pt x="42" y="6"/>
                        </a:lnTo>
                        <a:lnTo>
                          <a:pt x="52" y="6"/>
                        </a:lnTo>
                        <a:lnTo>
                          <a:pt x="42" y="4"/>
                        </a:lnTo>
                        <a:lnTo>
                          <a:pt x="4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8" name="Freeform 141"/>
                  <p:cNvSpPr>
                    <a:spLocks/>
                  </p:cNvSpPr>
                  <p:nvPr/>
                </p:nvSpPr>
                <p:spPr bwMode="auto">
                  <a:xfrm>
                    <a:off x="4237" y="3478"/>
                    <a:ext cx="14" cy="9"/>
                  </a:xfrm>
                  <a:custGeom>
                    <a:avLst/>
                    <a:gdLst>
                      <a:gd name="T0" fmla="*/ 1 w 27"/>
                      <a:gd name="T1" fmla="*/ 0 h 19"/>
                      <a:gd name="T2" fmla="*/ 1 w 27"/>
                      <a:gd name="T3" fmla="*/ 0 h 19"/>
                      <a:gd name="T4" fmla="*/ 1 w 27"/>
                      <a:gd name="T5" fmla="*/ 0 h 19"/>
                      <a:gd name="T6" fmla="*/ 1 w 27"/>
                      <a:gd name="T7" fmla="*/ 0 h 19"/>
                      <a:gd name="T8" fmla="*/ 1 w 27"/>
                      <a:gd name="T9" fmla="*/ 0 h 19"/>
                      <a:gd name="T10" fmla="*/ 1 w 27"/>
                      <a:gd name="T11" fmla="*/ 0 h 19"/>
                      <a:gd name="T12" fmla="*/ 1 w 27"/>
                      <a:gd name="T13" fmla="*/ 0 h 19"/>
                      <a:gd name="T14" fmla="*/ 1 w 27"/>
                      <a:gd name="T15" fmla="*/ 0 h 19"/>
                      <a:gd name="T16" fmla="*/ 1 w 27"/>
                      <a:gd name="T17" fmla="*/ 0 h 19"/>
                      <a:gd name="T18" fmla="*/ 1 w 27"/>
                      <a:gd name="T19" fmla="*/ 0 h 19"/>
                      <a:gd name="T20" fmla="*/ 1 w 27"/>
                      <a:gd name="T21" fmla="*/ 0 h 19"/>
                      <a:gd name="T22" fmla="*/ 1 w 27"/>
                      <a:gd name="T23" fmla="*/ 0 h 19"/>
                      <a:gd name="T24" fmla="*/ 1 w 27"/>
                      <a:gd name="T25" fmla="*/ 0 h 19"/>
                      <a:gd name="T26" fmla="*/ 1 w 27"/>
                      <a:gd name="T27" fmla="*/ 0 h 19"/>
                      <a:gd name="T28" fmla="*/ 1 w 27"/>
                      <a:gd name="T29" fmla="*/ 0 h 19"/>
                      <a:gd name="T30" fmla="*/ 1 w 27"/>
                      <a:gd name="T31" fmla="*/ 0 h 19"/>
                      <a:gd name="T32" fmla="*/ 0 w 27"/>
                      <a:gd name="T33" fmla="*/ 0 h 19"/>
                      <a:gd name="T34" fmla="*/ 0 w 27"/>
                      <a:gd name="T35" fmla="*/ 0 h 19"/>
                      <a:gd name="T36" fmla="*/ 1 w 27"/>
                      <a:gd name="T37" fmla="*/ 0 h 19"/>
                      <a:gd name="T38" fmla="*/ 1 w 27"/>
                      <a:gd name="T39" fmla="*/ 0 h 19"/>
                      <a:gd name="T40" fmla="*/ 1 w 27"/>
                      <a:gd name="T41" fmla="*/ 0 h 19"/>
                      <a:gd name="T42" fmla="*/ 1 w 27"/>
                      <a:gd name="T43" fmla="*/ 0 h 19"/>
                      <a:gd name="T44" fmla="*/ 1 w 27"/>
                      <a:gd name="T45" fmla="*/ 0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19"/>
                      <a:gd name="T71" fmla="*/ 27 w 27"/>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19">
                        <a:moveTo>
                          <a:pt x="27" y="3"/>
                        </a:moveTo>
                        <a:lnTo>
                          <a:pt x="27" y="5"/>
                        </a:lnTo>
                        <a:lnTo>
                          <a:pt x="26" y="6"/>
                        </a:lnTo>
                        <a:lnTo>
                          <a:pt x="25" y="6"/>
                        </a:lnTo>
                        <a:lnTo>
                          <a:pt x="25" y="8"/>
                        </a:lnTo>
                        <a:lnTo>
                          <a:pt x="23" y="8"/>
                        </a:lnTo>
                        <a:lnTo>
                          <a:pt x="22" y="9"/>
                        </a:lnTo>
                        <a:lnTo>
                          <a:pt x="18" y="9"/>
                        </a:lnTo>
                        <a:lnTo>
                          <a:pt x="17" y="10"/>
                        </a:lnTo>
                        <a:lnTo>
                          <a:pt x="16" y="10"/>
                        </a:lnTo>
                        <a:lnTo>
                          <a:pt x="12" y="14"/>
                        </a:lnTo>
                        <a:lnTo>
                          <a:pt x="9" y="14"/>
                        </a:lnTo>
                        <a:lnTo>
                          <a:pt x="6" y="16"/>
                        </a:lnTo>
                        <a:lnTo>
                          <a:pt x="4" y="16"/>
                        </a:lnTo>
                        <a:lnTo>
                          <a:pt x="2" y="17"/>
                        </a:lnTo>
                        <a:lnTo>
                          <a:pt x="1" y="17"/>
                        </a:lnTo>
                        <a:lnTo>
                          <a:pt x="0" y="19"/>
                        </a:lnTo>
                        <a:lnTo>
                          <a:pt x="0" y="17"/>
                        </a:lnTo>
                        <a:lnTo>
                          <a:pt x="22" y="4"/>
                        </a:lnTo>
                        <a:lnTo>
                          <a:pt x="23" y="3"/>
                        </a:lnTo>
                        <a:lnTo>
                          <a:pt x="25" y="0"/>
                        </a:lnTo>
                        <a:lnTo>
                          <a:pt x="26" y="0"/>
                        </a:lnTo>
                        <a:lnTo>
                          <a:pt x="27"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29" name="Freeform 142"/>
                  <p:cNvSpPr>
                    <a:spLocks/>
                  </p:cNvSpPr>
                  <p:nvPr/>
                </p:nvSpPr>
                <p:spPr bwMode="auto">
                  <a:xfrm>
                    <a:off x="4247" y="3479"/>
                    <a:ext cx="4" cy="4"/>
                  </a:xfrm>
                  <a:custGeom>
                    <a:avLst/>
                    <a:gdLst>
                      <a:gd name="T0" fmla="*/ 1 w 7"/>
                      <a:gd name="T1" fmla="*/ 1 h 7"/>
                      <a:gd name="T2" fmla="*/ 1 w 7"/>
                      <a:gd name="T3" fmla="*/ 1 h 7"/>
                      <a:gd name="T4" fmla="*/ 1 w 7"/>
                      <a:gd name="T5" fmla="*/ 1 h 7"/>
                      <a:gd name="T6" fmla="*/ 1 w 7"/>
                      <a:gd name="T7" fmla="*/ 1 h 7"/>
                      <a:gd name="T8" fmla="*/ 1 w 7"/>
                      <a:gd name="T9" fmla="*/ 1 h 7"/>
                      <a:gd name="T10" fmla="*/ 1 w 7"/>
                      <a:gd name="T11" fmla="*/ 1 h 7"/>
                      <a:gd name="T12" fmla="*/ 1 w 7"/>
                      <a:gd name="T13" fmla="*/ 0 h 7"/>
                      <a:gd name="T14" fmla="*/ 1 w 7"/>
                      <a:gd name="T15" fmla="*/ 0 h 7"/>
                      <a:gd name="T16" fmla="*/ 1 w 7"/>
                      <a:gd name="T17" fmla="*/ 1 h 7"/>
                      <a:gd name="T18" fmla="*/ 1 w 7"/>
                      <a:gd name="T19" fmla="*/ 1 h 7"/>
                      <a:gd name="T20" fmla="*/ 0 w 7"/>
                      <a:gd name="T21" fmla="*/ 1 h 7"/>
                      <a:gd name="T22" fmla="*/ 1 w 7"/>
                      <a:gd name="T23" fmla="*/ 1 h 7"/>
                      <a:gd name="T24" fmla="*/ 1 w 7"/>
                      <a:gd name="T25" fmla="*/ 1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7"/>
                      <a:gd name="T41" fmla="*/ 7 w 7"/>
                      <a:gd name="T42" fmla="*/ 7 h 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7">
                        <a:moveTo>
                          <a:pt x="1" y="7"/>
                        </a:moveTo>
                        <a:lnTo>
                          <a:pt x="2" y="6"/>
                        </a:lnTo>
                        <a:lnTo>
                          <a:pt x="4" y="6"/>
                        </a:lnTo>
                        <a:lnTo>
                          <a:pt x="5" y="5"/>
                        </a:lnTo>
                        <a:lnTo>
                          <a:pt x="6" y="5"/>
                        </a:lnTo>
                        <a:lnTo>
                          <a:pt x="7" y="3"/>
                        </a:lnTo>
                        <a:lnTo>
                          <a:pt x="7" y="0"/>
                        </a:lnTo>
                        <a:lnTo>
                          <a:pt x="5" y="0"/>
                        </a:lnTo>
                        <a:lnTo>
                          <a:pt x="5" y="1"/>
                        </a:lnTo>
                        <a:lnTo>
                          <a:pt x="1" y="5"/>
                        </a:lnTo>
                        <a:lnTo>
                          <a:pt x="0" y="5"/>
                        </a:lnTo>
                        <a:lnTo>
                          <a:pt x="1" y="5"/>
                        </a:lnTo>
                        <a:lnTo>
                          <a:pt x="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0" name="Freeform 143"/>
                  <p:cNvSpPr>
                    <a:spLocks/>
                  </p:cNvSpPr>
                  <p:nvPr/>
                </p:nvSpPr>
                <p:spPr bwMode="auto">
                  <a:xfrm>
                    <a:off x="4242" y="3481"/>
                    <a:ext cx="6" cy="5"/>
                  </a:xfrm>
                  <a:custGeom>
                    <a:avLst/>
                    <a:gdLst>
                      <a:gd name="T0" fmla="*/ 0 w 12"/>
                      <a:gd name="T1" fmla="*/ 1 h 8"/>
                      <a:gd name="T2" fmla="*/ 1 w 12"/>
                      <a:gd name="T3" fmla="*/ 1 h 8"/>
                      <a:gd name="T4" fmla="*/ 1 w 12"/>
                      <a:gd name="T5" fmla="*/ 1 h 8"/>
                      <a:gd name="T6" fmla="*/ 1 w 12"/>
                      <a:gd name="T7" fmla="*/ 1 h 8"/>
                      <a:gd name="T8" fmla="*/ 1 w 12"/>
                      <a:gd name="T9" fmla="*/ 1 h 8"/>
                      <a:gd name="T10" fmla="*/ 1 w 12"/>
                      <a:gd name="T11" fmla="*/ 1 h 8"/>
                      <a:gd name="T12" fmla="*/ 1 w 12"/>
                      <a:gd name="T13" fmla="*/ 1 h 8"/>
                      <a:gd name="T14" fmla="*/ 1 w 12"/>
                      <a:gd name="T15" fmla="*/ 1 h 8"/>
                      <a:gd name="T16" fmla="*/ 1 w 12"/>
                      <a:gd name="T17" fmla="*/ 1 h 8"/>
                      <a:gd name="T18" fmla="*/ 1 w 12"/>
                      <a:gd name="T19" fmla="*/ 0 h 8"/>
                      <a:gd name="T20" fmla="*/ 1 w 12"/>
                      <a:gd name="T21" fmla="*/ 0 h 8"/>
                      <a:gd name="T22" fmla="*/ 1 w 12"/>
                      <a:gd name="T23" fmla="*/ 1 h 8"/>
                      <a:gd name="T24" fmla="*/ 1 w 12"/>
                      <a:gd name="T25" fmla="*/ 1 h 8"/>
                      <a:gd name="T26" fmla="*/ 1 w 12"/>
                      <a:gd name="T27" fmla="*/ 1 h 8"/>
                      <a:gd name="T28" fmla="*/ 1 w 12"/>
                      <a:gd name="T29" fmla="*/ 1 h 8"/>
                      <a:gd name="T30" fmla="*/ 0 w 12"/>
                      <a:gd name="T31" fmla="*/ 1 h 8"/>
                      <a:gd name="T32" fmla="*/ 1 w 12"/>
                      <a:gd name="T33" fmla="*/ 1 h 8"/>
                      <a:gd name="T34" fmla="*/ 0 w 12"/>
                      <a:gd name="T35" fmla="*/ 1 h 8"/>
                      <a:gd name="T36" fmla="*/ 0 w 12"/>
                      <a:gd name="T37" fmla="*/ 1 h 8"/>
                      <a:gd name="T38" fmla="*/ 1 w 12"/>
                      <a:gd name="T39" fmla="*/ 1 h 8"/>
                      <a:gd name="T40" fmla="*/ 0 w 12"/>
                      <a:gd name="T41" fmla="*/ 1 h 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
                      <a:gd name="T64" fmla="*/ 0 h 8"/>
                      <a:gd name="T65" fmla="*/ 12 w 12"/>
                      <a:gd name="T66" fmla="*/ 8 h 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 h="8">
                        <a:moveTo>
                          <a:pt x="0" y="7"/>
                        </a:moveTo>
                        <a:lnTo>
                          <a:pt x="1" y="7"/>
                        </a:lnTo>
                        <a:lnTo>
                          <a:pt x="2" y="6"/>
                        </a:lnTo>
                        <a:lnTo>
                          <a:pt x="4" y="6"/>
                        </a:lnTo>
                        <a:lnTo>
                          <a:pt x="6" y="4"/>
                        </a:lnTo>
                        <a:lnTo>
                          <a:pt x="6" y="3"/>
                        </a:lnTo>
                        <a:lnTo>
                          <a:pt x="7" y="3"/>
                        </a:lnTo>
                        <a:lnTo>
                          <a:pt x="10" y="2"/>
                        </a:lnTo>
                        <a:lnTo>
                          <a:pt x="12" y="2"/>
                        </a:lnTo>
                        <a:lnTo>
                          <a:pt x="12" y="0"/>
                        </a:lnTo>
                        <a:lnTo>
                          <a:pt x="11" y="0"/>
                        </a:lnTo>
                        <a:lnTo>
                          <a:pt x="8" y="1"/>
                        </a:lnTo>
                        <a:lnTo>
                          <a:pt x="6" y="1"/>
                        </a:lnTo>
                        <a:lnTo>
                          <a:pt x="5" y="2"/>
                        </a:lnTo>
                        <a:lnTo>
                          <a:pt x="2" y="3"/>
                        </a:lnTo>
                        <a:lnTo>
                          <a:pt x="0" y="6"/>
                        </a:lnTo>
                        <a:lnTo>
                          <a:pt x="1" y="6"/>
                        </a:lnTo>
                        <a:lnTo>
                          <a:pt x="0" y="7"/>
                        </a:lnTo>
                        <a:lnTo>
                          <a:pt x="0" y="8"/>
                        </a:lnTo>
                        <a:lnTo>
                          <a:pt x="1" y="7"/>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1" name="Freeform 144"/>
                  <p:cNvSpPr>
                    <a:spLocks/>
                  </p:cNvSpPr>
                  <p:nvPr/>
                </p:nvSpPr>
                <p:spPr bwMode="auto">
                  <a:xfrm>
                    <a:off x="4241" y="3483"/>
                    <a:ext cx="2" cy="2"/>
                  </a:xfrm>
                  <a:custGeom>
                    <a:avLst/>
                    <a:gdLst>
                      <a:gd name="T0" fmla="*/ 2 w 2"/>
                      <a:gd name="T1" fmla="*/ 1 h 4"/>
                      <a:gd name="T2" fmla="*/ 0 w 2"/>
                      <a:gd name="T3" fmla="*/ 1 h 4"/>
                      <a:gd name="T4" fmla="*/ 1 w 2"/>
                      <a:gd name="T5" fmla="*/ 1 h 4"/>
                      <a:gd name="T6" fmla="*/ 2 w 2"/>
                      <a:gd name="T7" fmla="*/ 1 h 4"/>
                      <a:gd name="T8" fmla="*/ 2 w 2"/>
                      <a:gd name="T9" fmla="*/ 1 h 4"/>
                      <a:gd name="T10" fmla="*/ 0 w 2"/>
                      <a:gd name="T11" fmla="*/ 1 h 4"/>
                      <a:gd name="T12" fmla="*/ 2 w 2"/>
                      <a:gd name="T13" fmla="*/ 1 h 4"/>
                      <a:gd name="T14" fmla="*/ 1 w 2"/>
                      <a:gd name="T15" fmla="*/ 0 h 4"/>
                      <a:gd name="T16" fmla="*/ 0 w 2"/>
                      <a:gd name="T17" fmla="*/ 1 h 4"/>
                      <a:gd name="T18" fmla="*/ 2 w 2"/>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4"/>
                      <a:gd name="T32" fmla="*/ 2 w 2"/>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4">
                        <a:moveTo>
                          <a:pt x="2" y="4"/>
                        </a:moveTo>
                        <a:lnTo>
                          <a:pt x="0" y="3"/>
                        </a:lnTo>
                        <a:lnTo>
                          <a:pt x="1" y="4"/>
                        </a:lnTo>
                        <a:lnTo>
                          <a:pt x="2" y="3"/>
                        </a:lnTo>
                        <a:lnTo>
                          <a:pt x="2" y="1"/>
                        </a:lnTo>
                        <a:lnTo>
                          <a:pt x="0" y="1"/>
                        </a:lnTo>
                        <a:lnTo>
                          <a:pt x="2" y="1"/>
                        </a:lnTo>
                        <a:lnTo>
                          <a:pt x="1" y="0"/>
                        </a:lnTo>
                        <a:lnTo>
                          <a:pt x="0" y="1"/>
                        </a:lnTo>
                        <a:lnTo>
                          <a:pt x="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2" name="Freeform 145"/>
                  <p:cNvSpPr>
                    <a:spLocks/>
                  </p:cNvSpPr>
                  <p:nvPr/>
                </p:nvSpPr>
                <p:spPr bwMode="auto">
                  <a:xfrm>
                    <a:off x="4236" y="3484"/>
                    <a:ext cx="7" cy="4"/>
                  </a:xfrm>
                  <a:custGeom>
                    <a:avLst/>
                    <a:gdLst>
                      <a:gd name="T0" fmla="*/ 0 w 13"/>
                      <a:gd name="T1" fmla="*/ 0 h 9"/>
                      <a:gd name="T2" fmla="*/ 1 w 13"/>
                      <a:gd name="T3" fmla="*/ 0 h 9"/>
                      <a:gd name="T4" fmla="*/ 1 w 13"/>
                      <a:gd name="T5" fmla="*/ 0 h 9"/>
                      <a:gd name="T6" fmla="*/ 1 w 13"/>
                      <a:gd name="T7" fmla="*/ 0 h 9"/>
                      <a:gd name="T8" fmla="*/ 1 w 13"/>
                      <a:gd name="T9" fmla="*/ 0 h 9"/>
                      <a:gd name="T10" fmla="*/ 1 w 13"/>
                      <a:gd name="T11" fmla="*/ 0 h 9"/>
                      <a:gd name="T12" fmla="*/ 1 w 13"/>
                      <a:gd name="T13" fmla="*/ 0 h 9"/>
                      <a:gd name="T14" fmla="*/ 1 w 13"/>
                      <a:gd name="T15" fmla="*/ 0 h 9"/>
                      <a:gd name="T16" fmla="*/ 1 w 13"/>
                      <a:gd name="T17" fmla="*/ 0 h 9"/>
                      <a:gd name="T18" fmla="*/ 1 w 13"/>
                      <a:gd name="T19" fmla="*/ 0 h 9"/>
                      <a:gd name="T20" fmla="*/ 1 w 13"/>
                      <a:gd name="T21" fmla="*/ 0 h 9"/>
                      <a:gd name="T22" fmla="*/ 1 w 13"/>
                      <a:gd name="T23" fmla="*/ 0 h 9"/>
                      <a:gd name="T24" fmla="*/ 1 w 13"/>
                      <a:gd name="T25" fmla="*/ 0 h 9"/>
                      <a:gd name="T26" fmla="*/ 1 w 13"/>
                      <a:gd name="T27" fmla="*/ 0 h 9"/>
                      <a:gd name="T28" fmla="*/ 1 w 13"/>
                      <a:gd name="T29" fmla="*/ 0 h 9"/>
                      <a:gd name="T30" fmla="*/ 1 w 13"/>
                      <a:gd name="T31" fmla="*/ 0 h 9"/>
                      <a:gd name="T32" fmla="*/ 1 w 13"/>
                      <a:gd name="T33" fmla="*/ 0 h 9"/>
                      <a:gd name="T34" fmla="*/ 1 w 13"/>
                      <a:gd name="T35" fmla="*/ 0 h 9"/>
                      <a:gd name="T36" fmla="*/ 1 w 13"/>
                      <a:gd name="T37" fmla="*/ 0 h 9"/>
                      <a:gd name="T38" fmla="*/ 0 w 13"/>
                      <a:gd name="T39" fmla="*/ 0 h 9"/>
                      <a:gd name="T40" fmla="*/ 0 w 13"/>
                      <a:gd name="T41" fmla="*/ 0 h 9"/>
                      <a:gd name="T42" fmla="*/ 1 w 13"/>
                      <a:gd name="T43" fmla="*/ 0 h 9"/>
                      <a:gd name="T44" fmla="*/ 0 w 13"/>
                      <a:gd name="T45" fmla="*/ 0 h 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
                      <a:gd name="T70" fmla="*/ 0 h 9"/>
                      <a:gd name="T71" fmla="*/ 13 w 13"/>
                      <a:gd name="T72" fmla="*/ 9 h 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 h="9">
                        <a:moveTo>
                          <a:pt x="0" y="7"/>
                        </a:moveTo>
                        <a:lnTo>
                          <a:pt x="2" y="8"/>
                        </a:lnTo>
                        <a:lnTo>
                          <a:pt x="3" y="7"/>
                        </a:lnTo>
                        <a:lnTo>
                          <a:pt x="4" y="7"/>
                        </a:lnTo>
                        <a:lnTo>
                          <a:pt x="6" y="5"/>
                        </a:lnTo>
                        <a:lnTo>
                          <a:pt x="7" y="5"/>
                        </a:lnTo>
                        <a:lnTo>
                          <a:pt x="9" y="4"/>
                        </a:lnTo>
                        <a:lnTo>
                          <a:pt x="11" y="4"/>
                        </a:lnTo>
                        <a:lnTo>
                          <a:pt x="11" y="3"/>
                        </a:lnTo>
                        <a:lnTo>
                          <a:pt x="13" y="3"/>
                        </a:lnTo>
                        <a:lnTo>
                          <a:pt x="11" y="0"/>
                        </a:lnTo>
                        <a:lnTo>
                          <a:pt x="11" y="2"/>
                        </a:lnTo>
                        <a:lnTo>
                          <a:pt x="9" y="2"/>
                        </a:lnTo>
                        <a:lnTo>
                          <a:pt x="8" y="3"/>
                        </a:lnTo>
                        <a:lnTo>
                          <a:pt x="7" y="3"/>
                        </a:lnTo>
                        <a:lnTo>
                          <a:pt x="4" y="4"/>
                        </a:lnTo>
                        <a:lnTo>
                          <a:pt x="2" y="4"/>
                        </a:lnTo>
                        <a:lnTo>
                          <a:pt x="1" y="5"/>
                        </a:lnTo>
                        <a:lnTo>
                          <a:pt x="3" y="7"/>
                        </a:lnTo>
                        <a:lnTo>
                          <a:pt x="0" y="7"/>
                        </a:lnTo>
                        <a:lnTo>
                          <a:pt x="0" y="9"/>
                        </a:lnTo>
                        <a:lnTo>
                          <a:pt x="2" y="8"/>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3" name="Freeform 146"/>
                  <p:cNvSpPr>
                    <a:spLocks/>
                  </p:cNvSpPr>
                  <p:nvPr/>
                </p:nvSpPr>
                <p:spPr bwMode="auto">
                  <a:xfrm>
                    <a:off x="4236" y="3486"/>
                    <a:ext cx="2" cy="1"/>
                  </a:xfrm>
                  <a:custGeom>
                    <a:avLst/>
                    <a:gdLst>
                      <a:gd name="T0" fmla="*/ 1 w 3"/>
                      <a:gd name="T1" fmla="*/ 0 h 3"/>
                      <a:gd name="T2" fmla="*/ 0 w 3"/>
                      <a:gd name="T3" fmla="*/ 0 h 3"/>
                      <a:gd name="T4" fmla="*/ 0 w 3"/>
                      <a:gd name="T5" fmla="*/ 0 h 3"/>
                      <a:gd name="T6" fmla="*/ 1 w 3"/>
                      <a:gd name="T7" fmla="*/ 0 h 3"/>
                      <a:gd name="T8" fmla="*/ 1 w 3"/>
                      <a:gd name="T9" fmla="*/ 0 h 3"/>
                      <a:gd name="T10" fmla="*/ 1 w 3"/>
                      <a:gd name="T11" fmla="*/ 0 h 3"/>
                      <a:gd name="T12" fmla="*/ 1 w 3"/>
                      <a:gd name="T13" fmla="*/ 0 h 3"/>
                      <a:gd name="T14" fmla="*/ 0 w 3"/>
                      <a:gd name="T15" fmla="*/ 0 h 3"/>
                      <a:gd name="T16" fmla="*/ 1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1" y="0"/>
                        </a:moveTo>
                        <a:lnTo>
                          <a:pt x="0" y="1"/>
                        </a:lnTo>
                        <a:lnTo>
                          <a:pt x="0" y="3"/>
                        </a:lnTo>
                        <a:lnTo>
                          <a:pt x="3" y="3"/>
                        </a:lnTo>
                        <a:lnTo>
                          <a:pt x="3" y="1"/>
                        </a:lnTo>
                        <a:lnTo>
                          <a:pt x="2" y="3"/>
                        </a:lnTo>
                        <a:lnTo>
                          <a:pt x="1"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4" name="Freeform 147"/>
                  <p:cNvSpPr>
                    <a:spLocks/>
                  </p:cNvSpPr>
                  <p:nvPr/>
                </p:nvSpPr>
                <p:spPr bwMode="auto">
                  <a:xfrm>
                    <a:off x="4236" y="3479"/>
                    <a:ext cx="13" cy="8"/>
                  </a:xfrm>
                  <a:custGeom>
                    <a:avLst/>
                    <a:gdLst>
                      <a:gd name="T0" fmla="*/ 1 w 26"/>
                      <a:gd name="T1" fmla="*/ 1 h 16"/>
                      <a:gd name="T2" fmla="*/ 1 w 26"/>
                      <a:gd name="T3" fmla="*/ 0 h 16"/>
                      <a:gd name="T4" fmla="*/ 0 w 26"/>
                      <a:gd name="T5" fmla="*/ 1 h 16"/>
                      <a:gd name="T6" fmla="*/ 1 w 26"/>
                      <a:gd name="T7" fmla="*/ 1 h 16"/>
                      <a:gd name="T8" fmla="*/ 1 w 26"/>
                      <a:gd name="T9" fmla="*/ 1 h 16"/>
                      <a:gd name="T10" fmla="*/ 1 w 26"/>
                      <a:gd name="T11" fmla="*/ 1 h 16"/>
                      <a:gd name="T12" fmla="*/ 1 w 26"/>
                      <a:gd name="T13" fmla="*/ 1 h 16"/>
                      <a:gd name="T14" fmla="*/ 1 w 26"/>
                      <a:gd name="T15" fmla="*/ 1 h 16"/>
                      <a:gd name="T16" fmla="*/ 1 w 26"/>
                      <a:gd name="T17" fmla="*/ 1 h 16"/>
                      <a:gd name="T18" fmla="*/ 1 w 26"/>
                      <a:gd name="T19" fmla="*/ 1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16"/>
                      <a:gd name="T32" fmla="*/ 26 w 26"/>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16">
                        <a:moveTo>
                          <a:pt x="23" y="1"/>
                        </a:moveTo>
                        <a:lnTo>
                          <a:pt x="23" y="0"/>
                        </a:lnTo>
                        <a:lnTo>
                          <a:pt x="0" y="13"/>
                        </a:lnTo>
                        <a:lnTo>
                          <a:pt x="1" y="16"/>
                        </a:lnTo>
                        <a:lnTo>
                          <a:pt x="24" y="2"/>
                        </a:lnTo>
                        <a:lnTo>
                          <a:pt x="26" y="1"/>
                        </a:lnTo>
                        <a:lnTo>
                          <a:pt x="24" y="2"/>
                        </a:lnTo>
                        <a:lnTo>
                          <a:pt x="26" y="2"/>
                        </a:lnTo>
                        <a:lnTo>
                          <a:pt x="26" y="1"/>
                        </a:lnTo>
                        <a:lnTo>
                          <a:pt x="2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5" name="Freeform 148"/>
                  <p:cNvSpPr>
                    <a:spLocks/>
                  </p:cNvSpPr>
                  <p:nvPr/>
                </p:nvSpPr>
                <p:spPr bwMode="auto">
                  <a:xfrm>
                    <a:off x="4248" y="3477"/>
                    <a:ext cx="3" cy="2"/>
                  </a:xfrm>
                  <a:custGeom>
                    <a:avLst/>
                    <a:gdLst>
                      <a:gd name="T0" fmla="*/ 1 w 6"/>
                      <a:gd name="T1" fmla="*/ 0 h 5"/>
                      <a:gd name="T2" fmla="*/ 1 w 6"/>
                      <a:gd name="T3" fmla="*/ 0 h 5"/>
                      <a:gd name="T4" fmla="*/ 1 w 6"/>
                      <a:gd name="T5" fmla="*/ 0 h 5"/>
                      <a:gd name="T6" fmla="*/ 0 w 6"/>
                      <a:gd name="T7" fmla="*/ 0 h 5"/>
                      <a:gd name="T8" fmla="*/ 0 w 6"/>
                      <a:gd name="T9" fmla="*/ 0 h 5"/>
                      <a:gd name="T10" fmla="*/ 1 w 6"/>
                      <a:gd name="T11" fmla="*/ 0 h 5"/>
                      <a:gd name="T12" fmla="*/ 1 w 6"/>
                      <a:gd name="T13" fmla="*/ 0 h 5"/>
                      <a:gd name="T14" fmla="*/ 1 w 6"/>
                      <a:gd name="T15" fmla="*/ 0 h 5"/>
                      <a:gd name="T16" fmla="*/ 1 w 6"/>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5"/>
                      <a:gd name="T29" fmla="*/ 6 w 6"/>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5">
                        <a:moveTo>
                          <a:pt x="6" y="4"/>
                        </a:moveTo>
                        <a:lnTo>
                          <a:pt x="5" y="0"/>
                        </a:lnTo>
                        <a:lnTo>
                          <a:pt x="1" y="1"/>
                        </a:lnTo>
                        <a:lnTo>
                          <a:pt x="0" y="2"/>
                        </a:lnTo>
                        <a:lnTo>
                          <a:pt x="0" y="5"/>
                        </a:lnTo>
                        <a:lnTo>
                          <a:pt x="3" y="5"/>
                        </a:lnTo>
                        <a:lnTo>
                          <a:pt x="3" y="2"/>
                        </a:lnTo>
                        <a:lnTo>
                          <a:pt x="4" y="4"/>
                        </a:lnTo>
                        <a:lnTo>
                          <a:pt x="6"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6" name="Freeform 149"/>
                  <p:cNvSpPr>
                    <a:spLocks/>
                  </p:cNvSpPr>
                  <p:nvPr/>
                </p:nvSpPr>
                <p:spPr bwMode="auto">
                  <a:xfrm>
                    <a:off x="4267" y="3478"/>
                    <a:ext cx="33" cy="23"/>
                  </a:xfrm>
                  <a:custGeom>
                    <a:avLst/>
                    <a:gdLst>
                      <a:gd name="T0" fmla="*/ 2 w 68"/>
                      <a:gd name="T1" fmla="*/ 0 h 47"/>
                      <a:gd name="T2" fmla="*/ 2 w 68"/>
                      <a:gd name="T3" fmla="*/ 0 h 47"/>
                      <a:gd name="T4" fmla="*/ 1 w 68"/>
                      <a:gd name="T5" fmla="*/ 0 h 47"/>
                      <a:gd name="T6" fmla="*/ 1 w 68"/>
                      <a:gd name="T7" fmla="*/ 0 h 47"/>
                      <a:gd name="T8" fmla="*/ 1 w 68"/>
                      <a:gd name="T9" fmla="*/ 0 h 47"/>
                      <a:gd name="T10" fmla="*/ 1 w 68"/>
                      <a:gd name="T11" fmla="*/ 0 h 47"/>
                      <a:gd name="T12" fmla="*/ 1 w 68"/>
                      <a:gd name="T13" fmla="*/ 0 h 47"/>
                      <a:gd name="T14" fmla="*/ 1 w 68"/>
                      <a:gd name="T15" fmla="*/ 0 h 47"/>
                      <a:gd name="T16" fmla="*/ 1 w 68"/>
                      <a:gd name="T17" fmla="*/ 0 h 47"/>
                      <a:gd name="T18" fmla="*/ 1 w 68"/>
                      <a:gd name="T19" fmla="*/ 0 h 47"/>
                      <a:gd name="T20" fmla="*/ 1 w 68"/>
                      <a:gd name="T21" fmla="*/ 0 h 47"/>
                      <a:gd name="T22" fmla="*/ 1 w 68"/>
                      <a:gd name="T23" fmla="*/ 0 h 47"/>
                      <a:gd name="T24" fmla="*/ 0 w 68"/>
                      <a:gd name="T25" fmla="*/ 0 h 47"/>
                      <a:gd name="T26" fmla="*/ 0 w 68"/>
                      <a:gd name="T27" fmla="*/ 0 h 47"/>
                      <a:gd name="T28" fmla="*/ 0 w 68"/>
                      <a:gd name="T29" fmla="*/ 0 h 47"/>
                      <a:gd name="T30" fmla="*/ 0 w 68"/>
                      <a:gd name="T31" fmla="*/ 0 h 47"/>
                      <a:gd name="T32" fmla="*/ 0 w 68"/>
                      <a:gd name="T33" fmla="*/ 0 h 47"/>
                      <a:gd name="T34" fmla="*/ 0 w 68"/>
                      <a:gd name="T35" fmla="*/ 1 h 47"/>
                      <a:gd name="T36" fmla="*/ 0 w 68"/>
                      <a:gd name="T37" fmla="*/ 1 h 47"/>
                      <a:gd name="T38" fmla="*/ 0 w 68"/>
                      <a:gd name="T39" fmla="*/ 1 h 47"/>
                      <a:gd name="T40" fmla="*/ 0 w 68"/>
                      <a:gd name="T41" fmla="*/ 1 h 47"/>
                      <a:gd name="T42" fmla="*/ 0 w 68"/>
                      <a:gd name="T43" fmla="*/ 1 h 47"/>
                      <a:gd name="T44" fmla="*/ 0 w 68"/>
                      <a:gd name="T45" fmla="*/ 1 h 47"/>
                      <a:gd name="T46" fmla="*/ 0 w 68"/>
                      <a:gd name="T47" fmla="*/ 1 h 47"/>
                      <a:gd name="T48" fmla="*/ 0 w 68"/>
                      <a:gd name="T49" fmla="*/ 1 h 47"/>
                      <a:gd name="T50" fmla="*/ 0 w 68"/>
                      <a:gd name="T51" fmla="*/ 1 h 47"/>
                      <a:gd name="T52" fmla="*/ 0 w 68"/>
                      <a:gd name="T53" fmla="*/ 1 h 47"/>
                      <a:gd name="T54" fmla="*/ 0 w 68"/>
                      <a:gd name="T55" fmla="*/ 1 h 47"/>
                      <a:gd name="T56" fmla="*/ 0 w 68"/>
                      <a:gd name="T57" fmla="*/ 1 h 47"/>
                      <a:gd name="T58" fmla="*/ 0 w 68"/>
                      <a:gd name="T59" fmla="*/ 1 h 47"/>
                      <a:gd name="T60" fmla="*/ 0 w 68"/>
                      <a:gd name="T61" fmla="*/ 1 h 47"/>
                      <a:gd name="T62" fmla="*/ 0 w 68"/>
                      <a:gd name="T63" fmla="*/ 1 h 47"/>
                      <a:gd name="T64" fmla="*/ 0 w 68"/>
                      <a:gd name="T65" fmla="*/ 1 h 47"/>
                      <a:gd name="T66" fmla="*/ 0 w 68"/>
                      <a:gd name="T67" fmla="*/ 1 h 47"/>
                      <a:gd name="T68" fmla="*/ 0 w 68"/>
                      <a:gd name="T69" fmla="*/ 1 h 47"/>
                      <a:gd name="T70" fmla="*/ 0 w 68"/>
                      <a:gd name="T71" fmla="*/ 1 h 47"/>
                      <a:gd name="T72" fmla="*/ 0 w 68"/>
                      <a:gd name="T73" fmla="*/ 1 h 47"/>
                      <a:gd name="T74" fmla="*/ 0 w 68"/>
                      <a:gd name="T75" fmla="*/ 1 h 47"/>
                      <a:gd name="T76" fmla="*/ 0 w 68"/>
                      <a:gd name="T77" fmla="*/ 1 h 47"/>
                      <a:gd name="T78" fmla="*/ 0 w 68"/>
                      <a:gd name="T79" fmla="*/ 0 h 47"/>
                      <a:gd name="T80" fmla="*/ 0 w 68"/>
                      <a:gd name="T81" fmla="*/ 0 h 47"/>
                      <a:gd name="T82" fmla="*/ 0 w 68"/>
                      <a:gd name="T83" fmla="*/ 0 h 47"/>
                      <a:gd name="T84" fmla="*/ 0 w 68"/>
                      <a:gd name="T85" fmla="*/ 0 h 47"/>
                      <a:gd name="T86" fmla="*/ 0 w 68"/>
                      <a:gd name="T87" fmla="*/ 0 h 47"/>
                      <a:gd name="T88" fmla="*/ 1 w 68"/>
                      <a:gd name="T89" fmla="*/ 0 h 47"/>
                      <a:gd name="T90" fmla="*/ 1 w 68"/>
                      <a:gd name="T91" fmla="*/ 0 h 47"/>
                      <a:gd name="T92" fmla="*/ 1 w 68"/>
                      <a:gd name="T93" fmla="*/ 0 h 47"/>
                      <a:gd name="T94" fmla="*/ 1 w 68"/>
                      <a:gd name="T95" fmla="*/ 0 h 47"/>
                      <a:gd name="T96" fmla="*/ 1 w 68"/>
                      <a:gd name="T97" fmla="*/ 0 h 47"/>
                      <a:gd name="T98" fmla="*/ 1 w 68"/>
                      <a:gd name="T99" fmla="*/ 0 h 47"/>
                      <a:gd name="T100" fmla="*/ 1 w 68"/>
                      <a:gd name="T101" fmla="*/ 0 h 47"/>
                      <a:gd name="T102" fmla="*/ 1 w 68"/>
                      <a:gd name="T103" fmla="*/ 0 h 47"/>
                      <a:gd name="T104" fmla="*/ 2 w 68"/>
                      <a:gd name="T105" fmla="*/ 0 h 47"/>
                      <a:gd name="T106" fmla="*/ 2 w 68"/>
                      <a:gd name="T107" fmla="*/ 0 h 4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8"/>
                      <a:gd name="T163" fmla="*/ 0 h 47"/>
                      <a:gd name="T164" fmla="*/ 68 w 68"/>
                      <a:gd name="T165" fmla="*/ 47 h 4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8" h="47">
                        <a:moveTo>
                          <a:pt x="68" y="1"/>
                        </a:moveTo>
                        <a:lnTo>
                          <a:pt x="65" y="4"/>
                        </a:lnTo>
                        <a:lnTo>
                          <a:pt x="62" y="6"/>
                        </a:lnTo>
                        <a:lnTo>
                          <a:pt x="48" y="20"/>
                        </a:lnTo>
                        <a:lnTo>
                          <a:pt x="46" y="24"/>
                        </a:lnTo>
                        <a:lnTo>
                          <a:pt x="44" y="22"/>
                        </a:lnTo>
                        <a:lnTo>
                          <a:pt x="41" y="22"/>
                        </a:lnTo>
                        <a:lnTo>
                          <a:pt x="40" y="24"/>
                        </a:lnTo>
                        <a:lnTo>
                          <a:pt x="35" y="24"/>
                        </a:lnTo>
                        <a:lnTo>
                          <a:pt x="35" y="25"/>
                        </a:lnTo>
                        <a:lnTo>
                          <a:pt x="33" y="25"/>
                        </a:lnTo>
                        <a:lnTo>
                          <a:pt x="32" y="26"/>
                        </a:lnTo>
                        <a:lnTo>
                          <a:pt x="31" y="26"/>
                        </a:lnTo>
                        <a:lnTo>
                          <a:pt x="31" y="27"/>
                        </a:lnTo>
                        <a:lnTo>
                          <a:pt x="30" y="27"/>
                        </a:lnTo>
                        <a:lnTo>
                          <a:pt x="28" y="29"/>
                        </a:lnTo>
                        <a:lnTo>
                          <a:pt x="26" y="30"/>
                        </a:lnTo>
                        <a:lnTo>
                          <a:pt x="25" y="32"/>
                        </a:lnTo>
                        <a:lnTo>
                          <a:pt x="24" y="33"/>
                        </a:lnTo>
                        <a:lnTo>
                          <a:pt x="21" y="35"/>
                        </a:lnTo>
                        <a:lnTo>
                          <a:pt x="16" y="40"/>
                        </a:lnTo>
                        <a:lnTo>
                          <a:pt x="15" y="42"/>
                        </a:lnTo>
                        <a:lnTo>
                          <a:pt x="16" y="43"/>
                        </a:lnTo>
                        <a:lnTo>
                          <a:pt x="17" y="43"/>
                        </a:lnTo>
                        <a:lnTo>
                          <a:pt x="19" y="45"/>
                        </a:lnTo>
                        <a:lnTo>
                          <a:pt x="20" y="45"/>
                        </a:lnTo>
                        <a:lnTo>
                          <a:pt x="21" y="46"/>
                        </a:lnTo>
                        <a:lnTo>
                          <a:pt x="21" y="47"/>
                        </a:lnTo>
                        <a:lnTo>
                          <a:pt x="19" y="47"/>
                        </a:lnTo>
                        <a:lnTo>
                          <a:pt x="16" y="46"/>
                        </a:lnTo>
                        <a:lnTo>
                          <a:pt x="8" y="46"/>
                        </a:lnTo>
                        <a:lnTo>
                          <a:pt x="4" y="45"/>
                        </a:lnTo>
                        <a:lnTo>
                          <a:pt x="3" y="43"/>
                        </a:lnTo>
                        <a:lnTo>
                          <a:pt x="0" y="42"/>
                        </a:lnTo>
                        <a:lnTo>
                          <a:pt x="1" y="41"/>
                        </a:lnTo>
                        <a:lnTo>
                          <a:pt x="3" y="41"/>
                        </a:lnTo>
                        <a:lnTo>
                          <a:pt x="4" y="40"/>
                        </a:lnTo>
                        <a:lnTo>
                          <a:pt x="5" y="40"/>
                        </a:lnTo>
                        <a:lnTo>
                          <a:pt x="11" y="33"/>
                        </a:lnTo>
                        <a:lnTo>
                          <a:pt x="16" y="31"/>
                        </a:lnTo>
                        <a:lnTo>
                          <a:pt x="20" y="29"/>
                        </a:lnTo>
                        <a:lnTo>
                          <a:pt x="24" y="25"/>
                        </a:lnTo>
                        <a:lnTo>
                          <a:pt x="27" y="22"/>
                        </a:lnTo>
                        <a:lnTo>
                          <a:pt x="31" y="20"/>
                        </a:lnTo>
                        <a:lnTo>
                          <a:pt x="36" y="17"/>
                        </a:lnTo>
                        <a:lnTo>
                          <a:pt x="40" y="16"/>
                        </a:lnTo>
                        <a:lnTo>
                          <a:pt x="43" y="14"/>
                        </a:lnTo>
                        <a:lnTo>
                          <a:pt x="47" y="11"/>
                        </a:lnTo>
                        <a:lnTo>
                          <a:pt x="52" y="9"/>
                        </a:lnTo>
                        <a:lnTo>
                          <a:pt x="56" y="6"/>
                        </a:lnTo>
                        <a:lnTo>
                          <a:pt x="59" y="5"/>
                        </a:lnTo>
                        <a:lnTo>
                          <a:pt x="63" y="3"/>
                        </a:lnTo>
                        <a:lnTo>
                          <a:pt x="68" y="0"/>
                        </a:lnTo>
                        <a:lnTo>
                          <a:pt x="68" y="1"/>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7" name="Freeform 150"/>
                  <p:cNvSpPr>
                    <a:spLocks/>
                  </p:cNvSpPr>
                  <p:nvPr/>
                </p:nvSpPr>
                <p:spPr bwMode="auto">
                  <a:xfrm>
                    <a:off x="4289" y="3478"/>
                    <a:ext cx="11" cy="12"/>
                  </a:xfrm>
                  <a:custGeom>
                    <a:avLst/>
                    <a:gdLst>
                      <a:gd name="T0" fmla="*/ 0 w 24"/>
                      <a:gd name="T1" fmla="*/ 1 h 24"/>
                      <a:gd name="T2" fmla="*/ 0 w 24"/>
                      <a:gd name="T3" fmla="*/ 1 h 24"/>
                      <a:gd name="T4" fmla="*/ 0 w 24"/>
                      <a:gd name="T5" fmla="*/ 1 h 24"/>
                      <a:gd name="T6" fmla="*/ 0 w 24"/>
                      <a:gd name="T7" fmla="*/ 1 h 24"/>
                      <a:gd name="T8" fmla="*/ 0 w 24"/>
                      <a:gd name="T9" fmla="*/ 1 h 24"/>
                      <a:gd name="T10" fmla="*/ 0 w 24"/>
                      <a:gd name="T11" fmla="*/ 1 h 24"/>
                      <a:gd name="T12" fmla="*/ 0 w 24"/>
                      <a:gd name="T13" fmla="*/ 1 h 24"/>
                      <a:gd name="T14" fmla="*/ 0 w 24"/>
                      <a:gd name="T15" fmla="*/ 0 h 24"/>
                      <a:gd name="T16" fmla="*/ 0 w 24"/>
                      <a:gd name="T17" fmla="*/ 1 h 24"/>
                      <a:gd name="T18" fmla="*/ 0 w 24"/>
                      <a:gd name="T19" fmla="*/ 1 h 24"/>
                      <a:gd name="T20" fmla="*/ 0 w 24"/>
                      <a:gd name="T21" fmla="*/ 1 h 24"/>
                      <a:gd name="T22" fmla="*/ 0 w 24"/>
                      <a:gd name="T23" fmla="*/ 1 h 24"/>
                      <a:gd name="T24" fmla="*/ 0 w 24"/>
                      <a:gd name="T25" fmla="*/ 1 h 24"/>
                      <a:gd name="T26" fmla="*/ 0 w 24"/>
                      <a:gd name="T27" fmla="*/ 1 h 24"/>
                      <a:gd name="T28" fmla="*/ 0 w 24"/>
                      <a:gd name="T29" fmla="*/ 1 h 24"/>
                      <a:gd name="T30" fmla="*/ 0 w 24"/>
                      <a:gd name="T31" fmla="*/ 1 h 24"/>
                      <a:gd name="T32" fmla="*/ 0 w 24"/>
                      <a:gd name="T33" fmla="*/ 1 h 24"/>
                      <a:gd name="T34" fmla="*/ 0 w 24"/>
                      <a:gd name="T35" fmla="*/ 1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
                      <a:gd name="T55" fmla="*/ 0 h 24"/>
                      <a:gd name="T56" fmla="*/ 24 w 24"/>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 h="24">
                        <a:moveTo>
                          <a:pt x="0" y="23"/>
                        </a:moveTo>
                        <a:lnTo>
                          <a:pt x="3" y="23"/>
                        </a:lnTo>
                        <a:lnTo>
                          <a:pt x="5" y="20"/>
                        </a:lnTo>
                        <a:lnTo>
                          <a:pt x="8" y="16"/>
                        </a:lnTo>
                        <a:lnTo>
                          <a:pt x="15" y="9"/>
                        </a:lnTo>
                        <a:lnTo>
                          <a:pt x="19" y="7"/>
                        </a:lnTo>
                        <a:lnTo>
                          <a:pt x="24" y="2"/>
                        </a:lnTo>
                        <a:lnTo>
                          <a:pt x="23" y="0"/>
                        </a:lnTo>
                        <a:lnTo>
                          <a:pt x="20" y="2"/>
                        </a:lnTo>
                        <a:lnTo>
                          <a:pt x="9" y="13"/>
                        </a:lnTo>
                        <a:lnTo>
                          <a:pt x="5" y="15"/>
                        </a:lnTo>
                        <a:lnTo>
                          <a:pt x="3" y="18"/>
                        </a:lnTo>
                        <a:lnTo>
                          <a:pt x="0" y="21"/>
                        </a:lnTo>
                        <a:lnTo>
                          <a:pt x="3" y="21"/>
                        </a:lnTo>
                        <a:lnTo>
                          <a:pt x="0" y="23"/>
                        </a:lnTo>
                        <a:lnTo>
                          <a:pt x="2" y="24"/>
                        </a:lnTo>
                        <a:lnTo>
                          <a:pt x="3" y="23"/>
                        </a:lnTo>
                        <a:lnTo>
                          <a:pt x="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8" name="Freeform 151"/>
                  <p:cNvSpPr>
                    <a:spLocks/>
                  </p:cNvSpPr>
                  <p:nvPr/>
                </p:nvSpPr>
                <p:spPr bwMode="auto">
                  <a:xfrm>
                    <a:off x="4284" y="3488"/>
                    <a:ext cx="6" cy="2"/>
                  </a:xfrm>
                  <a:custGeom>
                    <a:avLst/>
                    <a:gdLst>
                      <a:gd name="T0" fmla="*/ 1 w 12"/>
                      <a:gd name="T1" fmla="*/ 1 h 4"/>
                      <a:gd name="T2" fmla="*/ 1 w 12"/>
                      <a:gd name="T3" fmla="*/ 1 h 4"/>
                      <a:gd name="T4" fmla="*/ 1 w 12"/>
                      <a:gd name="T5" fmla="*/ 1 h 4"/>
                      <a:gd name="T6" fmla="*/ 1 w 12"/>
                      <a:gd name="T7" fmla="*/ 1 h 4"/>
                      <a:gd name="T8" fmla="*/ 1 w 12"/>
                      <a:gd name="T9" fmla="*/ 1 h 4"/>
                      <a:gd name="T10" fmla="*/ 1 w 12"/>
                      <a:gd name="T11" fmla="*/ 1 h 4"/>
                      <a:gd name="T12" fmla="*/ 1 w 12"/>
                      <a:gd name="T13" fmla="*/ 1 h 4"/>
                      <a:gd name="T14" fmla="*/ 1 w 12"/>
                      <a:gd name="T15" fmla="*/ 1 h 4"/>
                      <a:gd name="T16" fmla="*/ 1 w 12"/>
                      <a:gd name="T17" fmla="*/ 1 h 4"/>
                      <a:gd name="T18" fmla="*/ 1 w 12"/>
                      <a:gd name="T19" fmla="*/ 0 h 4"/>
                      <a:gd name="T20" fmla="*/ 1 w 12"/>
                      <a:gd name="T21" fmla="*/ 0 h 4"/>
                      <a:gd name="T22" fmla="*/ 1 w 12"/>
                      <a:gd name="T23" fmla="*/ 1 h 4"/>
                      <a:gd name="T24" fmla="*/ 0 w 12"/>
                      <a:gd name="T25" fmla="*/ 1 h 4"/>
                      <a:gd name="T26" fmla="*/ 1 w 12"/>
                      <a:gd name="T27" fmla="*/ 1 h 4"/>
                      <a:gd name="T28" fmla="*/ 1 w 12"/>
                      <a:gd name="T29" fmla="*/ 0 h 4"/>
                      <a:gd name="T30" fmla="*/ 0 w 12"/>
                      <a:gd name="T31" fmla="*/ 1 h 4"/>
                      <a:gd name="T32" fmla="*/ 1 w 12"/>
                      <a:gd name="T33" fmla="*/ 1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4"/>
                      <a:gd name="T53" fmla="*/ 12 w 12"/>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4">
                        <a:moveTo>
                          <a:pt x="2" y="3"/>
                        </a:moveTo>
                        <a:lnTo>
                          <a:pt x="1" y="3"/>
                        </a:lnTo>
                        <a:lnTo>
                          <a:pt x="2" y="4"/>
                        </a:lnTo>
                        <a:lnTo>
                          <a:pt x="6" y="4"/>
                        </a:lnTo>
                        <a:lnTo>
                          <a:pt x="7" y="3"/>
                        </a:lnTo>
                        <a:lnTo>
                          <a:pt x="8" y="3"/>
                        </a:lnTo>
                        <a:lnTo>
                          <a:pt x="8" y="1"/>
                        </a:lnTo>
                        <a:lnTo>
                          <a:pt x="9" y="3"/>
                        </a:lnTo>
                        <a:lnTo>
                          <a:pt x="12" y="1"/>
                        </a:lnTo>
                        <a:lnTo>
                          <a:pt x="11" y="0"/>
                        </a:lnTo>
                        <a:lnTo>
                          <a:pt x="6" y="0"/>
                        </a:lnTo>
                        <a:lnTo>
                          <a:pt x="5" y="1"/>
                        </a:lnTo>
                        <a:lnTo>
                          <a:pt x="0" y="1"/>
                        </a:lnTo>
                        <a:lnTo>
                          <a:pt x="2" y="1"/>
                        </a:lnTo>
                        <a:lnTo>
                          <a:pt x="1" y="0"/>
                        </a:lnTo>
                        <a:lnTo>
                          <a:pt x="0" y="1"/>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39" name="Freeform 152"/>
                  <p:cNvSpPr>
                    <a:spLocks/>
                  </p:cNvSpPr>
                  <p:nvPr/>
                </p:nvSpPr>
                <p:spPr bwMode="auto">
                  <a:xfrm>
                    <a:off x="4280" y="3489"/>
                    <a:ext cx="5" cy="3"/>
                  </a:xfrm>
                  <a:custGeom>
                    <a:avLst/>
                    <a:gdLst>
                      <a:gd name="T0" fmla="*/ 1 w 10"/>
                      <a:gd name="T1" fmla="*/ 0 h 8"/>
                      <a:gd name="T2" fmla="*/ 1 w 10"/>
                      <a:gd name="T3" fmla="*/ 0 h 8"/>
                      <a:gd name="T4" fmla="*/ 1 w 10"/>
                      <a:gd name="T5" fmla="*/ 0 h 8"/>
                      <a:gd name="T6" fmla="*/ 1 w 10"/>
                      <a:gd name="T7" fmla="*/ 0 h 8"/>
                      <a:gd name="T8" fmla="*/ 1 w 10"/>
                      <a:gd name="T9" fmla="*/ 0 h 8"/>
                      <a:gd name="T10" fmla="*/ 1 w 10"/>
                      <a:gd name="T11" fmla="*/ 0 h 8"/>
                      <a:gd name="T12" fmla="*/ 1 w 10"/>
                      <a:gd name="T13" fmla="*/ 0 h 8"/>
                      <a:gd name="T14" fmla="*/ 1 w 10"/>
                      <a:gd name="T15" fmla="*/ 0 h 8"/>
                      <a:gd name="T16" fmla="*/ 1 w 10"/>
                      <a:gd name="T17" fmla="*/ 0 h 8"/>
                      <a:gd name="T18" fmla="*/ 1 w 10"/>
                      <a:gd name="T19" fmla="*/ 0 h 8"/>
                      <a:gd name="T20" fmla="*/ 1 w 10"/>
                      <a:gd name="T21" fmla="*/ 0 h 8"/>
                      <a:gd name="T22" fmla="*/ 0 w 10"/>
                      <a:gd name="T23" fmla="*/ 0 h 8"/>
                      <a:gd name="T24" fmla="*/ 1 w 10"/>
                      <a:gd name="T25" fmla="*/ 0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
                      <a:gd name="T40" fmla="*/ 0 h 8"/>
                      <a:gd name="T41" fmla="*/ 10 w 10"/>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 h="8">
                        <a:moveTo>
                          <a:pt x="3" y="8"/>
                        </a:moveTo>
                        <a:lnTo>
                          <a:pt x="3" y="7"/>
                        </a:lnTo>
                        <a:lnTo>
                          <a:pt x="4" y="7"/>
                        </a:lnTo>
                        <a:lnTo>
                          <a:pt x="6" y="4"/>
                        </a:lnTo>
                        <a:lnTo>
                          <a:pt x="8" y="4"/>
                        </a:lnTo>
                        <a:lnTo>
                          <a:pt x="10" y="2"/>
                        </a:lnTo>
                        <a:lnTo>
                          <a:pt x="8" y="0"/>
                        </a:lnTo>
                        <a:lnTo>
                          <a:pt x="8" y="2"/>
                        </a:lnTo>
                        <a:lnTo>
                          <a:pt x="5" y="2"/>
                        </a:lnTo>
                        <a:lnTo>
                          <a:pt x="3" y="4"/>
                        </a:lnTo>
                        <a:lnTo>
                          <a:pt x="1" y="4"/>
                        </a:lnTo>
                        <a:lnTo>
                          <a:pt x="0" y="5"/>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0" name="Freeform 153"/>
                  <p:cNvSpPr>
                    <a:spLocks/>
                  </p:cNvSpPr>
                  <p:nvPr/>
                </p:nvSpPr>
                <p:spPr bwMode="auto">
                  <a:xfrm>
                    <a:off x="4273" y="3491"/>
                    <a:ext cx="8" cy="8"/>
                  </a:xfrm>
                  <a:custGeom>
                    <a:avLst/>
                    <a:gdLst>
                      <a:gd name="T0" fmla="*/ 0 w 18"/>
                      <a:gd name="T1" fmla="*/ 1 h 16"/>
                      <a:gd name="T2" fmla="*/ 0 w 18"/>
                      <a:gd name="T3" fmla="*/ 1 h 16"/>
                      <a:gd name="T4" fmla="*/ 0 w 18"/>
                      <a:gd name="T5" fmla="*/ 1 h 16"/>
                      <a:gd name="T6" fmla="*/ 0 w 18"/>
                      <a:gd name="T7" fmla="*/ 1 h 16"/>
                      <a:gd name="T8" fmla="*/ 0 w 18"/>
                      <a:gd name="T9" fmla="*/ 1 h 16"/>
                      <a:gd name="T10" fmla="*/ 0 w 18"/>
                      <a:gd name="T11" fmla="*/ 1 h 16"/>
                      <a:gd name="T12" fmla="*/ 0 w 18"/>
                      <a:gd name="T13" fmla="*/ 1 h 16"/>
                      <a:gd name="T14" fmla="*/ 0 w 18"/>
                      <a:gd name="T15" fmla="*/ 1 h 16"/>
                      <a:gd name="T16" fmla="*/ 0 w 18"/>
                      <a:gd name="T17" fmla="*/ 1 h 16"/>
                      <a:gd name="T18" fmla="*/ 0 w 18"/>
                      <a:gd name="T19" fmla="*/ 1 h 16"/>
                      <a:gd name="T20" fmla="*/ 0 w 18"/>
                      <a:gd name="T21" fmla="*/ 0 h 16"/>
                      <a:gd name="T22" fmla="*/ 0 w 18"/>
                      <a:gd name="T23" fmla="*/ 1 h 16"/>
                      <a:gd name="T24" fmla="*/ 0 w 18"/>
                      <a:gd name="T25" fmla="*/ 1 h 16"/>
                      <a:gd name="T26" fmla="*/ 0 w 18"/>
                      <a:gd name="T27" fmla="*/ 1 h 16"/>
                      <a:gd name="T28" fmla="*/ 0 w 18"/>
                      <a:gd name="T29" fmla="*/ 1 h 16"/>
                      <a:gd name="T30" fmla="*/ 0 w 18"/>
                      <a:gd name="T31" fmla="*/ 1 h 16"/>
                      <a:gd name="T32" fmla="*/ 0 w 18"/>
                      <a:gd name="T33" fmla="*/ 1 h 16"/>
                      <a:gd name="T34" fmla="*/ 0 w 18"/>
                      <a:gd name="T35" fmla="*/ 1 h 16"/>
                      <a:gd name="T36" fmla="*/ 0 w 18"/>
                      <a:gd name="T37" fmla="*/ 1 h 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16"/>
                      <a:gd name="T59" fmla="*/ 18 w 18"/>
                      <a:gd name="T60" fmla="*/ 16 h 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16">
                        <a:moveTo>
                          <a:pt x="3" y="14"/>
                        </a:moveTo>
                        <a:lnTo>
                          <a:pt x="4" y="15"/>
                        </a:lnTo>
                        <a:lnTo>
                          <a:pt x="5" y="14"/>
                        </a:lnTo>
                        <a:lnTo>
                          <a:pt x="7" y="11"/>
                        </a:lnTo>
                        <a:lnTo>
                          <a:pt x="8" y="10"/>
                        </a:lnTo>
                        <a:lnTo>
                          <a:pt x="10" y="9"/>
                        </a:lnTo>
                        <a:lnTo>
                          <a:pt x="12" y="8"/>
                        </a:lnTo>
                        <a:lnTo>
                          <a:pt x="13" y="5"/>
                        </a:lnTo>
                        <a:lnTo>
                          <a:pt x="15" y="4"/>
                        </a:lnTo>
                        <a:lnTo>
                          <a:pt x="18" y="3"/>
                        </a:lnTo>
                        <a:lnTo>
                          <a:pt x="15" y="0"/>
                        </a:lnTo>
                        <a:lnTo>
                          <a:pt x="14" y="3"/>
                        </a:lnTo>
                        <a:lnTo>
                          <a:pt x="12" y="4"/>
                        </a:lnTo>
                        <a:lnTo>
                          <a:pt x="2" y="14"/>
                        </a:lnTo>
                        <a:lnTo>
                          <a:pt x="2" y="16"/>
                        </a:lnTo>
                        <a:lnTo>
                          <a:pt x="2" y="14"/>
                        </a:lnTo>
                        <a:lnTo>
                          <a:pt x="0" y="15"/>
                        </a:lnTo>
                        <a:lnTo>
                          <a:pt x="2" y="16"/>
                        </a:lnTo>
                        <a:lnTo>
                          <a:pt x="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1" name="Freeform 154"/>
                  <p:cNvSpPr>
                    <a:spLocks/>
                  </p:cNvSpPr>
                  <p:nvPr/>
                </p:nvSpPr>
                <p:spPr bwMode="auto">
                  <a:xfrm>
                    <a:off x="4273" y="3498"/>
                    <a:ext cx="5" cy="3"/>
                  </a:xfrm>
                  <a:custGeom>
                    <a:avLst/>
                    <a:gdLst>
                      <a:gd name="T0" fmla="*/ 1 w 10"/>
                      <a:gd name="T1" fmla="*/ 1 h 6"/>
                      <a:gd name="T2" fmla="*/ 1 w 10"/>
                      <a:gd name="T3" fmla="*/ 1 h 6"/>
                      <a:gd name="T4" fmla="*/ 1 w 10"/>
                      <a:gd name="T5" fmla="*/ 1 h 6"/>
                      <a:gd name="T6" fmla="*/ 1 w 10"/>
                      <a:gd name="T7" fmla="*/ 1 h 6"/>
                      <a:gd name="T8" fmla="*/ 1 w 10"/>
                      <a:gd name="T9" fmla="*/ 1 h 6"/>
                      <a:gd name="T10" fmla="*/ 1 w 10"/>
                      <a:gd name="T11" fmla="*/ 0 h 6"/>
                      <a:gd name="T12" fmla="*/ 1 w 10"/>
                      <a:gd name="T13" fmla="*/ 0 h 6"/>
                      <a:gd name="T14" fmla="*/ 0 w 10"/>
                      <a:gd name="T15" fmla="*/ 1 h 6"/>
                      <a:gd name="T16" fmla="*/ 1 w 10"/>
                      <a:gd name="T17" fmla="*/ 1 h 6"/>
                      <a:gd name="T18" fmla="*/ 1 w 10"/>
                      <a:gd name="T19" fmla="*/ 1 h 6"/>
                      <a:gd name="T20" fmla="*/ 1 w 10"/>
                      <a:gd name="T21" fmla="*/ 1 h 6"/>
                      <a:gd name="T22" fmla="*/ 1 w 10"/>
                      <a:gd name="T23" fmla="*/ 1 h 6"/>
                      <a:gd name="T24" fmla="*/ 1 w 10"/>
                      <a:gd name="T25" fmla="*/ 1 h 6"/>
                      <a:gd name="T26" fmla="*/ 1 w 10"/>
                      <a:gd name="T27" fmla="*/ 1 h 6"/>
                      <a:gd name="T28" fmla="*/ 1 w 10"/>
                      <a:gd name="T29" fmla="*/ 1 h 6"/>
                      <a:gd name="T30" fmla="*/ 1 w 10"/>
                      <a:gd name="T31" fmla="*/ 1 h 6"/>
                      <a:gd name="T32" fmla="*/ 1 w 10"/>
                      <a:gd name="T33" fmla="*/ 1 h 6"/>
                      <a:gd name="T34" fmla="*/ 1 w 10"/>
                      <a:gd name="T35" fmla="*/ 1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6"/>
                      <a:gd name="T56" fmla="*/ 10 w 10"/>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6">
                        <a:moveTo>
                          <a:pt x="10" y="5"/>
                        </a:moveTo>
                        <a:lnTo>
                          <a:pt x="8" y="4"/>
                        </a:lnTo>
                        <a:lnTo>
                          <a:pt x="7" y="4"/>
                        </a:lnTo>
                        <a:lnTo>
                          <a:pt x="6" y="2"/>
                        </a:lnTo>
                        <a:lnTo>
                          <a:pt x="5" y="2"/>
                        </a:lnTo>
                        <a:lnTo>
                          <a:pt x="2" y="0"/>
                        </a:lnTo>
                        <a:lnTo>
                          <a:pt x="1" y="0"/>
                        </a:lnTo>
                        <a:lnTo>
                          <a:pt x="0" y="2"/>
                        </a:lnTo>
                        <a:lnTo>
                          <a:pt x="2" y="2"/>
                        </a:lnTo>
                        <a:lnTo>
                          <a:pt x="2" y="4"/>
                        </a:lnTo>
                        <a:lnTo>
                          <a:pt x="3" y="4"/>
                        </a:lnTo>
                        <a:lnTo>
                          <a:pt x="6" y="6"/>
                        </a:lnTo>
                        <a:lnTo>
                          <a:pt x="7" y="6"/>
                        </a:lnTo>
                        <a:lnTo>
                          <a:pt x="6" y="5"/>
                        </a:lnTo>
                        <a:lnTo>
                          <a:pt x="10" y="5"/>
                        </a:lnTo>
                        <a:lnTo>
                          <a:pt x="10" y="4"/>
                        </a:lnTo>
                        <a:lnTo>
                          <a:pt x="8" y="4"/>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2" name="Freeform 155"/>
                  <p:cNvSpPr>
                    <a:spLocks/>
                  </p:cNvSpPr>
                  <p:nvPr/>
                </p:nvSpPr>
                <p:spPr bwMode="auto">
                  <a:xfrm>
                    <a:off x="4276" y="3500"/>
                    <a:ext cx="2" cy="2"/>
                  </a:xfrm>
                  <a:custGeom>
                    <a:avLst/>
                    <a:gdLst>
                      <a:gd name="T0" fmla="*/ 1 w 4"/>
                      <a:gd name="T1" fmla="*/ 1 h 3"/>
                      <a:gd name="T2" fmla="*/ 1 w 4"/>
                      <a:gd name="T3" fmla="*/ 1 h 3"/>
                      <a:gd name="T4" fmla="*/ 1 w 4"/>
                      <a:gd name="T5" fmla="*/ 0 h 3"/>
                      <a:gd name="T6" fmla="*/ 0 w 4"/>
                      <a:gd name="T7" fmla="*/ 0 h 3"/>
                      <a:gd name="T8" fmla="*/ 0 w 4"/>
                      <a:gd name="T9" fmla="*/ 1 h 3"/>
                      <a:gd name="T10" fmla="*/ 1 w 4"/>
                      <a:gd name="T11" fmla="*/ 0 h 3"/>
                      <a:gd name="T12" fmla="*/ 1 w 4"/>
                      <a:gd name="T13" fmla="*/ 1 h 3"/>
                      <a:gd name="T14" fmla="*/ 1 w 4"/>
                      <a:gd name="T15" fmla="*/ 1 h 3"/>
                      <a:gd name="T16" fmla="*/ 1 w 4"/>
                      <a:gd name="T17" fmla="*/ 1 h 3"/>
                      <a:gd name="T18" fmla="*/ 1 w 4"/>
                      <a:gd name="T19" fmla="*/ 1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3"/>
                      <a:gd name="T32" fmla="*/ 4 w 4"/>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3">
                        <a:moveTo>
                          <a:pt x="1" y="2"/>
                        </a:moveTo>
                        <a:lnTo>
                          <a:pt x="4" y="1"/>
                        </a:lnTo>
                        <a:lnTo>
                          <a:pt x="4" y="0"/>
                        </a:lnTo>
                        <a:lnTo>
                          <a:pt x="0" y="0"/>
                        </a:lnTo>
                        <a:lnTo>
                          <a:pt x="0" y="1"/>
                        </a:lnTo>
                        <a:lnTo>
                          <a:pt x="2" y="0"/>
                        </a:lnTo>
                        <a:lnTo>
                          <a:pt x="1" y="2"/>
                        </a:lnTo>
                        <a:lnTo>
                          <a:pt x="2" y="3"/>
                        </a:lnTo>
                        <a:lnTo>
                          <a:pt x="4" y="1"/>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3" name="Freeform 156"/>
                  <p:cNvSpPr>
                    <a:spLocks/>
                  </p:cNvSpPr>
                  <p:nvPr/>
                </p:nvSpPr>
                <p:spPr bwMode="auto">
                  <a:xfrm>
                    <a:off x="4266" y="3498"/>
                    <a:ext cx="12" cy="4"/>
                  </a:xfrm>
                  <a:custGeom>
                    <a:avLst/>
                    <a:gdLst>
                      <a:gd name="T0" fmla="*/ 0 w 23"/>
                      <a:gd name="T1" fmla="*/ 0 h 7"/>
                      <a:gd name="T2" fmla="*/ 0 w 23"/>
                      <a:gd name="T3" fmla="*/ 1 h 7"/>
                      <a:gd name="T4" fmla="*/ 1 w 23"/>
                      <a:gd name="T5" fmla="*/ 1 h 7"/>
                      <a:gd name="T6" fmla="*/ 1 w 23"/>
                      <a:gd name="T7" fmla="*/ 1 h 7"/>
                      <a:gd name="T8" fmla="*/ 1 w 23"/>
                      <a:gd name="T9" fmla="*/ 1 h 7"/>
                      <a:gd name="T10" fmla="*/ 1 w 23"/>
                      <a:gd name="T11" fmla="*/ 1 h 7"/>
                      <a:gd name="T12" fmla="*/ 1 w 23"/>
                      <a:gd name="T13" fmla="*/ 1 h 7"/>
                      <a:gd name="T14" fmla="*/ 1 w 23"/>
                      <a:gd name="T15" fmla="*/ 1 h 7"/>
                      <a:gd name="T16" fmla="*/ 1 w 23"/>
                      <a:gd name="T17" fmla="*/ 1 h 7"/>
                      <a:gd name="T18" fmla="*/ 1 w 23"/>
                      <a:gd name="T19" fmla="*/ 1 h 7"/>
                      <a:gd name="T20" fmla="*/ 1 w 23"/>
                      <a:gd name="T21" fmla="*/ 1 h 7"/>
                      <a:gd name="T22" fmla="*/ 1 w 23"/>
                      <a:gd name="T23" fmla="*/ 1 h 7"/>
                      <a:gd name="T24" fmla="*/ 1 w 23"/>
                      <a:gd name="T25" fmla="*/ 1 h 7"/>
                      <a:gd name="T26" fmla="*/ 1 w 23"/>
                      <a:gd name="T27" fmla="*/ 1 h 7"/>
                      <a:gd name="T28" fmla="*/ 1 w 23"/>
                      <a:gd name="T29" fmla="*/ 0 h 7"/>
                      <a:gd name="T30" fmla="*/ 1 w 23"/>
                      <a:gd name="T31" fmla="*/ 1 h 7"/>
                      <a:gd name="T32" fmla="*/ 0 w 23"/>
                      <a:gd name="T33" fmla="*/ 0 h 7"/>
                      <a:gd name="T34" fmla="*/ 0 w 23"/>
                      <a:gd name="T35" fmla="*/ 1 h 7"/>
                      <a:gd name="T36" fmla="*/ 0 w 23"/>
                      <a:gd name="T37" fmla="*/ 0 h 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
                      <a:gd name="T58" fmla="*/ 0 h 7"/>
                      <a:gd name="T59" fmla="*/ 23 w 23"/>
                      <a:gd name="T60" fmla="*/ 7 h 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 h="7">
                        <a:moveTo>
                          <a:pt x="0" y="0"/>
                        </a:moveTo>
                        <a:lnTo>
                          <a:pt x="0" y="1"/>
                        </a:lnTo>
                        <a:lnTo>
                          <a:pt x="2" y="4"/>
                        </a:lnTo>
                        <a:lnTo>
                          <a:pt x="5" y="5"/>
                        </a:lnTo>
                        <a:lnTo>
                          <a:pt x="9" y="6"/>
                        </a:lnTo>
                        <a:lnTo>
                          <a:pt x="17" y="6"/>
                        </a:lnTo>
                        <a:lnTo>
                          <a:pt x="20" y="7"/>
                        </a:lnTo>
                        <a:lnTo>
                          <a:pt x="22" y="7"/>
                        </a:lnTo>
                        <a:lnTo>
                          <a:pt x="23" y="5"/>
                        </a:lnTo>
                        <a:lnTo>
                          <a:pt x="20" y="5"/>
                        </a:lnTo>
                        <a:lnTo>
                          <a:pt x="17" y="4"/>
                        </a:lnTo>
                        <a:lnTo>
                          <a:pt x="9" y="4"/>
                        </a:lnTo>
                        <a:lnTo>
                          <a:pt x="6" y="2"/>
                        </a:lnTo>
                        <a:lnTo>
                          <a:pt x="4" y="1"/>
                        </a:lnTo>
                        <a:lnTo>
                          <a:pt x="2" y="0"/>
                        </a:lnTo>
                        <a:lnTo>
                          <a:pt x="2" y="1"/>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4" name="Freeform 157"/>
                  <p:cNvSpPr>
                    <a:spLocks/>
                  </p:cNvSpPr>
                  <p:nvPr/>
                </p:nvSpPr>
                <p:spPr bwMode="auto">
                  <a:xfrm>
                    <a:off x="4266" y="3497"/>
                    <a:ext cx="3" cy="2"/>
                  </a:xfrm>
                  <a:custGeom>
                    <a:avLst/>
                    <a:gdLst>
                      <a:gd name="T0" fmla="*/ 1 w 6"/>
                      <a:gd name="T1" fmla="*/ 0 h 4"/>
                      <a:gd name="T2" fmla="*/ 1 w 6"/>
                      <a:gd name="T3" fmla="*/ 1 h 4"/>
                      <a:gd name="T4" fmla="*/ 1 w 6"/>
                      <a:gd name="T5" fmla="*/ 1 h 4"/>
                      <a:gd name="T6" fmla="*/ 0 w 6"/>
                      <a:gd name="T7" fmla="*/ 1 h 4"/>
                      <a:gd name="T8" fmla="*/ 1 w 6"/>
                      <a:gd name="T9" fmla="*/ 1 h 4"/>
                      <a:gd name="T10" fmla="*/ 1 w 6"/>
                      <a:gd name="T11" fmla="*/ 1 h 4"/>
                      <a:gd name="T12" fmla="*/ 1 w 6"/>
                      <a:gd name="T13" fmla="*/ 1 h 4"/>
                      <a:gd name="T14" fmla="*/ 1 w 6"/>
                      <a:gd name="T15" fmla="*/ 1 h 4"/>
                      <a:gd name="T16" fmla="*/ 1 w 6"/>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4"/>
                      <a:gd name="T29" fmla="*/ 6 w 6"/>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4">
                        <a:moveTo>
                          <a:pt x="5" y="0"/>
                        </a:moveTo>
                        <a:lnTo>
                          <a:pt x="2" y="2"/>
                        </a:lnTo>
                        <a:lnTo>
                          <a:pt x="1" y="2"/>
                        </a:lnTo>
                        <a:lnTo>
                          <a:pt x="0" y="3"/>
                        </a:lnTo>
                        <a:lnTo>
                          <a:pt x="2" y="4"/>
                        </a:lnTo>
                        <a:lnTo>
                          <a:pt x="4" y="4"/>
                        </a:lnTo>
                        <a:lnTo>
                          <a:pt x="5" y="3"/>
                        </a:lnTo>
                        <a:lnTo>
                          <a:pt x="6" y="3"/>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5" name="Freeform 158"/>
                  <p:cNvSpPr>
                    <a:spLocks/>
                  </p:cNvSpPr>
                  <p:nvPr/>
                </p:nvSpPr>
                <p:spPr bwMode="auto">
                  <a:xfrm>
                    <a:off x="4268" y="3476"/>
                    <a:ext cx="33" cy="22"/>
                  </a:xfrm>
                  <a:custGeom>
                    <a:avLst/>
                    <a:gdLst>
                      <a:gd name="T0" fmla="*/ 3 w 65"/>
                      <a:gd name="T1" fmla="*/ 1 h 43"/>
                      <a:gd name="T2" fmla="*/ 2 w 65"/>
                      <a:gd name="T3" fmla="*/ 1 h 43"/>
                      <a:gd name="T4" fmla="*/ 2 w 65"/>
                      <a:gd name="T5" fmla="*/ 1 h 43"/>
                      <a:gd name="T6" fmla="*/ 2 w 65"/>
                      <a:gd name="T7" fmla="*/ 1 h 43"/>
                      <a:gd name="T8" fmla="*/ 2 w 65"/>
                      <a:gd name="T9" fmla="*/ 1 h 43"/>
                      <a:gd name="T10" fmla="*/ 2 w 65"/>
                      <a:gd name="T11" fmla="*/ 1 h 43"/>
                      <a:gd name="T12" fmla="*/ 2 w 65"/>
                      <a:gd name="T13" fmla="*/ 1 h 43"/>
                      <a:gd name="T14" fmla="*/ 2 w 65"/>
                      <a:gd name="T15" fmla="*/ 1 h 43"/>
                      <a:gd name="T16" fmla="*/ 2 w 65"/>
                      <a:gd name="T17" fmla="*/ 1 h 43"/>
                      <a:gd name="T18" fmla="*/ 1 w 65"/>
                      <a:gd name="T19" fmla="*/ 1 h 43"/>
                      <a:gd name="T20" fmla="*/ 1 w 65"/>
                      <a:gd name="T21" fmla="*/ 1 h 43"/>
                      <a:gd name="T22" fmla="*/ 1 w 65"/>
                      <a:gd name="T23" fmla="*/ 1 h 43"/>
                      <a:gd name="T24" fmla="*/ 1 w 65"/>
                      <a:gd name="T25" fmla="*/ 1 h 43"/>
                      <a:gd name="T26" fmla="*/ 1 w 65"/>
                      <a:gd name="T27" fmla="*/ 1 h 43"/>
                      <a:gd name="T28" fmla="*/ 1 w 65"/>
                      <a:gd name="T29" fmla="*/ 1 h 43"/>
                      <a:gd name="T30" fmla="*/ 1 w 65"/>
                      <a:gd name="T31" fmla="*/ 2 h 43"/>
                      <a:gd name="T32" fmla="*/ 1 w 65"/>
                      <a:gd name="T33" fmla="*/ 2 h 43"/>
                      <a:gd name="T34" fmla="*/ 0 w 65"/>
                      <a:gd name="T35" fmla="*/ 2 h 43"/>
                      <a:gd name="T36" fmla="*/ 1 w 65"/>
                      <a:gd name="T37" fmla="*/ 2 h 43"/>
                      <a:gd name="T38" fmla="*/ 1 w 65"/>
                      <a:gd name="T39" fmla="*/ 2 h 43"/>
                      <a:gd name="T40" fmla="*/ 1 w 65"/>
                      <a:gd name="T41" fmla="*/ 2 h 43"/>
                      <a:gd name="T42" fmla="*/ 1 w 65"/>
                      <a:gd name="T43" fmla="*/ 2 h 43"/>
                      <a:gd name="T44" fmla="*/ 1 w 65"/>
                      <a:gd name="T45" fmla="*/ 1 h 43"/>
                      <a:gd name="T46" fmla="*/ 1 w 65"/>
                      <a:gd name="T47" fmla="*/ 1 h 43"/>
                      <a:gd name="T48" fmla="*/ 1 w 65"/>
                      <a:gd name="T49" fmla="*/ 1 h 43"/>
                      <a:gd name="T50" fmla="*/ 1 w 65"/>
                      <a:gd name="T51" fmla="*/ 1 h 43"/>
                      <a:gd name="T52" fmla="*/ 1 w 65"/>
                      <a:gd name="T53" fmla="*/ 1 h 43"/>
                      <a:gd name="T54" fmla="*/ 2 w 65"/>
                      <a:gd name="T55" fmla="*/ 1 h 43"/>
                      <a:gd name="T56" fmla="*/ 2 w 65"/>
                      <a:gd name="T57" fmla="*/ 1 h 43"/>
                      <a:gd name="T58" fmla="*/ 2 w 65"/>
                      <a:gd name="T59" fmla="*/ 1 h 43"/>
                      <a:gd name="T60" fmla="*/ 2 w 65"/>
                      <a:gd name="T61" fmla="*/ 1 h 43"/>
                      <a:gd name="T62" fmla="*/ 2 w 65"/>
                      <a:gd name="T63" fmla="*/ 1 h 43"/>
                      <a:gd name="T64" fmla="*/ 2 w 65"/>
                      <a:gd name="T65" fmla="*/ 1 h 43"/>
                      <a:gd name="T66" fmla="*/ 2 w 65"/>
                      <a:gd name="T67" fmla="*/ 1 h 43"/>
                      <a:gd name="T68" fmla="*/ 2 w 65"/>
                      <a:gd name="T69" fmla="*/ 1 h 43"/>
                      <a:gd name="T70" fmla="*/ 2 w 65"/>
                      <a:gd name="T71" fmla="*/ 1 h 43"/>
                      <a:gd name="T72" fmla="*/ 3 w 65"/>
                      <a:gd name="T73" fmla="*/ 1 h 43"/>
                      <a:gd name="T74" fmla="*/ 3 w 65"/>
                      <a:gd name="T75" fmla="*/ 0 h 43"/>
                      <a:gd name="T76" fmla="*/ 2 w 65"/>
                      <a:gd name="T77" fmla="*/ 1 h 43"/>
                      <a:gd name="T78" fmla="*/ 3 w 65"/>
                      <a:gd name="T79" fmla="*/ 1 h 4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65"/>
                      <a:gd name="T121" fmla="*/ 0 h 43"/>
                      <a:gd name="T122" fmla="*/ 65 w 65"/>
                      <a:gd name="T123" fmla="*/ 43 h 4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65" h="43">
                        <a:moveTo>
                          <a:pt x="65" y="2"/>
                        </a:moveTo>
                        <a:lnTo>
                          <a:pt x="63" y="1"/>
                        </a:lnTo>
                        <a:lnTo>
                          <a:pt x="59" y="3"/>
                        </a:lnTo>
                        <a:lnTo>
                          <a:pt x="55" y="6"/>
                        </a:lnTo>
                        <a:lnTo>
                          <a:pt x="50" y="7"/>
                        </a:lnTo>
                        <a:lnTo>
                          <a:pt x="47" y="10"/>
                        </a:lnTo>
                        <a:lnTo>
                          <a:pt x="43" y="12"/>
                        </a:lnTo>
                        <a:lnTo>
                          <a:pt x="39" y="14"/>
                        </a:lnTo>
                        <a:lnTo>
                          <a:pt x="34" y="17"/>
                        </a:lnTo>
                        <a:lnTo>
                          <a:pt x="31" y="18"/>
                        </a:lnTo>
                        <a:lnTo>
                          <a:pt x="27" y="21"/>
                        </a:lnTo>
                        <a:lnTo>
                          <a:pt x="22" y="24"/>
                        </a:lnTo>
                        <a:lnTo>
                          <a:pt x="18" y="27"/>
                        </a:lnTo>
                        <a:lnTo>
                          <a:pt x="15" y="29"/>
                        </a:lnTo>
                        <a:lnTo>
                          <a:pt x="11" y="32"/>
                        </a:lnTo>
                        <a:lnTo>
                          <a:pt x="7" y="34"/>
                        </a:lnTo>
                        <a:lnTo>
                          <a:pt x="4" y="38"/>
                        </a:lnTo>
                        <a:lnTo>
                          <a:pt x="0" y="40"/>
                        </a:lnTo>
                        <a:lnTo>
                          <a:pt x="1" y="43"/>
                        </a:lnTo>
                        <a:lnTo>
                          <a:pt x="5" y="39"/>
                        </a:lnTo>
                        <a:lnTo>
                          <a:pt x="8" y="37"/>
                        </a:lnTo>
                        <a:lnTo>
                          <a:pt x="12" y="33"/>
                        </a:lnTo>
                        <a:lnTo>
                          <a:pt x="16" y="31"/>
                        </a:lnTo>
                        <a:lnTo>
                          <a:pt x="20" y="28"/>
                        </a:lnTo>
                        <a:lnTo>
                          <a:pt x="24" y="26"/>
                        </a:lnTo>
                        <a:lnTo>
                          <a:pt x="28" y="24"/>
                        </a:lnTo>
                        <a:lnTo>
                          <a:pt x="32" y="21"/>
                        </a:lnTo>
                        <a:lnTo>
                          <a:pt x="36" y="18"/>
                        </a:lnTo>
                        <a:lnTo>
                          <a:pt x="40" y="17"/>
                        </a:lnTo>
                        <a:lnTo>
                          <a:pt x="44" y="14"/>
                        </a:lnTo>
                        <a:lnTo>
                          <a:pt x="48" y="12"/>
                        </a:lnTo>
                        <a:lnTo>
                          <a:pt x="52" y="10"/>
                        </a:lnTo>
                        <a:lnTo>
                          <a:pt x="56" y="8"/>
                        </a:lnTo>
                        <a:lnTo>
                          <a:pt x="60" y="6"/>
                        </a:lnTo>
                        <a:lnTo>
                          <a:pt x="64" y="3"/>
                        </a:lnTo>
                        <a:lnTo>
                          <a:pt x="63" y="2"/>
                        </a:lnTo>
                        <a:lnTo>
                          <a:pt x="65" y="2"/>
                        </a:lnTo>
                        <a:lnTo>
                          <a:pt x="65" y="0"/>
                        </a:lnTo>
                        <a:lnTo>
                          <a:pt x="63" y="1"/>
                        </a:lnTo>
                        <a:lnTo>
                          <a:pt x="6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6" name="Freeform 159"/>
                  <p:cNvSpPr>
                    <a:spLocks/>
                  </p:cNvSpPr>
                  <p:nvPr/>
                </p:nvSpPr>
                <p:spPr bwMode="auto">
                  <a:xfrm>
                    <a:off x="4300" y="3478"/>
                    <a:ext cx="1" cy="1"/>
                  </a:xfrm>
                  <a:custGeom>
                    <a:avLst/>
                    <a:gdLst>
                      <a:gd name="T0" fmla="*/ 1 w 2"/>
                      <a:gd name="T1" fmla="*/ 0 h 3"/>
                      <a:gd name="T2" fmla="*/ 1 w 2"/>
                      <a:gd name="T3" fmla="*/ 0 h 3"/>
                      <a:gd name="T4" fmla="*/ 1 w 2"/>
                      <a:gd name="T5" fmla="*/ 0 h 3"/>
                      <a:gd name="T6" fmla="*/ 0 w 2"/>
                      <a:gd name="T7" fmla="*/ 0 h 3"/>
                      <a:gd name="T8" fmla="*/ 0 w 2"/>
                      <a:gd name="T9" fmla="*/ 0 h 3"/>
                      <a:gd name="T10" fmla="*/ 1 w 2"/>
                      <a:gd name="T11" fmla="*/ 0 h 3"/>
                      <a:gd name="T12" fmla="*/ 1 w 2"/>
                      <a:gd name="T13" fmla="*/ 0 h 3"/>
                      <a:gd name="T14" fmla="*/ 1 w 2"/>
                      <a:gd name="T15" fmla="*/ 0 h 3"/>
                      <a:gd name="T16" fmla="*/ 1 w 2"/>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
                      <a:gd name="T28" fmla="*/ 0 h 3"/>
                      <a:gd name="T29" fmla="*/ 2 w 2"/>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 h="3">
                        <a:moveTo>
                          <a:pt x="1" y="3"/>
                        </a:moveTo>
                        <a:lnTo>
                          <a:pt x="2" y="1"/>
                        </a:lnTo>
                        <a:lnTo>
                          <a:pt x="2" y="0"/>
                        </a:lnTo>
                        <a:lnTo>
                          <a:pt x="0" y="0"/>
                        </a:lnTo>
                        <a:lnTo>
                          <a:pt x="0" y="1"/>
                        </a:lnTo>
                        <a:lnTo>
                          <a:pt x="1" y="3"/>
                        </a:lnTo>
                        <a:lnTo>
                          <a:pt x="2" y="3"/>
                        </a:lnTo>
                        <a:lnTo>
                          <a:pt x="2" y="1"/>
                        </a:lnTo>
                        <a:lnTo>
                          <a:pt x="1"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7" name="Freeform 160"/>
                  <p:cNvSpPr>
                    <a:spLocks/>
                  </p:cNvSpPr>
                  <p:nvPr/>
                </p:nvSpPr>
                <p:spPr bwMode="auto">
                  <a:xfrm>
                    <a:off x="4286" y="3479"/>
                    <a:ext cx="26" cy="28"/>
                  </a:xfrm>
                  <a:custGeom>
                    <a:avLst/>
                    <a:gdLst>
                      <a:gd name="T0" fmla="*/ 0 w 53"/>
                      <a:gd name="T1" fmla="*/ 2 h 54"/>
                      <a:gd name="T2" fmla="*/ 0 w 53"/>
                      <a:gd name="T3" fmla="*/ 2 h 54"/>
                      <a:gd name="T4" fmla="*/ 0 w 53"/>
                      <a:gd name="T5" fmla="*/ 2 h 54"/>
                      <a:gd name="T6" fmla="*/ 0 w 53"/>
                      <a:gd name="T7" fmla="*/ 2 h 54"/>
                      <a:gd name="T8" fmla="*/ 0 w 53"/>
                      <a:gd name="T9" fmla="*/ 2 h 54"/>
                      <a:gd name="T10" fmla="*/ 0 w 53"/>
                      <a:gd name="T11" fmla="*/ 2 h 54"/>
                      <a:gd name="T12" fmla="*/ 0 w 53"/>
                      <a:gd name="T13" fmla="*/ 2 h 54"/>
                      <a:gd name="T14" fmla="*/ 0 w 53"/>
                      <a:gd name="T15" fmla="*/ 2 h 54"/>
                      <a:gd name="T16" fmla="*/ 0 w 53"/>
                      <a:gd name="T17" fmla="*/ 2 h 54"/>
                      <a:gd name="T18" fmla="*/ 0 w 53"/>
                      <a:gd name="T19" fmla="*/ 2 h 54"/>
                      <a:gd name="T20" fmla="*/ 0 w 53"/>
                      <a:gd name="T21" fmla="*/ 2 h 54"/>
                      <a:gd name="T22" fmla="*/ 0 w 53"/>
                      <a:gd name="T23" fmla="*/ 1 h 54"/>
                      <a:gd name="T24" fmla="*/ 0 w 53"/>
                      <a:gd name="T25" fmla="*/ 1 h 54"/>
                      <a:gd name="T26" fmla="*/ 0 w 53"/>
                      <a:gd name="T27" fmla="*/ 1 h 54"/>
                      <a:gd name="T28" fmla="*/ 1 w 53"/>
                      <a:gd name="T29" fmla="*/ 1 h 54"/>
                      <a:gd name="T30" fmla="*/ 1 w 53"/>
                      <a:gd name="T31" fmla="*/ 1 h 54"/>
                      <a:gd name="T32" fmla="*/ 1 w 53"/>
                      <a:gd name="T33" fmla="*/ 1 h 54"/>
                      <a:gd name="T34" fmla="*/ 1 w 53"/>
                      <a:gd name="T35" fmla="*/ 1 h 54"/>
                      <a:gd name="T36" fmla="*/ 1 w 53"/>
                      <a:gd name="T37" fmla="*/ 0 h 54"/>
                      <a:gd name="T38" fmla="*/ 1 w 53"/>
                      <a:gd name="T39" fmla="*/ 1 h 54"/>
                      <a:gd name="T40" fmla="*/ 1 w 53"/>
                      <a:gd name="T41" fmla="*/ 1 h 54"/>
                      <a:gd name="T42" fmla="*/ 1 w 53"/>
                      <a:gd name="T43" fmla="*/ 1 h 54"/>
                      <a:gd name="T44" fmla="*/ 1 w 53"/>
                      <a:gd name="T45" fmla="*/ 1 h 54"/>
                      <a:gd name="T46" fmla="*/ 1 w 53"/>
                      <a:gd name="T47" fmla="*/ 1 h 54"/>
                      <a:gd name="T48" fmla="*/ 1 w 53"/>
                      <a:gd name="T49" fmla="*/ 1 h 54"/>
                      <a:gd name="T50" fmla="*/ 1 w 53"/>
                      <a:gd name="T51" fmla="*/ 1 h 54"/>
                      <a:gd name="T52" fmla="*/ 0 w 53"/>
                      <a:gd name="T53" fmla="*/ 1 h 54"/>
                      <a:gd name="T54" fmla="*/ 0 w 53"/>
                      <a:gd name="T55" fmla="*/ 1 h 54"/>
                      <a:gd name="T56" fmla="*/ 0 w 53"/>
                      <a:gd name="T57" fmla="*/ 1 h 54"/>
                      <a:gd name="T58" fmla="*/ 0 w 53"/>
                      <a:gd name="T59" fmla="*/ 2 h 54"/>
                      <a:gd name="T60" fmla="*/ 0 w 53"/>
                      <a:gd name="T61" fmla="*/ 2 h 54"/>
                      <a:gd name="T62" fmla="*/ 0 w 53"/>
                      <a:gd name="T63" fmla="*/ 2 h 54"/>
                      <a:gd name="T64" fmla="*/ 0 w 53"/>
                      <a:gd name="T65" fmla="*/ 2 h 54"/>
                      <a:gd name="T66" fmla="*/ 0 w 53"/>
                      <a:gd name="T67" fmla="*/ 2 h 54"/>
                      <a:gd name="T68" fmla="*/ 0 w 53"/>
                      <a:gd name="T69" fmla="*/ 2 h 5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3"/>
                      <a:gd name="T106" fmla="*/ 0 h 54"/>
                      <a:gd name="T107" fmla="*/ 53 w 53"/>
                      <a:gd name="T108" fmla="*/ 54 h 5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3" h="54">
                        <a:moveTo>
                          <a:pt x="8" y="48"/>
                        </a:moveTo>
                        <a:lnTo>
                          <a:pt x="2" y="54"/>
                        </a:lnTo>
                        <a:lnTo>
                          <a:pt x="0" y="54"/>
                        </a:lnTo>
                        <a:lnTo>
                          <a:pt x="0" y="53"/>
                        </a:lnTo>
                        <a:lnTo>
                          <a:pt x="3" y="52"/>
                        </a:lnTo>
                        <a:lnTo>
                          <a:pt x="4" y="50"/>
                        </a:lnTo>
                        <a:lnTo>
                          <a:pt x="6" y="47"/>
                        </a:lnTo>
                        <a:lnTo>
                          <a:pt x="9" y="44"/>
                        </a:lnTo>
                        <a:lnTo>
                          <a:pt x="11" y="41"/>
                        </a:lnTo>
                        <a:lnTo>
                          <a:pt x="14" y="37"/>
                        </a:lnTo>
                        <a:lnTo>
                          <a:pt x="18" y="33"/>
                        </a:lnTo>
                        <a:lnTo>
                          <a:pt x="20" y="29"/>
                        </a:lnTo>
                        <a:lnTo>
                          <a:pt x="26" y="23"/>
                        </a:lnTo>
                        <a:lnTo>
                          <a:pt x="29" y="20"/>
                        </a:lnTo>
                        <a:lnTo>
                          <a:pt x="39" y="10"/>
                        </a:lnTo>
                        <a:lnTo>
                          <a:pt x="42" y="7"/>
                        </a:lnTo>
                        <a:lnTo>
                          <a:pt x="46" y="5"/>
                        </a:lnTo>
                        <a:lnTo>
                          <a:pt x="48" y="2"/>
                        </a:lnTo>
                        <a:lnTo>
                          <a:pt x="53" y="0"/>
                        </a:lnTo>
                        <a:lnTo>
                          <a:pt x="50" y="2"/>
                        </a:lnTo>
                        <a:lnTo>
                          <a:pt x="47" y="5"/>
                        </a:lnTo>
                        <a:lnTo>
                          <a:pt x="43" y="7"/>
                        </a:lnTo>
                        <a:lnTo>
                          <a:pt x="41" y="11"/>
                        </a:lnTo>
                        <a:lnTo>
                          <a:pt x="37" y="13"/>
                        </a:lnTo>
                        <a:lnTo>
                          <a:pt x="35" y="17"/>
                        </a:lnTo>
                        <a:lnTo>
                          <a:pt x="32" y="20"/>
                        </a:lnTo>
                        <a:lnTo>
                          <a:pt x="29" y="22"/>
                        </a:lnTo>
                        <a:lnTo>
                          <a:pt x="26" y="26"/>
                        </a:lnTo>
                        <a:lnTo>
                          <a:pt x="24" y="28"/>
                        </a:lnTo>
                        <a:lnTo>
                          <a:pt x="21" y="32"/>
                        </a:lnTo>
                        <a:lnTo>
                          <a:pt x="19" y="36"/>
                        </a:lnTo>
                        <a:lnTo>
                          <a:pt x="15" y="38"/>
                        </a:lnTo>
                        <a:lnTo>
                          <a:pt x="13" y="42"/>
                        </a:lnTo>
                        <a:lnTo>
                          <a:pt x="10" y="45"/>
                        </a:lnTo>
                        <a:lnTo>
                          <a:pt x="8" y="48"/>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8" name="Freeform 161"/>
                  <p:cNvSpPr>
                    <a:spLocks/>
                  </p:cNvSpPr>
                  <p:nvPr/>
                </p:nvSpPr>
                <p:spPr bwMode="auto">
                  <a:xfrm>
                    <a:off x="4286" y="3503"/>
                    <a:ext cx="4" cy="5"/>
                  </a:xfrm>
                  <a:custGeom>
                    <a:avLst/>
                    <a:gdLst>
                      <a:gd name="T0" fmla="*/ 0 w 9"/>
                      <a:gd name="T1" fmla="*/ 1 h 10"/>
                      <a:gd name="T2" fmla="*/ 0 w 9"/>
                      <a:gd name="T3" fmla="*/ 1 h 10"/>
                      <a:gd name="T4" fmla="*/ 0 w 9"/>
                      <a:gd name="T5" fmla="*/ 1 h 10"/>
                      <a:gd name="T6" fmla="*/ 0 w 9"/>
                      <a:gd name="T7" fmla="*/ 0 h 10"/>
                      <a:gd name="T8" fmla="*/ 0 w 9"/>
                      <a:gd name="T9" fmla="*/ 1 h 10"/>
                      <a:gd name="T10" fmla="*/ 0 w 9"/>
                      <a:gd name="T11" fmla="*/ 1 h 10"/>
                      <a:gd name="T12" fmla="*/ 0 w 9"/>
                      <a:gd name="T13" fmla="*/ 1 h 10"/>
                      <a:gd name="T14" fmla="*/ 0 w 9"/>
                      <a:gd name="T15" fmla="*/ 1 h 10"/>
                      <a:gd name="T16" fmla="*/ 0 w 9"/>
                      <a:gd name="T17" fmla="*/ 1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
                      <a:gd name="T28" fmla="*/ 0 h 10"/>
                      <a:gd name="T29" fmla="*/ 9 w 9"/>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 h="10">
                        <a:moveTo>
                          <a:pt x="2" y="8"/>
                        </a:moveTo>
                        <a:lnTo>
                          <a:pt x="3" y="8"/>
                        </a:lnTo>
                        <a:lnTo>
                          <a:pt x="9" y="2"/>
                        </a:lnTo>
                        <a:lnTo>
                          <a:pt x="6" y="0"/>
                        </a:lnTo>
                        <a:lnTo>
                          <a:pt x="0" y="7"/>
                        </a:lnTo>
                        <a:lnTo>
                          <a:pt x="2" y="6"/>
                        </a:lnTo>
                        <a:lnTo>
                          <a:pt x="2" y="10"/>
                        </a:lnTo>
                        <a:lnTo>
                          <a:pt x="3" y="8"/>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9" name="Freeform 162"/>
                  <p:cNvSpPr>
                    <a:spLocks/>
                  </p:cNvSpPr>
                  <p:nvPr/>
                </p:nvSpPr>
                <p:spPr bwMode="auto">
                  <a:xfrm>
                    <a:off x="4285" y="3504"/>
                    <a:ext cx="3" cy="3"/>
                  </a:xfrm>
                  <a:custGeom>
                    <a:avLst/>
                    <a:gdLst>
                      <a:gd name="T0" fmla="*/ 1 w 5"/>
                      <a:gd name="T1" fmla="*/ 0 h 6"/>
                      <a:gd name="T2" fmla="*/ 1 w 5"/>
                      <a:gd name="T3" fmla="*/ 1 h 6"/>
                      <a:gd name="T4" fmla="*/ 0 w 5"/>
                      <a:gd name="T5" fmla="*/ 1 h 6"/>
                      <a:gd name="T6" fmla="*/ 1 w 5"/>
                      <a:gd name="T7" fmla="*/ 1 h 6"/>
                      <a:gd name="T8" fmla="*/ 1 w 5"/>
                      <a:gd name="T9" fmla="*/ 1 h 6"/>
                      <a:gd name="T10" fmla="*/ 1 w 5"/>
                      <a:gd name="T11" fmla="*/ 1 h 6"/>
                      <a:gd name="T12" fmla="*/ 1 w 5"/>
                      <a:gd name="T13" fmla="*/ 1 h 6"/>
                      <a:gd name="T14" fmla="*/ 1 w 5"/>
                      <a:gd name="T15" fmla="*/ 1 h 6"/>
                      <a:gd name="T16" fmla="*/ 1 w 5"/>
                      <a:gd name="T17" fmla="*/ 1 h 6"/>
                      <a:gd name="T18" fmla="*/ 1 w 5"/>
                      <a:gd name="T19" fmla="*/ 1 h 6"/>
                      <a:gd name="T20" fmla="*/ 1 w 5"/>
                      <a:gd name="T21" fmla="*/ 0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6"/>
                      <a:gd name="T35" fmla="*/ 5 w 5"/>
                      <a:gd name="T36" fmla="*/ 6 h 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6">
                        <a:moveTo>
                          <a:pt x="4" y="0"/>
                        </a:moveTo>
                        <a:lnTo>
                          <a:pt x="1" y="3"/>
                        </a:lnTo>
                        <a:lnTo>
                          <a:pt x="0" y="5"/>
                        </a:lnTo>
                        <a:lnTo>
                          <a:pt x="3" y="6"/>
                        </a:lnTo>
                        <a:lnTo>
                          <a:pt x="3" y="4"/>
                        </a:lnTo>
                        <a:lnTo>
                          <a:pt x="4" y="3"/>
                        </a:lnTo>
                        <a:lnTo>
                          <a:pt x="5" y="3"/>
                        </a:lnTo>
                        <a:lnTo>
                          <a:pt x="5" y="1"/>
                        </a:lnTo>
                        <a:lnTo>
                          <a:pt x="5" y="3"/>
                        </a:lnTo>
                        <a:lnTo>
                          <a:pt x="5"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0" name="Freeform 163"/>
                  <p:cNvSpPr>
                    <a:spLocks/>
                  </p:cNvSpPr>
                  <p:nvPr/>
                </p:nvSpPr>
                <p:spPr bwMode="auto">
                  <a:xfrm>
                    <a:off x="4287" y="3479"/>
                    <a:ext cx="25" cy="26"/>
                  </a:xfrm>
                  <a:custGeom>
                    <a:avLst/>
                    <a:gdLst>
                      <a:gd name="T0" fmla="*/ 2 w 50"/>
                      <a:gd name="T1" fmla="*/ 1 h 51"/>
                      <a:gd name="T2" fmla="*/ 2 w 50"/>
                      <a:gd name="T3" fmla="*/ 0 h 51"/>
                      <a:gd name="T4" fmla="*/ 2 w 50"/>
                      <a:gd name="T5" fmla="*/ 1 h 51"/>
                      <a:gd name="T6" fmla="*/ 2 w 50"/>
                      <a:gd name="T7" fmla="*/ 1 h 51"/>
                      <a:gd name="T8" fmla="*/ 2 w 50"/>
                      <a:gd name="T9" fmla="*/ 1 h 51"/>
                      <a:gd name="T10" fmla="*/ 2 w 50"/>
                      <a:gd name="T11" fmla="*/ 1 h 51"/>
                      <a:gd name="T12" fmla="*/ 1 w 50"/>
                      <a:gd name="T13" fmla="*/ 1 h 51"/>
                      <a:gd name="T14" fmla="*/ 1 w 50"/>
                      <a:gd name="T15" fmla="*/ 1 h 51"/>
                      <a:gd name="T16" fmla="*/ 1 w 50"/>
                      <a:gd name="T17" fmla="*/ 1 h 51"/>
                      <a:gd name="T18" fmla="*/ 1 w 50"/>
                      <a:gd name="T19" fmla="*/ 1 h 51"/>
                      <a:gd name="T20" fmla="*/ 1 w 50"/>
                      <a:gd name="T21" fmla="*/ 1 h 51"/>
                      <a:gd name="T22" fmla="*/ 1 w 50"/>
                      <a:gd name="T23" fmla="*/ 1 h 51"/>
                      <a:gd name="T24" fmla="*/ 1 w 50"/>
                      <a:gd name="T25" fmla="*/ 2 h 51"/>
                      <a:gd name="T26" fmla="*/ 1 w 50"/>
                      <a:gd name="T27" fmla="*/ 2 h 51"/>
                      <a:gd name="T28" fmla="*/ 1 w 50"/>
                      <a:gd name="T29" fmla="*/ 2 h 51"/>
                      <a:gd name="T30" fmla="*/ 1 w 50"/>
                      <a:gd name="T31" fmla="*/ 2 h 51"/>
                      <a:gd name="T32" fmla="*/ 1 w 50"/>
                      <a:gd name="T33" fmla="*/ 2 h 51"/>
                      <a:gd name="T34" fmla="*/ 0 w 50"/>
                      <a:gd name="T35" fmla="*/ 2 h 51"/>
                      <a:gd name="T36" fmla="*/ 1 w 50"/>
                      <a:gd name="T37" fmla="*/ 2 h 51"/>
                      <a:gd name="T38" fmla="*/ 1 w 50"/>
                      <a:gd name="T39" fmla="*/ 2 h 51"/>
                      <a:gd name="T40" fmla="*/ 1 w 50"/>
                      <a:gd name="T41" fmla="*/ 2 h 51"/>
                      <a:gd name="T42" fmla="*/ 1 w 50"/>
                      <a:gd name="T43" fmla="*/ 2 h 51"/>
                      <a:gd name="T44" fmla="*/ 1 w 50"/>
                      <a:gd name="T45" fmla="*/ 2 h 51"/>
                      <a:gd name="T46" fmla="*/ 1 w 50"/>
                      <a:gd name="T47" fmla="*/ 1 h 51"/>
                      <a:gd name="T48" fmla="*/ 1 w 50"/>
                      <a:gd name="T49" fmla="*/ 1 h 51"/>
                      <a:gd name="T50" fmla="*/ 1 w 50"/>
                      <a:gd name="T51" fmla="*/ 1 h 51"/>
                      <a:gd name="T52" fmla="*/ 1 w 50"/>
                      <a:gd name="T53" fmla="*/ 1 h 51"/>
                      <a:gd name="T54" fmla="*/ 2 w 50"/>
                      <a:gd name="T55" fmla="*/ 1 h 51"/>
                      <a:gd name="T56" fmla="*/ 2 w 50"/>
                      <a:gd name="T57" fmla="*/ 1 h 51"/>
                      <a:gd name="T58" fmla="*/ 2 w 50"/>
                      <a:gd name="T59" fmla="*/ 1 h 51"/>
                      <a:gd name="T60" fmla="*/ 2 w 50"/>
                      <a:gd name="T61" fmla="*/ 1 h 51"/>
                      <a:gd name="T62" fmla="*/ 2 w 50"/>
                      <a:gd name="T63" fmla="*/ 1 h 51"/>
                      <a:gd name="T64" fmla="*/ 2 w 50"/>
                      <a:gd name="T65" fmla="*/ 0 h 51"/>
                      <a:gd name="T66" fmla="*/ 2 w 50"/>
                      <a:gd name="T67" fmla="*/ 1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0"/>
                      <a:gd name="T103" fmla="*/ 0 h 51"/>
                      <a:gd name="T104" fmla="*/ 50 w 50"/>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0" h="51">
                        <a:moveTo>
                          <a:pt x="50" y="1"/>
                        </a:moveTo>
                        <a:lnTo>
                          <a:pt x="49" y="0"/>
                        </a:lnTo>
                        <a:lnTo>
                          <a:pt x="45" y="2"/>
                        </a:lnTo>
                        <a:lnTo>
                          <a:pt x="42" y="5"/>
                        </a:lnTo>
                        <a:lnTo>
                          <a:pt x="38" y="7"/>
                        </a:lnTo>
                        <a:lnTo>
                          <a:pt x="36" y="11"/>
                        </a:lnTo>
                        <a:lnTo>
                          <a:pt x="32" y="13"/>
                        </a:lnTo>
                        <a:lnTo>
                          <a:pt x="28" y="17"/>
                        </a:lnTo>
                        <a:lnTo>
                          <a:pt x="24" y="19"/>
                        </a:lnTo>
                        <a:lnTo>
                          <a:pt x="22" y="23"/>
                        </a:lnTo>
                        <a:lnTo>
                          <a:pt x="18" y="27"/>
                        </a:lnTo>
                        <a:lnTo>
                          <a:pt x="16" y="30"/>
                        </a:lnTo>
                        <a:lnTo>
                          <a:pt x="13" y="34"/>
                        </a:lnTo>
                        <a:lnTo>
                          <a:pt x="10" y="37"/>
                        </a:lnTo>
                        <a:lnTo>
                          <a:pt x="7" y="40"/>
                        </a:lnTo>
                        <a:lnTo>
                          <a:pt x="5" y="44"/>
                        </a:lnTo>
                        <a:lnTo>
                          <a:pt x="2" y="46"/>
                        </a:lnTo>
                        <a:lnTo>
                          <a:pt x="0" y="50"/>
                        </a:lnTo>
                        <a:lnTo>
                          <a:pt x="1" y="51"/>
                        </a:lnTo>
                        <a:lnTo>
                          <a:pt x="3" y="49"/>
                        </a:lnTo>
                        <a:lnTo>
                          <a:pt x="6" y="45"/>
                        </a:lnTo>
                        <a:lnTo>
                          <a:pt x="12" y="39"/>
                        </a:lnTo>
                        <a:lnTo>
                          <a:pt x="15" y="35"/>
                        </a:lnTo>
                        <a:lnTo>
                          <a:pt x="18" y="32"/>
                        </a:lnTo>
                        <a:lnTo>
                          <a:pt x="21" y="28"/>
                        </a:lnTo>
                        <a:lnTo>
                          <a:pt x="24" y="26"/>
                        </a:lnTo>
                        <a:lnTo>
                          <a:pt x="27" y="22"/>
                        </a:lnTo>
                        <a:lnTo>
                          <a:pt x="37" y="12"/>
                        </a:lnTo>
                        <a:lnTo>
                          <a:pt x="40" y="9"/>
                        </a:lnTo>
                        <a:lnTo>
                          <a:pt x="43" y="6"/>
                        </a:lnTo>
                        <a:lnTo>
                          <a:pt x="47" y="3"/>
                        </a:lnTo>
                        <a:lnTo>
                          <a:pt x="50" y="1"/>
                        </a:lnTo>
                        <a:lnTo>
                          <a:pt x="49" y="0"/>
                        </a:lnTo>
                        <a:lnTo>
                          <a:pt x="5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1" name="Freeform 164"/>
                  <p:cNvSpPr>
                    <a:spLocks/>
                  </p:cNvSpPr>
                  <p:nvPr/>
                </p:nvSpPr>
                <p:spPr bwMode="auto">
                  <a:xfrm>
                    <a:off x="4289" y="3479"/>
                    <a:ext cx="23" cy="25"/>
                  </a:xfrm>
                  <a:custGeom>
                    <a:avLst/>
                    <a:gdLst>
                      <a:gd name="T0" fmla="*/ 0 w 47"/>
                      <a:gd name="T1" fmla="*/ 2 h 50"/>
                      <a:gd name="T2" fmla="*/ 0 w 47"/>
                      <a:gd name="T3" fmla="*/ 2 h 50"/>
                      <a:gd name="T4" fmla="*/ 0 w 47"/>
                      <a:gd name="T5" fmla="*/ 2 h 50"/>
                      <a:gd name="T6" fmla="*/ 0 w 47"/>
                      <a:gd name="T7" fmla="*/ 2 h 50"/>
                      <a:gd name="T8" fmla="*/ 0 w 47"/>
                      <a:gd name="T9" fmla="*/ 2 h 50"/>
                      <a:gd name="T10" fmla="*/ 0 w 47"/>
                      <a:gd name="T11" fmla="*/ 1 h 50"/>
                      <a:gd name="T12" fmla="*/ 0 w 47"/>
                      <a:gd name="T13" fmla="*/ 1 h 50"/>
                      <a:gd name="T14" fmla="*/ 0 w 47"/>
                      <a:gd name="T15" fmla="*/ 1 h 50"/>
                      <a:gd name="T16" fmla="*/ 0 w 47"/>
                      <a:gd name="T17" fmla="*/ 1 h 50"/>
                      <a:gd name="T18" fmla="*/ 0 w 47"/>
                      <a:gd name="T19" fmla="*/ 1 h 50"/>
                      <a:gd name="T20" fmla="*/ 1 w 47"/>
                      <a:gd name="T21" fmla="*/ 1 h 50"/>
                      <a:gd name="T22" fmla="*/ 1 w 47"/>
                      <a:gd name="T23" fmla="*/ 1 h 50"/>
                      <a:gd name="T24" fmla="*/ 1 w 47"/>
                      <a:gd name="T25" fmla="*/ 1 h 50"/>
                      <a:gd name="T26" fmla="*/ 1 w 47"/>
                      <a:gd name="T27" fmla="*/ 0 h 50"/>
                      <a:gd name="T28" fmla="*/ 1 w 47"/>
                      <a:gd name="T29" fmla="*/ 1 h 50"/>
                      <a:gd name="T30" fmla="*/ 0 w 47"/>
                      <a:gd name="T31" fmla="*/ 1 h 50"/>
                      <a:gd name="T32" fmla="*/ 0 w 47"/>
                      <a:gd name="T33" fmla="*/ 1 h 50"/>
                      <a:gd name="T34" fmla="*/ 0 w 47"/>
                      <a:gd name="T35" fmla="*/ 1 h 50"/>
                      <a:gd name="T36" fmla="*/ 0 w 47"/>
                      <a:gd name="T37" fmla="*/ 1 h 50"/>
                      <a:gd name="T38" fmla="*/ 0 w 47"/>
                      <a:gd name="T39" fmla="*/ 2 h 50"/>
                      <a:gd name="T40" fmla="*/ 0 w 47"/>
                      <a:gd name="T41" fmla="*/ 2 h 50"/>
                      <a:gd name="T42" fmla="*/ 0 w 47"/>
                      <a:gd name="T43" fmla="*/ 2 h 50"/>
                      <a:gd name="T44" fmla="*/ 0 w 47"/>
                      <a:gd name="T45" fmla="*/ 2 h 50"/>
                      <a:gd name="T46" fmla="*/ 0 w 47"/>
                      <a:gd name="T47" fmla="*/ 2 h 5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7"/>
                      <a:gd name="T73" fmla="*/ 0 h 50"/>
                      <a:gd name="T74" fmla="*/ 47 w 47"/>
                      <a:gd name="T75" fmla="*/ 50 h 5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7" h="50">
                        <a:moveTo>
                          <a:pt x="3" y="50"/>
                        </a:moveTo>
                        <a:lnTo>
                          <a:pt x="5" y="46"/>
                        </a:lnTo>
                        <a:lnTo>
                          <a:pt x="8" y="43"/>
                        </a:lnTo>
                        <a:lnTo>
                          <a:pt x="10" y="40"/>
                        </a:lnTo>
                        <a:lnTo>
                          <a:pt x="13" y="37"/>
                        </a:lnTo>
                        <a:lnTo>
                          <a:pt x="19" y="30"/>
                        </a:lnTo>
                        <a:lnTo>
                          <a:pt x="21" y="27"/>
                        </a:lnTo>
                        <a:lnTo>
                          <a:pt x="24" y="24"/>
                        </a:lnTo>
                        <a:lnTo>
                          <a:pt x="28" y="22"/>
                        </a:lnTo>
                        <a:lnTo>
                          <a:pt x="30" y="18"/>
                        </a:lnTo>
                        <a:lnTo>
                          <a:pt x="41" y="7"/>
                        </a:lnTo>
                        <a:lnTo>
                          <a:pt x="45" y="5"/>
                        </a:lnTo>
                        <a:lnTo>
                          <a:pt x="47" y="1"/>
                        </a:lnTo>
                        <a:lnTo>
                          <a:pt x="46" y="0"/>
                        </a:lnTo>
                        <a:lnTo>
                          <a:pt x="42" y="2"/>
                        </a:lnTo>
                        <a:lnTo>
                          <a:pt x="25" y="19"/>
                        </a:lnTo>
                        <a:lnTo>
                          <a:pt x="23" y="23"/>
                        </a:lnTo>
                        <a:lnTo>
                          <a:pt x="19" y="26"/>
                        </a:lnTo>
                        <a:lnTo>
                          <a:pt x="16" y="29"/>
                        </a:lnTo>
                        <a:lnTo>
                          <a:pt x="14" y="33"/>
                        </a:lnTo>
                        <a:lnTo>
                          <a:pt x="12" y="35"/>
                        </a:lnTo>
                        <a:lnTo>
                          <a:pt x="9" y="39"/>
                        </a:lnTo>
                        <a:lnTo>
                          <a:pt x="0" y="48"/>
                        </a:lnTo>
                        <a:lnTo>
                          <a:pt x="3"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2" name="Freeform 165"/>
                  <p:cNvSpPr>
                    <a:spLocks/>
                  </p:cNvSpPr>
                  <p:nvPr/>
                </p:nvSpPr>
                <p:spPr bwMode="auto">
                  <a:xfrm>
                    <a:off x="4295" y="3480"/>
                    <a:ext cx="73" cy="46"/>
                  </a:xfrm>
                  <a:custGeom>
                    <a:avLst/>
                    <a:gdLst>
                      <a:gd name="T0" fmla="*/ 4 w 145"/>
                      <a:gd name="T1" fmla="*/ 0 h 93"/>
                      <a:gd name="T2" fmla="*/ 5 w 145"/>
                      <a:gd name="T3" fmla="*/ 1 h 93"/>
                      <a:gd name="T4" fmla="*/ 5 w 145"/>
                      <a:gd name="T5" fmla="*/ 1 h 93"/>
                      <a:gd name="T6" fmla="*/ 5 w 145"/>
                      <a:gd name="T7" fmla="*/ 2 h 93"/>
                      <a:gd name="T8" fmla="*/ 5 w 145"/>
                      <a:gd name="T9" fmla="*/ 2 h 93"/>
                      <a:gd name="T10" fmla="*/ 5 w 145"/>
                      <a:gd name="T11" fmla="*/ 2 h 93"/>
                      <a:gd name="T12" fmla="*/ 5 w 145"/>
                      <a:gd name="T13" fmla="*/ 2 h 93"/>
                      <a:gd name="T14" fmla="*/ 5 w 145"/>
                      <a:gd name="T15" fmla="*/ 2 h 93"/>
                      <a:gd name="T16" fmla="*/ 5 w 145"/>
                      <a:gd name="T17" fmla="*/ 2 h 93"/>
                      <a:gd name="T18" fmla="*/ 4 w 145"/>
                      <a:gd name="T19" fmla="*/ 1 h 93"/>
                      <a:gd name="T20" fmla="*/ 4 w 145"/>
                      <a:gd name="T21" fmla="*/ 1 h 93"/>
                      <a:gd name="T22" fmla="*/ 4 w 145"/>
                      <a:gd name="T23" fmla="*/ 1 h 93"/>
                      <a:gd name="T24" fmla="*/ 3 w 145"/>
                      <a:gd name="T25" fmla="*/ 1 h 93"/>
                      <a:gd name="T26" fmla="*/ 3 w 145"/>
                      <a:gd name="T27" fmla="*/ 1 h 93"/>
                      <a:gd name="T28" fmla="*/ 3 w 145"/>
                      <a:gd name="T29" fmla="*/ 1 h 93"/>
                      <a:gd name="T30" fmla="*/ 2 w 145"/>
                      <a:gd name="T31" fmla="*/ 1 h 93"/>
                      <a:gd name="T32" fmla="*/ 2 w 145"/>
                      <a:gd name="T33" fmla="*/ 1 h 93"/>
                      <a:gd name="T34" fmla="*/ 2 w 145"/>
                      <a:gd name="T35" fmla="*/ 1 h 93"/>
                      <a:gd name="T36" fmla="*/ 2 w 145"/>
                      <a:gd name="T37" fmla="*/ 0 h 93"/>
                      <a:gd name="T38" fmla="*/ 1 w 145"/>
                      <a:gd name="T39" fmla="*/ 0 h 93"/>
                      <a:gd name="T40" fmla="*/ 1 w 145"/>
                      <a:gd name="T41" fmla="*/ 1 h 93"/>
                      <a:gd name="T42" fmla="*/ 1 w 145"/>
                      <a:gd name="T43" fmla="*/ 1 h 93"/>
                      <a:gd name="T44" fmla="*/ 1 w 145"/>
                      <a:gd name="T45" fmla="*/ 1 h 93"/>
                      <a:gd name="T46" fmla="*/ 1 w 145"/>
                      <a:gd name="T47" fmla="*/ 1 h 93"/>
                      <a:gd name="T48" fmla="*/ 1 w 145"/>
                      <a:gd name="T49" fmla="*/ 1 h 93"/>
                      <a:gd name="T50" fmla="*/ 2 w 145"/>
                      <a:gd name="T51" fmla="*/ 1 h 93"/>
                      <a:gd name="T52" fmla="*/ 2 w 145"/>
                      <a:gd name="T53" fmla="*/ 2 h 93"/>
                      <a:gd name="T54" fmla="*/ 2 w 145"/>
                      <a:gd name="T55" fmla="*/ 2 h 93"/>
                      <a:gd name="T56" fmla="*/ 3 w 145"/>
                      <a:gd name="T57" fmla="*/ 2 h 93"/>
                      <a:gd name="T58" fmla="*/ 3 w 145"/>
                      <a:gd name="T59" fmla="*/ 2 h 93"/>
                      <a:gd name="T60" fmla="*/ 3 w 145"/>
                      <a:gd name="T61" fmla="*/ 2 h 93"/>
                      <a:gd name="T62" fmla="*/ 3 w 145"/>
                      <a:gd name="T63" fmla="*/ 2 h 93"/>
                      <a:gd name="T64" fmla="*/ 3 w 145"/>
                      <a:gd name="T65" fmla="*/ 2 h 93"/>
                      <a:gd name="T66" fmla="*/ 3 w 145"/>
                      <a:gd name="T67" fmla="*/ 2 h 93"/>
                      <a:gd name="T68" fmla="*/ 3 w 145"/>
                      <a:gd name="T69" fmla="*/ 2 h 93"/>
                      <a:gd name="T70" fmla="*/ 3 w 145"/>
                      <a:gd name="T71" fmla="*/ 2 h 93"/>
                      <a:gd name="T72" fmla="*/ 2 w 145"/>
                      <a:gd name="T73" fmla="*/ 2 h 93"/>
                      <a:gd name="T74" fmla="*/ 2 w 145"/>
                      <a:gd name="T75" fmla="*/ 2 h 93"/>
                      <a:gd name="T76" fmla="*/ 2 w 145"/>
                      <a:gd name="T77" fmla="*/ 2 h 93"/>
                      <a:gd name="T78" fmla="*/ 2 w 145"/>
                      <a:gd name="T79" fmla="*/ 2 h 93"/>
                      <a:gd name="T80" fmla="*/ 2 w 145"/>
                      <a:gd name="T81" fmla="*/ 2 h 93"/>
                      <a:gd name="T82" fmla="*/ 2 w 145"/>
                      <a:gd name="T83" fmla="*/ 2 h 93"/>
                      <a:gd name="T84" fmla="*/ 1 w 145"/>
                      <a:gd name="T85" fmla="*/ 1 h 93"/>
                      <a:gd name="T86" fmla="*/ 1 w 145"/>
                      <a:gd name="T87" fmla="*/ 1 h 93"/>
                      <a:gd name="T88" fmla="*/ 1 w 145"/>
                      <a:gd name="T89" fmla="*/ 1 h 93"/>
                      <a:gd name="T90" fmla="*/ 1 w 145"/>
                      <a:gd name="T91" fmla="*/ 1 h 93"/>
                      <a:gd name="T92" fmla="*/ 0 w 145"/>
                      <a:gd name="T93" fmla="*/ 1 h 93"/>
                      <a:gd name="T94" fmla="*/ 1 w 145"/>
                      <a:gd name="T95" fmla="*/ 1 h 93"/>
                      <a:gd name="T96" fmla="*/ 1 w 145"/>
                      <a:gd name="T97" fmla="*/ 1 h 93"/>
                      <a:gd name="T98" fmla="*/ 1 w 145"/>
                      <a:gd name="T99" fmla="*/ 0 h 93"/>
                      <a:gd name="T100" fmla="*/ 1 w 145"/>
                      <a:gd name="T101" fmla="*/ 0 h 93"/>
                      <a:gd name="T102" fmla="*/ 2 w 145"/>
                      <a:gd name="T103" fmla="*/ 0 h 93"/>
                      <a:gd name="T104" fmla="*/ 2 w 145"/>
                      <a:gd name="T105" fmla="*/ 0 h 93"/>
                      <a:gd name="T106" fmla="*/ 3 w 145"/>
                      <a:gd name="T107" fmla="*/ 0 h 93"/>
                      <a:gd name="T108" fmla="*/ 3 w 145"/>
                      <a:gd name="T109" fmla="*/ 0 h 93"/>
                      <a:gd name="T110" fmla="*/ 3 w 145"/>
                      <a:gd name="T111" fmla="*/ 0 h 93"/>
                      <a:gd name="T112" fmla="*/ 3 w 145"/>
                      <a:gd name="T113" fmla="*/ 0 h 93"/>
                      <a:gd name="T114" fmla="*/ 4 w 145"/>
                      <a:gd name="T115" fmla="*/ 0 h 93"/>
                      <a:gd name="T116" fmla="*/ 4 w 145"/>
                      <a:gd name="T117" fmla="*/ 0 h 93"/>
                      <a:gd name="T118" fmla="*/ 4 w 145"/>
                      <a:gd name="T119" fmla="*/ 0 h 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45"/>
                      <a:gd name="T181" fmla="*/ 0 h 93"/>
                      <a:gd name="T182" fmla="*/ 145 w 145"/>
                      <a:gd name="T183" fmla="*/ 93 h 9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45" h="93">
                        <a:moveTo>
                          <a:pt x="123" y="17"/>
                        </a:moveTo>
                        <a:lnTo>
                          <a:pt x="125" y="25"/>
                        </a:lnTo>
                        <a:lnTo>
                          <a:pt x="129" y="32"/>
                        </a:lnTo>
                        <a:lnTo>
                          <a:pt x="132" y="41"/>
                        </a:lnTo>
                        <a:lnTo>
                          <a:pt x="134" y="48"/>
                        </a:lnTo>
                        <a:lnTo>
                          <a:pt x="138" y="57"/>
                        </a:lnTo>
                        <a:lnTo>
                          <a:pt x="139" y="64"/>
                        </a:lnTo>
                        <a:lnTo>
                          <a:pt x="143" y="73"/>
                        </a:lnTo>
                        <a:lnTo>
                          <a:pt x="145" y="80"/>
                        </a:lnTo>
                        <a:lnTo>
                          <a:pt x="145" y="86"/>
                        </a:lnTo>
                        <a:lnTo>
                          <a:pt x="144" y="90"/>
                        </a:lnTo>
                        <a:lnTo>
                          <a:pt x="143" y="93"/>
                        </a:lnTo>
                        <a:lnTo>
                          <a:pt x="140" y="90"/>
                        </a:lnTo>
                        <a:lnTo>
                          <a:pt x="139" y="86"/>
                        </a:lnTo>
                        <a:lnTo>
                          <a:pt x="138" y="84"/>
                        </a:lnTo>
                        <a:lnTo>
                          <a:pt x="137" y="80"/>
                        </a:lnTo>
                        <a:lnTo>
                          <a:pt x="134" y="74"/>
                        </a:lnTo>
                        <a:lnTo>
                          <a:pt x="132" y="68"/>
                        </a:lnTo>
                        <a:lnTo>
                          <a:pt x="128" y="63"/>
                        </a:lnTo>
                        <a:lnTo>
                          <a:pt x="123" y="59"/>
                        </a:lnTo>
                        <a:lnTo>
                          <a:pt x="118" y="57"/>
                        </a:lnTo>
                        <a:lnTo>
                          <a:pt x="113" y="54"/>
                        </a:lnTo>
                        <a:lnTo>
                          <a:pt x="108" y="52"/>
                        </a:lnTo>
                        <a:lnTo>
                          <a:pt x="102" y="51"/>
                        </a:lnTo>
                        <a:lnTo>
                          <a:pt x="96" y="49"/>
                        </a:lnTo>
                        <a:lnTo>
                          <a:pt x="90" y="48"/>
                        </a:lnTo>
                        <a:lnTo>
                          <a:pt x="84" y="47"/>
                        </a:lnTo>
                        <a:lnTo>
                          <a:pt x="77" y="44"/>
                        </a:lnTo>
                        <a:lnTo>
                          <a:pt x="71" y="43"/>
                        </a:lnTo>
                        <a:lnTo>
                          <a:pt x="65" y="41"/>
                        </a:lnTo>
                        <a:lnTo>
                          <a:pt x="60" y="38"/>
                        </a:lnTo>
                        <a:lnTo>
                          <a:pt x="55" y="36"/>
                        </a:lnTo>
                        <a:lnTo>
                          <a:pt x="52" y="36"/>
                        </a:lnTo>
                        <a:lnTo>
                          <a:pt x="48" y="35"/>
                        </a:lnTo>
                        <a:lnTo>
                          <a:pt x="44" y="33"/>
                        </a:lnTo>
                        <a:lnTo>
                          <a:pt x="42" y="32"/>
                        </a:lnTo>
                        <a:lnTo>
                          <a:pt x="38" y="32"/>
                        </a:lnTo>
                        <a:lnTo>
                          <a:pt x="34" y="31"/>
                        </a:lnTo>
                        <a:lnTo>
                          <a:pt x="31" y="31"/>
                        </a:lnTo>
                        <a:lnTo>
                          <a:pt x="27" y="30"/>
                        </a:lnTo>
                        <a:lnTo>
                          <a:pt x="24" y="31"/>
                        </a:lnTo>
                        <a:lnTo>
                          <a:pt x="20" y="36"/>
                        </a:lnTo>
                        <a:lnTo>
                          <a:pt x="18" y="38"/>
                        </a:lnTo>
                        <a:lnTo>
                          <a:pt x="16" y="41"/>
                        </a:lnTo>
                        <a:lnTo>
                          <a:pt x="15" y="43"/>
                        </a:lnTo>
                        <a:lnTo>
                          <a:pt x="13" y="46"/>
                        </a:lnTo>
                        <a:lnTo>
                          <a:pt x="13" y="49"/>
                        </a:lnTo>
                        <a:lnTo>
                          <a:pt x="18" y="52"/>
                        </a:lnTo>
                        <a:lnTo>
                          <a:pt x="22" y="54"/>
                        </a:lnTo>
                        <a:lnTo>
                          <a:pt x="27" y="57"/>
                        </a:lnTo>
                        <a:lnTo>
                          <a:pt x="32" y="59"/>
                        </a:lnTo>
                        <a:lnTo>
                          <a:pt x="37" y="62"/>
                        </a:lnTo>
                        <a:lnTo>
                          <a:pt x="42" y="63"/>
                        </a:lnTo>
                        <a:lnTo>
                          <a:pt x="47" y="65"/>
                        </a:lnTo>
                        <a:lnTo>
                          <a:pt x="52" y="67"/>
                        </a:lnTo>
                        <a:lnTo>
                          <a:pt x="56" y="68"/>
                        </a:lnTo>
                        <a:lnTo>
                          <a:pt x="63" y="70"/>
                        </a:lnTo>
                        <a:lnTo>
                          <a:pt x="68" y="72"/>
                        </a:lnTo>
                        <a:lnTo>
                          <a:pt x="72" y="74"/>
                        </a:lnTo>
                        <a:lnTo>
                          <a:pt x="77" y="75"/>
                        </a:lnTo>
                        <a:lnTo>
                          <a:pt x="82" y="78"/>
                        </a:lnTo>
                        <a:lnTo>
                          <a:pt x="86" y="80"/>
                        </a:lnTo>
                        <a:lnTo>
                          <a:pt x="91" y="83"/>
                        </a:lnTo>
                        <a:lnTo>
                          <a:pt x="88" y="84"/>
                        </a:lnTo>
                        <a:lnTo>
                          <a:pt x="87" y="85"/>
                        </a:lnTo>
                        <a:lnTo>
                          <a:pt x="80" y="85"/>
                        </a:lnTo>
                        <a:lnTo>
                          <a:pt x="77" y="84"/>
                        </a:lnTo>
                        <a:lnTo>
                          <a:pt x="76" y="83"/>
                        </a:lnTo>
                        <a:lnTo>
                          <a:pt x="74" y="81"/>
                        </a:lnTo>
                        <a:lnTo>
                          <a:pt x="71" y="80"/>
                        </a:lnTo>
                        <a:lnTo>
                          <a:pt x="69" y="79"/>
                        </a:lnTo>
                        <a:lnTo>
                          <a:pt x="68" y="78"/>
                        </a:lnTo>
                        <a:lnTo>
                          <a:pt x="65" y="77"/>
                        </a:lnTo>
                        <a:lnTo>
                          <a:pt x="63" y="75"/>
                        </a:lnTo>
                        <a:lnTo>
                          <a:pt x="61" y="74"/>
                        </a:lnTo>
                        <a:lnTo>
                          <a:pt x="59" y="74"/>
                        </a:lnTo>
                        <a:lnTo>
                          <a:pt x="56" y="73"/>
                        </a:lnTo>
                        <a:lnTo>
                          <a:pt x="54" y="72"/>
                        </a:lnTo>
                        <a:lnTo>
                          <a:pt x="50" y="72"/>
                        </a:lnTo>
                        <a:lnTo>
                          <a:pt x="48" y="70"/>
                        </a:lnTo>
                        <a:lnTo>
                          <a:pt x="44" y="69"/>
                        </a:lnTo>
                        <a:lnTo>
                          <a:pt x="42" y="68"/>
                        </a:lnTo>
                        <a:lnTo>
                          <a:pt x="38" y="67"/>
                        </a:lnTo>
                        <a:lnTo>
                          <a:pt x="36" y="65"/>
                        </a:lnTo>
                        <a:lnTo>
                          <a:pt x="33" y="64"/>
                        </a:lnTo>
                        <a:lnTo>
                          <a:pt x="29" y="63"/>
                        </a:lnTo>
                        <a:lnTo>
                          <a:pt x="27" y="62"/>
                        </a:lnTo>
                        <a:lnTo>
                          <a:pt x="23" y="60"/>
                        </a:lnTo>
                        <a:lnTo>
                          <a:pt x="21" y="59"/>
                        </a:lnTo>
                        <a:lnTo>
                          <a:pt x="17" y="59"/>
                        </a:lnTo>
                        <a:lnTo>
                          <a:pt x="15" y="58"/>
                        </a:lnTo>
                        <a:lnTo>
                          <a:pt x="11" y="58"/>
                        </a:lnTo>
                        <a:lnTo>
                          <a:pt x="8" y="57"/>
                        </a:lnTo>
                        <a:lnTo>
                          <a:pt x="0" y="53"/>
                        </a:lnTo>
                        <a:lnTo>
                          <a:pt x="1" y="49"/>
                        </a:lnTo>
                        <a:lnTo>
                          <a:pt x="3" y="46"/>
                        </a:lnTo>
                        <a:lnTo>
                          <a:pt x="6" y="42"/>
                        </a:lnTo>
                        <a:lnTo>
                          <a:pt x="8" y="38"/>
                        </a:lnTo>
                        <a:lnTo>
                          <a:pt x="12" y="35"/>
                        </a:lnTo>
                        <a:lnTo>
                          <a:pt x="15" y="31"/>
                        </a:lnTo>
                        <a:lnTo>
                          <a:pt x="28" y="17"/>
                        </a:lnTo>
                        <a:lnTo>
                          <a:pt x="31" y="14"/>
                        </a:lnTo>
                        <a:lnTo>
                          <a:pt x="36" y="11"/>
                        </a:lnTo>
                        <a:lnTo>
                          <a:pt x="38" y="7"/>
                        </a:lnTo>
                        <a:lnTo>
                          <a:pt x="42" y="5"/>
                        </a:lnTo>
                        <a:lnTo>
                          <a:pt x="45" y="3"/>
                        </a:lnTo>
                        <a:lnTo>
                          <a:pt x="49" y="0"/>
                        </a:lnTo>
                        <a:lnTo>
                          <a:pt x="69" y="0"/>
                        </a:lnTo>
                        <a:lnTo>
                          <a:pt x="74" y="1"/>
                        </a:lnTo>
                        <a:lnTo>
                          <a:pt x="77" y="1"/>
                        </a:lnTo>
                        <a:lnTo>
                          <a:pt x="82" y="3"/>
                        </a:lnTo>
                        <a:lnTo>
                          <a:pt x="87" y="4"/>
                        </a:lnTo>
                        <a:lnTo>
                          <a:pt x="92" y="5"/>
                        </a:lnTo>
                        <a:lnTo>
                          <a:pt x="96" y="6"/>
                        </a:lnTo>
                        <a:lnTo>
                          <a:pt x="101" y="9"/>
                        </a:lnTo>
                        <a:lnTo>
                          <a:pt x="105" y="10"/>
                        </a:lnTo>
                        <a:lnTo>
                          <a:pt x="109" y="11"/>
                        </a:lnTo>
                        <a:lnTo>
                          <a:pt x="114" y="14"/>
                        </a:lnTo>
                        <a:lnTo>
                          <a:pt x="118" y="15"/>
                        </a:lnTo>
                        <a:lnTo>
                          <a:pt x="123" y="17"/>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3" name="Freeform 166"/>
                  <p:cNvSpPr>
                    <a:spLocks/>
                  </p:cNvSpPr>
                  <p:nvPr/>
                </p:nvSpPr>
                <p:spPr bwMode="auto">
                  <a:xfrm>
                    <a:off x="4356" y="3489"/>
                    <a:ext cx="12" cy="31"/>
                  </a:xfrm>
                  <a:custGeom>
                    <a:avLst/>
                    <a:gdLst>
                      <a:gd name="T0" fmla="*/ 1 w 24"/>
                      <a:gd name="T1" fmla="*/ 1 h 63"/>
                      <a:gd name="T2" fmla="*/ 1 w 24"/>
                      <a:gd name="T3" fmla="*/ 1 h 63"/>
                      <a:gd name="T4" fmla="*/ 1 w 24"/>
                      <a:gd name="T5" fmla="*/ 1 h 63"/>
                      <a:gd name="T6" fmla="*/ 1 w 24"/>
                      <a:gd name="T7" fmla="*/ 1 h 63"/>
                      <a:gd name="T8" fmla="*/ 1 w 24"/>
                      <a:gd name="T9" fmla="*/ 0 h 63"/>
                      <a:gd name="T10" fmla="*/ 1 w 24"/>
                      <a:gd name="T11" fmla="*/ 0 h 63"/>
                      <a:gd name="T12" fmla="*/ 1 w 24"/>
                      <a:gd name="T13" fmla="*/ 0 h 63"/>
                      <a:gd name="T14" fmla="*/ 1 w 24"/>
                      <a:gd name="T15" fmla="*/ 0 h 63"/>
                      <a:gd name="T16" fmla="*/ 1 w 24"/>
                      <a:gd name="T17" fmla="*/ 0 h 63"/>
                      <a:gd name="T18" fmla="*/ 0 w 24"/>
                      <a:gd name="T19" fmla="*/ 0 h 63"/>
                      <a:gd name="T20" fmla="*/ 1 w 24"/>
                      <a:gd name="T21" fmla="*/ 0 h 63"/>
                      <a:gd name="T22" fmla="*/ 1 w 24"/>
                      <a:gd name="T23" fmla="*/ 0 h 63"/>
                      <a:gd name="T24" fmla="*/ 1 w 24"/>
                      <a:gd name="T25" fmla="*/ 0 h 63"/>
                      <a:gd name="T26" fmla="*/ 1 w 24"/>
                      <a:gd name="T27" fmla="*/ 1 h 63"/>
                      <a:gd name="T28" fmla="*/ 1 w 24"/>
                      <a:gd name="T29" fmla="*/ 1 h 63"/>
                      <a:gd name="T30" fmla="*/ 1 w 24"/>
                      <a:gd name="T31" fmla="*/ 1 h 63"/>
                      <a:gd name="T32" fmla="*/ 1 w 24"/>
                      <a:gd name="T33" fmla="*/ 1 h 63"/>
                      <a:gd name="T34" fmla="*/ 1 w 24"/>
                      <a:gd name="T35" fmla="*/ 1 h 63"/>
                      <a:gd name="T36" fmla="*/ 1 w 24"/>
                      <a:gd name="T37" fmla="*/ 1 h 6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
                      <a:gd name="T58" fmla="*/ 0 h 63"/>
                      <a:gd name="T59" fmla="*/ 24 w 24"/>
                      <a:gd name="T60" fmla="*/ 63 h 6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 h="63">
                        <a:moveTo>
                          <a:pt x="24" y="63"/>
                        </a:moveTo>
                        <a:lnTo>
                          <a:pt x="22" y="55"/>
                        </a:lnTo>
                        <a:lnTo>
                          <a:pt x="18" y="47"/>
                        </a:lnTo>
                        <a:lnTo>
                          <a:pt x="16" y="40"/>
                        </a:lnTo>
                        <a:lnTo>
                          <a:pt x="13" y="31"/>
                        </a:lnTo>
                        <a:lnTo>
                          <a:pt x="11" y="23"/>
                        </a:lnTo>
                        <a:lnTo>
                          <a:pt x="8" y="15"/>
                        </a:lnTo>
                        <a:lnTo>
                          <a:pt x="5" y="8"/>
                        </a:lnTo>
                        <a:lnTo>
                          <a:pt x="1" y="0"/>
                        </a:lnTo>
                        <a:lnTo>
                          <a:pt x="0" y="0"/>
                        </a:lnTo>
                        <a:lnTo>
                          <a:pt x="2" y="8"/>
                        </a:lnTo>
                        <a:lnTo>
                          <a:pt x="6" y="16"/>
                        </a:lnTo>
                        <a:lnTo>
                          <a:pt x="8" y="24"/>
                        </a:lnTo>
                        <a:lnTo>
                          <a:pt x="11" y="32"/>
                        </a:lnTo>
                        <a:lnTo>
                          <a:pt x="15" y="40"/>
                        </a:lnTo>
                        <a:lnTo>
                          <a:pt x="16" y="48"/>
                        </a:lnTo>
                        <a:lnTo>
                          <a:pt x="19" y="56"/>
                        </a:lnTo>
                        <a:lnTo>
                          <a:pt x="22" y="63"/>
                        </a:lnTo>
                        <a:lnTo>
                          <a:pt x="24"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4" name="Freeform 167"/>
                  <p:cNvSpPr>
                    <a:spLocks/>
                  </p:cNvSpPr>
                  <p:nvPr/>
                </p:nvSpPr>
                <p:spPr bwMode="auto">
                  <a:xfrm>
                    <a:off x="4366" y="3520"/>
                    <a:ext cx="2" cy="7"/>
                  </a:xfrm>
                  <a:custGeom>
                    <a:avLst/>
                    <a:gdLst>
                      <a:gd name="T0" fmla="*/ 0 w 5"/>
                      <a:gd name="T1" fmla="*/ 1 h 14"/>
                      <a:gd name="T2" fmla="*/ 0 w 5"/>
                      <a:gd name="T3" fmla="*/ 1 h 14"/>
                      <a:gd name="T4" fmla="*/ 0 w 5"/>
                      <a:gd name="T5" fmla="*/ 1 h 14"/>
                      <a:gd name="T6" fmla="*/ 0 w 5"/>
                      <a:gd name="T7" fmla="*/ 0 h 14"/>
                      <a:gd name="T8" fmla="*/ 0 w 5"/>
                      <a:gd name="T9" fmla="*/ 0 h 14"/>
                      <a:gd name="T10" fmla="*/ 0 w 5"/>
                      <a:gd name="T11" fmla="*/ 1 h 14"/>
                      <a:gd name="T12" fmla="*/ 0 w 5"/>
                      <a:gd name="T13" fmla="*/ 1 h 14"/>
                      <a:gd name="T14" fmla="*/ 0 w 5"/>
                      <a:gd name="T15" fmla="*/ 1 h 14"/>
                      <a:gd name="T16" fmla="*/ 0 w 5"/>
                      <a:gd name="T17" fmla="*/ 1 h 14"/>
                      <a:gd name="T18" fmla="*/ 0 w 5"/>
                      <a:gd name="T19" fmla="*/ 1 h 14"/>
                      <a:gd name="T20" fmla="*/ 0 w 5"/>
                      <a:gd name="T21" fmla="*/ 1 h 14"/>
                      <a:gd name="T22" fmla="*/ 0 w 5"/>
                      <a:gd name="T23" fmla="*/ 1 h 14"/>
                      <a:gd name="T24" fmla="*/ 0 w 5"/>
                      <a:gd name="T25" fmla="*/ 1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14"/>
                      <a:gd name="T41" fmla="*/ 5 w 5"/>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14">
                        <a:moveTo>
                          <a:pt x="0" y="14"/>
                        </a:moveTo>
                        <a:lnTo>
                          <a:pt x="4" y="10"/>
                        </a:lnTo>
                        <a:lnTo>
                          <a:pt x="5" y="6"/>
                        </a:lnTo>
                        <a:lnTo>
                          <a:pt x="5" y="0"/>
                        </a:lnTo>
                        <a:lnTo>
                          <a:pt x="3" y="0"/>
                        </a:lnTo>
                        <a:lnTo>
                          <a:pt x="3" y="6"/>
                        </a:lnTo>
                        <a:lnTo>
                          <a:pt x="2" y="9"/>
                        </a:lnTo>
                        <a:lnTo>
                          <a:pt x="0" y="11"/>
                        </a:lnTo>
                        <a:lnTo>
                          <a:pt x="2" y="11"/>
                        </a:lnTo>
                        <a:lnTo>
                          <a:pt x="0" y="14"/>
                        </a:lnTo>
                        <a:lnTo>
                          <a:pt x="2" y="14"/>
                        </a:lnTo>
                        <a:lnTo>
                          <a:pt x="2" y="13"/>
                        </a:lnTo>
                        <a:lnTo>
                          <a:pt x="0"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5" name="Freeform 168"/>
                  <p:cNvSpPr>
                    <a:spLocks/>
                  </p:cNvSpPr>
                  <p:nvPr/>
                </p:nvSpPr>
                <p:spPr bwMode="auto">
                  <a:xfrm>
                    <a:off x="4363" y="3519"/>
                    <a:ext cx="3" cy="8"/>
                  </a:xfrm>
                  <a:custGeom>
                    <a:avLst/>
                    <a:gdLst>
                      <a:gd name="T0" fmla="*/ 0 w 8"/>
                      <a:gd name="T1" fmla="*/ 1 h 15"/>
                      <a:gd name="T2" fmla="*/ 0 w 8"/>
                      <a:gd name="T3" fmla="*/ 1 h 15"/>
                      <a:gd name="T4" fmla="*/ 0 w 8"/>
                      <a:gd name="T5" fmla="*/ 1 h 15"/>
                      <a:gd name="T6" fmla="*/ 0 w 8"/>
                      <a:gd name="T7" fmla="*/ 1 h 15"/>
                      <a:gd name="T8" fmla="*/ 0 w 8"/>
                      <a:gd name="T9" fmla="*/ 1 h 15"/>
                      <a:gd name="T10" fmla="*/ 0 w 8"/>
                      <a:gd name="T11" fmla="*/ 1 h 15"/>
                      <a:gd name="T12" fmla="*/ 0 w 8"/>
                      <a:gd name="T13" fmla="*/ 1 h 15"/>
                      <a:gd name="T14" fmla="*/ 0 w 8"/>
                      <a:gd name="T15" fmla="*/ 1 h 15"/>
                      <a:gd name="T16" fmla="*/ 0 w 8"/>
                      <a:gd name="T17" fmla="*/ 1 h 15"/>
                      <a:gd name="T18" fmla="*/ 0 w 8"/>
                      <a:gd name="T19" fmla="*/ 1 h 15"/>
                      <a:gd name="T20" fmla="*/ 0 w 8"/>
                      <a:gd name="T21" fmla="*/ 0 h 15"/>
                      <a:gd name="T22" fmla="*/ 0 w 8"/>
                      <a:gd name="T23" fmla="*/ 1 h 15"/>
                      <a:gd name="T24" fmla="*/ 0 w 8"/>
                      <a:gd name="T25" fmla="*/ 1 h 15"/>
                      <a:gd name="T26" fmla="*/ 0 w 8"/>
                      <a:gd name="T27" fmla="*/ 1 h 15"/>
                      <a:gd name="T28" fmla="*/ 0 w 8"/>
                      <a:gd name="T29" fmla="*/ 1 h 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
                      <a:gd name="T46" fmla="*/ 0 h 15"/>
                      <a:gd name="T47" fmla="*/ 8 w 8"/>
                      <a:gd name="T48" fmla="*/ 15 h 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 h="15">
                        <a:moveTo>
                          <a:pt x="0" y="1"/>
                        </a:moveTo>
                        <a:lnTo>
                          <a:pt x="0" y="2"/>
                        </a:lnTo>
                        <a:lnTo>
                          <a:pt x="2" y="5"/>
                        </a:lnTo>
                        <a:lnTo>
                          <a:pt x="3" y="9"/>
                        </a:lnTo>
                        <a:lnTo>
                          <a:pt x="4" y="12"/>
                        </a:lnTo>
                        <a:lnTo>
                          <a:pt x="6" y="15"/>
                        </a:lnTo>
                        <a:lnTo>
                          <a:pt x="8" y="12"/>
                        </a:lnTo>
                        <a:lnTo>
                          <a:pt x="6" y="11"/>
                        </a:lnTo>
                        <a:lnTo>
                          <a:pt x="5" y="7"/>
                        </a:lnTo>
                        <a:lnTo>
                          <a:pt x="4" y="5"/>
                        </a:lnTo>
                        <a:lnTo>
                          <a:pt x="3" y="0"/>
                        </a:lnTo>
                        <a:lnTo>
                          <a:pt x="3" y="1"/>
                        </a:lnTo>
                        <a:lnTo>
                          <a:pt x="0" y="1"/>
                        </a:lnTo>
                        <a:lnTo>
                          <a:pt x="0"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6" name="Freeform 169"/>
                  <p:cNvSpPr>
                    <a:spLocks/>
                  </p:cNvSpPr>
                  <p:nvPr/>
                </p:nvSpPr>
                <p:spPr bwMode="auto">
                  <a:xfrm>
                    <a:off x="4322" y="3497"/>
                    <a:ext cx="42" cy="23"/>
                  </a:xfrm>
                  <a:custGeom>
                    <a:avLst/>
                    <a:gdLst>
                      <a:gd name="T0" fmla="*/ 1 w 84"/>
                      <a:gd name="T1" fmla="*/ 1 h 45"/>
                      <a:gd name="T2" fmla="*/ 0 w 84"/>
                      <a:gd name="T3" fmla="*/ 1 h 45"/>
                      <a:gd name="T4" fmla="*/ 1 w 84"/>
                      <a:gd name="T5" fmla="*/ 1 h 45"/>
                      <a:gd name="T6" fmla="*/ 1 w 84"/>
                      <a:gd name="T7" fmla="*/ 1 h 45"/>
                      <a:gd name="T8" fmla="*/ 1 w 84"/>
                      <a:gd name="T9" fmla="*/ 1 h 45"/>
                      <a:gd name="T10" fmla="*/ 1 w 84"/>
                      <a:gd name="T11" fmla="*/ 1 h 45"/>
                      <a:gd name="T12" fmla="*/ 1 w 84"/>
                      <a:gd name="T13" fmla="*/ 1 h 45"/>
                      <a:gd name="T14" fmla="*/ 2 w 84"/>
                      <a:gd name="T15" fmla="*/ 1 h 45"/>
                      <a:gd name="T16" fmla="*/ 2 w 84"/>
                      <a:gd name="T17" fmla="*/ 1 h 45"/>
                      <a:gd name="T18" fmla="*/ 2 w 84"/>
                      <a:gd name="T19" fmla="*/ 1 h 45"/>
                      <a:gd name="T20" fmla="*/ 2 w 84"/>
                      <a:gd name="T21" fmla="*/ 1 h 45"/>
                      <a:gd name="T22" fmla="*/ 2 w 84"/>
                      <a:gd name="T23" fmla="*/ 1 h 45"/>
                      <a:gd name="T24" fmla="*/ 2 w 84"/>
                      <a:gd name="T25" fmla="*/ 1 h 45"/>
                      <a:gd name="T26" fmla="*/ 3 w 84"/>
                      <a:gd name="T27" fmla="*/ 1 h 45"/>
                      <a:gd name="T28" fmla="*/ 3 w 84"/>
                      <a:gd name="T29" fmla="*/ 1 h 45"/>
                      <a:gd name="T30" fmla="*/ 3 w 84"/>
                      <a:gd name="T31" fmla="*/ 2 h 45"/>
                      <a:gd name="T32" fmla="*/ 3 w 84"/>
                      <a:gd name="T33" fmla="*/ 2 h 45"/>
                      <a:gd name="T34" fmla="*/ 3 w 84"/>
                      <a:gd name="T35" fmla="*/ 2 h 45"/>
                      <a:gd name="T36" fmla="*/ 3 w 84"/>
                      <a:gd name="T37" fmla="*/ 2 h 45"/>
                      <a:gd name="T38" fmla="*/ 3 w 84"/>
                      <a:gd name="T39" fmla="*/ 2 h 45"/>
                      <a:gd name="T40" fmla="*/ 3 w 84"/>
                      <a:gd name="T41" fmla="*/ 2 h 45"/>
                      <a:gd name="T42" fmla="*/ 3 w 84"/>
                      <a:gd name="T43" fmla="*/ 1 h 45"/>
                      <a:gd name="T44" fmla="*/ 3 w 84"/>
                      <a:gd name="T45" fmla="*/ 1 h 45"/>
                      <a:gd name="T46" fmla="*/ 3 w 84"/>
                      <a:gd name="T47" fmla="*/ 1 h 45"/>
                      <a:gd name="T48" fmla="*/ 2 w 84"/>
                      <a:gd name="T49" fmla="*/ 1 h 45"/>
                      <a:gd name="T50" fmla="*/ 2 w 84"/>
                      <a:gd name="T51" fmla="*/ 1 h 45"/>
                      <a:gd name="T52" fmla="*/ 2 w 84"/>
                      <a:gd name="T53" fmla="*/ 1 h 45"/>
                      <a:gd name="T54" fmla="*/ 2 w 84"/>
                      <a:gd name="T55" fmla="*/ 1 h 45"/>
                      <a:gd name="T56" fmla="*/ 2 w 84"/>
                      <a:gd name="T57" fmla="*/ 1 h 45"/>
                      <a:gd name="T58" fmla="*/ 1 w 84"/>
                      <a:gd name="T59" fmla="*/ 1 h 45"/>
                      <a:gd name="T60" fmla="*/ 1 w 84"/>
                      <a:gd name="T61" fmla="*/ 1 h 45"/>
                      <a:gd name="T62" fmla="*/ 1 w 84"/>
                      <a:gd name="T63" fmla="*/ 1 h 45"/>
                      <a:gd name="T64" fmla="*/ 1 w 84"/>
                      <a:gd name="T65" fmla="*/ 1 h 45"/>
                      <a:gd name="T66" fmla="*/ 1 w 84"/>
                      <a:gd name="T67" fmla="*/ 1 h 45"/>
                      <a:gd name="T68" fmla="*/ 1 w 84"/>
                      <a:gd name="T69" fmla="*/ 0 h 45"/>
                      <a:gd name="T70" fmla="*/ 1 w 84"/>
                      <a:gd name="T71" fmla="*/ 1 h 4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45"/>
                      <a:gd name="T110" fmla="*/ 84 w 84"/>
                      <a:gd name="T111" fmla="*/ 45 h 4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45">
                        <a:moveTo>
                          <a:pt x="1" y="2"/>
                        </a:moveTo>
                        <a:lnTo>
                          <a:pt x="0" y="2"/>
                        </a:lnTo>
                        <a:lnTo>
                          <a:pt x="6" y="5"/>
                        </a:lnTo>
                        <a:lnTo>
                          <a:pt x="11" y="8"/>
                        </a:lnTo>
                        <a:lnTo>
                          <a:pt x="17" y="9"/>
                        </a:lnTo>
                        <a:lnTo>
                          <a:pt x="23" y="11"/>
                        </a:lnTo>
                        <a:lnTo>
                          <a:pt x="30" y="13"/>
                        </a:lnTo>
                        <a:lnTo>
                          <a:pt x="36" y="14"/>
                        </a:lnTo>
                        <a:lnTo>
                          <a:pt x="42" y="16"/>
                        </a:lnTo>
                        <a:lnTo>
                          <a:pt x="48" y="17"/>
                        </a:lnTo>
                        <a:lnTo>
                          <a:pt x="53" y="18"/>
                        </a:lnTo>
                        <a:lnTo>
                          <a:pt x="59" y="21"/>
                        </a:lnTo>
                        <a:lnTo>
                          <a:pt x="64" y="23"/>
                        </a:lnTo>
                        <a:lnTo>
                          <a:pt x="69" y="25"/>
                        </a:lnTo>
                        <a:lnTo>
                          <a:pt x="73" y="29"/>
                        </a:lnTo>
                        <a:lnTo>
                          <a:pt x="76" y="34"/>
                        </a:lnTo>
                        <a:lnTo>
                          <a:pt x="79" y="39"/>
                        </a:lnTo>
                        <a:lnTo>
                          <a:pt x="81" y="45"/>
                        </a:lnTo>
                        <a:lnTo>
                          <a:pt x="84" y="45"/>
                        </a:lnTo>
                        <a:lnTo>
                          <a:pt x="81" y="38"/>
                        </a:lnTo>
                        <a:lnTo>
                          <a:pt x="78" y="33"/>
                        </a:lnTo>
                        <a:lnTo>
                          <a:pt x="75" y="28"/>
                        </a:lnTo>
                        <a:lnTo>
                          <a:pt x="70" y="23"/>
                        </a:lnTo>
                        <a:lnTo>
                          <a:pt x="65" y="21"/>
                        </a:lnTo>
                        <a:lnTo>
                          <a:pt x="60" y="18"/>
                        </a:lnTo>
                        <a:lnTo>
                          <a:pt x="54" y="16"/>
                        </a:lnTo>
                        <a:lnTo>
                          <a:pt x="48" y="14"/>
                        </a:lnTo>
                        <a:lnTo>
                          <a:pt x="42" y="13"/>
                        </a:lnTo>
                        <a:lnTo>
                          <a:pt x="36" y="12"/>
                        </a:lnTo>
                        <a:lnTo>
                          <a:pt x="30" y="11"/>
                        </a:lnTo>
                        <a:lnTo>
                          <a:pt x="23" y="9"/>
                        </a:lnTo>
                        <a:lnTo>
                          <a:pt x="17" y="7"/>
                        </a:lnTo>
                        <a:lnTo>
                          <a:pt x="12" y="5"/>
                        </a:lnTo>
                        <a:lnTo>
                          <a:pt x="7" y="3"/>
                        </a:lnTo>
                        <a:lnTo>
                          <a:pt x="1"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7" name="Freeform 170"/>
                  <p:cNvSpPr>
                    <a:spLocks/>
                  </p:cNvSpPr>
                  <p:nvPr/>
                </p:nvSpPr>
                <p:spPr bwMode="auto">
                  <a:xfrm>
                    <a:off x="4308" y="3494"/>
                    <a:ext cx="15" cy="5"/>
                  </a:xfrm>
                  <a:custGeom>
                    <a:avLst/>
                    <a:gdLst>
                      <a:gd name="T0" fmla="*/ 1 w 29"/>
                      <a:gd name="T1" fmla="*/ 1 h 9"/>
                      <a:gd name="T2" fmla="*/ 1 w 29"/>
                      <a:gd name="T3" fmla="*/ 1 h 9"/>
                      <a:gd name="T4" fmla="*/ 1 w 29"/>
                      <a:gd name="T5" fmla="*/ 1 h 9"/>
                      <a:gd name="T6" fmla="*/ 1 w 29"/>
                      <a:gd name="T7" fmla="*/ 1 h 9"/>
                      <a:gd name="T8" fmla="*/ 1 w 29"/>
                      <a:gd name="T9" fmla="*/ 1 h 9"/>
                      <a:gd name="T10" fmla="*/ 1 w 29"/>
                      <a:gd name="T11" fmla="*/ 1 h 9"/>
                      <a:gd name="T12" fmla="*/ 1 w 29"/>
                      <a:gd name="T13" fmla="*/ 1 h 9"/>
                      <a:gd name="T14" fmla="*/ 1 w 29"/>
                      <a:gd name="T15" fmla="*/ 1 h 9"/>
                      <a:gd name="T16" fmla="*/ 1 w 29"/>
                      <a:gd name="T17" fmla="*/ 1 h 9"/>
                      <a:gd name="T18" fmla="*/ 1 w 29"/>
                      <a:gd name="T19" fmla="*/ 1 h 9"/>
                      <a:gd name="T20" fmla="*/ 1 w 29"/>
                      <a:gd name="T21" fmla="*/ 1 h 9"/>
                      <a:gd name="T22" fmla="*/ 1 w 29"/>
                      <a:gd name="T23" fmla="*/ 1 h 9"/>
                      <a:gd name="T24" fmla="*/ 1 w 29"/>
                      <a:gd name="T25" fmla="*/ 1 h 9"/>
                      <a:gd name="T26" fmla="*/ 1 w 29"/>
                      <a:gd name="T27" fmla="*/ 1 h 9"/>
                      <a:gd name="T28" fmla="*/ 1 w 29"/>
                      <a:gd name="T29" fmla="*/ 1 h 9"/>
                      <a:gd name="T30" fmla="*/ 1 w 29"/>
                      <a:gd name="T31" fmla="*/ 1 h 9"/>
                      <a:gd name="T32" fmla="*/ 1 w 29"/>
                      <a:gd name="T33" fmla="*/ 1 h 9"/>
                      <a:gd name="T34" fmla="*/ 1 w 29"/>
                      <a:gd name="T35" fmla="*/ 0 h 9"/>
                      <a:gd name="T36" fmla="*/ 0 w 29"/>
                      <a:gd name="T37" fmla="*/ 0 h 9"/>
                      <a:gd name="T38" fmla="*/ 1 w 29"/>
                      <a:gd name="T39" fmla="*/ 0 h 9"/>
                      <a:gd name="T40" fmla="*/ 0 w 29"/>
                      <a:gd name="T41" fmla="*/ 0 h 9"/>
                      <a:gd name="T42" fmla="*/ 1 w 29"/>
                      <a:gd name="T43" fmla="*/ 1 h 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
                      <a:gd name="T67" fmla="*/ 0 h 9"/>
                      <a:gd name="T68" fmla="*/ 29 w 29"/>
                      <a:gd name="T69" fmla="*/ 9 h 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 h="9">
                        <a:moveTo>
                          <a:pt x="2" y="3"/>
                        </a:moveTo>
                        <a:lnTo>
                          <a:pt x="1" y="3"/>
                        </a:lnTo>
                        <a:lnTo>
                          <a:pt x="5" y="3"/>
                        </a:lnTo>
                        <a:lnTo>
                          <a:pt x="8" y="4"/>
                        </a:lnTo>
                        <a:lnTo>
                          <a:pt x="11" y="5"/>
                        </a:lnTo>
                        <a:lnTo>
                          <a:pt x="14" y="5"/>
                        </a:lnTo>
                        <a:lnTo>
                          <a:pt x="18" y="7"/>
                        </a:lnTo>
                        <a:lnTo>
                          <a:pt x="22" y="8"/>
                        </a:lnTo>
                        <a:lnTo>
                          <a:pt x="26" y="9"/>
                        </a:lnTo>
                        <a:lnTo>
                          <a:pt x="29" y="9"/>
                        </a:lnTo>
                        <a:lnTo>
                          <a:pt x="29" y="7"/>
                        </a:lnTo>
                        <a:lnTo>
                          <a:pt x="26" y="7"/>
                        </a:lnTo>
                        <a:lnTo>
                          <a:pt x="22" y="5"/>
                        </a:lnTo>
                        <a:lnTo>
                          <a:pt x="18" y="4"/>
                        </a:lnTo>
                        <a:lnTo>
                          <a:pt x="16" y="3"/>
                        </a:lnTo>
                        <a:lnTo>
                          <a:pt x="12" y="3"/>
                        </a:lnTo>
                        <a:lnTo>
                          <a:pt x="8" y="2"/>
                        </a:lnTo>
                        <a:lnTo>
                          <a:pt x="5" y="0"/>
                        </a:lnTo>
                        <a:lnTo>
                          <a:pt x="0" y="0"/>
                        </a:lnTo>
                        <a:lnTo>
                          <a:pt x="1" y="0"/>
                        </a:lnTo>
                        <a:lnTo>
                          <a:pt x="0" y="0"/>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8" name="Freeform 171"/>
                  <p:cNvSpPr>
                    <a:spLocks/>
                  </p:cNvSpPr>
                  <p:nvPr/>
                </p:nvSpPr>
                <p:spPr bwMode="auto">
                  <a:xfrm>
                    <a:off x="4301" y="3494"/>
                    <a:ext cx="8" cy="11"/>
                  </a:xfrm>
                  <a:custGeom>
                    <a:avLst/>
                    <a:gdLst>
                      <a:gd name="T0" fmla="*/ 1 w 16"/>
                      <a:gd name="T1" fmla="*/ 0 h 23"/>
                      <a:gd name="T2" fmla="*/ 1 w 16"/>
                      <a:gd name="T3" fmla="*/ 0 h 23"/>
                      <a:gd name="T4" fmla="*/ 1 w 16"/>
                      <a:gd name="T5" fmla="*/ 0 h 23"/>
                      <a:gd name="T6" fmla="*/ 1 w 16"/>
                      <a:gd name="T7" fmla="*/ 0 h 23"/>
                      <a:gd name="T8" fmla="*/ 1 w 16"/>
                      <a:gd name="T9" fmla="*/ 0 h 23"/>
                      <a:gd name="T10" fmla="*/ 1 w 16"/>
                      <a:gd name="T11" fmla="*/ 0 h 23"/>
                      <a:gd name="T12" fmla="*/ 1 w 16"/>
                      <a:gd name="T13" fmla="*/ 0 h 23"/>
                      <a:gd name="T14" fmla="*/ 1 w 16"/>
                      <a:gd name="T15" fmla="*/ 0 h 23"/>
                      <a:gd name="T16" fmla="*/ 1 w 16"/>
                      <a:gd name="T17" fmla="*/ 0 h 23"/>
                      <a:gd name="T18" fmla="*/ 1 w 16"/>
                      <a:gd name="T19" fmla="*/ 0 h 23"/>
                      <a:gd name="T20" fmla="*/ 1 w 16"/>
                      <a:gd name="T21" fmla="*/ 0 h 23"/>
                      <a:gd name="T22" fmla="*/ 1 w 16"/>
                      <a:gd name="T23" fmla="*/ 0 h 23"/>
                      <a:gd name="T24" fmla="*/ 1 w 16"/>
                      <a:gd name="T25" fmla="*/ 0 h 23"/>
                      <a:gd name="T26" fmla="*/ 1 w 16"/>
                      <a:gd name="T27" fmla="*/ 0 h 23"/>
                      <a:gd name="T28" fmla="*/ 1 w 16"/>
                      <a:gd name="T29" fmla="*/ 0 h 23"/>
                      <a:gd name="T30" fmla="*/ 0 w 16"/>
                      <a:gd name="T31" fmla="*/ 0 h 23"/>
                      <a:gd name="T32" fmla="*/ 0 w 16"/>
                      <a:gd name="T33" fmla="*/ 0 h 23"/>
                      <a:gd name="T34" fmla="*/ 1 w 16"/>
                      <a:gd name="T35" fmla="*/ 0 h 23"/>
                      <a:gd name="T36" fmla="*/ 0 w 16"/>
                      <a:gd name="T37" fmla="*/ 0 h 23"/>
                      <a:gd name="T38" fmla="*/ 1 w 16"/>
                      <a:gd name="T39" fmla="*/ 0 h 23"/>
                      <a:gd name="T40" fmla="*/ 1 w 16"/>
                      <a:gd name="T41" fmla="*/ 0 h 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
                      <a:gd name="T64" fmla="*/ 0 h 23"/>
                      <a:gd name="T65" fmla="*/ 16 w 16"/>
                      <a:gd name="T66" fmla="*/ 23 h 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 h="23">
                        <a:moveTo>
                          <a:pt x="3" y="20"/>
                        </a:moveTo>
                        <a:lnTo>
                          <a:pt x="3" y="21"/>
                        </a:lnTo>
                        <a:lnTo>
                          <a:pt x="3" y="19"/>
                        </a:lnTo>
                        <a:lnTo>
                          <a:pt x="4" y="16"/>
                        </a:lnTo>
                        <a:lnTo>
                          <a:pt x="5" y="13"/>
                        </a:lnTo>
                        <a:lnTo>
                          <a:pt x="6" y="10"/>
                        </a:lnTo>
                        <a:lnTo>
                          <a:pt x="9" y="9"/>
                        </a:lnTo>
                        <a:lnTo>
                          <a:pt x="14" y="4"/>
                        </a:lnTo>
                        <a:lnTo>
                          <a:pt x="16" y="3"/>
                        </a:lnTo>
                        <a:lnTo>
                          <a:pt x="14" y="0"/>
                        </a:lnTo>
                        <a:lnTo>
                          <a:pt x="10" y="4"/>
                        </a:lnTo>
                        <a:lnTo>
                          <a:pt x="6" y="7"/>
                        </a:lnTo>
                        <a:lnTo>
                          <a:pt x="5" y="9"/>
                        </a:lnTo>
                        <a:lnTo>
                          <a:pt x="3" y="12"/>
                        </a:lnTo>
                        <a:lnTo>
                          <a:pt x="1" y="15"/>
                        </a:lnTo>
                        <a:lnTo>
                          <a:pt x="0" y="18"/>
                        </a:lnTo>
                        <a:lnTo>
                          <a:pt x="0" y="21"/>
                        </a:lnTo>
                        <a:lnTo>
                          <a:pt x="1" y="23"/>
                        </a:lnTo>
                        <a:lnTo>
                          <a:pt x="0" y="21"/>
                        </a:lnTo>
                        <a:lnTo>
                          <a:pt x="1" y="23"/>
                        </a:lnTo>
                        <a:lnTo>
                          <a:pt x="3"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9" name="Freeform 172"/>
                  <p:cNvSpPr>
                    <a:spLocks/>
                  </p:cNvSpPr>
                  <p:nvPr/>
                </p:nvSpPr>
                <p:spPr bwMode="auto">
                  <a:xfrm>
                    <a:off x="4302" y="3504"/>
                    <a:ext cx="40" cy="18"/>
                  </a:xfrm>
                  <a:custGeom>
                    <a:avLst/>
                    <a:gdLst>
                      <a:gd name="T0" fmla="*/ 3 w 80"/>
                      <a:gd name="T1" fmla="*/ 2 h 36"/>
                      <a:gd name="T2" fmla="*/ 3 w 80"/>
                      <a:gd name="T3" fmla="*/ 2 h 36"/>
                      <a:gd name="T4" fmla="*/ 3 w 80"/>
                      <a:gd name="T5" fmla="*/ 1 h 36"/>
                      <a:gd name="T6" fmla="*/ 3 w 80"/>
                      <a:gd name="T7" fmla="*/ 1 h 36"/>
                      <a:gd name="T8" fmla="*/ 2 w 80"/>
                      <a:gd name="T9" fmla="*/ 1 h 36"/>
                      <a:gd name="T10" fmla="*/ 2 w 80"/>
                      <a:gd name="T11" fmla="*/ 1 h 36"/>
                      <a:gd name="T12" fmla="*/ 2 w 80"/>
                      <a:gd name="T13" fmla="*/ 1 h 36"/>
                      <a:gd name="T14" fmla="*/ 2 w 80"/>
                      <a:gd name="T15" fmla="*/ 1 h 36"/>
                      <a:gd name="T16" fmla="*/ 2 w 80"/>
                      <a:gd name="T17" fmla="*/ 1 h 36"/>
                      <a:gd name="T18" fmla="*/ 2 w 80"/>
                      <a:gd name="T19" fmla="*/ 1 h 36"/>
                      <a:gd name="T20" fmla="*/ 2 w 80"/>
                      <a:gd name="T21" fmla="*/ 1 h 36"/>
                      <a:gd name="T22" fmla="*/ 1 w 80"/>
                      <a:gd name="T23" fmla="*/ 1 h 36"/>
                      <a:gd name="T24" fmla="*/ 1 w 80"/>
                      <a:gd name="T25" fmla="*/ 1 h 36"/>
                      <a:gd name="T26" fmla="*/ 1 w 80"/>
                      <a:gd name="T27" fmla="*/ 1 h 36"/>
                      <a:gd name="T28" fmla="*/ 1 w 80"/>
                      <a:gd name="T29" fmla="*/ 1 h 36"/>
                      <a:gd name="T30" fmla="*/ 1 w 80"/>
                      <a:gd name="T31" fmla="*/ 1 h 36"/>
                      <a:gd name="T32" fmla="*/ 1 w 80"/>
                      <a:gd name="T33" fmla="*/ 1 h 36"/>
                      <a:gd name="T34" fmla="*/ 1 w 80"/>
                      <a:gd name="T35" fmla="*/ 0 h 36"/>
                      <a:gd name="T36" fmla="*/ 0 w 80"/>
                      <a:gd name="T37" fmla="*/ 1 h 36"/>
                      <a:gd name="T38" fmla="*/ 1 w 80"/>
                      <a:gd name="T39" fmla="*/ 1 h 36"/>
                      <a:gd name="T40" fmla="*/ 1 w 80"/>
                      <a:gd name="T41" fmla="*/ 1 h 36"/>
                      <a:gd name="T42" fmla="*/ 1 w 80"/>
                      <a:gd name="T43" fmla="*/ 1 h 36"/>
                      <a:gd name="T44" fmla="*/ 1 w 80"/>
                      <a:gd name="T45" fmla="*/ 1 h 36"/>
                      <a:gd name="T46" fmla="*/ 1 w 80"/>
                      <a:gd name="T47" fmla="*/ 1 h 36"/>
                      <a:gd name="T48" fmla="*/ 1 w 80"/>
                      <a:gd name="T49" fmla="*/ 1 h 36"/>
                      <a:gd name="T50" fmla="*/ 2 w 80"/>
                      <a:gd name="T51" fmla="*/ 1 h 36"/>
                      <a:gd name="T52" fmla="*/ 2 w 80"/>
                      <a:gd name="T53" fmla="*/ 1 h 36"/>
                      <a:gd name="T54" fmla="*/ 2 w 80"/>
                      <a:gd name="T55" fmla="*/ 1 h 36"/>
                      <a:gd name="T56" fmla="*/ 2 w 80"/>
                      <a:gd name="T57" fmla="*/ 1 h 36"/>
                      <a:gd name="T58" fmla="*/ 2 w 80"/>
                      <a:gd name="T59" fmla="*/ 1 h 36"/>
                      <a:gd name="T60" fmla="*/ 2 w 80"/>
                      <a:gd name="T61" fmla="*/ 1 h 36"/>
                      <a:gd name="T62" fmla="*/ 2 w 80"/>
                      <a:gd name="T63" fmla="*/ 1 h 36"/>
                      <a:gd name="T64" fmla="*/ 3 w 80"/>
                      <a:gd name="T65" fmla="*/ 1 h 36"/>
                      <a:gd name="T66" fmla="*/ 3 w 80"/>
                      <a:gd name="T67" fmla="*/ 2 h 36"/>
                      <a:gd name="T68" fmla="*/ 3 w 80"/>
                      <a:gd name="T69" fmla="*/ 2 h 36"/>
                      <a:gd name="T70" fmla="*/ 3 w 80"/>
                      <a:gd name="T71" fmla="*/ 2 h 36"/>
                      <a:gd name="T72" fmla="*/ 3 w 80"/>
                      <a:gd name="T73" fmla="*/ 2 h 36"/>
                      <a:gd name="T74" fmla="*/ 3 w 80"/>
                      <a:gd name="T75" fmla="*/ 2 h 36"/>
                      <a:gd name="T76" fmla="*/ 3 w 80"/>
                      <a:gd name="T77" fmla="*/ 2 h 36"/>
                      <a:gd name="T78" fmla="*/ 3 w 80"/>
                      <a:gd name="T79" fmla="*/ 2 h 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0"/>
                      <a:gd name="T121" fmla="*/ 0 h 36"/>
                      <a:gd name="T122" fmla="*/ 80 w 80"/>
                      <a:gd name="T123" fmla="*/ 36 h 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0" h="36">
                        <a:moveTo>
                          <a:pt x="79" y="36"/>
                        </a:moveTo>
                        <a:lnTo>
                          <a:pt x="79" y="35"/>
                        </a:lnTo>
                        <a:lnTo>
                          <a:pt x="74" y="31"/>
                        </a:lnTo>
                        <a:lnTo>
                          <a:pt x="69" y="29"/>
                        </a:lnTo>
                        <a:lnTo>
                          <a:pt x="64" y="26"/>
                        </a:lnTo>
                        <a:lnTo>
                          <a:pt x="59" y="25"/>
                        </a:lnTo>
                        <a:lnTo>
                          <a:pt x="55" y="22"/>
                        </a:lnTo>
                        <a:lnTo>
                          <a:pt x="50" y="21"/>
                        </a:lnTo>
                        <a:lnTo>
                          <a:pt x="45" y="19"/>
                        </a:lnTo>
                        <a:lnTo>
                          <a:pt x="40" y="17"/>
                        </a:lnTo>
                        <a:lnTo>
                          <a:pt x="35" y="16"/>
                        </a:lnTo>
                        <a:lnTo>
                          <a:pt x="29" y="14"/>
                        </a:lnTo>
                        <a:lnTo>
                          <a:pt x="24" y="12"/>
                        </a:lnTo>
                        <a:lnTo>
                          <a:pt x="19" y="10"/>
                        </a:lnTo>
                        <a:lnTo>
                          <a:pt x="15" y="8"/>
                        </a:lnTo>
                        <a:lnTo>
                          <a:pt x="10" y="5"/>
                        </a:lnTo>
                        <a:lnTo>
                          <a:pt x="5" y="3"/>
                        </a:lnTo>
                        <a:lnTo>
                          <a:pt x="2" y="0"/>
                        </a:lnTo>
                        <a:lnTo>
                          <a:pt x="0" y="3"/>
                        </a:lnTo>
                        <a:lnTo>
                          <a:pt x="4" y="5"/>
                        </a:lnTo>
                        <a:lnTo>
                          <a:pt x="9" y="8"/>
                        </a:lnTo>
                        <a:lnTo>
                          <a:pt x="14" y="10"/>
                        </a:lnTo>
                        <a:lnTo>
                          <a:pt x="19" y="12"/>
                        </a:lnTo>
                        <a:lnTo>
                          <a:pt x="24" y="15"/>
                        </a:lnTo>
                        <a:lnTo>
                          <a:pt x="29" y="16"/>
                        </a:lnTo>
                        <a:lnTo>
                          <a:pt x="34" y="17"/>
                        </a:lnTo>
                        <a:lnTo>
                          <a:pt x="39" y="20"/>
                        </a:lnTo>
                        <a:lnTo>
                          <a:pt x="43" y="21"/>
                        </a:lnTo>
                        <a:lnTo>
                          <a:pt x="48" y="24"/>
                        </a:lnTo>
                        <a:lnTo>
                          <a:pt x="53" y="25"/>
                        </a:lnTo>
                        <a:lnTo>
                          <a:pt x="58" y="27"/>
                        </a:lnTo>
                        <a:lnTo>
                          <a:pt x="63" y="29"/>
                        </a:lnTo>
                        <a:lnTo>
                          <a:pt x="68" y="31"/>
                        </a:lnTo>
                        <a:lnTo>
                          <a:pt x="73" y="33"/>
                        </a:lnTo>
                        <a:lnTo>
                          <a:pt x="78" y="36"/>
                        </a:lnTo>
                        <a:lnTo>
                          <a:pt x="78" y="35"/>
                        </a:lnTo>
                        <a:lnTo>
                          <a:pt x="79" y="36"/>
                        </a:lnTo>
                        <a:lnTo>
                          <a:pt x="80" y="35"/>
                        </a:lnTo>
                        <a:lnTo>
                          <a:pt x="79" y="35"/>
                        </a:lnTo>
                        <a:lnTo>
                          <a:pt x="79"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0" name="Freeform 173"/>
                  <p:cNvSpPr>
                    <a:spLocks/>
                  </p:cNvSpPr>
                  <p:nvPr/>
                </p:nvSpPr>
                <p:spPr bwMode="auto">
                  <a:xfrm>
                    <a:off x="4323" y="3516"/>
                    <a:ext cx="18" cy="7"/>
                  </a:xfrm>
                  <a:custGeom>
                    <a:avLst/>
                    <a:gdLst>
                      <a:gd name="T0" fmla="*/ 0 w 37"/>
                      <a:gd name="T1" fmla="*/ 1 h 14"/>
                      <a:gd name="T2" fmla="*/ 0 w 37"/>
                      <a:gd name="T3" fmla="*/ 1 h 14"/>
                      <a:gd name="T4" fmla="*/ 0 w 37"/>
                      <a:gd name="T5" fmla="*/ 1 h 14"/>
                      <a:gd name="T6" fmla="*/ 0 w 37"/>
                      <a:gd name="T7" fmla="*/ 1 h 14"/>
                      <a:gd name="T8" fmla="*/ 0 w 37"/>
                      <a:gd name="T9" fmla="*/ 1 h 14"/>
                      <a:gd name="T10" fmla="*/ 0 w 37"/>
                      <a:gd name="T11" fmla="*/ 1 h 14"/>
                      <a:gd name="T12" fmla="*/ 0 w 37"/>
                      <a:gd name="T13" fmla="*/ 1 h 14"/>
                      <a:gd name="T14" fmla="*/ 0 w 37"/>
                      <a:gd name="T15" fmla="*/ 1 h 14"/>
                      <a:gd name="T16" fmla="*/ 0 w 37"/>
                      <a:gd name="T17" fmla="*/ 1 h 14"/>
                      <a:gd name="T18" fmla="*/ 0 w 37"/>
                      <a:gd name="T19" fmla="*/ 1 h 14"/>
                      <a:gd name="T20" fmla="*/ 0 w 37"/>
                      <a:gd name="T21" fmla="*/ 1 h 14"/>
                      <a:gd name="T22" fmla="*/ 0 w 37"/>
                      <a:gd name="T23" fmla="*/ 1 h 14"/>
                      <a:gd name="T24" fmla="*/ 0 w 37"/>
                      <a:gd name="T25" fmla="*/ 1 h 14"/>
                      <a:gd name="T26" fmla="*/ 0 w 37"/>
                      <a:gd name="T27" fmla="*/ 1 h 14"/>
                      <a:gd name="T28" fmla="*/ 1 w 37"/>
                      <a:gd name="T29" fmla="*/ 1 h 14"/>
                      <a:gd name="T30" fmla="*/ 1 w 37"/>
                      <a:gd name="T31" fmla="*/ 1 h 14"/>
                      <a:gd name="T32" fmla="*/ 1 w 37"/>
                      <a:gd name="T33" fmla="*/ 1 h 14"/>
                      <a:gd name="T34" fmla="*/ 1 w 37"/>
                      <a:gd name="T35" fmla="*/ 1 h 14"/>
                      <a:gd name="T36" fmla="*/ 1 w 37"/>
                      <a:gd name="T37" fmla="*/ 1 h 14"/>
                      <a:gd name="T38" fmla="*/ 0 w 37"/>
                      <a:gd name="T39" fmla="*/ 1 h 14"/>
                      <a:gd name="T40" fmla="*/ 0 w 37"/>
                      <a:gd name="T41" fmla="*/ 1 h 14"/>
                      <a:gd name="T42" fmla="*/ 0 w 37"/>
                      <a:gd name="T43" fmla="*/ 1 h 14"/>
                      <a:gd name="T44" fmla="*/ 0 w 37"/>
                      <a:gd name="T45" fmla="*/ 1 h 14"/>
                      <a:gd name="T46" fmla="*/ 0 w 37"/>
                      <a:gd name="T47" fmla="*/ 1 h 14"/>
                      <a:gd name="T48" fmla="*/ 0 w 37"/>
                      <a:gd name="T49" fmla="*/ 1 h 14"/>
                      <a:gd name="T50" fmla="*/ 0 w 37"/>
                      <a:gd name="T51" fmla="*/ 1 h 14"/>
                      <a:gd name="T52" fmla="*/ 0 w 37"/>
                      <a:gd name="T53" fmla="*/ 1 h 14"/>
                      <a:gd name="T54" fmla="*/ 0 w 37"/>
                      <a:gd name="T55" fmla="*/ 1 h 14"/>
                      <a:gd name="T56" fmla="*/ 0 w 37"/>
                      <a:gd name="T57" fmla="*/ 1 h 14"/>
                      <a:gd name="T58" fmla="*/ 0 w 37"/>
                      <a:gd name="T59" fmla="*/ 1 h 14"/>
                      <a:gd name="T60" fmla="*/ 0 w 37"/>
                      <a:gd name="T61" fmla="*/ 1 h 14"/>
                      <a:gd name="T62" fmla="*/ 0 w 37"/>
                      <a:gd name="T63" fmla="*/ 0 h 14"/>
                      <a:gd name="T64" fmla="*/ 0 w 37"/>
                      <a:gd name="T65" fmla="*/ 1 h 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7"/>
                      <a:gd name="T100" fmla="*/ 0 h 14"/>
                      <a:gd name="T101" fmla="*/ 37 w 37"/>
                      <a:gd name="T102" fmla="*/ 14 h 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7" h="14">
                        <a:moveTo>
                          <a:pt x="0" y="2"/>
                        </a:moveTo>
                        <a:lnTo>
                          <a:pt x="1" y="2"/>
                        </a:lnTo>
                        <a:lnTo>
                          <a:pt x="3" y="3"/>
                        </a:lnTo>
                        <a:lnTo>
                          <a:pt x="5" y="3"/>
                        </a:lnTo>
                        <a:lnTo>
                          <a:pt x="8" y="5"/>
                        </a:lnTo>
                        <a:lnTo>
                          <a:pt x="10" y="6"/>
                        </a:lnTo>
                        <a:lnTo>
                          <a:pt x="11" y="7"/>
                        </a:lnTo>
                        <a:lnTo>
                          <a:pt x="14" y="8"/>
                        </a:lnTo>
                        <a:lnTo>
                          <a:pt x="16" y="9"/>
                        </a:lnTo>
                        <a:lnTo>
                          <a:pt x="19" y="11"/>
                        </a:lnTo>
                        <a:lnTo>
                          <a:pt x="20" y="12"/>
                        </a:lnTo>
                        <a:lnTo>
                          <a:pt x="22" y="13"/>
                        </a:lnTo>
                        <a:lnTo>
                          <a:pt x="25" y="13"/>
                        </a:lnTo>
                        <a:lnTo>
                          <a:pt x="27" y="14"/>
                        </a:lnTo>
                        <a:lnTo>
                          <a:pt x="32" y="14"/>
                        </a:lnTo>
                        <a:lnTo>
                          <a:pt x="35" y="13"/>
                        </a:lnTo>
                        <a:lnTo>
                          <a:pt x="37" y="12"/>
                        </a:lnTo>
                        <a:lnTo>
                          <a:pt x="36" y="11"/>
                        </a:lnTo>
                        <a:lnTo>
                          <a:pt x="33" y="11"/>
                        </a:lnTo>
                        <a:lnTo>
                          <a:pt x="31" y="12"/>
                        </a:lnTo>
                        <a:lnTo>
                          <a:pt x="25" y="12"/>
                        </a:lnTo>
                        <a:lnTo>
                          <a:pt x="24" y="11"/>
                        </a:lnTo>
                        <a:lnTo>
                          <a:pt x="21" y="9"/>
                        </a:lnTo>
                        <a:lnTo>
                          <a:pt x="20" y="8"/>
                        </a:lnTo>
                        <a:lnTo>
                          <a:pt x="17" y="7"/>
                        </a:lnTo>
                        <a:lnTo>
                          <a:pt x="15" y="7"/>
                        </a:lnTo>
                        <a:lnTo>
                          <a:pt x="13" y="6"/>
                        </a:lnTo>
                        <a:lnTo>
                          <a:pt x="11" y="3"/>
                        </a:lnTo>
                        <a:lnTo>
                          <a:pt x="9" y="2"/>
                        </a:lnTo>
                        <a:lnTo>
                          <a:pt x="6" y="1"/>
                        </a:lnTo>
                        <a:lnTo>
                          <a:pt x="4" y="1"/>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1" name="Freeform 174"/>
                  <p:cNvSpPr>
                    <a:spLocks/>
                  </p:cNvSpPr>
                  <p:nvPr/>
                </p:nvSpPr>
                <p:spPr bwMode="auto">
                  <a:xfrm>
                    <a:off x="4299" y="3508"/>
                    <a:ext cx="24" cy="9"/>
                  </a:xfrm>
                  <a:custGeom>
                    <a:avLst/>
                    <a:gdLst>
                      <a:gd name="T0" fmla="*/ 0 w 49"/>
                      <a:gd name="T1" fmla="*/ 1 h 18"/>
                      <a:gd name="T2" fmla="*/ 0 w 49"/>
                      <a:gd name="T3" fmla="*/ 1 h 18"/>
                      <a:gd name="T4" fmla="*/ 0 w 49"/>
                      <a:gd name="T5" fmla="*/ 1 h 18"/>
                      <a:gd name="T6" fmla="*/ 0 w 49"/>
                      <a:gd name="T7" fmla="*/ 1 h 18"/>
                      <a:gd name="T8" fmla="*/ 0 w 49"/>
                      <a:gd name="T9" fmla="*/ 1 h 18"/>
                      <a:gd name="T10" fmla="*/ 0 w 49"/>
                      <a:gd name="T11" fmla="*/ 1 h 18"/>
                      <a:gd name="T12" fmla="*/ 0 w 49"/>
                      <a:gd name="T13" fmla="*/ 1 h 18"/>
                      <a:gd name="T14" fmla="*/ 0 w 49"/>
                      <a:gd name="T15" fmla="*/ 1 h 18"/>
                      <a:gd name="T16" fmla="*/ 0 w 49"/>
                      <a:gd name="T17" fmla="*/ 1 h 18"/>
                      <a:gd name="T18" fmla="*/ 0 w 49"/>
                      <a:gd name="T19" fmla="*/ 1 h 18"/>
                      <a:gd name="T20" fmla="*/ 0 w 49"/>
                      <a:gd name="T21" fmla="*/ 1 h 18"/>
                      <a:gd name="T22" fmla="*/ 1 w 49"/>
                      <a:gd name="T23" fmla="*/ 1 h 18"/>
                      <a:gd name="T24" fmla="*/ 1 w 49"/>
                      <a:gd name="T25" fmla="*/ 1 h 18"/>
                      <a:gd name="T26" fmla="*/ 1 w 49"/>
                      <a:gd name="T27" fmla="*/ 1 h 18"/>
                      <a:gd name="T28" fmla="*/ 1 w 49"/>
                      <a:gd name="T29" fmla="*/ 1 h 18"/>
                      <a:gd name="T30" fmla="*/ 1 w 49"/>
                      <a:gd name="T31" fmla="*/ 1 h 18"/>
                      <a:gd name="T32" fmla="*/ 1 w 49"/>
                      <a:gd name="T33" fmla="*/ 1 h 18"/>
                      <a:gd name="T34" fmla="*/ 1 w 49"/>
                      <a:gd name="T35" fmla="*/ 1 h 18"/>
                      <a:gd name="T36" fmla="*/ 1 w 49"/>
                      <a:gd name="T37" fmla="*/ 1 h 18"/>
                      <a:gd name="T38" fmla="*/ 1 w 49"/>
                      <a:gd name="T39" fmla="*/ 1 h 18"/>
                      <a:gd name="T40" fmla="*/ 1 w 49"/>
                      <a:gd name="T41" fmla="*/ 1 h 18"/>
                      <a:gd name="T42" fmla="*/ 1 w 49"/>
                      <a:gd name="T43" fmla="*/ 1 h 18"/>
                      <a:gd name="T44" fmla="*/ 1 w 49"/>
                      <a:gd name="T45" fmla="*/ 1 h 18"/>
                      <a:gd name="T46" fmla="*/ 1 w 49"/>
                      <a:gd name="T47" fmla="*/ 1 h 18"/>
                      <a:gd name="T48" fmla="*/ 0 w 49"/>
                      <a:gd name="T49" fmla="*/ 1 h 18"/>
                      <a:gd name="T50" fmla="*/ 0 w 49"/>
                      <a:gd name="T51" fmla="*/ 1 h 18"/>
                      <a:gd name="T52" fmla="*/ 0 w 49"/>
                      <a:gd name="T53" fmla="*/ 1 h 18"/>
                      <a:gd name="T54" fmla="*/ 0 w 49"/>
                      <a:gd name="T55" fmla="*/ 1 h 18"/>
                      <a:gd name="T56" fmla="*/ 0 w 49"/>
                      <a:gd name="T57" fmla="*/ 1 h 18"/>
                      <a:gd name="T58" fmla="*/ 0 w 49"/>
                      <a:gd name="T59" fmla="*/ 1 h 18"/>
                      <a:gd name="T60" fmla="*/ 0 w 49"/>
                      <a:gd name="T61" fmla="*/ 1 h 18"/>
                      <a:gd name="T62" fmla="*/ 0 w 49"/>
                      <a:gd name="T63" fmla="*/ 1 h 18"/>
                      <a:gd name="T64" fmla="*/ 0 w 49"/>
                      <a:gd name="T65" fmla="*/ 1 h 18"/>
                      <a:gd name="T66" fmla="*/ 0 w 49"/>
                      <a:gd name="T67" fmla="*/ 0 h 18"/>
                      <a:gd name="T68" fmla="*/ 0 w 49"/>
                      <a:gd name="T69" fmla="*/ 1 h 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
                      <a:gd name="T106" fmla="*/ 0 h 18"/>
                      <a:gd name="T107" fmla="*/ 49 w 49"/>
                      <a:gd name="T108" fmla="*/ 18 h 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 h="18">
                        <a:moveTo>
                          <a:pt x="0" y="2"/>
                        </a:moveTo>
                        <a:lnTo>
                          <a:pt x="4" y="2"/>
                        </a:lnTo>
                        <a:lnTo>
                          <a:pt x="8" y="3"/>
                        </a:lnTo>
                        <a:lnTo>
                          <a:pt x="10" y="4"/>
                        </a:lnTo>
                        <a:lnTo>
                          <a:pt x="14" y="4"/>
                        </a:lnTo>
                        <a:lnTo>
                          <a:pt x="16" y="6"/>
                        </a:lnTo>
                        <a:lnTo>
                          <a:pt x="20" y="7"/>
                        </a:lnTo>
                        <a:lnTo>
                          <a:pt x="22" y="8"/>
                        </a:lnTo>
                        <a:lnTo>
                          <a:pt x="25" y="9"/>
                        </a:lnTo>
                        <a:lnTo>
                          <a:pt x="29" y="11"/>
                        </a:lnTo>
                        <a:lnTo>
                          <a:pt x="31" y="12"/>
                        </a:lnTo>
                        <a:lnTo>
                          <a:pt x="35" y="13"/>
                        </a:lnTo>
                        <a:lnTo>
                          <a:pt x="37" y="14"/>
                        </a:lnTo>
                        <a:lnTo>
                          <a:pt x="40" y="16"/>
                        </a:lnTo>
                        <a:lnTo>
                          <a:pt x="43" y="16"/>
                        </a:lnTo>
                        <a:lnTo>
                          <a:pt x="46" y="17"/>
                        </a:lnTo>
                        <a:lnTo>
                          <a:pt x="48" y="18"/>
                        </a:lnTo>
                        <a:lnTo>
                          <a:pt x="49" y="16"/>
                        </a:lnTo>
                        <a:lnTo>
                          <a:pt x="47" y="16"/>
                        </a:lnTo>
                        <a:lnTo>
                          <a:pt x="43" y="14"/>
                        </a:lnTo>
                        <a:lnTo>
                          <a:pt x="41" y="13"/>
                        </a:lnTo>
                        <a:lnTo>
                          <a:pt x="37" y="12"/>
                        </a:lnTo>
                        <a:lnTo>
                          <a:pt x="35" y="11"/>
                        </a:lnTo>
                        <a:lnTo>
                          <a:pt x="32" y="9"/>
                        </a:lnTo>
                        <a:lnTo>
                          <a:pt x="29" y="8"/>
                        </a:lnTo>
                        <a:lnTo>
                          <a:pt x="26" y="7"/>
                        </a:lnTo>
                        <a:lnTo>
                          <a:pt x="22" y="6"/>
                        </a:lnTo>
                        <a:lnTo>
                          <a:pt x="20" y="4"/>
                        </a:lnTo>
                        <a:lnTo>
                          <a:pt x="17" y="3"/>
                        </a:lnTo>
                        <a:lnTo>
                          <a:pt x="14" y="2"/>
                        </a:lnTo>
                        <a:lnTo>
                          <a:pt x="10" y="2"/>
                        </a:lnTo>
                        <a:lnTo>
                          <a:pt x="8" y="1"/>
                        </a:lnTo>
                        <a:lnTo>
                          <a:pt x="4" y="1"/>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2" name="Freeform 175"/>
                  <p:cNvSpPr>
                    <a:spLocks/>
                  </p:cNvSpPr>
                  <p:nvPr/>
                </p:nvSpPr>
                <p:spPr bwMode="auto">
                  <a:xfrm>
                    <a:off x="4294" y="3506"/>
                    <a:ext cx="5" cy="3"/>
                  </a:xfrm>
                  <a:custGeom>
                    <a:avLst/>
                    <a:gdLst>
                      <a:gd name="T0" fmla="*/ 0 w 11"/>
                      <a:gd name="T1" fmla="*/ 1 h 6"/>
                      <a:gd name="T2" fmla="*/ 0 w 11"/>
                      <a:gd name="T3" fmla="*/ 1 h 6"/>
                      <a:gd name="T4" fmla="*/ 0 w 11"/>
                      <a:gd name="T5" fmla="*/ 1 h 6"/>
                      <a:gd name="T6" fmla="*/ 0 w 11"/>
                      <a:gd name="T7" fmla="*/ 1 h 6"/>
                      <a:gd name="T8" fmla="*/ 0 w 11"/>
                      <a:gd name="T9" fmla="*/ 0 h 6"/>
                      <a:gd name="T10" fmla="*/ 0 w 11"/>
                      <a:gd name="T11" fmla="*/ 1 h 6"/>
                      <a:gd name="T12" fmla="*/ 0 w 11"/>
                      <a:gd name="T13" fmla="*/ 1 h 6"/>
                      <a:gd name="T14" fmla="*/ 0 w 11"/>
                      <a:gd name="T15" fmla="*/ 1 h 6"/>
                      <a:gd name="T16" fmla="*/ 0 w 11"/>
                      <a:gd name="T17" fmla="*/ 1 h 6"/>
                      <a:gd name="T18" fmla="*/ 0 w 11"/>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
                      <a:gd name="T31" fmla="*/ 0 h 6"/>
                      <a:gd name="T32" fmla="*/ 11 w 11"/>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 h="6">
                        <a:moveTo>
                          <a:pt x="2" y="1"/>
                        </a:moveTo>
                        <a:lnTo>
                          <a:pt x="2" y="2"/>
                        </a:lnTo>
                        <a:lnTo>
                          <a:pt x="10" y="6"/>
                        </a:lnTo>
                        <a:lnTo>
                          <a:pt x="11" y="4"/>
                        </a:lnTo>
                        <a:lnTo>
                          <a:pt x="3" y="0"/>
                        </a:lnTo>
                        <a:lnTo>
                          <a:pt x="4" y="2"/>
                        </a:lnTo>
                        <a:lnTo>
                          <a:pt x="2" y="1"/>
                        </a:lnTo>
                        <a:lnTo>
                          <a:pt x="0" y="2"/>
                        </a:lnTo>
                        <a:lnTo>
                          <a:pt x="2"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3" name="Freeform 176"/>
                  <p:cNvSpPr>
                    <a:spLocks/>
                  </p:cNvSpPr>
                  <p:nvPr/>
                </p:nvSpPr>
                <p:spPr bwMode="auto">
                  <a:xfrm>
                    <a:off x="4294" y="3479"/>
                    <a:ext cx="26" cy="28"/>
                  </a:xfrm>
                  <a:custGeom>
                    <a:avLst/>
                    <a:gdLst>
                      <a:gd name="T0" fmla="*/ 2 w 51"/>
                      <a:gd name="T1" fmla="*/ 0 h 55"/>
                      <a:gd name="T2" fmla="*/ 2 w 51"/>
                      <a:gd name="T3" fmla="*/ 1 h 55"/>
                      <a:gd name="T4" fmla="*/ 2 w 51"/>
                      <a:gd name="T5" fmla="*/ 1 h 55"/>
                      <a:gd name="T6" fmla="*/ 2 w 51"/>
                      <a:gd name="T7" fmla="*/ 1 h 55"/>
                      <a:gd name="T8" fmla="*/ 1 w 51"/>
                      <a:gd name="T9" fmla="*/ 1 h 55"/>
                      <a:gd name="T10" fmla="*/ 1 w 51"/>
                      <a:gd name="T11" fmla="*/ 1 h 55"/>
                      <a:gd name="T12" fmla="*/ 1 w 51"/>
                      <a:gd name="T13" fmla="*/ 1 h 55"/>
                      <a:gd name="T14" fmla="*/ 1 w 51"/>
                      <a:gd name="T15" fmla="*/ 1 h 55"/>
                      <a:gd name="T16" fmla="*/ 1 w 51"/>
                      <a:gd name="T17" fmla="*/ 1 h 55"/>
                      <a:gd name="T18" fmla="*/ 1 w 51"/>
                      <a:gd name="T19" fmla="*/ 2 h 55"/>
                      <a:gd name="T20" fmla="*/ 1 w 51"/>
                      <a:gd name="T21" fmla="*/ 2 h 55"/>
                      <a:gd name="T22" fmla="*/ 1 w 51"/>
                      <a:gd name="T23" fmla="*/ 2 h 55"/>
                      <a:gd name="T24" fmla="*/ 1 w 51"/>
                      <a:gd name="T25" fmla="*/ 2 h 55"/>
                      <a:gd name="T26" fmla="*/ 1 w 51"/>
                      <a:gd name="T27" fmla="*/ 2 h 55"/>
                      <a:gd name="T28" fmla="*/ 0 w 51"/>
                      <a:gd name="T29" fmla="*/ 2 h 55"/>
                      <a:gd name="T30" fmla="*/ 1 w 51"/>
                      <a:gd name="T31" fmla="*/ 2 h 55"/>
                      <a:gd name="T32" fmla="*/ 1 w 51"/>
                      <a:gd name="T33" fmla="*/ 2 h 55"/>
                      <a:gd name="T34" fmla="*/ 1 w 51"/>
                      <a:gd name="T35" fmla="*/ 2 h 55"/>
                      <a:gd name="T36" fmla="*/ 1 w 51"/>
                      <a:gd name="T37" fmla="*/ 2 h 55"/>
                      <a:gd name="T38" fmla="*/ 1 w 51"/>
                      <a:gd name="T39" fmla="*/ 2 h 55"/>
                      <a:gd name="T40" fmla="*/ 1 w 51"/>
                      <a:gd name="T41" fmla="*/ 2 h 55"/>
                      <a:gd name="T42" fmla="*/ 1 w 51"/>
                      <a:gd name="T43" fmla="*/ 2 h 55"/>
                      <a:gd name="T44" fmla="*/ 1 w 51"/>
                      <a:gd name="T45" fmla="*/ 1 h 55"/>
                      <a:gd name="T46" fmla="*/ 2 w 51"/>
                      <a:gd name="T47" fmla="*/ 1 h 55"/>
                      <a:gd name="T48" fmla="*/ 2 w 51"/>
                      <a:gd name="T49" fmla="*/ 1 h 55"/>
                      <a:gd name="T50" fmla="*/ 2 w 51"/>
                      <a:gd name="T51" fmla="*/ 1 h 55"/>
                      <a:gd name="T52" fmla="*/ 2 w 51"/>
                      <a:gd name="T53" fmla="*/ 1 h 55"/>
                      <a:gd name="T54" fmla="*/ 2 w 51"/>
                      <a:gd name="T55" fmla="*/ 1 h 55"/>
                      <a:gd name="T56" fmla="*/ 2 w 51"/>
                      <a:gd name="T57" fmla="*/ 1 h 55"/>
                      <a:gd name="T58" fmla="*/ 2 w 51"/>
                      <a:gd name="T59" fmla="*/ 0 h 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1"/>
                      <a:gd name="T91" fmla="*/ 0 h 55"/>
                      <a:gd name="T92" fmla="*/ 51 w 51"/>
                      <a:gd name="T93" fmla="*/ 55 h 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1" h="55">
                        <a:moveTo>
                          <a:pt x="50" y="0"/>
                        </a:moveTo>
                        <a:lnTo>
                          <a:pt x="45" y="2"/>
                        </a:lnTo>
                        <a:lnTo>
                          <a:pt x="39" y="8"/>
                        </a:lnTo>
                        <a:lnTo>
                          <a:pt x="35" y="11"/>
                        </a:lnTo>
                        <a:lnTo>
                          <a:pt x="32" y="13"/>
                        </a:lnTo>
                        <a:lnTo>
                          <a:pt x="24" y="21"/>
                        </a:lnTo>
                        <a:lnTo>
                          <a:pt x="22" y="25"/>
                        </a:lnTo>
                        <a:lnTo>
                          <a:pt x="18" y="27"/>
                        </a:lnTo>
                        <a:lnTo>
                          <a:pt x="14" y="32"/>
                        </a:lnTo>
                        <a:lnTo>
                          <a:pt x="12" y="34"/>
                        </a:lnTo>
                        <a:lnTo>
                          <a:pt x="9" y="39"/>
                        </a:lnTo>
                        <a:lnTo>
                          <a:pt x="6" y="43"/>
                        </a:lnTo>
                        <a:lnTo>
                          <a:pt x="3" y="47"/>
                        </a:lnTo>
                        <a:lnTo>
                          <a:pt x="2" y="50"/>
                        </a:lnTo>
                        <a:lnTo>
                          <a:pt x="0" y="54"/>
                        </a:lnTo>
                        <a:lnTo>
                          <a:pt x="2" y="55"/>
                        </a:lnTo>
                        <a:lnTo>
                          <a:pt x="3" y="52"/>
                        </a:lnTo>
                        <a:lnTo>
                          <a:pt x="6" y="48"/>
                        </a:lnTo>
                        <a:lnTo>
                          <a:pt x="8" y="44"/>
                        </a:lnTo>
                        <a:lnTo>
                          <a:pt x="11" y="41"/>
                        </a:lnTo>
                        <a:lnTo>
                          <a:pt x="14" y="37"/>
                        </a:lnTo>
                        <a:lnTo>
                          <a:pt x="17" y="33"/>
                        </a:lnTo>
                        <a:lnTo>
                          <a:pt x="19" y="29"/>
                        </a:lnTo>
                        <a:lnTo>
                          <a:pt x="37" y="12"/>
                        </a:lnTo>
                        <a:lnTo>
                          <a:pt x="40" y="10"/>
                        </a:lnTo>
                        <a:lnTo>
                          <a:pt x="44" y="7"/>
                        </a:lnTo>
                        <a:lnTo>
                          <a:pt x="48" y="5"/>
                        </a:lnTo>
                        <a:lnTo>
                          <a:pt x="51" y="2"/>
                        </a:lnTo>
                        <a:lnTo>
                          <a:pt x="50" y="2"/>
                        </a:lnTo>
                        <a:lnTo>
                          <a:pt x="5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4" name="Freeform 177"/>
                  <p:cNvSpPr>
                    <a:spLocks/>
                  </p:cNvSpPr>
                  <p:nvPr/>
                </p:nvSpPr>
                <p:spPr bwMode="auto">
                  <a:xfrm>
                    <a:off x="4320" y="3479"/>
                    <a:ext cx="36" cy="10"/>
                  </a:xfrm>
                  <a:custGeom>
                    <a:avLst/>
                    <a:gdLst>
                      <a:gd name="T0" fmla="*/ 2 w 74"/>
                      <a:gd name="T1" fmla="*/ 0 h 21"/>
                      <a:gd name="T2" fmla="*/ 2 w 74"/>
                      <a:gd name="T3" fmla="*/ 0 h 21"/>
                      <a:gd name="T4" fmla="*/ 2 w 74"/>
                      <a:gd name="T5" fmla="*/ 0 h 21"/>
                      <a:gd name="T6" fmla="*/ 2 w 74"/>
                      <a:gd name="T7" fmla="*/ 0 h 21"/>
                      <a:gd name="T8" fmla="*/ 1 w 74"/>
                      <a:gd name="T9" fmla="*/ 0 h 21"/>
                      <a:gd name="T10" fmla="*/ 1 w 74"/>
                      <a:gd name="T11" fmla="*/ 0 h 21"/>
                      <a:gd name="T12" fmla="*/ 1 w 74"/>
                      <a:gd name="T13" fmla="*/ 0 h 21"/>
                      <a:gd name="T14" fmla="*/ 1 w 74"/>
                      <a:gd name="T15" fmla="*/ 0 h 21"/>
                      <a:gd name="T16" fmla="*/ 1 w 74"/>
                      <a:gd name="T17" fmla="*/ 0 h 21"/>
                      <a:gd name="T18" fmla="*/ 1 w 74"/>
                      <a:gd name="T19" fmla="*/ 0 h 21"/>
                      <a:gd name="T20" fmla="*/ 1 w 74"/>
                      <a:gd name="T21" fmla="*/ 0 h 21"/>
                      <a:gd name="T22" fmla="*/ 0 w 74"/>
                      <a:gd name="T23" fmla="*/ 0 h 21"/>
                      <a:gd name="T24" fmla="*/ 0 w 74"/>
                      <a:gd name="T25" fmla="*/ 0 h 21"/>
                      <a:gd name="T26" fmla="*/ 0 w 74"/>
                      <a:gd name="T27" fmla="*/ 0 h 21"/>
                      <a:gd name="T28" fmla="*/ 0 w 74"/>
                      <a:gd name="T29" fmla="*/ 0 h 21"/>
                      <a:gd name="T30" fmla="*/ 0 w 74"/>
                      <a:gd name="T31" fmla="*/ 0 h 21"/>
                      <a:gd name="T32" fmla="*/ 0 w 74"/>
                      <a:gd name="T33" fmla="*/ 0 h 21"/>
                      <a:gd name="T34" fmla="*/ 0 w 74"/>
                      <a:gd name="T35" fmla="*/ 0 h 21"/>
                      <a:gd name="T36" fmla="*/ 0 w 74"/>
                      <a:gd name="T37" fmla="*/ 0 h 21"/>
                      <a:gd name="T38" fmla="*/ 0 w 74"/>
                      <a:gd name="T39" fmla="*/ 0 h 21"/>
                      <a:gd name="T40" fmla="*/ 0 w 74"/>
                      <a:gd name="T41" fmla="*/ 0 h 21"/>
                      <a:gd name="T42" fmla="*/ 0 w 74"/>
                      <a:gd name="T43" fmla="*/ 0 h 21"/>
                      <a:gd name="T44" fmla="*/ 1 w 74"/>
                      <a:gd name="T45" fmla="*/ 0 h 21"/>
                      <a:gd name="T46" fmla="*/ 1 w 74"/>
                      <a:gd name="T47" fmla="*/ 0 h 21"/>
                      <a:gd name="T48" fmla="*/ 1 w 74"/>
                      <a:gd name="T49" fmla="*/ 0 h 21"/>
                      <a:gd name="T50" fmla="*/ 1 w 74"/>
                      <a:gd name="T51" fmla="*/ 0 h 21"/>
                      <a:gd name="T52" fmla="*/ 1 w 74"/>
                      <a:gd name="T53" fmla="*/ 0 h 21"/>
                      <a:gd name="T54" fmla="*/ 1 w 74"/>
                      <a:gd name="T55" fmla="*/ 0 h 21"/>
                      <a:gd name="T56" fmla="*/ 1 w 74"/>
                      <a:gd name="T57" fmla="*/ 0 h 21"/>
                      <a:gd name="T58" fmla="*/ 1 w 74"/>
                      <a:gd name="T59" fmla="*/ 0 h 21"/>
                      <a:gd name="T60" fmla="*/ 2 w 74"/>
                      <a:gd name="T61" fmla="*/ 0 h 21"/>
                      <a:gd name="T62" fmla="*/ 2 w 74"/>
                      <a:gd name="T63" fmla="*/ 0 h 21"/>
                      <a:gd name="T64" fmla="*/ 2 w 74"/>
                      <a:gd name="T65" fmla="*/ 0 h 21"/>
                      <a:gd name="T66" fmla="*/ 2 w 74"/>
                      <a:gd name="T67" fmla="*/ 0 h 21"/>
                      <a:gd name="T68" fmla="*/ 2 w 74"/>
                      <a:gd name="T69" fmla="*/ 0 h 21"/>
                      <a:gd name="T70" fmla="*/ 2 w 74"/>
                      <a:gd name="T71" fmla="*/ 0 h 2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4"/>
                      <a:gd name="T109" fmla="*/ 0 h 21"/>
                      <a:gd name="T110" fmla="*/ 74 w 74"/>
                      <a:gd name="T111" fmla="*/ 21 h 2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4" h="21">
                        <a:moveTo>
                          <a:pt x="74" y="19"/>
                        </a:moveTo>
                        <a:lnTo>
                          <a:pt x="74" y="18"/>
                        </a:lnTo>
                        <a:lnTo>
                          <a:pt x="69" y="16"/>
                        </a:lnTo>
                        <a:lnTo>
                          <a:pt x="65" y="14"/>
                        </a:lnTo>
                        <a:lnTo>
                          <a:pt x="60" y="13"/>
                        </a:lnTo>
                        <a:lnTo>
                          <a:pt x="57" y="11"/>
                        </a:lnTo>
                        <a:lnTo>
                          <a:pt x="52" y="9"/>
                        </a:lnTo>
                        <a:lnTo>
                          <a:pt x="48" y="7"/>
                        </a:lnTo>
                        <a:lnTo>
                          <a:pt x="43" y="6"/>
                        </a:lnTo>
                        <a:lnTo>
                          <a:pt x="38" y="5"/>
                        </a:lnTo>
                        <a:lnTo>
                          <a:pt x="33" y="3"/>
                        </a:lnTo>
                        <a:lnTo>
                          <a:pt x="28" y="2"/>
                        </a:lnTo>
                        <a:lnTo>
                          <a:pt x="25" y="2"/>
                        </a:lnTo>
                        <a:lnTo>
                          <a:pt x="20" y="1"/>
                        </a:lnTo>
                        <a:lnTo>
                          <a:pt x="15" y="1"/>
                        </a:lnTo>
                        <a:lnTo>
                          <a:pt x="10" y="0"/>
                        </a:lnTo>
                        <a:lnTo>
                          <a:pt x="5" y="0"/>
                        </a:lnTo>
                        <a:lnTo>
                          <a:pt x="0" y="1"/>
                        </a:lnTo>
                        <a:lnTo>
                          <a:pt x="0" y="3"/>
                        </a:lnTo>
                        <a:lnTo>
                          <a:pt x="20" y="3"/>
                        </a:lnTo>
                        <a:lnTo>
                          <a:pt x="25" y="5"/>
                        </a:lnTo>
                        <a:lnTo>
                          <a:pt x="28" y="5"/>
                        </a:lnTo>
                        <a:lnTo>
                          <a:pt x="33" y="6"/>
                        </a:lnTo>
                        <a:lnTo>
                          <a:pt x="38" y="7"/>
                        </a:lnTo>
                        <a:lnTo>
                          <a:pt x="42" y="8"/>
                        </a:lnTo>
                        <a:lnTo>
                          <a:pt x="47" y="9"/>
                        </a:lnTo>
                        <a:lnTo>
                          <a:pt x="52" y="12"/>
                        </a:lnTo>
                        <a:lnTo>
                          <a:pt x="56" y="13"/>
                        </a:lnTo>
                        <a:lnTo>
                          <a:pt x="60" y="14"/>
                        </a:lnTo>
                        <a:lnTo>
                          <a:pt x="64" y="17"/>
                        </a:lnTo>
                        <a:lnTo>
                          <a:pt x="69" y="18"/>
                        </a:lnTo>
                        <a:lnTo>
                          <a:pt x="73" y="21"/>
                        </a:lnTo>
                        <a:lnTo>
                          <a:pt x="73" y="19"/>
                        </a:lnTo>
                        <a:lnTo>
                          <a:pt x="74" y="19"/>
                        </a:lnTo>
                        <a:lnTo>
                          <a:pt x="74" y="18"/>
                        </a:lnTo>
                        <a:lnTo>
                          <a:pt x="74"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5" name="Freeform 178"/>
                  <p:cNvSpPr>
                    <a:spLocks/>
                  </p:cNvSpPr>
                  <p:nvPr/>
                </p:nvSpPr>
                <p:spPr bwMode="auto">
                  <a:xfrm>
                    <a:off x="4381" y="3480"/>
                    <a:ext cx="130" cy="53"/>
                  </a:xfrm>
                  <a:custGeom>
                    <a:avLst/>
                    <a:gdLst>
                      <a:gd name="T0" fmla="*/ 5 w 261"/>
                      <a:gd name="T1" fmla="*/ 1 h 106"/>
                      <a:gd name="T2" fmla="*/ 5 w 261"/>
                      <a:gd name="T3" fmla="*/ 1 h 106"/>
                      <a:gd name="T4" fmla="*/ 6 w 261"/>
                      <a:gd name="T5" fmla="*/ 1 h 106"/>
                      <a:gd name="T6" fmla="*/ 6 w 261"/>
                      <a:gd name="T7" fmla="*/ 2 h 106"/>
                      <a:gd name="T8" fmla="*/ 6 w 261"/>
                      <a:gd name="T9" fmla="*/ 2 h 106"/>
                      <a:gd name="T10" fmla="*/ 7 w 261"/>
                      <a:gd name="T11" fmla="*/ 2 h 106"/>
                      <a:gd name="T12" fmla="*/ 7 w 261"/>
                      <a:gd name="T13" fmla="*/ 2 h 106"/>
                      <a:gd name="T14" fmla="*/ 7 w 261"/>
                      <a:gd name="T15" fmla="*/ 3 h 106"/>
                      <a:gd name="T16" fmla="*/ 7 w 261"/>
                      <a:gd name="T17" fmla="*/ 3 h 106"/>
                      <a:gd name="T18" fmla="*/ 7 w 261"/>
                      <a:gd name="T19" fmla="*/ 3 h 106"/>
                      <a:gd name="T20" fmla="*/ 6 w 261"/>
                      <a:gd name="T21" fmla="*/ 3 h 106"/>
                      <a:gd name="T22" fmla="*/ 6 w 261"/>
                      <a:gd name="T23" fmla="*/ 3 h 106"/>
                      <a:gd name="T24" fmla="*/ 5 w 261"/>
                      <a:gd name="T25" fmla="*/ 3 h 106"/>
                      <a:gd name="T26" fmla="*/ 5 w 261"/>
                      <a:gd name="T27" fmla="*/ 3 h 106"/>
                      <a:gd name="T28" fmla="*/ 4 w 261"/>
                      <a:gd name="T29" fmla="*/ 3 h 106"/>
                      <a:gd name="T30" fmla="*/ 4 w 261"/>
                      <a:gd name="T31" fmla="*/ 3 h 106"/>
                      <a:gd name="T32" fmla="*/ 4 w 261"/>
                      <a:gd name="T33" fmla="*/ 3 h 106"/>
                      <a:gd name="T34" fmla="*/ 4 w 261"/>
                      <a:gd name="T35" fmla="*/ 3 h 106"/>
                      <a:gd name="T36" fmla="*/ 4 w 261"/>
                      <a:gd name="T37" fmla="*/ 3 h 106"/>
                      <a:gd name="T38" fmla="*/ 3 w 261"/>
                      <a:gd name="T39" fmla="*/ 3 h 106"/>
                      <a:gd name="T40" fmla="*/ 3 w 261"/>
                      <a:gd name="T41" fmla="*/ 3 h 106"/>
                      <a:gd name="T42" fmla="*/ 3 w 261"/>
                      <a:gd name="T43" fmla="*/ 2 h 106"/>
                      <a:gd name="T44" fmla="*/ 2 w 261"/>
                      <a:gd name="T45" fmla="*/ 2 h 106"/>
                      <a:gd name="T46" fmla="*/ 1 w 261"/>
                      <a:gd name="T47" fmla="*/ 2 h 106"/>
                      <a:gd name="T48" fmla="*/ 1 w 261"/>
                      <a:gd name="T49" fmla="*/ 3 h 106"/>
                      <a:gd name="T50" fmla="*/ 1 w 261"/>
                      <a:gd name="T51" fmla="*/ 3 h 106"/>
                      <a:gd name="T52" fmla="*/ 1 w 261"/>
                      <a:gd name="T53" fmla="*/ 3 h 106"/>
                      <a:gd name="T54" fmla="*/ 1 w 261"/>
                      <a:gd name="T55" fmla="*/ 3 h 106"/>
                      <a:gd name="T56" fmla="*/ 1 w 261"/>
                      <a:gd name="T57" fmla="*/ 3 h 106"/>
                      <a:gd name="T58" fmla="*/ 1 w 261"/>
                      <a:gd name="T59" fmla="*/ 4 h 106"/>
                      <a:gd name="T60" fmla="*/ 1 w 261"/>
                      <a:gd name="T61" fmla="*/ 4 h 106"/>
                      <a:gd name="T62" fmla="*/ 1 w 261"/>
                      <a:gd name="T63" fmla="*/ 4 h 106"/>
                      <a:gd name="T64" fmla="*/ 1 w 261"/>
                      <a:gd name="T65" fmla="*/ 4 h 106"/>
                      <a:gd name="T66" fmla="*/ 1 w 261"/>
                      <a:gd name="T67" fmla="*/ 3 h 106"/>
                      <a:gd name="T68" fmla="*/ 0 w 261"/>
                      <a:gd name="T69" fmla="*/ 3 h 106"/>
                      <a:gd name="T70" fmla="*/ 0 w 261"/>
                      <a:gd name="T71" fmla="*/ 3 h 106"/>
                      <a:gd name="T72" fmla="*/ 0 w 261"/>
                      <a:gd name="T73" fmla="*/ 2 h 106"/>
                      <a:gd name="T74" fmla="*/ 0 w 261"/>
                      <a:gd name="T75" fmla="*/ 2 h 106"/>
                      <a:gd name="T76" fmla="*/ 0 w 261"/>
                      <a:gd name="T77" fmla="*/ 2 h 106"/>
                      <a:gd name="T78" fmla="*/ 0 w 261"/>
                      <a:gd name="T79" fmla="*/ 1 h 106"/>
                      <a:gd name="T80" fmla="*/ 0 w 261"/>
                      <a:gd name="T81" fmla="*/ 1 h 106"/>
                      <a:gd name="T82" fmla="*/ 0 w 261"/>
                      <a:gd name="T83" fmla="*/ 1 h 106"/>
                      <a:gd name="T84" fmla="*/ 0 w 261"/>
                      <a:gd name="T85" fmla="*/ 1 h 106"/>
                      <a:gd name="T86" fmla="*/ 0 w 261"/>
                      <a:gd name="T87" fmla="*/ 1 h 106"/>
                      <a:gd name="T88" fmla="*/ 0 w 261"/>
                      <a:gd name="T89" fmla="*/ 1 h 106"/>
                      <a:gd name="T90" fmla="*/ 1 w 261"/>
                      <a:gd name="T91" fmla="*/ 1 h 106"/>
                      <a:gd name="T92" fmla="*/ 1 w 261"/>
                      <a:gd name="T93" fmla="*/ 1 h 106"/>
                      <a:gd name="T94" fmla="*/ 1 w 261"/>
                      <a:gd name="T95" fmla="*/ 1 h 106"/>
                      <a:gd name="T96" fmla="*/ 2 w 261"/>
                      <a:gd name="T97" fmla="*/ 1 h 106"/>
                      <a:gd name="T98" fmla="*/ 3 w 261"/>
                      <a:gd name="T99" fmla="*/ 1 h 106"/>
                      <a:gd name="T100" fmla="*/ 3 w 261"/>
                      <a:gd name="T101" fmla="*/ 1 h 106"/>
                      <a:gd name="T102" fmla="*/ 4 w 261"/>
                      <a:gd name="T103" fmla="*/ 0 h 106"/>
                      <a:gd name="T104" fmla="*/ 4 w 261"/>
                      <a:gd name="T105" fmla="*/ 1 h 10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61"/>
                      <a:gd name="T160" fmla="*/ 0 h 106"/>
                      <a:gd name="T161" fmla="*/ 261 w 261"/>
                      <a:gd name="T162" fmla="*/ 106 h 10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61" h="106">
                        <a:moveTo>
                          <a:pt x="161" y="4"/>
                        </a:moveTo>
                        <a:lnTo>
                          <a:pt x="168" y="10"/>
                        </a:lnTo>
                        <a:lnTo>
                          <a:pt x="174" y="14"/>
                        </a:lnTo>
                        <a:lnTo>
                          <a:pt x="180" y="19"/>
                        </a:lnTo>
                        <a:lnTo>
                          <a:pt x="186" y="24"/>
                        </a:lnTo>
                        <a:lnTo>
                          <a:pt x="193" y="27"/>
                        </a:lnTo>
                        <a:lnTo>
                          <a:pt x="200" y="31"/>
                        </a:lnTo>
                        <a:lnTo>
                          <a:pt x="206" y="36"/>
                        </a:lnTo>
                        <a:lnTo>
                          <a:pt x="213" y="40"/>
                        </a:lnTo>
                        <a:lnTo>
                          <a:pt x="219" y="44"/>
                        </a:lnTo>
                        <a:lnTo>
                          <a:pt x="225" y="49"/>
                        </a:lnTo>
                        <a:lnTo>
                          <a:pt x="232" y="53"/>
                        </a:lnTo>
                        <a:lnTo>
                          <a:pt x="238" y="58"/>
                        </a:lnTo>
                        <a:lnTo>
                          <a:pt x="244" y="64"/>
                        </a:lnTo>
                        <a:lnTo>
                          <a:pt x="250" y="69"/>
                        </a:lnTo>
                        <a:lnTo>
                          <a:pt x="255" y="75"/>
                        </a:lnTo>
                        <a:lnTo>
                          <a:pt x="261" y="81"/>
                        </a:lnTo>
                        <a:lnTo>
                          <a:pt x="254" y="80"/>
                        </a:lnTo>
                        <a:lnTo>
                          <a:pt x="234" y="80"/>
                        </a:lnTo>
                        <a:lnTo>
                          <a:pt x="228" y="81"/>
                        </a:lnTo>
                        <a:lnTo>
                          <a:pt x="222" y="81"/>
                        </a:lnTo>
                        <a:lnTo>
                          <a:pt x="216" y="83"/>
                        </a:lnTo>
                        <a:lnTo>
                          <a:pt x="209" y="84"/>
                        </a:lnTo>
                        <a:lnTo>
                          <a:pt x="202" y="85"/>
                        </a:lnTo>
                        <a:lnTo>
                          <a:pt x="196" y="86"/>
                        </a:lnTo>
                        <a:lnTo>
                          <a:pt x="190" y="88"/>
                        </a:lnTo>
                        <a:lnTo>
                          <a:pt x="182" y="88"/>
                        </a:lnTo>
                        <a:lnTo>
                          <a:pt x="176" y="89"/>
                        </a:lnTo>
                        <a:lnTo>
                          <a:pt x="170" y="90"/>
                        </a:lnTo>
                        <a:lnTo>
                          <a:pt x="156" y="90"/>
                        </a:lnTo>
                        <a:lnTo>
                          <a:pt x="153" y="88"/>
                        </a:lnTo>
                        <a:lnTo>
                          <a:pt x="150" y="86"/>
                        </a:lnTo>
                        <a:lnTo>
                          <a:pt x="147" y="84"/>
                        </a:lnTo>
                        <a:lnTo>
                          <a:pt x="144" y="81"/>
                        </a:lnTo>
                        <a:lnTo>
                          <a:pt x="140" y="79"/>
                        </a:lnTo>
                        <a:lnTo>
                          <a:pt x="138" y="77"/>
                        </a:lnTo>
                        <a:lnTo>
                          <a:pt x="134" y="74"/>
                        </a:lnTo>
                        <a:lnTo>
                          <a:pt x="132" y="73"/>
                        </a:lnTo>
                        <a:lnTo>
                          <a:pt x="128" y="70"/>
                        </a:lnTo>
                        <a:lnTo>
                          <a:pt x="126" y="69"/>
                        </a:lnTo>
                        <a:lnTo>
                          <a:pt x="122" y="67"/>
                        </a:lnTo>
                        <a:lnTo>
                          <a:pt x="118" y="65"/>
                        </a:lnTo>
                        <a:lnTo>
                          <a:pt x="115" y="64"/>
                        </a:lnTo>
                        <a:lnTo>
                          <a:pt x="111" y="64"/>
                        </a:lnTo>
                        <a:lnTo>
                          <a:pt x="107" y="63"/>
                        </a:lnTo>
                        <a:lnTo>
                          <a:pt x="84" y="63"/>
                        </a:lnTo>
                        <a:lnTo>
                          <a:pt x="80" y="64"/>
                        </a:lnTo>
                        <a:lnTo>
                          <a:pt x="52" y="64"/>
                        </a:lnTo>
                        <a:lnTo>
                          <a:pt x="48" y="65"/>
                        </a:lnTo>
                        <a:lnTo>
                          <a:pt x="41" y="65"/>
                        </a:lnTo>
                        <a:lnTo>
                          <a:pt x="38" y="69"/>
                        </a:lnTo>
                        <a:lnTo>
                          <a:pt x="38" y="72"/>
                        </a:lnTo>
                        <a:lnTo>
                          <a:pt x="37" y="75"/>
                        </a:lnTo>
                        <a:lnTo>
                          <a:pt x="38" y="79"/>
                        </a:lnTo>
                        <a:lnTo>
                          <a:pt x="38" y="84"/>
                        </a:lnTo>
                        <a:lnTo>
                          <a:pt x="39" y="86"/>
                        </a:lnTo>
                        <a:lnTo>
                          <a:pt x="41" y="90"/>
                        </a:lnTo>
                        <a:lnTo>
                          <a:pt x="42" y="94"/>
                        </a:lnTo>
                        <a:lnTo>
                          <a:pt x="44" y="96"/>
                        </a:lnTo>
                        <a:lnTo>
                          <a:pt x="46" y="99"/>
                        </a:lnTo>
                        <a:lnTo>
                          <a:pt x="48" y="100"/>
                        </a:lnTo>
                        <a:lnTo>
                          <a:pt x="49" y="100"/>
                        </a:lnTo>
                        <a:lnTo>
                          <a:pt x="53" y="104"/>
                        </a:lnTo>
                        <a:lnTo>
                          <a:pt x="51" y="105"/>
                        </a:lnTo>
                        <a:lnTo>
                          <a:pt x="38" y="105"/>
                        </a:lnTo>
                        <a:lnTo>
                          <a:pt x="36" y="106"/>
                        </a:lnTo>
                        <a:lnTo>
                          <a:pt x="35" y="100"/>
                        </a:lnTo>
                        <a:lnTo>
                          <a:pt x="32" y="95"/>
                        </a:lnTo>
                        <a:lnTo>
                          <a:pt x="31" y="89"/>
                        </a:lnTo>
                        <a:lnTo>
                          <a:pt x="28" y="84"/>
                        </a:lnTo>
                        <a:lnTo>
                          <a:pt x="27" y="79"/>
                        </a:lnTo>
                        <a:lnTo>
                          <a:pt x="25" y="73"/>
                        </a:lnTo>
                        <a:lnTo>
                          <a:pt x="22" y="68"/>
                        </a:lnTo>
                        <a:lnTo>
                          <a:pt x="20" y="62"/>
                        </a:lnTo>
                        <a:lnTo>
                          <a:pt x="19" y="57"/>
                        </a:lnTo>
                        <a:lnTo>
                          <a:pt x="16" y="52"/>
                        </a:lnTo>
                        <a:lnTo>
                          <a:pt x="14" y="46"/>
                        </a:lnTo>
                        <a:lnTo>
                          <a:pt x="11" y="41"/>
                        </a:lnTo>
                        <a:lnTo>
                          <a:pt x="9" y="36"/>
                        </a:lnTo>
                        <a:lnTo>
                          <a:pt x="6" y="31"/>
                        </a:lnTo>
                        <a:lnTo>
                          <a:pt x="4" y="25"/>
                        </a:lnTo>
                        <a:lnTo>
                          <a:pt x="0" y="20"/>
                        </a:lnTo>
                        <a:lnTo>
                          <a:pt x="0" y="15"/>
                        </a:lnTo>
                        <a:lnTo>
                          <a:pt x="5" y="14"/>
                        </a:lnTo>
                        <a:lnTo>
                          <a:pt x="9" y="12"/>
                        </a:lnTo>
                        <a:lnTo>
                          <a:pt x="14" y="11"/>
                        </a:lnTo>
                        <a:lnTo>
                          <a:pt x="17" y="11"/>
                        </a:lnTo>
                        <a:lnTo>
                          <a:pt x="21" y="10"/>
                        </a:lnTo>
                        <a:lnTo>
                          <a:pt x="26" y="10"/>
                        </a:lnTo>
                        <a:lnTo>
                          <a:pt x="31" y="9"/>
                        </a:lnTo>
                        <a:lnTo>
                          <a:pt x="35" y="7"/>
                        </a:lnTo>
                        <a:lnTo>
                          <a:pt x="39" y="7"/>
                        </a:lnTo>
                        <a:lnTo>
                          <a:pt x="44" y="6"/>
                        </a:lnTo>
                        <a:lnTo>
                          <a:pt x="53" y="6"/>
                        </a:lnTo>
                        <a:lnTo>
                          <a:pt x="58" y="5"/>
                        </a:lnTo>
                        <a:lnTo>
                          <a:pt x="63" y="5"/>
                        </a:lnTo>
                        <a:lnTo>
                          <a:pt x="68" y="4"/>
                        </a:lnTo>
                        <a:lnTo>
                          <a:pt x="85" y="4"/>
                        </a:lnTo>
                        <a:lnTo>
                          <a:pt x="90" y="3"/>
                        </a:lnTo>
                        <a:lnTo>
                          <a:pt x="104" y="3"/>
                        </a:lnTo>
                        <a:lnTo>
                          <a:pt x="108" y="1"/>
                        </a:lnTo>
                        <a:lnTo>
                          <a:pt x="127" y="1"/>
                        </a:lnTo>
                        <a:lnTo>
                          <a:pt x="132" y="0"/>
                        </a:lnTo>
                        <a:lnTo>
                          <a:pt x="154" y="0"/>
                        </a:lnTo>
                        <a:lnTo>
                          <a:pt x="156" y="1"/>
                        </a:lnTo>
                        <a:lnTo>
                          <a:pt x="159" y="1"/>
                        </a:lnTo>
                        <a:lnTo>
                          <a:pt x="161" y="4"/>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6" name="Freeform 179"/>
                  <p:cNvSpPr>
                    <a:spLocks/>
                  </p:cNvSpPr>
                  <p:nvPr/>
                </p:nvSpPr>
                <p:spPr bwMode="auto">
                  <a:xfrm>
                    <a:off x="4461" y="3482"/>
                    <a:ext cx="51" cy="39"/>
                  </a:xfrm>
                  <a:custGeom>
                    <a:avLst/>
                    <a:gdLst>
                      <a:gd name="T0" fmla="*/ 3 w 104"/>
                      <a:gd name="T1" fmla="*/ 2 h 79"/>
                      <a:gd name="T2" fmla="*/ 3 w 104"/>
                      <a:gd name="T3" fmla="*/ 2 h 79"/>
                      <a:gd name="T4" fmla="*/ 2 w 104"/>
                      <a:gd name="T5" fmla="*/ 2 h 79"/>
                      <a:gd name="T6" fmla="*/ 2 w 104"/>
                      <a:gd name="T7" fmla="*/ 2 h 79"/>
                      <a:gd name="T8" fmla="*/ 2 w 104"/>
                      <a:gd name="T9" fmla="*/ 1 h 79"/>
                      <a:gd name="T10" fmla="*/ 2 w 104"/>
                      <a:gd name="T11" fmla="*/ 1 h 79"/>
                      <a:gd name="T12" fmla="*/ 2 w 104"/>
                      <a:gd name="T13" fmla="*/ 1 h 79"/>
                      <a:gd name="T14" fmla="*/ 2 w 104"/>
                      <a:gd name="T15" fmla="*/ 1 h 79"/>
                      <a:gd name="T16" fmla="*/ 1 w 104"/>
                      <a:gd name="T17" fmla="*/ 1 h 79"/>
                      <a:gd name="T18" fmla="*/ 1 w 104"/>
                      <a:gd name="T19" fmla="*/ 1 h 79"/>
                      <a:gd name="T20" fmla="*/ 1 w 104"/>
                      <a:gd name="T21" fmla="*/ 0 h 79"/>
                      <a:gd name="T22" fmla="*/ 1 w 104"/>
                      <a:gd name="T23" fmla="*/ 0 h 79"/>
                      <a:gd name="T24" fmla="*/ 1 w 104"/>
                      <a:gd name="T25" fmla="*/ 0 h 79"/>
                      <a:gd name="T26" fmla="*/ 0 w 104"/>
                      <a:gd name="T27" fmla="*/ 0 h 79"/>
                      <a:gd name="T28" fmla="*/ 0 w 104"/>
                      <a:gd name="T29" fmla="*/ 0 h 79"/>
                      <a:gd name="T30" fmla="*/ 0 w 104"/>
                      <a:gd name="T31" fmla="*/ 0 h 79"/>
                      <a:gd name="T32" fmla="*/ 0 w 104"/>
                      <a:gd name="T33" fmla="*/ 0 h 79"/>
                      <a:gd name="T34" fmla="*/ 0 w 104"/>
                      <a:gd name="T35" fmla="*/ 0 h 79"/>
                      <a:gd name="T36" fmla="*/ 0 w 104"/>
                      <a:gd name="T37" fmla="*/ 0 h 79"/>
                      <a:gd name="T38" fmla="*/ 0 w 104"/>
                      <a:gd name="T39" fmla="*/ 0 h 79"/>
                      <a:gd name="T40" fmla="*/ 0 w 104"/>
                      <a:gd name="T41" fmla="*/ 0 h 79"/>
                      <a:gd name="T42" fmla="*/ 0 w 104"/>
                      <a:gd name="T43" fmla="*/ 0 h 79"/>
                      <a:gd name="T44" fmla="*/ 0 w 104"/>
                      <a:gd name="T45" fmla="*/ 0 h 79"/>
                      <a:gd name="T46" fmla="*/ 1 w 104"/>
                      <a:gd name="T47" fmla="*/ 0 h 79"/>
                      <a:gd name="T48" fmla="*/ 1 w 104"/>
                      <a:gd name="T49" fmla="*/ 0 h 79"/>
                      <a:gd name="T50" fmla="*/ 1 w 104"/>
                      <a:gd name="T51" fmla="*/ 1 h 79"/>
                      <a:gd name="T52" fmla="*/ 1 w 104"/>
                      <a:gd name="T53" fmla="*/ 1 h 79"/>
                      <a:gd name="T54" fmla="*/ 1 w 104"/>
                      <a:gd name="T55" fmla="*/ 1 h 79"/>
                      <a:gd name="T56" fmla="*/ 1 w 104"/>
                      <a:gd name="T57" fmla="*/ 1 h 79"/>
                      <a:gd name="T58" fmla="*/ 2 w 104"/>
                      <a:gd name="T59" fmla="*/ 1 h 79"/>
                      <a:gd name="T60" fmla="*/ 2 w 104"/>
                      <a:gd name="T61" fmla="*/ 1 h 79"/>
                      <a:gd name="T62" fmla="*/ 2 w 104"/>
                      <a:gd name="T63" fmla="*/ 1 h 79"/>
                      <a:gd name="T64" fmla="*/ 2 w 104"/>
                      <a:gd name="T65" fmla="*/ 2 h 79"/>
                      <a:gd name="T66" fmla="*/ 2 w 104"/>
                      <a:gd name="T67" fmla="*/ 2 h 79"/>
                      <a:gd name="T68" fmla="*/ 3 w 104"/>
                      <a:gd name="T69" fmla="*/ 2 h 79"/>
                      <a:gd name="T70" fmla="*/ 3 w 104"/>
                      <a:gd name="T71" fmla="*/ 2 h 79"/>
                      <a:gd name="T72" fmla="*/ 3 w 104"/>
                      <a:gd name="T73" fmla="*/ 2 h 79"/>
                      <a:gd name="T74" fmla="*/ 3 w 104"/>
                      <a:gd name="T75" fmla="*/ 2 h 79"/>
                      <a:gd name="T76" fmla="*/ 3 w 104"/>
                      <a:gd name="T77" fmla="*/ 2 h 79"/>
                      <a:gd name="T78" fmla="*/ 3 w 104"/>
                      <a:gd name="T79" fmla="*/ 2 h 7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4"/>
                      <a:gd name="T121" fmla="*/ 0 h 79"/>
                      <a:gd name="T122" fmla="*/ 104 w 104"/>
                      <a:gd name="T123" fmla="*/ 79 h 79"/>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4" h="79">
                        <a:moveTo>
                          <a:pt x="100" y="79"/>
                        </a:moveTo>
                        <a:lnTo>
                          <a:pt x="101" y="76"/>
                        </a:lnTo>
                        <a:lnTo>
                          <a:pt x="96" y="70"/>
                        </a:lnTo>
                        <a:lnTo>
                          <a:pt x="91" y="64"/>
                        </a:lnTo>
                        <a:lnTo>
                          <a:pt x="85" y="59"/>
                        </a:lnTo>
                        <a:lnTo>
                          <a:pt x="79" y="54"/>
                        </a:lnTo>
                        <a:lnTo>
                          <a:pt x="73" y="48"/>
                        </a:lnTo>
                        <a:lnTo>
                          <a:pt x="67" y="44"/>
                        </a:lnTo>
                        <a:lnTo>
                          <a:pt x="59" y="39"/>
                        </a:lnTo>
                        <a:lnTo>
                          <a:pt x="53" y="34"/>
                        </a:lnTo>
                        <a:lnTo>
                          <a:pt x="47" y="31"/>
                        </a:lnTo>
                        <a:lnTo>
                          <a:pt x="41" y="27"/>
                        </a:lnTo>
                        <a:lnTo>
                          <a:pt x="33" y="22"/>
                        </a:lnTo>
                        <a:lnTo>
                          <a:pt x="27" y="18"/>
                        </a:lnTo>
                        <a:lnTo>
                          <a:pt x="21" y="13"/>
                        </a:lnTo>
                        <a:lnTo>
                          <a:pt x="15" y="8"/>
                        </a:lnTo>
                        <a:lnTo>
                          <a:pt x="9" y="5"/>
                        </a:lnTo>
                        <a:lnTo>
                          <a:pt x="3" y="0"/>
                        </a:lnTo>
                        <a:lnTo>
                          <a:pt x="0" y="1"/>
                        </a:lnTo>
                        <a:lnTo>
                          <a:pt x="6" y="6"/>
                        </a:lnTo>
                        <a:lnTo>
                          <a:pt x="12" y="11"/>
                        </a:lnTo>
                        <a:lnTo>
                          <a:pt x="20" y="16"/>
                        </a:lnTo>
                        <a:lnTo>
                          <a:pt x="26" y="20"/>
                        </a:lnTo>
                        <a:lnTo>
                          <a:pt x="32" y="24"/>
                        </a:lnTo>
                        <a:lnTo>
                          <a:pt x="38" y="28"/>
                        </a:lnTo>
                        <a:lnTo>
                          <a:pt x="46" y="33"/>
                        </a:lnTo>
                        <a:lnTo>
                          <a:pt x="52" y="37"/>
                        </a:lnTo>
                        <a:lnTo>
                          <a:pt x="58" y="42"/>
                        </a:lnTo>
                        <a:lnTo>
                          <a:pt x="64" y="45"/>
                        </a:lnTo>
                        <a:lnTo>
                          <a:pt x="70" y="50"/>
                        </a:lnTo>
                        <a:lnTo>
                          <a:pt x="78" y="55"/>
                        </a:lnTo>
                        <a:lnTo>
                          <a:pt x="84" y="60"/>
                        </a:lnTo>
                        <a:lnTo>
                          <a:pt x="89" y="66"/>
                        </a:lnTo>
                        <a:lnTo>
                          <a:pt x="95" y="71"/>
                        </a:lnTo>
                        <a:lnTo>
                          <a:pt x="100" y="77"/>
                        </a:lnTo>
                        <a:lnTo>
                          <a:pt x="101" y="76"/>
                        </a:lnTo>
                        <a:lnTo>
                          <a:pt x="100" y="79"/>
                        </a:lnTo>
                        <a:lnTo>
                          <a:pt x="104" y="79"/>
                        </a:lnTo>
                        <a:lnTo>
                          <a:pt x="101" y="76"/>
                        </a:lnTo>
                        <a:lnTo>
                          <a:pt x="100" y="7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7" name="Freeform 180"/>
                  <p:cNvSpPr>
                    <a:spLocks/>
                  </p:cNvSpPr>
                  <p:nvPr/>
                </p:nvSpPr>
                <p:spPr bwMode="auto">
                  <a:xfrm>
                    <a:off x="4458" y="3519"/>
                    <a:ext cx="53" cy="7"/>
                  </a:xfrm>
                  <a:custGeom>
                    <a:avLst/>
                    <a:gdLst>
                      <a:gd name="T0" fmla="*/ 0 w 106"/>
                      <a:gd name="T1" fmla="*/ 1 h 12"/>
                      <a:gd name="T2" fmla="*/ 1 w 106"/>
                      <a:gd name="T3" fmla="*/ 1 h 12"/>
                      <a:gd name="T4" fmla="*/ 1 w 106"/>
                      <a:gd name="T5" fmla="*/ 1 h 12"/>
                      <a:gd name="T6" fmla="*/ 1 w 106"/>
                      <a:gd name="T7" fmla="*/ 1 h 12"/>
                      <a:gd name="T8" fmla="*/ 2 w 106"/>
                      <a:gd name="T9" fmla="*/ 1 h 12"/>
                      <a:gd name="T10" fmla="*/ 2 w 106"/>
                      <a:gd name="T11" fmla="*/ 1 h 12"/>
                      <a:gd name="T12" fmla="*/ 2 w 106"/>
                      <a:gd name="T13" fmla="*/ 1 h 12"/>
                      <a:gd name="T14" fmla="*/ 2 w 106"/>
                      <a:gd name="T15" fmla="*/ 1 h 12"/>
                      <a:gd name="T16" fmla="*/ 2 w 106"/>
                      <a:gd name="T17" fmla="*/ 1 h 12"/>
                      <a:gd name="T18" fmla="*/ 3 w 106"/>
                      <a:gd name="T19" fmla="*/ 1 h 12"/>
                      <a:gd name="T20" fmla="*/ 3 w 106"/>
                      <a:gd name="T21" fmla="*/ 1 h 12"/>
                      <a:gd name="T22" fmla="*/ 3 w 106"/>
                      <a:gd name="T23" fmla="*/ 1 h 12"/>
                      <a:gd name="T24" fmla="*/ 4 w 106"/>
                      <a:gd name="T25" fmla="*/ 1 h 12"/>
                      <a:gd name="T26" fmla="*/ 4 w 106"/>
                      <a:gd name="T27" fmla="*/ 1 h 12"/>
                      <a:gd name="T28" fmla="*/ 4 w 106"/>
                      <a:gd name="T29" fmla="*/ 1 h 12"/>
                      <a:gd name="T30" fmla="*/ 4 w 106"/>
                      <a:gd name="T31" fmla="*/ 0 h 12"/>
                      <a:gd name="T32" fmla="*/ 3 w 106"/>
                      <a:gd name="T33" fmla="*/ 0 h 12"/>
                      <a:gd name="T34" fmla="*/ 3 w 106"/>
                      <a:gd name="T35" fmla="*/ 1 h 12"/>
                      <a:gd name="T36" fmla="*/ 2 w 106"/>
                      <a:gd name="T37" fmla="*/ 1 h 12"/>
                      <a:gd name="T38" fmla="*/ 2 w 106"/>
                      <a:gd name="T39" fmla="*/ 1 h 12"/>
                      <a:gd name="T40" fmla="*/ 2 w 106"/>
                      <a:gd name="T41" fmla="*/ 1 h 12"/>
                      <a:gd name="T42" fmla="*/ 2 w 106"/>
                      <a:gd name="T43" fmla="*/ 1 h 12"/>
                      <a:gd name="T44" fmla="*/ 2 w 106"/>
                      <a:gd name="T45" fmla="*/ 1 h 12"/>
                      <a:gd name="T46" fmla="*/ 1 w 106"/>
                      <a:gd name="T47" fmla="*/ 1 h 12"/>
                      <a:gd name="T48" fmla="*/ 1 w 106"/>
                      <a:gd name="T49" fmla="*/ 1 h 12"/>
                      <a:gd name="T50" fmla="*/ 1 w 106"/>
                      <a:gd name="T51" fmla="*/ 1 h 12"/>
                      <a:gd name="T52" fmla="*/ 1 w 106"/>
                      <a:gd name="T53" fmla="*/ 1 h 12"/>
                      <a:gd name="T54" fmla="*/ 0 w 106"/>
                      <a:gd name="T55" fmla="*/ 1 h 12"/>
                      <a:gd name="T56" fmla="*/ 1 w 106"/>
                      <a:gd name="T57" fmla="*/ 1 h 12"/>
                      <a:gd name="T58" fmla="*/ 0 w 106"/>
                      <a:gd name="T59" fmla="*/ 1 h 1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06"/>
                      <a:gd name="T91" fmla="*/ 0 h 12"/>
                      <a:gd name="T92" fmla="*/ 106 w 106"/>
                      <a:gd name="T93" fmla="*/ 12 h 1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06" h="12">
                        <a:moveTo>
                          <a:pt x="0" y="12"/>
                        </a:moveTo>
                        <a:lnTo>
                          <a:pt x="15" y="12"/>
                        </a:lnTo>
                        <a:lnTo>
                          <a:pt x="21" y="11"/>
                        </a:lnTo>
                        <a:lnTo>
                          <a:pt x="29" y="10"/>
                        </a:lnTo>
                        <a:lnTo>
                          <a:pt x="35" y="10"/>
                        </a:lnTo>
                        <a:lnTo>
                          <a:pt x="41" y="9"/>
                        </a:lnTo>
                        <a:lnTo>
                          <a:pt x="47" y="7"/>
                        </a:lnTo>
                        <a:lnTo>
                          <a:pt x="54" y="6"/>
                        </a:lnTo>
                        <a:lnTo>
                          <a:pt x="61" y="5"/>
                        </a:lnTo>
                        <a:lnTo>
                          <a:pt x="67" y="4"/>
                        </a:lnTo>
                        <a:lnTo>
                          <a:pt x="73" y="4"/>
                        </a:lnTo>
                        <a:lnTo>
                          <a:pt x="79" y="2"/>
                        </a:lnTo>
                        <a:lnTo>
                          <a:pt x="99" y="2"/>
                        </a:lnTo>
                        <a:lnTo>
                          <a:pt x="105" y="4"/>
                        </a:lnTo>
                        <a:lnTo>
                          <a:pt x="106" y="1"/>
                        </a:lnTo>
                        <a:lnTo>
                          <a:pt x="99" y="0"/>
                        </a:lnTo>
                        <a:lnTo>
                          <a:pt x="73" y="0"/>
                        </a:lnTo>
                        <a:lnTo>
                          <a:pt x="67" y="1"/>
                        </a:lnTo>
                        <a:lnTo>
                          <a:pt x="61" y="2"/>
                        </a:lnTo>
                        <a:lnTo>
                          <a:pt x="53" y="4"/>
                        </a:lnTo>
                        <a:lnTo>
                          <a:pt x="47" y="5"/>
                        </a:lnTo>
                        <a:lnTo>
                          <a:pt x="41" y="6"/>
                        </a:lnTo>
                        <a:lnTo>
                          <a:pt x="35" y="7"/>
                        </a:lnTo>
                        <a:lnTo>
                          <a:pt x="27" y="7"/>
                        </a:lnTo>
                        <a:lnTo>
                          <a:pt x="21" y="9"/>
                        </a:lnTo>
                        <a:lnTo>
                          <a:pt x="15" y="10"/>
                        </a:lnTo>
                        <a:lnTo>
                          <a:pt x="1" y="10"/>
                        </a:lnTo>
                        <a:lnTo>
                          <a:pt x="0" y="12"/>
                        </a:lnTo>
                        <a:lnTo>
                          <a:pt x="1" y="12"/>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8" name="Freeform 181"/>
                  <p:cNvSpPr>
                    <a:spLocks/>
                  </p:cNvSpPr>
                  <p:nvPr/>
                </p:nvSpPr>
                <p:spPr bwMode="auto">
                  <a:xfrm>
                    <a:off x="4432" y="3511"/>
                    <a:ext cx="27" cy="15"/>
                  </a:xfrm>
                  <a:custGeom>
                    <a:avLst/>
                    <a:gdLst>
                      <a:gd name="T0" fmla="*/ 0 w 52"/>
                      <a:gd name="T1" fmla="*/ 1 h 29"/>
                      <a:gd name="T2" fmla="*/ 0 w 52"/>
                      <a:gd name="T3" fmla="*/ 1 h 29"/>
                      <a:gd name="T4" fmla="*/ 1 w 52"/>
                      <a:gd name="T5" fmla="*/ 1 h 29"/>
                      <a:gd name="T6" fmla="*/ 1 w 52"/>
                      <a:gd name="T7" fmla="*/ 1 h 29"/>
                      <a:gd name="T8" fmla="*/ 1 w 52"/>
                      <a:gd name="T9" fmla="*/ 1 h 29"/>
                      <a:gd name="T10" fmla="*/ 1 w 52"/>
                      <a:gd name="T11" fmla="*/ 1 h 29"/>
                      <a:gd name="T12" fmla="*/ 1 w 52"/>
                      <a:gd name="T13" fmla="*/ 1 h 29"/>
                      <a:gd name="T14" fmla="*/ 1 w 52"/>
                      <a:gd name="T15" fmla="*/ 1 h 29"/>
                      <a:gd name="T16" fmla="*/ 1 w 52"/>
                      <a:gd name="T17" fmla="*/ 1 h 29"/>
                      <a:gd name="T18" fmla="*/ 1 w 52"/>
                      <a:gd name="T19" fmla="*/ 1 h 29"/>
                      <a:gd name="T20" fmla="*/ 2 w 52"/>
                      <a:gd name="T21" fmla="*/ 1 h 29"/>
                      <a:gd name="T22" fmla="*/ 2 w 52"/>
                      <a:gd name="T23" fmla="*/ 1 h 29"/>
                      <a:gd name="T24" fmla="*/ 2 w 52"/>
                      <a:gd name="T25" fmla="*/ 1 h 29"/>
                      <a:gd name="T26" fmla="*/ 2 w 52"/>
                      <a:gd name="T27" fmla="*/ 1 h 29"/>
                      <a:gd name="T28" fmla="*/ 2 w 52"/>
                      <a:gd name="T29" fmla="*/ 1 h 29"/>
                      <a:gd name="T30" fmla="*/ 2 w 52"/>
                      <a:gd name="T31" fmla="*/ 1 h 29"/>
                      <a:gd name="T32" fmla="*/ 2 w 52"/>
                      <a:gd name="T33" fmla="*/ 1 h 29"/>
                      <a:gd name="T34" fmla="*/ 2 w 52"/>
                      <a:gd name="T35" fmla="*/ 1 h 29"/>
                      <a:gd name="T36" fmla="*/ 2 w 52"/>
                      <a:gd name="T37" fmla="*/ 1 h 29"/>
                      <a:gd name="T38" fmla="*/ 2 w 52"/>
                      <a:gd name="T39" fmla="*/ 1 h 29"/>
                      <a:gd name="T40" fmla="*/ 2 w 52"/>
                      <a:gd name="T41" fmla="*/ 1 h 29"/>
                      <a:gd name="T42" fmla="*/ 2 w 52"/>
                      <a:gd name="T43" fmla="*/ 1 h 29"/>
                      <a:gd name="T44" fmla="*/ 2 w 52"/>
                      <a:gd name="T45" fmla="*/ 1 h 29"/>
                      <a:gd name="T46" fmla="*/ 2 w 52"/>
                      <a:gd name="T47" fmla="*/ 1 h 29"/>
                      <a:gd name="T48" fmla="*/ 1 w 52"/>
                      <a:gd name="T49" fmla="*/ 1 h 29"/>
                      <a:gd name="T50" fmla="*/ 1 w 52"/>
                      <a:gd name="T51" fmla="*/ 1 h 29"/>
                      <a:gd name="T52" fmla="*/ 1 w 52"/>
                      <a:gd name="T53" fmla="*/ 1 h 29"/>
                      <a:gd name="T54" fmla="*/ 1 w 52"/>
                      <a:gd name="T55" fmla="*/ 1 h 29"/>
                      <a:gd name="T56" fmla="*/ 1 w 52"/>
                      <a:gd name="T57" fmla="*/ 1 h 29"/>
                      <a:gd name="T58" fmla="*/ 1 w 52"/>
                      <a:gd name="T59" fmla="*/ 1 h 29"/>
                      <a:gd name="T60" fmla="*/ 1 w 52"/>
                      <a:gd name="T61" fmla="*/ 1 h 29"/>
                      <a:gd name="T62" fmla="*/ 1 w 52"/>
                      <a:gd name="T63" fmla="*/ 0 h 29"/>
                      <a:gd name="T64" fmla="*/ 0 w 52"/>
                      <a:gd name="T65" fmla="*/ 0 h 29"/>
                      <a:gd name="T66" fmla="*/ 0 w 52"/>
                      <a:gd name="T67" fmla="*/ 1 h 2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2"/>
                      <a:gd name="T103" fmla="*/ 0 h 29"/>
                      <a:gd name="T104" fmla="*/ 52 w 52"/>
                      <a:gd name="T105" fmla="*/ 29 h 2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2" h="29">
                        <a:moveTo>
                          <a:pt x="0" y="3"/>
                        </a:moveTo>
                        <a:lnTo>
                          <a:pt x="0" y="2"/>
                        </a:lnTo>
                        <a:lnTo>
                          <a:pt x="3" y="3"/>
                        </a:lnTo>
                        <a:lnTo>
                          <a:pt x="11" y="3"/>
                        </a:lnTo>
                        <a:lnTo>
                          <a:pt x="14" y="5"/>
                        </a:lnTo>
                        <a:lnTo>
                          <a:pt x="18" y="6"/>
                        </a:lnTo>
                        <a:lnTo>
                          <a:pt x="20" y="8"/>
                        </a:lnTo>
                        <a:lnTo>
                          <a:pt x="24" y="10"/>
                        </a:lnTo>
                        <a:lnTo>
                          <a:pt x="27" y="11"/>
                        </a:lnTo>
                        <a:lnTo>
                          <a:pt x="30" y="13"/>
                        </a:lnTo>
                        <a:lnTo>
                          <a:pt x="33" y="16"/>
                        </a:lnTo>
                        <a:lnTo>
                          <a:pt x="36" y="18"/>
                        </a:lnTo>
                        <a:lnTo>
                          <a:pt x="41" y="23"/>
                        </a:lnTo>
                        <a:lnTo>
                          <a:pt x="45" y="24"/>
                        </a:lnTo>
                        <a:lnTo>
                          <a:pt x="49" y="27"/>
                        </a:lnTo>
                        <a:lnTo>
                          <a:pt x="51" y="29"/>
                        </a:lnTo>
                        <a:lnTo>
                          <a:pt x="52" y="27"/>
                        </a:lnTo>
                        <a:lnTo>
                          <a:pt x="50" y="26"/>
                        </a:lnTo>
                        <a:lnTo>
                          <a:pt x="46" y="23"/>
                        </a:lnTo>
                        <a:lnTo>
                          <a:pt x="44" y="21"/>
                        </a:lnTo>
                        <a:lnTo>
                          <a:pt x="40" y="18"/>
                        </a:lnTo>
                        <a:lnTo>
                          <a:pt x="38" y="17"/>
                        </a:lnTo>
                        <a:lnTo>
                          <a:pt x="34" y="15"/>
                        </a:lnTo>
                        <a:lnTo>
                          <a:pt x="32" y="12"/>
                        </a:lnTo>
                        <a:lnTo>
                          <a:pt x="28" y="10"/>
                        </a:lnTo>
                        <a:lnTo>
                          <a:pt x="25" y="7"/>
                        </a:lnTo>
                        <a:lnTo>
                          <a:pt x="22" y="6"/>
                        </a:lnTo>
                        <a:lnTo>
                          <a:pt x="18" y="3"/>
                        </a:lnTo>
                        <a:lnTo>
                          <a:pt x="14" y="2"/>
                        </a:lnTo>
                        <a:lnTo>
                          <a:pt x="11" y="1"/>
                        </a:lnTo>
                        <a:lnTo>
                          <a:pt x="7" y="1"/>
                        </a:lnTo>
                        <a:lnTo>
                          <a:pt x="3" y="0"/>
                        </a:lnTo>
                        <a:lnTo>
                          <a:pt x="0"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69" name="Freeform 182"/>
                  <p:cNvSpPr>
                    <a:spLocks/>
                  </p:cNvSpPr>
                  <p:nvPr/>
                </p:nvSpPr>
                <p:spPr bwMode="auto">
                  <a:xfrm>
                    <a:off x="4400" y="3511"/>
                    <a:ext cx="32" cy="2"/>
                  </a:xfrm>
                  <a:custGeom>
                    <a:avLst/>
                    <a:gdLst>
                      <a:gd name="T0" fmla="*/ 0 w 65"/>
                      <a:gd name="T1" fmla="*/ 0 h 5"/>
                      <a:gd name="T2" fmla="*/ 0 w 65"/>
                      <a:gd name="T3" fmla="*/ 0 h 5"/>
                      <a:gd name="T4" fmla="*/ 0 w 65"/>
                      <a:gd name="T5" fmla="*/ 0 h 5"/>
                      <a:gd name="T6" fmla="*/ 0 w 65"/>
                      <a:gd name="T7" fmla="*/ 0 h 5"/>
                      <a:gd name="T8" fmla="*/ 2 w 65"/>
                      <a:gd name="T9" fmla="*/ 0 h 5"/>
                      <a:gd name="T10" fmla="*/ 2 w 65"/>
                      <a:gd name="T11" fmla="*/ 0 h 5"/>
                      <a:gd name="T12" fmla="*/ 1 w 65"/>
                      <a:gd name="T13" fmla="*/ 0 h 5"/>
                      <a:gd name="T14" fmla="*/ 1 w 65"/>
                      <a:gd name="T15" fmla="*/ 0 h 5"/>
                      <a:gd name="T16" fmla="*/ 0 w 65"/>
                      <a:gd name="T17" fmla="*/ 0 h 5"/>
                      <a:gd name="T18" fmla="*/ 0 w 65"/>
                      <a:gd name="T19" fmla="*/ 0 h 5"/>
                      <a:gd name="T20" fmla="*/ 0 w 65"/>
                      <a:gd name="T21" fmla="*/ 0 h 5"/>
                      <a:gd name="T22" fmla="*/ 0 w 65"/>
                      <a:gd name="T23" fmla="*/ 0 h 5"/>
                      <a:gd name="T24" fmla="*/ 0 w 65"/>
                      <a:gd name="T25" fmla="*/ 0 h 5"/>
                      <a:gd name="T26" fmla="*/ 0 w 65"/>
                      <a:gd name="T27" fmla="*/ 0 h 5"/>
                      <a:gd name="T28" fmla="*/ 0 w 65"/>
                      <a:gd name="T29" fmla="*/ 0 h 5"/>
                      <a:gd name="T30" fmla="*/ 0 w 65"/>
                      <a:gd name="T31" fmla="*/ 0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5"/>
                      <a:gd name="T49" fmla="*/ 0 h 5"/>
                      <a:gd name="T50" fmla="*/ 65 w 65"/>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5" h="5">
                        <a:moveTo>
                          <a:pt x="2" y="3"/>
                        </a:moveTo>
                        <a:lnTo>
                          <a:pt x="2" y="5"/>
                        </a:lnTo>
                        <a:lnTo>
                          <a:pt x="5" y="5"/>
                        </a:lnTo>
                        <a:lnTo>
                          <a:pt x="9" y="3"/>
                        </a:lnTo>
                        <a:lnTo>
                          <a:pt x="65" y="3"/>
                        </a:lnTo>
                        <a:lnTo>
                          <a:pt x="65" y="0"/>
                        </a:lnTo>
                        <a:lnTo>
                          <a:pt x="37" y="0"/>
                        </a:lnTo>
                        <a:lnTo>
                          <a:pt x="34" y="1"/>
                        </a:lnTo>
                        <a:lnTo>
                          <a:pt x="13" y="1"/>
                        </a:lnTo>
                        <a:lnTo>
                          <a:pt x="9" y="2"/>
                        </a:lnTo>
                        <a:lnTo>
                          <a:pt x="2" y="2"/>
                        </a:lnTo>
                        <a:lnTo>
                          <a:pt x="0" y="3"/>
                        </a:lnTo>
                        <a:lnTo>
                          <a:pt x="2" y="2"/>
                        </a:lnTo>
                        <a:lnTo>
                          <a:pt x="0" y="2"/>
                        </a:lnTo>
                        <a:lnTo>
                          <a:pt x="0" y="3"/>
                        </a:lnTo>
                        <a:lnTo>
                          <a:pt x="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0" name="Freeform 183"/>
                  <p:cNvSpPr>
                    <a:spLocks/>
                  </p:cNvSpPr>
                  <p:nvPr/>
                </p:nvSpPr>
                <p:spPr bwMode="auto">
                  <a:xfrm>
                    <a:off x="4398" y="3513"/>
                    <a:ext cx="4" cy="14"/>
                  </a:xfrm>
                  <a:custGeom>
                    <a:avLst/>
                    <a:gdLst>
                      <a:gd name="T0" fmla="*/ 1 w 7"/>
                      <a:gd name="T1" fmla="*/ 0 h 29"/>
                      <a:gd name="T2" fmla="*/ 1 w 7"/>
                      <a:gd name="T3" fmla="*/ 0 h 29"/>
                      <a:gd name="T4" fmla="*/ 1 w 7"/>
                      <a:gd name="T5" fmla="*/ 0 h 29"/>
                      <a:gd name="T6" fmla="*/ 1 w 7"/>
                      <a:gd name="T7" fmla="*/ 0 h 29"/>
                      <a:gd name="T8" fmla="*/ 1 w 7"/>
                      <a:gd name="T9" fmla="*/ 0 h 29"/>
                      <a:gd name="T10" fmla="*/ 1 w 7"/>
                      <a:gd name="T11" fmla="*/ 0 h 29"/>
                      <a:gd name="T12" fmla="*/ 1 w 7"/>
                      <a:gd name="T13" fmla="*/ 0 h 29"/>
                      <a:gd name="T14" fmla="*/ 1 w 7"/>
                      <a:gd name="T15" fmla="*/ 0 h 29"/>
                      <a:gd name="T16" fmla="*/ 0 w 7"/>
                      <a:gd name="T17" fmla="*/ 0 h 29"/>
                      <a:gd name="T18" fmla="*/ 0 w 7"/>
                      <a:gd name="T19" fmla="*/ 0 h 29"/>
                      <a:gd name="T20" fmla="*/ 1 w 7"/>
                      <a:gd name="T21" fmla="*/ 0 h 29"/>
                      <a:gd name="T22" fmla="*/ 1 w 7"/>
                      <a:gd name="T23" fmla="*/ 0 h 29"/>
                      <a:gd name="T24" fmla="*/ 1 w 7"/>
                      <a:gd name="T25" fmla="*/ 0 h 29"/>
                      <a:gd name="T26" fmla="*/ 1 w 7"/>
                      <a:gd name="T27" fmla="*/ 0 h 29"/>
                      <a:gd name="T28" fmla="*/ 1 w 7"/>
                      <a:gd name="T29" fmla="*/ 0 h 29"/>
                      <a:gd name="T30" fmla="*/ 1 w 7"/>
                      <a:gd name="T31" fmla="*/ 0 h 2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29"/>
                      <a:gd name="T50" fmla="*/ 7 w 7"/>
                      <a:gd name="T51" fmla="*/ 29 h 2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29">
                        <a:moveTo>
                          <a:pt x="7" y="28"/>
                        </a:moveTo>
                        <a:lnTo>
                          <a:pt x="6" y="25"/>
                        </a:lnTo>
                        <a:lnTo>
                          <a:pt x="5" y="21"/>
                        </a:lnTo>
                        <a:lnTo>
                          <a:pt x="3" y="18"/>
                        </a:lnTo>
                        <a:lnTo>
                          <a:pt x="3" y="4"/>
                        </a:lnTo>
                        <a:lnTo>
                          <a:pt x="5" y="0"/>
                        </a:lnTo>
                        <a:lnTo>
                          <a:pt x="3" y="0"/>
                        </a:lnTo>
                        <a:lnTo>
                          <a:pt x="1" y="3"/>
                        </a:lnTo>
                        <a:lnTo>
                          <a:pt x="0" y="7"/>
                        </a:lnTo>
                        <a:lnTo>
                          <a:pt x="0" y="10"/>
                        </a:lnTo>
                        <a:lnTo>
                          <a:pt x="1" y="14"/>
                        </a:lnTo>
                        <a:lnTo>
                          <a:pt x="1" y="19"/>
                        </a:lnTo>
                        <a:lnTo>
                          <a:pt x="2" y="23"/>
                        </a:lnTo>
                        <a:lnTo>
                          <a:pt x="3" y="26"/>
                        </a:lnTo>
                        <a:lnTo>
                          <a:pt x="5" y="29"/>
                        </a:lnTo>
                        <a:lnTo>
                          <a:pt x="7"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1" name="Freeform 184"/>
                  <p:cNvSpPr>
                    <a:spLocks/>
                  </p:cNvSpPr>
                  <p:nvPr/>
                </p:nvSpPr>
                <p:spPr bwMode="auto">
                  <a:xfrm>
                    <a:off x="4401" y="3526"/>
                    <a:ext cx="7" cy="6"/>
                  </a:xfrm>
                  <a:custGeom>
                    <a:avLst/>
                    <a:gdLst>
                      <a:gd name="T0" fmla="*/ 1 w 14"/>
                      <a:gd name="T1" fmla="*/ 1 h 12"/>
                      <a:gd name="T2" fmla="*/ 1 w 14"/>
                      <a:gd name="T3" fmla="*/ 1 h 12"/>
                      <a:gd name="T4" fmla="*/ 1 w 14"/>
                      <a:gd name="T5" fmla="*/ 1 h 12"/>
                      <a:gd name="T6" fmla="*/ 1 w 14"/>
                      <a:gd name="T7" fmla="*/ 1 h 12"/>
                      <a:gd name="T8" fmla="*/ 1 w 14"/>
                      <a:gd name="T9" fmla="*/ 1 h 12"/>
                      <a:gd name="T10" fmla="*/ 1 w 14"/>
                      <a:gd name="T11" fmla="*/ 0 h 12"/>
                      <a:gd name="T12" fmla="*/ 0 w 14"/>
                      <a:gd name="T13" fmla="*/ 1 h 12"/>
                      <a:gd name="T14" fmla="*/ 1 w 14"/>
                      <a:gd name="T15" fmla="*/ 1 h 12"/>
                      <a:gd name="T16" fmla="*/ 1 w 14"/>
                      <a:gd name="T17" fmla="*/ 1 h 12"/>
                      <a:gd name="T18" fmla="*/ 1 w 14"/>
                      <a:gd name="T19" fmla="*/ 1 h 12"/>
                      <a:gd name="T20" fmla="*/ 1 w 14"/>
                      <a:gd name="T21" fmla="*/ 1 h 12"/>
                      <a:gd name="T22" fmla="*/ 1 w 14"/>
                      <a:gd name="T23" fmla="*/ 1 h 12"/>
                      <a:gd name="T24" fmla="*/ 1 w 14"/>
                      <a:gd name="T25" fmla="*/ 1 h 12"/>
                      <a:gd name="T26" fmla="*/ 1 w 14"/>
                      <a:gd name="T27" fmla="*/ 1 h 12"/>
                      <a:gd name="T28" fmla="*/ 1 w 14"/>
                      <a:gd name="T29" fmla="*/ 1 h 12"/>
                      <a:gd name="T30" fmla="*/ 1 w 14"/>
                      <a:gd name="T31" fmla="*/ 1 h 12"/>
                      <a:gd name="T32" fmla="*/ 1 w 14"/>
                      <a:gd name="T33" fmla="*/ 1 h 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12"/>
                      <a:gd name="T53" fmla="*/ 14 w 14"/>
                      <a:gd name="T54" fmla="*/ 12 h 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12">
                        <a:moveTo>
                          <a:pt x="13" y="12"/>
                        </a:moveTo>
                        <a:lnTo>
                          <a:pt x="13" y="11"/>
                        </a:lnTo>
                        <a:lnTo>
                          <a:pt x="11" y="8"/>
                        </a:lnTo>
                        <a:lnTo>
                          <a:pt x="8" y="7"/>
                        </a:lnTo>
                        <a:lnTo>
                          <a:pt x="3" y="2"/>
                        </a:lnTo>
                        <a:lnTo>
                          <a:pt x="2" y="0"/>
                        </a:lnTo>
                        <a:lnTo>
                          <a:pt x="0" y="1"/>
                        </a:lnTo>
                        <a:lnTo>
                          <a:pt x="1" y="3"/>
                        </a:lnTo>
                        <a:lnTo>
                          <a:pt x="2" y="4"/>
                        </a:lnTo>
                        <a:lnTo>
                          <a:pt x="5" y="6"/>
                        </a:lnTo>
                        <a:lnTo>
                          <a:pt x="10" y="11"/>
                        </a:lnTo>
                        <a:lnTo>
                          <a:pt x="12" y="12"/>
                        </a:lnTo>
                        <a:lnTo>
                          <a:pt x="12" y="9"/>
                        </a:lnTo>
                        <a:lnTo>
                          <a:pt x="13" y="12"/>
                        </a:lnTo>
                        <a:lnTo>
                          <a:pt x="14" y="12"/>
                        </a:lnTo>
                        <a:lnTo>
                          <a:pt x="13" y="11"/>
                        </a:lnTo>
                        <a:lnTo>
                          <a:pt x="13"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2" name="Freeform 185"/>
                  <p:cNvSpPr>
                    <a:spLocks/>
                  </p:cNvSpPr>
                  <p:nvPr/>
                </p:nvSpPr>
                <p:spPr bwMode="auto">
                  <a:xfrm>
                    <a:off x="4398" y="3531"/>
                    <a:ext cx="10" cy="3"/>
                  </a:xfrm>
                  <a:custGeom>
                    <a:avLst/>
                    <a:gdLst>
                      <a:gd name="T0" fmla="*/ 0 w 19"/>
                      <a:gd name="T1" fmla="*/ 1 h 5"/>
                      <a:gd name="T2" fmla="*/ 1 w 19"/>
                      <a:gd name="T3" fmla="*/ 1 h 5"/>
                      <a:gd name="T4" fmla="*/ 1 w 19"/>
                      <a:gd name="T5" fmla="*/ 1 h 5"/>
                      <a:gd name="T6" fmla="*/ 1 w 19"/>
                      <a:gd name="T7" fmla="*/ 0 h 5"/>
                      <a:gd name="T8" fmla="*/ 1 w 19"/>
                      <a:gd name="T9" fmla="*/ 1 h 5"/>
                      <a:gd name="T10" fmla="*/ 1 w 19"/>
                      <a:gd name="T11" fmla="*/ 1 h 5"/>
                      <a:gd name="T12" fmla="*/ 1 w 19"/>
                      <a:gd name="T13" fmla="*/ 1 h 5"/>
                      <a:gd name="T14" fmla="*/ 1 w 19"/>
                      <a:gd name="T15" fmla="*/ 1 h 5"/>
                      <a:gd name="T16" fmla="*/ 0 w 19"/>
                      <a:gd name="T17" fmla="*/ 1 h 5"/>
                      <a:gd name="T18" fmla="*/ 1 w 19"/>
                      <a:gd name="T19" fmla="*/ 1 h 5"/>
                      <a:gd name="T20" fmla="*/ 1 w 19"/>
                      <a:gd name="T21" fmla="*/ 1 h 5"/>
                      <a:gd name="T22" fmla="*/ 0 w 19"/>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5"/>
                      <a:gd name="T38" fmla="*/ 19 w 19"/>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5">
                        <a:moveTo>
                          <a:pt x="0" y="4"/>
                        </a:moveTo>
                        <a:lnTo>
                          <a:pt x="17" y="4"/>
                        </a:lnTo>
                        <a:lnTo>
                          <a:pt x="19" y="3"/>
                        </a:lnTo>
                        <a:lnTo>
                          <a:pt x="18" y="0"/>
                        </a:lnTo>
                        <a:lnTo>
                          <a:pt x="16" y="2"/>
                        </a:lnTo>
                        <a:lnTo>
                          <a:pt x="3" y="2"/>
                        </a:lnTo>
                        <a:lnTo>
                          <a:pt x="1" y="3"/>
                        </a:lnTo>
                        <a:lnTo>
                          <a:pt x="2" y="3"/>
                        </a:lnTo>
                        <a:lnTo>
                          <a:pt x="0" y="4"/>
                        </a:lnTo>
                        <a:lnTo>
                          <a:pt x="1" y="5"/>
                        </a:lnTo>
                        <a:lnTo>
                          <a:pt x="2" y="4"/>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3" name="Freeform 186"/>
                  <p:cNvSpPr>
                    <a:spLocks/>
                  </p:cNvSpPr>
                  <p:nvPr/>
                </p:nvSpPr>
                <p:spPr bwMode="auto">
                  <a:xfrm>
                    <a:off x="4381" y="3490"/>
                    <a:ext cx="18" cy="43"/>
                  </a:xfrm>
                  <a:custGeom>
                    <a:avLst/>
                    <a:gdLst>
                      <a:gd name="T0" fmla="*/ 0 w 37"/>
                      <a:gd name="T1" fmla="*/ 0 h 86"/>
                      <a:gd name="T2" fmla="*/ 0 w 37"/>
                      <a:gd name="T3" fmla="*/ 1 h 86"/>
                      <a:gd name="T4" fmla="*/ 0 w 37"/>
                      <a:gd name="T5" fmla="*/ 1 h 86"/>
                      <a:gd name="T6" fmla="*/ 0 w 37"/>
                      <a:gd name="T7" fmla="*/ 1 h 86"/>
                      <a:gd name="T8" fmla="*/ 0 w 37"/>
                      <a:gd name="T9" fmla="*/ 1 h 86"/>
                      <a:gd name="T10" fmla="*/ 0 w 37"/>
                      <a:gd name="T11" fmla="*/ 1 h 86"/>
                      <a:gd name="T12" fmla="*/ 0 w 37"/>
                      <a:gd name="T13" fmla="*/ 1 h 86"/>
                      <a:gd name="T14" fmla="*/ 0 w 37"/>
                      <a:gd name="T15" fmla="*/ 1 h 86"/>
                      <a:gd name="T16" fmla="*/ 0 w 37"/>
                      <a:gd name="T17" fmla="*/ 2 h 86"/>
                      <a:gd name="T18" fmla="*/ 0 w 37"/>
                      <a:gd name="T19" fmla="*/ 2 h 86"/>
                      <a:gd name="T20" fmla="*/ 0 w 37"/>
                      <a:gd name="T21" fmla="*/ 2 h 86"/>
                      <a:gd name="T22" fmla="*/ 0 w 37"/>
                      <a:gd name="T23" fmla="*/ 2 h 86"/>
                      <a:gd name="T24" fmla="*/ 0 w 37"/>
                      <a:gd name="T25" fmla="*/ 2 h 86"/>
                      <a:gd name="T26" fmla="*/ 0 w 37"/>
                      <a:gd name="T27" fmla="*/ 2 h 86"/>
                      <a:gd name="T28" fmla="*/ 0 w 37"/>
                      <a:gd name="T29" fmla="*/ 3 h 86"/>
                      <a:gd name="T30" fmla="*/ 0 w 37"/>
                      <a:gd name="T31" fmla="*/ 3 h 86"/>
                      <a:gd name="T32" fmla="*/ 1 w 37"/>
                      <a:gd name="T33" fmla="*/ 3 h 86"/>
                      <a:gd name="T34" fmla="*/ 1 w 37"/>
                      <a:gd name="T35" fmla="*/ 3 h 86"/>
                      <a:gd name="T36" fmla="*/ 1 w 37"/>
                      <a:gd name="T37" fmla="*/ 3 h 86"/>
                      <a:gd name="T38" fmla="*/ 1 w 37"/>
                      <a:gd name="T39" fmla="*/ 3 h 86"/>
                      <a:gd name="T40" fmla="*/ 1 w 37"/>
                      <a:gd name="T41" fmla="*/ 3 h 86"/>
                      <a:gd name="T42" fmla="*/ 1 w 37"/>
                      <a:gd name="T43" fmla="*/ 3 h 86"/>
                      <a:gd name="T44" fmla="*/ 0 w 37"/>
                      <a:gd name="T45" fmla="*/ 2 h 86"/>
                      <a:gd name="T46" fmla="*/ 0 w 37"/>
                      <a:gd name="T47" fmla="*/ 2 h 86"/>
                      <a:gd name="T48" fmla="*/ 0 w 37"/>
                      <a:gd name="T49" fmla="*/ 2 h 86"/>
                      <a:gd name="T50" fmla="*/ 0 w 37"/>
                      <a:gd name="T51" fmla="*/ 2 h 86"/>
                      <a:gd name="T52" fmla="*/ 0 w 37"/>
                      <a:gd name="T53" fmla="*/ 2 h 86"/>
                      <a:gd name="T54" fmla="*/ 0 w 37"/>
                      <a:gd name="T55" fmla="*/ 2 h 86"/>
                      <a:gd name="T56" fmla="*/ 0 w 37"/>
                      <a:gd name="T57" fmla="*/ 1 h 86"/>
                      <a:gd name="T58" fmla="*/ 0 w 37"/>
                      <a:gd name="T59" fmla="*/ 1 h 86"/>
                      <a:gd name="T60" fmla="*/ 0 w 37"/>
                      <a:gd name="T61" fmla="*/ 1 h 86"/>
                      <a:gd name="T62" fmla="*/ 0 w 37"/>
                      <a:gd name="T63" fmla="*/ 1 h 86"/>
                      <a:gd name="T64" fmla="*/ 0 w 37"/>
                      <a:gd name="T65" fmla="*/ 1 h 86"/>
                      <a:gd name="T66" fmla="*/ 0 w 37"/>
                      <a:gd name="T67" fmla="*/ 1 h 86"/>
                      <a:gd name="T68" fmla="*/ 0 w 37"/>
                      <a:gd name="T69" fmla="*/ 0 h 86"/>
                      <a:gd name="T70" fmla="*/ 0 w 37"/>
                      <a:gd name="T71" fmla="*/ 0 h 86"/>
                      <a:gd name="T72" fmla="*/ 0 w 37"/>
                      <a:gd name="T73" fmla="*/ 1 h 86"/>
                      <a:gd name="T74" fmla="*/ 0 w 37"/>
                      <a:gd name="T75" fmla="*/ 0 h 8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7"/>
                      <a:gd name="T115" fmla="*/ 0 h 86"/>
                      <a:gd name="T116" fmla="*/ 37 w 37"/>
                      <a:gd name="T117" fmla="*/ 86 h 8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7" h="86">
                        <a:moveTo>
                          <a:pt x="0" y="0"/>
                        </a:moveTo>
                        <a:lnTo>
                          <a:pt x="0" y="1"/>
                        </a:lnTo>
                        <a:lnTo>
                          <a:pt x="2" y="6"/>
                        </a:lnTo>
                        <a:lnTo>
                          <a:pt x="5" y="11"/>
                        </a:lnTo>
                        <a:lnTo>
                          <a:pt x="7" y="16"/>
                        </a:lnTo>
                        <a:lnTo>
                          <a:pt x="10" y="21"/>
                        </a:lnTo>
                        <a:lnTo>
                          <a:pt x="12" y="27"/>
                        </a:lnTo>
                        <a:lnTo>
                          <a:pt x="15" y="32"/>
                        </a:lnTo>
                        <a:lnTo>
                          <a:pt x="17" y="38"/>
                        </a:lnTo>
                        <a:lnTo>
                          <a:pt x="19" y="43"/>
                        </a:lnTo>
                        <a:lnTo>
                          <a:pt x="21" y="48"/>
                        </a:lnTo>
                        <a:lnTo>
                          <a:pt x="23" y="53"/>
                        </a:lnTo>
                        <a:lnTo>
                          <a:pt x="26" y="59"/>
                        </a:lnTo>
                        <a:lnTo>
                          <a:pt x="27" y="64"/>
                        </a:lnTo>
                        <a:lnTo>
                          <a:pt x="30" y="70"/>
                        </a:lnTo>
                        <a:lnTo>
                          <a:pt x="31" y="75"/>
                        </a:lnTo>
                        <a:lnTo>
                          <a:pt x="33" y="80"/>
                        </a:lnTo>
                        <a:lnTo>
                          <a:pt x="35" y="86"/>
                        </a:lnTo>
                        <a:lnTo>
                          <a:pt x="37" y="85"/>
                        </a:lnTo>
                        <a:lnTo>
                          <a:pt x="36" y="80"/>
                        </a:lnTo>
                        <a:lnTo>
                          <a:pt x="33" y="74"/>
                        </a:lnTo>
                        <a:lnTo>
                          <a:pt x="32" y="69"/>
                        </a:lnTo>
                        <a:lnTo>
                          <a:pt x="30" y="64"/>
                        </a:lnTo>
                        <a:lnTo>
                          <a:pt x="27" y="58"/>
                        </a:lnTo>
                        <a:lnTo>
                          <a:pt x="26" y="53"/>
                        </a:lnTo>
                        <a:lnTo>
                          <a:pt x="23" y="47"/>
                        </a:lnTo>
                        <a:lnTo>
                          <a:pt x="21" y="42"/>
                        </a:lnTo>
                        <a:lnTo>
                          <a:pt x="20" y="37"/>
                        </a:lnTo>
                        <a:lnTo>
                          <a:pt x="17" y="32"/>
                        </a:lnTo>
                        <a:lnTo>
                          <a:pt x="15" y="26"/>
                        </a:lnTo>
                        <a:lnTo>
                          <a:pt x="12" y="21"/>
                        </a:lnTo>
                        <a:lnTo>
                          <a:pt x="10" y="16"/>
                        </a:lnTo>
                        <a:lnTo>
                          <a:pt x="7" y="10"/>
                        </a:lnTo>
                        <a:lnTo>
                          <a:pt x="5" y="5"/>
                        </a:lnTo>
                        <a:lnTo>
                          <a:pt x="1" y="0"/>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4" name="Freeform 187"/>
                  <p:cNvSpPr>
                    <a:spLocks/>
                  </p:cNvSpPr>
                  <p:nvPr/>
                </p:nvSpPr>
                <p:spPr bwMode="auto">
                  <a:xfrm>
                    <a:off x="4380" y="3487"/>
                    <a:ext cx="1" cy="3"/>
                  </a:xfrm>
                  <a:custGeom>
                    <a:avLst/>
                    <a:gdLst>
                      <a:gd name="T0" fmla="*/ 1 w 2"/>
                      <a:gd name="T1" fmla="*/ 0 h 6"/>
                      <a:gd name="T2" fmla="*/ 0 w 2"/>
                      <a:gd name="T3" fmla="*/ 1 h 6"/>
                      <a:gd name="T4" fmla="*/ 1 w 2"/>
                      <a:gd name="T5" fmla="*/ 1 h 6"/>
                      <a:gd name="T6" fmla="*/ 1 w 2"/>
                      <a:gd name="T7" fmla="*/ 1 h 6"/>
                      <a:gd name="T8" fmla="*/ 1 w 2"/>
                      <a:gd name="T9" fmla="*/ 1 h 6"/>
                      <a:gd name="T10" fmla="*/ 1 w 2"/>
                      <a:gd name="T11" fmla="*/ 1 h 6"/>
                      <a:gd name="T12" fmla="*/ 1 w 2"/>
                      <a:gd name="T13" fmla="*/ 0 h 6"/>
                      <a:gd name="T14" fmla="*/ 0 w 2"/>
                      <a:gd name="T15" fmla="*/ 0 h 6"/>
                      <a:gd name="T16" fmla="*/ 0 w 2"/>
                      <a:gd name="T17" fmla="*/ 1 h 6"/>
                      <a:gd name="T18" fmla="*/ 1 w 2"/>
                      <a:gd name="T19" fmla="*/ 0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6"/>
                      <a:gd name="T32" fmla="*/ 2 w 2"/>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6">
                        <a:moveTo>
                          <a:pt x="1" y="0"/>
                        </a:moveTo>
                        <a:lnTo>
                          <a:pt x="0" y="1"/>
                        </a:lnTo>
                        <a:lnTo>
                          <a:pt x="1" y="6"/>
                        </a:lnTo>
                        <a:lnTo>
                          <a:pt x="2" y="6"/>
                        </a:lnTo>
                        <a:lnTo>
                          <a:pt x="2" y="1"/>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5" name="Freeform 188"/>
                  <p:cNvSpPr>
                    <a:spLocks/>
                  </p:cNvSpPr>
                  <p:nvPr/>
                </p:nvSpPr>
                <p:spPr bwMode="auto">
                  <a:xfrm>
                    <a:off x="4381" y="3479"/>
                    <a:ext cx="72" cy="9"/>
                  </a:xfrm>
                  <a:custGeom>
                    <a:avLst/>
                    <a:gdLst>
                      <a:gd name="T0" fmla="*/ 4 w 145"/>
                      <a:gd name="T1" fmla="*/ 0 h 17"/>
                      <a:gd name="T2" fmla="*/ 4 w 145"/>
                      <a:gd name="T3" fmla="*/ 0 h 17"/>
                      <a:gd name="T4" fmla="*/ 3 w 145"/>
                      <a:gd name="T5" fmla="*/ 1 h 17"/>
                      <a:gd name="T6" fmla="*/ 3 w 145"/>
                      <a:gd name="T7" fmla="*/ 1 h 17"/>
                      <a:gd name="T8" fmla="*/ 3 w 145"/>
                      <a:gd name="T9" fmla="*/ 1 h 17"/>
                      <a:gd name="T10" fmla="*/ 2 w 145"/>
                      <a:gd name="T11" fmla="*/ 1 h 17"/>
                      <a:gd name="T12" fmla="*/ 2 w 145"/>
                      <a:gd name="T13" fmla="*/ 1 h 17"/>
                      <a:gd name="T14" fmla="*/ 2 w 145"/>
                      <a:gd name="T15" fmla="*/ 1 h 17"/>
                      <a:gd name="T16" fmla="*/ 2 w 145"/>
                      <a:gd name="T17" fmla="*/ 1 h 17"/>
                      <a:gd name="T18" fmla="*/ 1 w 145"/>
                      <a:gd name="T19" fmla="*/ 1 h 17"/>
                      <a:gd name="T20" fmla="*/ 1 w 145"/>
                      <a:gd name="T21" fmla="*/ 1 h 17"/>
                      <a:gd name="T22" fmla="*/ 1 w 145"/>
                      <a:gd name="T23" fmla="*/ 1 h 17"/>
                      <a:gd name="T24" fmla="*/ 1 w 145"/>
                      <a:gd name="T25" fmla="*/ 1 h 17"/>
                      <a:gd name="T26" fmla="*/ 1 w 145"/>
                      <a:gd name="T27" fmla="*/ 1 h 17"/>
                      <a:gd name="T28" fmla="*/ 0 w 145"/>
                      <a:gd name="T29" fmla="*/ 1 h 17"/>
                      <a:gd name="T30" fmla="*/ 0 w 145"/>
                      <a:gd name="T31" fmla="*/ 1 h 17"/>
                      <a:gd name="T32" fmla="*/ 0 w 145"/>
                      <a:gd name="T33" fmla="*/ 1 h 17"/>
                      <a:gd name="T34" fmla="*/ 0 w 145"/>
                      <a:gd name="T35" fmla="*/ 1 h 17"/>
                      <a:gd name="T36" fmla="*/ 0 w 145"/>
                      <a:gd name="T37" fmla="*/ 1 h 17"/>
                      <a:gd name="T38" fmla="*/ 0 w 145"/>
                      <a:gd name="T39" fmla="*/ 1 h 17"/>
                      <a:gd name="T40" fmla="*/ 0 w 145"/>
                      <a:gd name="T41" fmla="*/ 1 h 17"/>
                      <a:gd name="T42" fmla="*/ 0 w 145"/>
                      <a:gd name="T43" fmla="*/ 1 h 17"/>
                      <a:gd name="T44" fmla="*/ 0 w 145"/>
                      <a:gd name="T45" fmla="*/ 1 h 17"/>
                      <a:gd name="T46" fmla="*/ 0 w 145"/>
                      <a:gd name="T47" fmla="*/ 1 h 17"/>
                      <a:gd name="T48" fmla="*/ 0 w 145"/>
                      <a:gd name="T49" fmla="*/ 1 h 17"/>
                      <a:gd name="T50" fmla="*/ 0 w 145"/>
                      <a:gd name="T51" fmla="*/ 1 h 17"/>
                      <a:gd name="T52" fmla="*/ 0 w 145"/>
                      <a:gd name="T53" fmla="*/ 1 h 17"/>
                      <a:gd name="T54" fmla="*/ 0 w 145"/>
                      <a:gd name="T55" fmla="*/ 1 h 17"/>
                      <a:gd name="T56" fmla="*/ 0 w 145"/>
                      <a:gd name="T57" fmla="*/ 1 h 17"/>
                      <a:gd name="T58" fmla="*/ 0 w 145"/>
                      <a:gd name="T59" fmla="*/ 1 h 17"/>
                      <a:gd name="T60" fmla="*/ 1 w 145"/>
                      <a:gd name="T61" fmla="*/ 1 h 17"/>
                      <a:gd name="T62" fmla="*/ 1 w 145"/>
                      <a:gd name="T63" fmla="*/ 1 h 17"/>
                      <a:gd name="T64" fmla="*/ 1 w 145"/>
                      <a:gd name="T65" fmla="*/ 1 h 17"/>
                      <a:gd name="T66" fmla="*/ 1 w 145"/>
                      <a:gd name="T67" fmla="*/ 1 h 17"/>
                      <a:gd name="T68" fmla="*/ 1 w 145"/>
                      <a:gd name="T69" fmla="*/ 1 h 17"/>
                      <a:gd name="T70" fmla="*/ 1 w 145"/>
                      <a:gd name="T71" fmla="*/ 1 h 17"/>
                      <a:gd name="T72" fmla="*/ 2 w 145"/>
                      <a:gd name="T73" fmla="*/ 1 h 17"/>
                      <a:gd name="T74" fmla="*/ 2 w 145"/>
                      <a:gd name="T75" fmla="*/ 1 h 17"/>
                      <a:gd name="T76" fmla="*/ 2 w 145"/>
                      <a:gd name="T77" fmla="*/ 1 h 17"/>
                      <a:gd name="T78" fmla="*/ 3 w 145"/>
                      <a:gd name="T79" fmla="*/ 1 h 17"/>
                      <a:gd name="T80" fmla="*/ 3 w 145"/>
                      <a:gd name="T81" fmla="*/ 1 h 17"/>
                      <a:gd name="T82" fmla="*/ 3 w 145"/>
                      <a:gd name="T83" fmla="*/ 1 h 17"/>
                      <a:gd name="T84" fmla="*/ 4 w 145"/>
                      <a:gd name="T85" fmla="*/ 1 h 17"/>
                      <a:gd name="T86" fmla="*/ 4 w 145"/>
                      <a:gd name="T87" fmla="*/ 1 h 17"/>
                      <a:gd name="T88" fmla="*/ 4 w 145"/>
                      <a:gd name="T89" fmla="*/ 0 h 1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5"/>
                      <a:gd name="T136" fmla="*/ 0 h 17"/>
                      <a:gd name="T137" fmla="*/ 145 w 145"/>
                      <a:gd name="T138" fmla="*/ 17 h 1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5" h="17">
                        <a:moveTo>
                          <a:pt x="145" y="0"/>
                        </a:moveTo>
                        <a:lnTo>
                          <a:pt x="132" y="0"/>
                        </a:lnTo>
                        <a:lnTo>
                          <a:pt x="127" y="1"/>
                        </a:lnTo>
                        <a:lnTo>
                          <a:pt x="108" y="1"/>
                        </a:lnTo>
                        <a:lnTo>
                          <a:pt x="104" y="2"/>
                        </a:lnTo>
                        <a:lnTo>
                          <a:pt x="90" y="2"/>
                        </a:lnTo>
                        <a:lnTo>
                          <a:pt x="85" y="4"/>
                        </a:lnTo>
                        <a:lnTo>
                          <a:pt x="71" y="4"/>
                        </a:lnTo>
                        <a:lnTo>
                          <a:pt x="68" y="5"/>
                        </a:lnTo>
                        <a:lnTo>
                          <a:pt x="58" y="5"/>
                        </a:lnTo>
                        <a:lnTo>
                          <a:pt x="53" y="6"/>
                        </a:lnTo>
                        <a:lnTo>
                          <a:pt x="44" y="6"/>
                        </a:lnTo>
                        <a:lnTo>
                          <a:pt x="39" y="7"/>
                        </a:lnTo>
                        <a:lnTo>
                          <a:pt x="35" y="7"/>
                        </a:lnTo>
                        <a:lnTo>
                          <a:pt x="31" y="8"/>
                        </a:lnTo>
                        <a:lnTo>
                          <a:pt x="26" y="10"/>
                        </a:lnTo>
                        <a:lnTo>
                          <a:pt x="21" y="10"/>
                        </a:lnTo>
                        <a:lnTo>
                          <a:pt x="17" y="11"/>
                        </a:lnTo>
                        <a:lnTo>
                          <a:pt x="14" y="12"/>
                        </a:lnTo>
                        <a:lnTo>
                          <a:pt x="9" y="12"/>
                        </a:lnTo>
                        <a:lnTo>
                          <a:pt x="4" y="13"/>
                        </a:lnTo>
                        <a:lnTo>
                          <a:pt x="0" y="15"/>
                        </a:lnTo>
                        <a:lnTo>
                          <a:pt x="0" y="17"/>
                        </a:lnTo>
                        <a:lnTo>
                          <a:pt x="5" y="16"/>
                        </a:lnTo>
                        <a:lnTo>
                          <a:pt x="9" y="15"/>
                        </a:lnTo>
                        <a:lnTo>
                          <a:pt x="14" y="13"/>
                        </a:lnTo>
                        <a:lnTo>
                          <a:pt x="17" y="13"/>
                        </a:lnTo>
                        <a:lnTo>
                          <a:pt x="22" y="12"/>
                        </a:lnTo>
                        <a:lnTo>
                          <a:pt x="27" y="12"/>
                        </a:lnTo>
                        <a:lnTo>
                          <a:pt x="31" y="11"/>
                        </a:lnTo>
                        <a:lnTo>
                          <a:pt x="35" y="10"/>
                        </a:lnTo>
                        <a:lnTo>
                          <a:pt x="39" y="10"/>
                        </a:lnTo>
                        <a:lnTo>
                          <a:pt x="44" y="8"/>
                        </a:lnTo>
                        <a:lnTo>
                          <a:pt x="53" y="8"/>
                        </a:lnTo>
                        <a:lnTo>
                          <a:pt x="58" y="7"/>
                        </a:lnTo>
                        <a:lnTo>
                          <a:pt x="63" y="7"/>
                        </a:lnTo>
                        <a:lnTo>
                          <a:pt x="68" y="6"/>
                        </a:lnTo>
                        <a:lnTo>
                          <a:pt x="81" y="6"/>
                        </a:lnTo>
                        <a:lnTo>
                          <a:pt x="85" y="5"/>
                        </a:lnTo>
                        <a:lnTo>
                          <a:pt x="104" y="5"/>
                        </a:lnTo>
                        <a:lnTo>
                          <a:pt x="108" y="4"/>
                        </a:lnTo>
                        <a:lnTo>
                          <a:pt x="127" y="4"/>
                        </a:lnTo>
                        <a:lnTo>
                          <a:pt x="132" y="2"/>
                        </a:lnTo>
                        <a:lnTo>
                          <a:pt x="145" y="2"/>
                        </a:lnTo>
                        <a:lnTo>
                          <a:pt x="14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6" name="Freeform 189"/>
                  <p:cNvSpPr>
                    <a:spLocks/>
                  </p:cNvSpPr>
                  <p:nvPr/>
                </p:nvSpPr>
                <p:spPr bwMode="auto">
                  <a:xfrm>
                    <a:off x="4453" y="3479"/>
                    <a:ext cx="9" cy="4"/>
                  </a:xfrm>
                  <a:custGeom>
                    <a:avLst/>
                    <a:gdLst>
                      <a:gd name="T0" fmla="*/ 1 w 18"/>
                      <a:gd name="T1" fmla="*/ 1 h 6"/>
                      <a:gd name="T2" fmla="*/ 1 w 18"/>
                      <a:gd name="T3" fmla="*/ 1 h 6"/>
                      <a:gd name="T4" fmla="*/ 1 w 18"/>
                      <a:gd name="T5" fmla="*/ 1 h 6"/>
                      <a:gd name="T6" fmla="*/ 1 w 18"/>
                      <a:gd name="T7" fmla="*/ 0 h 6"/>
                      <a:gd name="T8" fmla="*/ 0 w 18"/>
                      <a:gd name="T9" fmla="*/ 0 h 6"/>
                      <a:gd name="T10" fmla="*/ 0 w 18"/>
                      <a:gd name="T11" fmla="*/ 1 h 6"/>
                      <a:gd name="T12" fmla="*/ 1 w 18"/>
                      <a:gd name="T13" fmla="*/ 1 h 6"/>
                      <a:gd name="T14" fmla="*/ 1 w 18"/>
                      <a:gd name="T15" fmla="*/ 1 h 6"/>
                      <a:gd name="T16" fmla="*/ 1 w 18"/>
                      <a:gd name="T17" fmla="*/ 1 h 6"/>
                      <a:gd name="T18" fmla="*/ 1 w 18"/>
                      <a:gd name="T19" fmla="*/ 1 h 6"/>
                      <a:gd name="T20" fmla="*/ 1 w 18"/>
                      <a:gd name="T21" fmla="*/ 1 h 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6"/>
                      <a:gd name="T35" fmla="*/ 18 w 18"/>
                      <a:gd name="T36" fmla="*/ 6 h 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6">
                        <a:moveTo>
                          <a:pt x="18" y="5"/>
                        </a:moveTo>
                        <a:lnTo>
                          <a:pt x="14" y="1"/>
                        </a:lnTo>
                        <a:lnTo>
                          <a:pt x="11" y="1"/>
                        </a:lnTo>
                        <a:lnTo>
                          <a:pt x="10" y="0"/>
                        </a:lnTo>
                        <a:lnTo>
                          <a:pt x="0" y="0"/>
                        </a:lnTo>
                        <a:lnTo>
                          <a:pt x="0" y="2"/>
                        </a:lnTo>
                        <a:lnTo>
                          <a:pt x="9" y="2"/>
                        </a:lnTo>
                        <a:lnTo>
                          <a:pt x="11" y="4"/>
                        </a:lnTo>
                        <a:lnTo>
                          <a:pt x="13" y="4"/>
                        </a:lnTo>
                        <a:lnTo>
                          <a:pt x="15" y="6"/>
                        </a:lnTo>
                        <a:lnTo>
                          <a:pt x="1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7" name="Freeform 190"/>
                  <p:cNvSpPr>
                    <a:spLocks/>
                  </p:cNvSpPr>
                  <p:nvPr/>
                </p:nvSpPr>
                <p:spPr bwMode="auto">
                  <a:xfrm>
                    <a:off x="4238" y="3483"/>
                    <a:ext cx="29" cy="12"/>
                  </a:xfrm>
                  <a:custGeom>
                    <a:avLst/>
                    <a:gdLst>
                      <a:gd name="T0" fmla="*/ 1 w 58"/>
                      <a:gd name="T1" fmla="*/ 0 h 25"/>
                      <a:gd name="T2" fmla="*/ 1 w 58"/>
                      <a:gd name="T3" fmla="*/ 0 h 25"/>
                      <a:gd name="T4" fmla="*/ 1 w 58"/>
                      <a:gd name="T5" fmla="*/ 0 h 25"/>
                      <a:gd name="T6" fmla="*/ 1 w 58"/>
                      <a:gd name="T7" fmla="*/ 0 h 25"/>
                      <a:gd name="T8" fmla="*/ 1 w 58"/>
                      <a:gd name="T9" fmla="*/ 0 h 25"/>
                      <a:gd name="T10" fmla="*/ 1 w 58"/>
                      <a:gd name="T11" fmla="*/ 0 h 25"/>
                      <a:gd name="T12" fmla="*/ 1 w 58"/>
                      <a:gd name="T13" fmla="*/ 0 h 25"/>
                      <a:gd name="T14" fmla="*/ 1 w 58"/>
                      <a:gd name="T15" fmla="*/ 0 h 25"/>
                      <a:gd name="T16" fmla="*/ 0 w 58"/>
                      <a:gd name="T17" fmla="*/ 0 h 25"/>
                      <a:gd name="T18" fmla="*/ 1 w 58"/>
                      <a:gd name="T19" fmla="*/ 0 h 25"/>
                      <a:gd name="T20" fmla="*/ 1 w 58"/>
                      <a:gd name="T21" fmla="*/ 0 h 25"/>
                      <a:gd name="T22" fmla="*/ 1 w 58"/>
                      <a:gd name="T23" fmla="*/ 0 h 25"/>
                      <a:gd name="T24" fmla="*/ 1 w 58"/>
                      <a:gd name="T25" fmla="*/ 0 h 25"/>
                      <a:gd name="T26" fmla="*/ 1 w 58"/>
                      <a:gd name="T27" fmla="*/ 0 h 25"/>
                      <a:gd name="T28" fmla="*/ 1 w 58"/>
                      <a:gd name="T29" fmla="*/ 0 h 25"/>
                      <a:gd name="T30" fmla="*/ 1 w 58"/>
                      <a:gd name="T31" fmla="*/ 0 h 25"/>
                      <a:gd name="T32" fmla="*/ 1 w 58"/>
                      <a:gd name="T33" fmla="*/ 0 h 25"/>
                      <a:gd name="T34" fmla="*/ 1 w 58"/>
                      <a:gd name="T35" fmla="*/ 0 h 25"/>
                      <a:gd name="T36" fmla="*/ 2 w 58"/>
                      <a:gd name="T37" fmla="*/ 0 h 25"/>
                      <a:gd name="T38" fmla="*/ 2 w 58"/>
                      <a:gd name="T39" fmla="*/ 0 h 25"/>
                      <a:gd name="T40" fmla="*/ 2 w 58"/>
                      <a:gd name="T41" fmla="*/ 0 h 25"/>
                      <a:gd name="T42" fmla="*/ 2 w 58"/>
                      <a:gd name="T43" fmla="*/ 0 h 25"/>
                      <a:gd name="T44" fmla="*/ 2 w 58"/>
                      <a:gd name="T45" fmla="*/ 0 h 25"/>
                      <a:gd name="T46" fmla="*/ 2 w 58"/>
                      <a:gd name="T47" fmla="*/ 0 h 25"/>
                      <a:gd name="T48" fmla="*/ 2 w 58"/>
                      <a:gd name="T49" fmla="*/ 0 h 25"/>
                      <a:gd name="T50" fmla="*/ 2 w 58"/>
                      <a:gd name="T51" fmla="*/ 0 h 25"/>
                      <a:gd name="T52" fmla="*/ 2 w 58"/>
                      <a:gd name="T53" fmla="*/ 0 h 25"/>
                      <a:gd name="T54" fmla="*/ 2 w 58"/>
                      <a:gd name="T55" fmla="*/ 0 h 25"/>
                      <a:gd name="T56" fmla="*/ 2 w 58"/>
                      <a:gd name="T57" fmla="*/ 0 h 25"/>
                      <a:gd name="T58" fmla="*/ 2 w 58"/>
                      <a:gd name="T59" fmla="*/ 0 h 25"/>
                      <a:gd name="T60" fmla="*/ 2 w 58"/>
                      <a:gd name="T61" fmla="*/ 0 h 25"/>
                      <a:gd name="T62" fmla="*/ 2 w 58"/>
                      <a:gd name="T63" fmla="*/ 0 h 25"/>
                      <a:gd name="T64" fmla="*/ 2 w 58"/>
                      <a:gd name="T65" fmla="*/ 0 h 25"/>
                      <a:gd name="T66" fmla="*/ 2 w 58"/>
                      <a:gd name="T67" fmla="*/ 0 h 25"/>
                      <a:gd name="T68" fmla="*/ 2 w 58"/>
                      <a:gd name="T69" fmla="*/ 0 h 25"/>
                      <a:gd name="T70" fmla="*/ 1 w 58"/>
                      <a:gd name="T71" fmla="*/ 0 h 25"/>
                      <a:gd name="T72" fmla="*/ 1 w 58"/>
                      <a:gd name="T73" fmla="*/ 0 h 25"/>
                      <a:gd name="T74" fmla="*/ 1 w 58"/>
                      <a:gd name="T75" fmla="*/ 0 h 25"/>
                      <a:gd name="T76" fmla="*/ 1 w 58"/>
                      <a:gd name="T77" fmla="*/ 0 h 25"/>
                      <a:gd name="T78" fmla="*/ 1 w 58"/>
                      <a:gd name="T79" fmla="*/ 0 h 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58"/>
                      <a:gd name="T121" fmla="*/ 0 h 25"/>
                      <a:gd name="T122" fmla="*/ 58 w 58"/>
                      <a:gd name="T123" fmla="*/ 25 h 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58" h="25">
                        <a:moveTo>
                          <a:pt x="24" y="25"/>
                        </a:moveTo>
                        <a:lnTo>
                          <a:pt x="21" y="25"/>
                        </a:lnTo>
                        <a:lnTo>
                          <a:pt x="17" y="24"/>
                        </a:lnTo>
                        <a:lnTo>
                          <a:pt x="15" y="24"/>
                        </a:lnTo>
                        <a:lnTo>
                          <a:pt x="11" y="22"/>
                        </a:lnTo>
                        <a:lnTo>
                          <a:pt x="9" y="22"/>
                        </a:lnTo>
                        <a:lnTo>
                          <a:pt x="5" y="21"/>
                        </a:lnTo>
                        <a:lnTo>
                          <a:pt x="3" y="21"/>
                        </a:lnTo>
                        <a:lnTo>
                          <a:pt x="0" y="20"/>
                        </a:lnTo>
                        <a:lnTo>
                          <a:pt x="3" y="19"/>
                        </a:lnTo>
                        <a:lnTo>
                          <a:pt x="8" y="18"/>
                        </a:lnTo>
                        <a:lnTo>
                          <a:pt x="11" y="16"/>
                        </a:lnTo>
                        <a:lnTo>
                          <a:pt x="15" y="15"/>
                        </a:lnTo>
                        <a:lnTo>
                          <a:pt x="17" y="13"/>
                        </a:lnTo>
                        <a:lnTo>
                          <a:pt x="21" y="11"/>
                        </a:lnTo>
                        <a:lnTo>
                          <a:pt x="25" y="11"/>
                        </a:lnTo>
                        <a:lnTo>
                          <a:pt x="29" y="9"/>
                        </a:lnTo>
                        <a:lnTo>
                          <a:pt x="32" y="8"/>
                        </a:lnTo>
                        <a:lnTo>
                          <a:pt x="36" y="6"/>
                        </a:lnTo>
                        <a:lnTo>
                          <a:pt x="41" y="5"/>
                        </a:lnTo>
                        <a:lnTo>
                          <a:pt x="43" y="5"/>
                        </a:lnTo>
                        <a:lnTo>
                          <a:pt x="48" y="4"/>
                        </a:lnTo>
                        <a:lnTo>
                          <a:pt x="51" y="3"/>
                        </a:lnTo>
                        <a:lnTo>
                          <a:pt x="56" y="1"/>
                        </a:lnTo>
                        <a:lnTo>
                          <a:pt x="58" y="0"/>
                        </a:lnTo>
                        <a:lnTo>
                          <a:pt x="57" y="1"/>
                        </a:lnTo>
                        <a:lnTo>
                          <a:pt x="54" y="3"/>
                        </a:lnTo>
                        <a:lnTo>
                          <a:pt x="53" y="4"/>
                        </a:lnTo>
                        <a:lnTo>
                          <a:pt x="51" y="5"/>
                        </a:lnTo>
                        <a:lnTo>
                          <a:pt x="48" y="6"/>
                        </a:lnTo>
                        <a:lnTo>
                          <a:pt x="46" y="8"/>
                        </a:lnTo>
                        <a:lnTo>
                          <a:pt x="42" y="11"/>
                        </a:lnTo>
                        <a:lnTo>
                          <a:pt x="40" y="13"/>
                        </a:lnTo>
                        <a:lnTo>
                          <a:pt x="37" y="15"/>
                        </a:lnTo>
                        <a:lnTo>
                          <a:pt x="35" y="16"/>
                        </a:lnTo>
                        <a:lnTo>
                          <a:pt x="32" y="18"/>
                        </a:lnTo>
                        <a:lnTo>
                          <a:pt x="30" y="19"/>
                        </a:lnTo>
                        <a:lnTo>
                          <a:pt x="29" y="21"/>
                        </a:lnTo>
                        <a:lnTo>
                          <a:pt x="26" y="22"/>
                        </a:lnTo>
                        <a:lnTo>
                          <a:pt x="24" y="25"/>
                        </a:lnTo>
                        <a:close/>
                      </a:path>
                    </a:pathLst>
                  </a:custGeom>
                  <a:solidFill>
                    <a:srgbClr val="B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8" name="Freeform 191"/>
                  <p:cNvSpPr>
                    <a:spLocks/>
                  </p:cNvSpPr>
                  <p:nvPr/>
                </p:nvSpPr>
                <p:spPr bwMode="auto">
                  <a:xfrm>
                    <a:off x="4235" y="3492"/>
                    <a:ext cx="14" cy="4"/>
                  </a:xfrm>
                  <a:custGeom>
                    <a:avLst/>
                    <a:gdLst>
                      <a:gd name="T0" fmla="*/ 0 w 29"/>
                      <a:gd name="T1" fmla="*/ 0 h 7"/>
                      <a:gd name="T2" fmla="*/ 0 w 29"/>
                      <a:gd name="T3" fmla="*/ 1 h 7"/>
                      <a:gd name="T4" fmla="*/ 0 w 29"/>
                      <a:gd name="T5" fmla="*/ 1 h 7"/>
                      <a:gd name="T6" fmla="*/ 0 w 29"/>
                      <a:gd name="T7" fmla="*/ 1 h 7"/>
                      <a:gd name="T8" fmla="*/ 0 w 29"/>
                      <a:gd name="T9" fmla="*/ 1 h 7"/>
                      <a:gd name="T10" fmla="*/ 0 w 29"/>
                      <a:gd name="T11" fmla="*/ 1 h 7"/>
                      <a:gd name="T12" fmla="*/ 0 w 29"/>
                      <a:gd name="T13" fmla="*/ 1 h 7"/>
                      <a:gd name="T14" fmla="*/ 0 w 29"/>
                      <a:gd name="T15" fmla="*/ 1 h 7"/>
                      <a:gd name="T16" fmla="*/ 0 w 29"/>
                      <a:gd name="T17" fmla="*/ 1 h 7"/>
                      <a:gd name="T18" fmla="*/ 0 w 29"/>
                      <a:gd name="T19" fmla="*/ 1 h 7"/>
                      <a:gd name="T20" fmla="*/ 0 w 29"/>
                      <a:gd name="T21" fmla="*/ 1 h 7"/>
                      <a:gd name="T22" fmla="*/ 0 w 29"/>
                      <a:gd name="T23" fmla="*/ 1 h 7"/>
                      <a:gd name="T24" fmla="*/ 0 w 29"/>
                      <a:gd name="T25" fmla="*/ 1 h 7"/>
                      <a:gd name="T26" fmla="*/ 0 w 29"/>
                      <a:gd name="T27" fmla="*/ 1 h 7"/>
                      <a:gd name="T28" fmla="*/ 0 w 29"/>
                      <a:gd name="T29" fmla="*/ 1 h 7"/>
                      <a:gd name="T30" fmla="*/ 0 w 29"/>
                      <a:gd name="T31" fmla="*/ 1 h 7"/>
                      <a:gd name="T32" fmla="*/ 0 w 29"/>
                      <a:gd name="T33" fmla="*/ 0 h 7"/>
                      <a:gd name="T34" fmla="*/ 0 w 29"/>
                      <a:gd name="T35" fmla="*/ 1 h 7"/>
                      <a:gd name="T36" fmla="*/ 0 w 29"/>
                      <a:gd name="T37" fmla="*/ 0 h 7"/>
                      <a:gd name="T38" fmla="*/ 0 w 29"/>
                      <a:gd name="T39" fmla="*/ 1 h 7"/>
                      <a:gd name="T40" fmla="*/ 0 w 29"/>
                      <a:gd name="T41" fmla="*/ 1 h 7"/>
                      <a:gd name="T42" fmla="*/ 0 w 29"/>
                      <a:gd name="T43" fmla="*/ 0 h 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
                      <a:gd name="T67" fmla="*/ 0 h 7"/>
                      <a:gd name="T68" fmla="*/ 29 w 29"/>
                      <a:gd name="T69" fmla="*/ 7 h 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 h="7">
                        <a:moveTo>
                          <a:pt x="4" y="0"/>
                        </a:moveTo>
                        <a:lnTo>
                          <a:pt x="4" y="2"/>
                        </a:lnTo>
                        <a:lnTo>
                          <a:pt x="8" y="3"/>
                        </a:lnTo>
                        <a:lnTo>
                          <a:pt x="10" y="3"/>
                        </a:lnTo>
                        <a:lnTo>
                          <a:pt x="13" y="5"/>
                        </a:lnTo>
                        <a:lnTo>
                          <a:pt x="16" y="5"/>
                        </a:lnTo>
                        <a:lnTo>
                          <a:pt x="20" y="6"/>
                        </a:lnTo>
                        <a:lnTo>
                          <a:pt x="26" y="6"/>
                        </a:lnTo>
                        <a:lnTo>
                          <a:pt x="29" y="7"/>
                        </a:lnTo>
                        <a:lnTo>
                          <a:pt x="29" y="5"/>
                        </a:lnTo>
                        <a:lnTo>
                          <a:pt x="26" y="3"/>
                        </a:lnTo>
                        <a:lnTo>
                          <a:pt x="20" y="3"/>
                        </a:lnTo>
                        <a:lnTo>
                          <a:pt x="18" y="2"/>
                        </a:lnTo>
                        <a:lnTo>
                          <a:pt x="14" y="2"/>
                        </a:lnTo>
                        <a:lnTo>
                          <a:pt x="11" y="1"/>
                        </a:lnTo>
                        <a:lnTo>
                          <a:pt x="8" y="1"/>
                        </a:lnTo>
                        <a:lnTo>
                          <a:pt x="5" y="0"/>
                        </a:lnTo>
                        <a:lnTo>
                          <a:pt x="5" y="2"/>
                        </a:lnTo>
                        <a:lnTo>
                          <a:pt x="4" y="0"/>
                        </a:lnTo>
                        <a:lnTo>
                          <a:pt x="0" y="1"/>
                        </a:lnTo>
                        <a:lnTo>
                          <a:pt x="4"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9" name="Freeform 192"/>
                  <p:cNvSpPr>
                    <a:spLocks/>
                  </p:cNvSpPr>
                  <p:nvPr/>
                </p:nvSpPr>
                <p:spPr bwMode="auto">
                  <a:xfrm>
                    <a:off x="4237" y="3481"/>
                    <a:ext cx="35" cy="13"/>
                  </a:xfrm>
                  <a:custGeom>
                    <a:avLst/>
                    <a:gdLst>
                      <a:gd name="T0" fmla="*/ 2 w 70"/>
                      <a:gd name="T1" fmla="*/ 1 h 26"/>
                      <a:gd name="T2" fmla="*/ 2 w 70"/>
                      <a:gd name="T3" fmla="*/ 1 h 26"/>
                      <a:gd name="T4" fmla="*/ 2 w 70"/>
                      <a:gd name="T5" fmla="*/ 1 h 26"/>
                      <a:gd name="T6" fmla="*/ 2 w 70"/>
                      <a:gd name="T7" fmla="*/ 1 h 26"/>
                      <a:gd name="T8" fmla="*/ 2 w 70"/>
                      <a:gd name="T9" fmla="*/ 1 h 26"/>
                      <a:gd name="T10" fmla="*/ 2 w 70"/>
                      <a:gd name="T11" fmla="*/ 1 h 26"/>
                      <a:gd name="T12" fmla="*/ 2 w 70"/>
                      <a:gd name="T13" fmla="*/ 1 h 26"/>
                      <a:gd name="T14" fmla="*/ 1 w 70"/>
                      <a:gd name="T15" fmla="*/ 1 h 26"/>
                      <a:gd name="T16" fmla="*/ 1 w 70"/>
                      <a:gd name="T17" fmla="*/ 1 h 26"/>
                      <a:gd name="T18" fmla="*/ 1 w 70"/>
                      <a:gd name="T19" fmla="*/ 1 h 26"/>
                      <a:gd name="T20" fmla="*/ 1 w 70"/>
                      <a:gd name="T21" fmla="*/ 1 h 26"/>
                      <a:gd name="T22" fmla="*/ 1 w 70"/>
                      <a:gd name="T23" fmla="*/ 1 h 26"/>
                      <a:gd name="T24" fmla="*/ 1 w 70"/>
                      <a:gd name="T25" fmla="*/ 1 h 26"/>
                      <a:gd name="T26" fmla="*/ 1 w 70"/>
                      <a:gd name="T27" fmla="*/ 1 h 26"/>
                      <a:gd name="T28" fmla="*/ 1 w 70"/>
                      <a:gd name="T29" fmla="*/ 1 h 26"/>
                      <a:gd name="T30" fmla="*/ 1 w 70"/>
                      <a:gd name="T31" fmla="*/ 1 h 26"/>
                      <a:gd name="T32" fmla="*/ 1 w 70"/>
                      <a:gd name="T33" fmla="*/ 1 h 26"/>
                      <a:gd name="T34" fmla="*/ 0 w 70"/>
                      <a:gd name="T35" fmla="*/ 1 h 26"/>
                      <a:gd name="T36" fmla="*/ 1 w 70"/>
                      <a:gd name="T37" fmla="*/ 1 h 26"/>
                      <a:gd name="T38" fmla="*/ 1 w 70"/>
                      <a:gd name="T39" fmla="*/ 1 h 26"/>
                      <a:gd name="T40" fmla="*/ 1 w 70"/>
                      <a:gd name="T41" fmla="*/ 1 h 26"/>
                      <a:gd name="T42" fmla="*/ 1 w 70"/>
                      <a:gd name="T43" fmla="*/ 1 h 26"/>
                      <a:gd name="T44" fmla="*/ 1 w 70"/>
                      <a:gd name="T45" fmla="*/ 1 h 26"/>
                      <a:gd name="T46" fmla="*/ 1 w 70"/>
                      <a:gd name="T47" fmla="*/ 1 h 26"/>
                      <a:gd name="T48" fmla="*/ 1 w 70"/>
                      <a:gd name="T49" fmla="*/ 1 h 26"/>
                      <a:gd name="T50" fmla="*/ 1 w 70"/>
                      <a:gd name="T51" fmla="*/ 1 h 26"/>
                      <a:gd name="T52" fmla="*/ 1 w 70"/>
                      <a:gd name="T53" fmla="*/ 1 h 26"/>
                      <a:gd name="T54" fmla="*/ 1 w 70"/>
                      <a:gd name="T55" fmla="*/ 1 h 26"/>
                      <a:gd name="T56" fmla="*/ 1 w 70"/>
                      <a:gd name="T57" fmla="*/ 1 h 26"/>
                      <a:gd name="T58" fmla="*/ 2 w 70"/>
                      <a:gd name="T59" fmla="*/ 1 h 26"/>
                      <a:gd name="T60" fmla="*/ 2 w 70"/>
                      <a:gd name="T61" fmla="*/ 1 h 26"/>
                      <a:gd name="T62" fmla="*/ 2 w 70"/>
                      <a:gd name="T63" fmla="*/ 1 h 26"/>
                      <a:gd name="T64" fmla="*/ 2 w 70"/>
                      <a:gd name="T65" fmla="*/ 1 h 26"/>
                      <a:gd name="T66" fmla="*/ 2 w 70"/>
                      <a:gd name="T67" fmla="*/ 1 h 26"/>
                      <a:gd name="T68" fmla="*/ 2 w 70"/>
                      <a:gd name="T69" fmla="*/ 1 h 26"/>
                      <a:gd name="T70" fmla="*/ 2 w 70"/>
                      <a:gd name="T71" fmla="*/ 1 h 26"/>
                      <a:gd name="T72" fmla="*/ 2 w 70"/>
                      <a:gd name="T73" fmla="*/ 1 h 26"/>
                      <a:gd name="T74" fmla="*/ 3 w 70"/>
                      <a:gd name="T75" fmla="*/ 0 h 26"/>
                      <a:gd name="T76" fmla="*/ 2 w 70"/>
                      <a:gd name="T77" fmla="*/ 1 h 26"/>
                      <a:gd name="T78" fmla="*/ 2 w 70"/>
                      <a:gd name="T79" fmla="*/ 1 h 2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0"/>
                      <a:gd name="T121" fmla="*/ 0 h 26"/>
                      <a:gd name="T122" fmla="*/ 70 w 70"/>
                      <a:gd name="T123" fmla="*/ 26 h 2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0" h="26">
                        <a:moveTo>
                          <a:pt x="60" y="5"/>
                        </a:moveTo>
                        <a:lnTo>
                          <a:pt x="59" y="4"/>
                        </a:lnTo>
                        <a:lnTo>
                          <a:pt x="55" y="5"/>
                        </a:lnTo>
                        <a:lnTo>
                          <a:pt x="52" y="6"/>
                        </a:lnTo>
                        <a:lnTo>
                          <a:pt x="48" y="8"/>
                        </a:lnTo>
                        <a:lnTo>
                          <a:pt x="44" y="9"/>
                        </a:lnTo>
                        <a:lnTo>
                          <a:pt x="41" y="10"/>
                        </a:lnTo>
                        <a:lnTo>
                          <a:pt x="37" y="10"/>
                        </a:lnTo>
                        <a:lnTo>
                          <a:pt x="33" y="11"/>
                        </a:lnTo>
                        <a:lnTo>
                          <a:pt x="30" y="13"/>
                        </a:lnTo>
                        <a:lnTo>
                          <a:pt x="26" y="15"/>
                        </a:lnTo>
                        <a:lnTo>
                          <a:pt x="22" y="16"/>
                        </a:lnTo>
                        <a:lnTo>
                          <a:pt x="18" y="16"/>
                        </a:lnTo>
                        <a:lnTo>
                          <a:pt x="15" y="19"/>
                        </a:lnTo>
                        <a:lnTo>
                          <a:pt x="11" y="20"/>
                        </a:lnTo>
                        <a:lnTo>
                          <a:pt x="7" y="21"/>
                        </a:lnTo>
                        <a:lnTo>
                          <a:pt x="4" y="23"/>
                        </a:lnTo>
                        <a:lnTo>
                          <a:pt x="0" y="24"/>
                        </a:lnTo>
                        <a:lnTo>
                          <a:pt x="1" y="26"/>
                        </a:lnTo>
                        <a:lnTo>
                          <a:pt x="5" y="25"/>
                        </a:lnTo>
                        <a:lnTo>
                          <a:pt x="9" y="24"/>
                        </a:lnTo>
                        <a:lnTo>
                          <a:pt x="12" y="23"/>
                        </a:lnTo>
                        <a:lnTo>
                          <a:pt x="16" y="21"/>
                        </a:lnTo>
                        <a:lnTo>
                          <a:pt x="20" y="19"/>
                        </a:lnTo>
                        <a:lnTo>
                          <a:pt x="23" y="18"/>
                        </a:lnTo>
                        <a:lnTo>
                          <a:pt x="27" y="16"/>
                        </a:lnTo>
                        <a:lnTo>
                          <a:pt x="31" y="16"/>
                        </a:lnTo>
                        <a:lnTo>
                          <a:pt x="35" y="14"/>
                        </a:lnTo>
                        <a:lnTo>
                          <a:pt x="38" y="13"/>
                        </a:lnTo>
                        <a:lnTo>
                          <a:pt x="42" y="11"/>
                        </a:lnTo>
                        <a:lnTo>
                          <a:pt x="46" y="10"/>
                        </a:lnTo>
                        <a:lnTo>
                          <a:pt x="49" y="10"/>
                        </a:lnTo>
                        <a:lnTo>
                          <a:pt x="53" y="9"/>
                        </a:lnTo>
                        <a:lnTo>
                          <a:pt x="57" y="8"/>
                        </a:lnTo>
                        <a:lnTo>
                          <a:pt x="60" y="6"/>
                        </a:lnTo>
                        <a:lnTo>
                          <a:pt x="59" y="4"/>
                        </a:lnTo>
                        <a:lnTo>
                          <a:pt x="60" y="5"/>
                        </a:lnTo>
                        <a:lnTo>
                          <a:pt x="70" y="0"/>
                        </a:lnTo>
                        <a:lnTo>
                          <a:pt x="59" y="4"/>
                        </a:lnTo>
                        <a:lnTo>
                          <a:pt x="6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0" name="Freeform 193"/>
                  <p:cNvSpPr>
                    <a:spLocks/>
                  </p:cNvSpPr>
                  <p:nvPr/>
                </p:nvSpPr>
                <p:spPr bwMode="auto">
                  <a:xfrm>
                    <a:off x="4249" y="3483"/>
                    <a:ext cx="18" cy="13"/>
                  </a:xfrm>
                  <a:custGeom>
                    <a:avLst/>
                    <a:gdLst>
                      <a:gd name="T0" fmla="*/ 0 w 35"/>
                      <a:gd name="T1" fmla="*/ 0 h 27"/>
                      <a:gd name="T2" fmla="*/ 1 w 35"/>
                      <a:gd name="T3" fmla="*/ 0 h 27"/>
                      <a:gd name="T4" fmla="*/ 1 w 35"/>
                      <a:gd name="T5" fmla="*/ 0 h 27"/>
                      <a:gd name="T6" fmla="*/ 1 w 35"/>
                      <a:gd name="T7" fmla="*/ 0 h 27"/>
                      <a:gd name="T8" fmla="*/ 1 w 35"/>
                      <a:gd name="T9" fmla="*/ 0 h 27"/>
                      <a:gd name="T10" fmla="*/ 1 w 35"/>
                      <a:gd name="T11" fmla="*/ 0 h 27"/>
                      <a:gd name="T12" fmla="*/ 1 w 35"/>
                      <a:gd name="T13" fmla="*/ 0 h 27"/>
                      <a:gd name="T14" fmla="*/ 1 w 35"/>
                      <a:gd name="T15" fmla="*/ 0 h 27"/>
                      <a:gd name="T16" fmla="*/ 1 w 35"/>
                      <a:gd name="T17" fmla="*/ 0 h 27"/>
                      <a:gd name="T18" fmla="*/ 1 w 35"/>
                      <a:gd name="T19" fmla="*/ 0 h 27"/>
                      <a:gd name="T20" fmla="*/ 1 w 35"/>
                      <a:gd name="T21" fmla="*/ 0 h 27"/>
                      <a:gd name="T22" fmla="*/ 1 w 35"/>
                      <a:gd name="T23" fmla="*/ 0 h 27"/>
                      <a:gd name="T24" fmla="*/ 1 w 35"/>
                      <a:gd name="T25" fmla="*/ 0 h 27"/>
                      <a:gd name="T26" fmla="*/ 1 w 35"/>
                      <a:gd name="T27" fmla="*/ 0 h 27"/>
                      <a:gd name="T28" fmla="*/ 2 w 35"/>
                      <a:gd name="T29" fmla="*/ 0 h 27"/>
                      <a:gd name="T30" fmla="*/ 2 w 35"/>
                      <a:gd name="T31" fmla="*/ 0 h 27"/>
                      <a:gd name="T32" fmla="*/ 2 w 35"/>
                      <a:gd name="T33" fmla="*/ 0 h 27"/>
                      <a:gd name="T34" fmla="*/ 1 w 35"/>
                      <a:gd name="T35" fmla="*/ 0 h 27"/>
                      <a:gd name="T36" fmla="*/ 1 w 35"/>
                      <a:gd name="T37" fmla="*/ 0 h 27"/>
                      <a:gd name="T38" fmla="*/ 1 w 35"/>
                      <a:gd name="T39" fmla="*/ 0 h 27"/>
                      <a:gd name="T40" fmla="*/ 1 w 35"/>
                      <a:gd name="T41" fmla="*/ 0 h 27"/>
                      <a:gd name="T42" fmla="*/ 1 w 35"/>
                      <a:gd name="T43" fmla="*/ 0 h 27"/>
                      <a:gd name="T44" fmla="*/ 1 w 35"/>
                      <a:gd name="T45" fmla="*/ 0 h 27"/>
                      <a:gd name="T46" fmla="*/ 1 w 35"/>
                      <a:gd name="T47" fmla="*/ 0 h 27"/>
                      <a:gd name="T48" fmla="*/ 1 w 35"/>
                      <a:gd name="T49" fmla="*/ 0 h 27"/>
                      <a:gd name="T50" fmla="*/ 1 w 35"/>
                      <a:gd name="T51" fmla="*/ 0 h 27"/>
                      <a:gd name="T52" fmla="*/ 1 w 35"/>
                      <a:gd name="T53" fmla="*/ 0 h 27"/>
                      <a:gd name="T54" fmla="*/ 1 w 35"/>
                      <a:gd name="T55" fmla="*/ 0 h 27"/>
                      <a:gd name="T56" fmla="*/ 1 w 35"/>
                      <a:gd name="T57" fmla="*/ 0 h 27"/>
                      <a:gd name="T58" fmla="*/ 0 w 35"/>
                      <a:gd name="T59" fmla="*/ 0 h 27"/>
                      <a:gd name="T60" fmla="*/ 0 w 35"/>
                      <a:gd name="T61" fmla="*/ 0 h 27"/>
                      <a:gd name="T62" fmla="*/ 1 w 35"/>
                      <a:gd name="T63" fmla="*/ 0 h 27"/>
                      <a:gd name="T64" fmla="*/ 0 w 35"/>
                      <a:gd name="T65" fmla="*/ 0 h 2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
                      <a:gd name="T100" fmla="*/ 0 h 27"/>
                      <a:gd name="T101" fmla="*/ 35 w 35"/>
                      <a:gd name="T102" fmla="*/ 27 h 2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 h="27">
                        <a:moveTo>
                          <a:pt x="0" y="27"/>
                        </a:moveTo>
                        <a:lnTo>
                          <a:pt x="1" y="26"/>
                        </a:lnTo>
                        <a:lnTo>
                          <a:pt x="3" y="25"/>
                        </a:lnTo>
                        <a:lnTo>
                          <a:pt x="7" y="21"/>
                        </a:lnTo>
                        <a:lnTo>
                          <a:pt x="10" y="20"/>
                        </a:lnTo>
                        <a:lnTo>
                          <a:pt x="12" y="19"/>
                        </a:lnTo>
                        <a:lnTo>
                          <a:pt x="14" y="16"/>
                        </a:lnTo>
                        <a:lnTo>
                          <a:pt x="17" y="15"/>
                        </a:lnTo>
                        <a:lnTo>
                          <a:pt x="18" y="14"/>
                        </a:lnTo>
                        <a:lnTo>
                          <a:pt x="21" y="12"/>
                        </a:lnTo>
                        <a:lnTo>
                          <a:pt x="24" y="9"/>
                        </a:lnTo>
                        <a:lnTo>
                          <a:pt x="27" y="7"/>
                        </a:lnTo>
                        <a:lnTo>
                          <a:pt x="29" y="6"/>
                        </a:lnTo>
                        <a:lnTo>
                          <a:pt x="32" y="5"/>
                        </a:lnTo>
                        <a:lnTo>
                          <a:pt x="33" y="2"/>
                        </a:lnTo>
                        <a:lnTo>
                          <a:pt x="35" y="1"/>
                        </a:lnTo>
                        <a:lnTo>
                          <a:pt x="34" y="0"/>
                        </a:lnTo>
                        <a:lnTo>
                          <a:pt x="32" y="1"/>
                        </a:lnTo>
                        <a:lnTo>
                          <a:pt x="30" y="2"/>
                        </a:lnTo>
                        <a:lnTo>
                          <a:pt x="28" y="4"/>
                        </a:lnTo>
                        <a:lnTo>
                          <a:pt x="26" y="5"/>
                        </a:lnTo>
                        <a:lnTo>
                          <a:pt x="24" y="6"/>
                        </a:lnTo>
                        <a:lnTo>
                          <a:pt x="22" y="7"/>
                        </a:lnTo>
                        <a:lnTo>
                          <a:pt x="19" y="10"/>
                        </a:lnTo>
                        <a:lnTo>
                          <a:pt x="17" y="11"/>
                        </a:lnTo>
                        <a:lnTo>
                          <a:pt x="14" y="12"/>
                        </a:lnTo>
                        <a:lnTo>
                          <a:pt x="8" y="19"/>
                        </a:lnTo>
                        <a:lnTo>
                          <a:pt x="6" y="20"/>
                        </a:lnTo>
                        <a:lnTo>
                          <a:pt x="3" y="21"/>
                        </a:lnTo>
                        <a:lnTo>
                          <a:pt x="0" y="25"/>
                        </a:lnTo>
                        <a:lnTo>
                          <a:pt x="0" y="27"/>
                        </a:lnTo>
                        <a:lnTo>
                          <a:pt x="1" y="26"/>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1" name="Freeform 194"/>
                  <p:cNvSpPr>
                    <a:spLocks/>
                  </p:cNvSpPr>
                  <p:nvPr/>
                </p:nvSpPr>
                <p:spPr bwMode="auto">
                  <a:xfrm>
                    <a:off x="4262" y="3505"/>
                    <a:ext cx="110" cy="102"/>
                  </a:xfrm>
                  <a:custGeom>
                    <a:avLst/>
                    <a:gdLst>
                      <a:gd name="T0" fmla="*/ 0 w 221"/>
                      <a:gd name="T1" fmla="*/ 0 h 205"/>
                      <a:gd name="T2" fmla="*/ 0 w 221"/>
                      <a:gd name="T3" fmla="*/ 0 h 205"/>
                      <a:gd name="T4" fmla="*/ 0 w 221"/>
                      <a:gd name="T5" fmla="*/ 0 h 205"/>
                      <a:gd name="T6" fmla="*/ 1 w 221"/>
                      <a:gd name="T7" fmla="*/ 0 h 205"/>
                      <a:gd name="T8" fmla="*/ 1 w 221"/>
                      <a:gd name="T9" fmla="*/ 0 h 205"/>
                      <a:gd name="T10" fmla="*/ 1 w 221"/>
                      <a:gd name="T11" fmla="*/ 0 h 205"/>
                      <a:gd name="T12" fmla="*/ 2 w 221"/>
                      <a:gd name="T13" fmla="*/ 0 h 205"/>
                      <a:gd name="T14" fmla="*/ 2 w 221"/>
                      <a:gd name="T15" fmla="*/ 0 h 205"/>
                      <a:gd name="T16" fmla="*/ 3 w 221"/>
                      <a:gd name="T17" fmla="*/ 0 h 205"/>
                      <a:gd name="T18" fmla="*/ 3 w 221"/>
                      <a:gd name="T19" fmla="*/ 0 h 205"/>
                      <a:gd name="T20" fmla="*/ 3 w 221"/>
                      <a:gd name="T21" fmla="*/ 1 h 205"/>
                      <a:gd name="T22" fmla="*/ 3 w 221"/>
                      <a:gd name="T23" fmla="*/ 1 h 205"/>
                      <a:gd name="T24" fmla="*/ 3 w 221"/>
                      <a:gd name="T25" fmla="*/ 1 h 205"/>
                      <a:gd name="T26" fmla="*/ 3 w 221"/>
                      <a:gd name="T27" fmla="*/ 1 h 205"/>
                      <a:gd name="T28" fmla="*/ 3 w 221"/>
                      <a:gd name="T29" fmla="*/ 2 h 205"/>
                      <a:gd name="T30" fmla="*/ 3 w 221"/>
                      <a:gd name="T31" fmla="*/ 2 h 205"/>
                      <a:gd name="T32" fmla="*/ 3 w 221"/>
                      <a:gd name="T33" fmla="*/ 2 h 205"/>
                      <a:gd name="T34" fmla="*/ 5 w 221"/>
                      <a:gd name="T35" fmla="*/ 2 h 205"/>
                      <a:gd name="T36" fmla="*/ 5 w 221"/>
                      <a:gd name="T37" fmla="*/ 2 h 205"/>
                      <a:gd name="T38" fmla="*/ 5 w 221"/>
                      <a:gd name="T39" fmla="*/ 2 h 205"/>
                      <a:gd name="T40" fmla="*/ 6 w 221"/>
                      <a:gd name="T41" fmla="*/ 3 h 205"/>
                      <a:gd name="T42" fmla="*/ 6 w 221"/>
                      <a:gd name="T43" fmla="*/ 2 h 205"/>
                      <a:gd name="T44" fmla="*/ 6 w 221"/>
                      <a:gd name="T45" fmla="*/ 2 h 205"/>
                      <a:gd name="T46" fmla="*/ 6 w 221"/>
                      <a:gd name="T47" fmla="*/ 2 h 205"/>
                      <a:gd name="T48" fmla="*/ 6 w 221"/>
                      <a:gd name="T49" fmla="*/ 2 h 205"/>
                      <a:gd name="T50" fmla="*/ 6 w 221"/>
                      <a:gd name="T51" fmla="*/ 3 h 205"/>
                      <a:gd name="T52" fmla="*/ 5 w 221"/>
                      <a:gd name="T53" fmla="*/ 3 h 205"/>
                      <a:gd name="T54" fmla="*/ 5 w 221"/>
                      <a:gd name="T55" fmla="*/ 4 h 205"/>
                      <a:gd name="T56" fmla="*/ 5 w 221"/>
                      <a:gd name="T57" fmla="*/ 4 h 205"/>
                      <a:gd name="T58" fmla="*/ 5 w 221"/>
                      <a:gd name="T59" fmla="*/ 5 h 205"/>
                      <a:gd name="T60" fmla="*/ 5 w 221"/>
                      <a:gd name="T61" fmla="*/ 6 h 205"/>
                      <a:gd name="T62" fmla="*/ 4 w 221"/>
                      <a:gd name="T63" fmla="*/ 6 h 205"/>
                      <a:gd name="T64" fmla="*/ 4 w 221"/>
                      <a:gd name="T65" fmla="*/ 5 h 205"/>
                      <a:gd name="T66" fmla="*/ 3 w 221"/>
                      <a:gd name="T67" fmla="*/ 5 h 205"/>
                      <a:gd name="T68" fmla="*/ 3 w 221"/>
                      <a:gd name="T69" fmla="*/ 5 h 205"/>
                      <a:gd name="T70" fmla="*/ 2 w 221"/>
                      <a:gd name="T71" fmla="*/ 5 h 205"/>
                      <a:gd name="T72" fmla="*/ 2 w 221"/>
                      <a:gd name="T73" fmla="*/ 4 h 205"/>
                      <a:gd name="T74" fmla="*/ 1 w 221"/>
                      <a:gd name="T75" fmla="*/ 4 h 205"/>
                      <a:gd name="T76" fmla="*/ 1 w 221"/>
                      <a:gd name="T77" fmla="*/ 4 h 205"/>
                      <a:gd name="T78" fmla="*/ 1 w 221"/>
                      <a:gd name="T79" fmla="*/ 4 h 205"/>
                      <a:gd name="T80" fmla="*/ 0 w 221"/>
                      <a:gd name="T81" fmla="*/ 4 h 205"/>
                      <a:gd name="T82" fmla="*/ 0 w 221"/>
                      <a:gd name="T83" fmla="*/ 4 h 205"/>
                      <a:gd name="T84" fmla="*/ 0 w 221"/>
                      <a:gd name="T85" fmla="*/ 3 h 205"/>
                      <a:gd name="T86" fmla="*/ 0 w 221"/>
                      <a:gd name="T87" fmla="*/ 3 h 205"/>
                      <a:gd name="T88" fmla="*/ 0 w 221"/>
                      <a:gd name="T89" fmla="*/ 2 h 205"/>
                      <a:gd name="T90" fmla="*/ 0 w 221"/>
                      <a:gd name="T91" fmla="*/ 0 h 205"/>
                      <a:gd name="T92" fmla="*/ 0 w 221"/>
                      <a:gd name="T93" fmla="*/ 0 h 205"/>
                      <a:gd name="T94" fmla="*/ 0 w 221"/>
                      <a:gd name="T95" fmla="*/ 0 h 205"/>
                      <a:gd name="T96" fmla="*/ 0 w 221"/>
                      <a:gd name="T97" fmla="*/ 0 h 2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21"/>
                      <a:gd name="T148" fmla="*/ 0 h 205"/>
                      <a:gd name="T149" fmla="*/ 221 w 221"/>
                      <a:gd name="T150" fmla="*/ 205 h 20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21" h="205">
                        <a:moveTo>
                          <a:pt x="32" y="4"/>
                        </a:moveTo>
                        <a:lnTo>
                          <a:pt x="30" y="4"/>
                        </a:lnTo>
                        <a:lnTo>
                          <a:pt x="29" y="5"/>
                        </a:lnTo>
                        <a:lnTo>
                          <a:pt x="27" y="5"/>
                        </a:lnTo>
                        <a:lnTo>
                          <a:pt x="26" y="7"/>
                        </a:lnTo>
                        <a:lnTo>
                          <a:pt x="25" y="7"/>
                        </a:lnTo>
                        <a:lnTo>
                          <a:pt x="25" y="8"/>
                        </a:lnTo>
                        <a:lnTo>
                          <a:pt x="24" y="10"/>
                        </a:lnTo>
                        <a:lnTo>
                          <a:pt x="24" y="11"/>
                        </a:lnTo>
                        <a:lnTo>
                          <a:pt x="25" y="14"/>
                        </a:lnTo>
                        <a:lnTo>
                          <a:pt x="26" y="16"/>
                        </a:lnTo>
                        <a:lnTo>
                          <a:pt x="37" y="16"/>
                        </a:lnTo>
                        <a:lnTo>
                          <a:pt x="41" y="18"/>
                        </a:lnTo>
                        <a:lnTo>
                          <a:pt x="52" y="18"/>
                        </a:lnTo>
                        <a:lnTo>
                          <a:pt x="54" y="16"/>
                        </a:lnTo>
                        <a:lnTo>
                          <a:pt x="56" y="16"/>
                        </a:lnTo>
                        <a:lnTo>
                          <a:pt x="58" y="14"/>
                        </a:lnTo>
                        <a:lnTo>
                          <a:pt x="58" y="13"/>
                        </a:lnTo>
                        <a:lnTo>
                          <a:pt x="63" y="14"/>
                        </a:lnTo>
                        <a:lnTo>
                          <a:pt x="68" y="14"/>
                        </a:lnTo>
                        <a:lnTo>
                          <a:pt x="72" y="16"/>
                        </a:lnTo>
                        <a:lnTo>
                          <a:pt x="77" y="16"/>
                        </a:lnTo>
                        <a:lnTo>
                          <a:pt x="82" y="19"/>
                        </a:lnTo>
                        <a:lnTo>
                          <a:pt x="87" y="20"/>
                        </a:lnTo>
                        <a:lnTo>
                          <a:pt x="91" y="21"/>
                        </a:lnTo>
                        <a:lnTo>
                          <a:pt x="95" y="24"/>
                        </a:lnTo>
                        <a:lnTo>
                          <a:pt x="100" y="25"/>
                        </a:lnTo>
                        <a:lnTo>
                          <a:pt x="105" y="28"/>
                        </a:lnTo>
                        <a:lnTo>
                          <a:pt x="109" y="29"/>
                        </a:lnTo>
                        <a:lnTo>
                          <a:pt x="114" y="30"/>
                        </a:lnTo>
                        <a:lnTo>
                          <a:pt x="119" y="32"/>
                        </a:lnTo>
                        <a:lnTo>
                          <a:pt x="122" y="34"/>
                        </a:lnTo>
                        <a:lnTo>
                          <a:pt x="127" y="36"/>
                        </a:lnTo>
                        <a:lnTo>
                          <a:pt x="132" y="37"/>
                        </a:lnTo>
                        <a:lnTo>
                          <a:pt x="128" y="39"/>
                        </a:lnTo>
                        <a:lnTo>
                          <a:pt x="125" y="40"/>
                        </a:lnTo>
                        <a:lnTo>
                          <a:pt x="121" y="41"/>
                        </a:lnTo>
                        <a:lnTo>
                          <a:pt x="116" y="44"/>
                        </a:lnTo>
                        <a:lnTo>
                          <a:pt x="114" y="45"/>
                        </a:lnTo>
                        <a:lnTo>
                          <a:pt x="110" y="47"/>
                        </a:lnTo>
                        <a:lnTo>
                          <a:pt x="109" y="51"/>
                        </a:lnTo>
                        <a:lnTo>
                          <a:pt x="107" y="55"/>
                        </a:lnTo>
                        <a:lnTo>
                          <a:pt x="107" y="60"/>
                        </a:lnTo>
                        <a:lnTo>
                          <a:pt x="106" y="65"/>
                        </a:lnTo>
                        <a:lnTo>
                          <a:pt x="106" y="68"/>
                        </a:lnTo>
                        <a:lnTo>
                          <a:pt x="107" y="73"/>
                        </a:lnTo>
                        <a:lnTo>
                          <a:pt x="110" y="74"/>
                        </a:lnTo>
                        <a:lnTo>
                          <a:pt x="114" y="76"/>
                        </a:lnTo>
                        <a:lnTo>
                          <a:pt x="116" y="77"/>
                        </a:lnTo>
                        <a:lnTo>
                          <a:pt x="120" y="77"/>
                        </a:lnTo>
                        <a:lnTo>
                          <a:pt x="123" y="78"/>
                        </a:lnTo>
                        <a:lnTo>
                          <a:pt x="149" y="78"/>
                        </a:lnTo>
                        <a:lnTo>
                          <a:pt x="152" y="79"/>
                        </a:lnTo>
                        <a:lnTo>
                          <a:pt x="174" y="79"/>
                        </a:lnTo>
                        <a:lnTo>
                          <a:pt x="176" y="78"/>
                        </a:lnTo>
                        <a:lnTo>
                          <a:pt x="178" y="82"/>
                        </a:lnTo>
                        <a:lnTo>
                          <a:pt x="180" y="85"/>
                        </a:lnTo>
                        <a:lnTo>
                          <a:pt x="183" y="89"/>
                        </a:lnTo>
                        <a:lnTo>
                          <a:pt x="185" y="92"/>
                        </a:lnTo>
                        <a:lnTo>
                          <a:pt x="188" y="95"/>
                        </a:lnTo>
                        <a:lnTo>
                          <a:pt x="191" y="98"/>
                        </a:lnTo>
                        <a:lnTo>
                          <a:pt x="199" y="98"/>
                        </a:lnTo>
                        <a:lnTo>
                          <a:pt x="201" y="97"/>
                        </a:lnTo>
                        <a:lnTo>
                          <a:pt x="204" y="95"/>
                        </a:lnTo>
                        <a:lnTo>
                          <a:pt x="205" y="94"/>
                        </a:lnTo>
                        <a:lnTo>
                          <a:pt x="207" y="93"/>
                        </a:lnTo>
                        <a:lnTo>
                          <a:pt x="210" y="92"/>
                        </a:lnTo>
                        <a:lnTo>
                          <a:pt x="212" y="89"/>
                        </a:lnTo>
                        <a:lnTo>
                          <a:pt x="215" y="88"/>
                        </a:lnTo>
                        <a:lnTo>
                          <a:pt x="217" y="87"/>
                        </a:lnTo>
                        <a:lnTo>
                          <a:pt x="218" y="87"/>
                        </a:lnTo>
                        <a:lnTo>
                          <a:pt x="218" y="88"/>
                        </a:lnTo>
                        <a:lnTo>
                          <a:pt x="220" y="88"/>
                        </a:lnTo>
                        <a:lnTo>
                          <a:pt x="221" y="89"/>
                        </a:lnTo>
                        <a:lnTo>
                          <a:pt x="218" y="92"/>
                        </a:lnTo>
                        <a:lnTo>
                          <a:pt x="215" y="93"/>
                        </a:lnTo>
                        <a:lnTo>
                          <a:pt x="210" y="98"/>
                        </a:lnTo>
                        <a:lnTo>
                          <a:pt x="206" y="100"/>
                        </a:lnTo>
                        <a:lnTo>
                          <a:pt x="201" y="105"/>
                        </a:lnTo>
                        <a:lnTo>
                          <a:pt x="199" y="109"/>
                        </a:lnTo>
                        <a:lnTo>
                          <a:pt x="191" y="116"/>
                        </a:lnTo>
                        <a:lnTo>
                          <a:pt x="189" y="120"/>
                        </a:lnTo>
                        <a:lnTo>
                          <a:pt x="184" y="125"/>
                        </a:lnTo>
                        <a:lnTo>
                          <a:pt x="181" y="129"/>
                        </a:lnTo>
                        <a:lnTo>
                          <a:pt x="180" y="132"/>
                        </a:lnTo>
                        <a:lnTo>
                          <a:pt x="178" y="141"/>
                        </a:lnTo>
                        <a:lnTo>
                          <a:pt x="176" y="150"/>
                        </a:lnTo>
                        <a:lnTo>
                          <a:pt x="175" y="159"/>
                        </a:lnTo>
                        <a:lnTo>
                          <a:pt x="174" y="168"/>
                        </a:lnTo>
                        <a:lnTo>
                          <a:pt x="173" y="178"/>
                        </a:lnTo>
                        <a:lnTo>
                          <a:pt x="173" y="195"/>
                        </a:lnTo>
                        <a:lnTo>
                          <a:pt x="174" y="205"/>
                        </a:lnTo>
                        <a:lnTo>
                          <a:pt x="169" y="201"/>
                        </a:lnTo>
                        <a:lnTo>
                          <a:pt x="164" y="200"/>
                        </a:lnTo>
                        <a:lnTo>
                          <a:pt x="158" y="196"/>
                        </a:lnTo>
                        <a:lnTo>
                          <a:pt x="153" y="194"/>
                        </a:lnTo>
                        <a:lnTo>
                          <a:pt x="147" y="191"/>
                        </a:lnTo>
                        <a:lnTo>
                          <a:pt x="142" y="189"/>
                        </a:lnTo>
                        <a:lnTo>
                          <a:pt x="136" y="187"/>
                        </a:lnTo>
                        <a:lnTo>
                          <a:pt x="131" y="184"/>
                        </a:lnTo>
                        <a:lnTo>
                          <a:pt x="126" y="182"/>
                        </a:lnTo>
                        <a:lnTo>
                          <a:pt x="120" y="179"/>
                        </a:lnTo>
                        <a:lnTo>
                          <a:pt x="115" y="177"/>
                        </a:lnTo>
                        <a:lnTo>
                          <a:pt x="109" y="174"/>
                        </a:lnTo>
                        <a:lnTo>
                          <a:pt x="104" y="173"/>
                        </a:lnTo>
                        <a:lnTo>
                          <a:pt x="98" y="169"/>
                        </a:lnTo>
                        <a:lnTo>
                          <a:pt x="93" y="167"/>
                        </a:lnTo>
                        <a:lnTo>
                          <a:pt x="88" y="164"/>
                        </a:lnTo>
                        <a:lnTo>
                          <a:pt x="83" y="163"/>
                        </a:lnTo>
                        <a:lnTo>
                          <a:pt x="79" y="161"/>
                        </a:lnTo>
                        <a:lnTo>
                          <a:pt x="75" y="159"/>
                        </a:lnTo>
                        <a:lnTo>
                          <a:pt x="70" y="158"/>
                        </a:lnTo>
                        <a:lnTo>
                          <a:pt x="67" y="156"/>
                        </a:lnTo>
                        <a:lnTo>
                          <a:pt x="63" y="155"/>
                        </a:lnTo>
                        <a:lnTo>
                          <a:pt x="59" y="152"/>
                        </a:lnTo>
                        <a:lnTo>
                          <a:pt x="54" y="151"/>
                        </a:lnTo>
                        <a:lnTo>
                          <a:pt x="51" y="150"/>
                        </a:lnTo>
                        <a:lnTo>
                          <a:pt x="47" y="147"/>
                        </a:lnTo>
                        <a:lnTo>
                          <a:pt x="42" y="146"/>
                        </a:lnTo>
                        <a:lnTo>
                          <a:pt x="38" y="145"/>
                        </a:lnTo>
                        <a:lnTo>
                          <a:pt x="35" y="143"/>
                        </a:lnTo>
                        <a:lnTo>
                          <a:pt x="30" y="142"/>
                        </a:lnTo>
                        <a:lnTo>
                          <a:pt x="26" y="140"/>
                        </a:lnTo>
                        <a:lnTo>
                          <a:pt x="21" y="138"/>
                        </a:lnTo>
                        <a:lnTo>
                          <a:pt x="16" y="135"/>
                        </a:lnTo>
                        <a:lnTo>
                          <a:pt x="14" y="131"/>
                        </a:lnTo>
                        <a:lnTo>
                          <a:pt x="11" y="125"/>
                        </a:lnTo>
                        <a:lnTo>
                          <a:pt x="10" y="120"/>
                        </a:lnTo>
                        <a:lnTo>
                          <a:pt x="9" y="114"/>
                        </a:lnTo>
                        <a:lnTo>
                          <a:pt x="8" y="109"/>
                        </a:lnTo>
                        <a:lnTo>
                          <a:pt x="6" y="103"/>
                        </a:lnTo>
                        <a:lnTo>
                          <a:pt x="5" y="98"/>
                        </a:lnTo>
                        <a:lnTo>
                          <a:pt x="3" y="89"/>
                        </a:lnTo>
                        <a:lnTo>
                          <a:pt x="2" y="81"/>
                        </a:lnTo>
                        <a:lnTo>
                          <a:pt x="0" y="72"/>
                        </a:lnTo>
                        <a:lnTo>
                          <a:pt x="0" y="28"/>
                        </a:lnTo>
                        <a:lnTo>
                          <a:pt x="2" y="23"/>
                        </a:lnTo>
                        <a:lnTo>
                          <a:pt x="4" y="19"/>
                        </a:lnTo>
                        <a:lnTo>
                          <a:pt x="6" y="15"/>
                        </a:lnTo>
                        <a:lnTo>
                          <a:pt x="9" y="11"/>
                        </a:lnTo>
                        <a:lnTo>
                          <a:pt x="13" y="8"/>
                        </a:lnTo>
                        <a:lnTo>
                          <a:pt x="15" y="4"/>
                        </a:lnTo>
                        <a:lnTo>
                          <a:pt x="19" y="2"/>
                        </a:lnTo>
                        <a:lnTo>
                          <a:pt x="22" y="0"/>
                        </a:lnTo>
                        <a:lnTo>
                          <a:pt x="27" y="0"/>
                        </a:lnTo>
                        <a:lnTo>
                          <a:pt x="29" y="2"/>
                        </a:lnTo>
                        <a:lnTo>
                          <a:pt x="30" y="2"/>
                        </a:lnTo>
                        <a:lnTo>
                          <a:pt x="32"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2" name="Freeform 195"/>
                  <p:cNvSpPr>
                    <a:spLocks/>
                  </p:cNvSpPr>
                  <p:nvPr/>
                </p:nvSpPr>
                <p:spPr bwMode="auto">
                  <a:xfrm>
                    <a:off x="4273" y="3506"/>
                    <a:ext cx="5" cy="3"/>
                  </a:xfrm>
                  <a:custGeom>
                    <a:avLst/>
                    <a:gdLst>
                      <a:gd name="T0" fmla="*/ 1 w 8"/>
                      <a:gd name="T1" fmla="*/ 1 h 6"/>
                      <a:gd name="T2" fmla="*/ 1 w 8"/>
                      <a:gd name="T3" fmla="*/ 1 h 6"/>
                      <a:gd name="T4" fmla="*/ 1 w 8"/>
                      <a:gd name="T5" fmla="*/ 1 h 6"/>
                      <a:gd name="T6" fmla="*/ 1 w 8"/>
                      <a:gd name="T7" fmla="*/ 1 h 6"/>
                      <a:gd name="T8" fmla="*/ 1 w 8"/>
                      <a:gd name="T9" fmla="*/ 1 h 6"/>
                      <a:gd name="T10" fmla="*/ 1 w 8"/>
                      <a:gd name="T11" fmla="*/ 1 h 6"/>
                      <a:gd name="T12" fmla="*/ 1 w 8"/>
                      <a:gd name="T13" fmla="*/ 1 h 6"/>
                      <a:gd name="T14" fmla="*/ 1 w 8"/>
                      <a:gd name="T15" fmla="*/ 0 h 6"/>
                      <a:gd name="T16" fmla="*/ 1 w 8"/>
                      <a:gd name="T17" fmla="*/ 0 h 6"/>
                      <a:gd name="T18" fmla="*/ 1 w 8"/>
                      <a:gd name="T19" fmla="*/ 1 h 6"/>
                      <a:gd name="T20" fmla="*/ 1 w 8"/>
                      <a:gd name="T21" fmla="*/ 1 h 6"/>
                      <a:gd name="T22" fmla="*/ 1 w 8"/>
                      <a:gd name="T23" fmla="*/ 1 h 6"/>
                      <a:gd name="T24" fmla="*/ 0 w 8"/>
                      <a:gd name="T25" fmla="*/ 1 h 6"/>
                      <a:gd name="T26" fmla="*/ 1 w 8"/>
                      <a:gd name="T27" fmla="*/ 1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
                      <a:gd name="T43" fmla="*/ 0 h 6"/>
                      <a:gd name="T44" fmla="*/ 8 w 8"/>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 h="6">
                        <a:moveTo>
                          <a:pt x="2" y="6"/>
                        </a:moveTo>
                        <a:lnTo>
                          <a:pt x="2" y="5"/>
                        </a:lnTo>
                        <a:lnTo>
                          <a:pt x="3" y="5"/>
                        </a:lnTo>
                        <a:lnTo>
                          <a:pt x="3" y="4"/>
                        </a:lnTo>
                        <a:lnTo>
                          <a:pt x="6" y="4"/>
                        </a:lnTo>
                        <a:lnTo>
                          <a:pt x="6" y="2"/>
                        </a:lnTo>
                        <a:lnTo>
                          <a:pt x="8" y="2"/>
                        </a:lnTo>
                        <a:lnTo>
                          <a:pt x="8" y="0"/>
                        </a:lnTo>
                        <a:lnTo>
                          <a:pt x="6" y="0"/>
                        </a:lnTo>
                        <a:lnTo>
                          <a:pt x="5" y="1"/>
                        </a:lnTo>
                        <a:lnTo>
                          <a:pt x="2" y="1"/>
                        </a:lnTo>
                        <a:lnTo>
                          <a:pt x="2" y="2"/>
                        </a:lnTo>
                        <a:lnTo>
                          <a:pt x="0" y="5"/>
                        </a:lnTo>
                        <a:lnTo>
                          <a:pt x="2"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3" name="Freeform 196"/>
                  <p:cNvSpPr>
                    <a:spLocks/>
                  </p:cNvSpPr>
                  <p:nvPr/>
                </p:nvSpPr>
                <p:spPr bwMode="auto">
                  <a:xfrm>
                    <a:off x="4273" y="3508"/>
                    <a:ext cx="2" cy="5"/>
                  </a:xfrm>
                  <a:custGeom>
                    <a:avLst/>
                    <a:gdLst>
                      <a:gd name="T0" fmla="*/ 0 w 5"/>
                      <a:gd name="T1" fmla="*/ 1 h 8"/>
                      <a:gd name="T2" fmla="*/ 0 w 5"/>
                      <a:gd name="T3" fmla="*/ 1 h 8"/>
                      <a:gd name="T4" fmla="*/ 0 w 5"/>
                      <a:gd name="T5" fmla="*/ 1 h 8"/>
                      <a:gd name="T6" fmla="*/ 0 w 5"/>
                      <a:gd name="T7" fmla="*/ 1 h 8"/>
                      <a:gd name="T8" fmla="*/ 0 w 5"/>
                      <a:gd name="T9" fmla="*/ 1 h 8"/>
                      <a:gd name="T10" fmla="*/ 0 w 5"/>
                      <a:gd name="T11" fmla="*/ 0 h 8"/>
                      <a:gd name="T12" fmla="*/ 0 w 5"/>
                      <a:gd name="T13" fmla="*/ 1 h 8"/>
                      <a:gd name="T14" fmla="*/ 0 w 5"/>
                      <a:gd name="T15" fmla="*/ 1 h 8"/>
                      <a:gd name="T16" fmla="*/ 0 w 5"/>
                      <a:gd name="T17" fmla="*/ 1 h 8"/>
                      <a:gd name="T18" fmla="*/ 0 w 5"/>
                      <a:gd name="T19" fmla="*/ 1 h 8"/>
                      <a:gd name="T20" fmla="*/ 0 w 5"/>
                      <a:gd name="T21" fmla="*/ 1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8"/>
                      <a:gd name="T35" fmla="*/ 5 w 5"/>
                      <a:gd name="T36" fmla="*/ 8 h 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8">
                        <a:moveTo>
                          <a:pt x="5" y="7"/>
                        </a:moveTo>
                        <a:lnTo>
                          <a:pt x="4" y="6"/>
                        </a:lnTo>
                        <a:lnTo>
                          <a:pt x="3" y="3"/>
                        </a:lnTo>
                        <a:lnTo>
                          <a:pt x="3" y="2"/>
                        </a:lnTo>
                        <a:lnTo>
                          <a:pt x="4" y="1"/>
                        </a:lnTo>
                        <a:lnTo>
                          <a:pt x="2" y="0"/>
                        </a:lnTo>
                        <a:lnTo>
                          <a:pt x="0" y="2"/>
                        </a:lnTo>
                        <a:lnTo>
                          <a:pt x="0" y="5"/>
                        </a:lnTo>
                        <a:lnTo>
                          <a:pt x="2" y="7"/>
                        </a:lnTo>
                        <a:lnTo>
                          <a:pt x="4" y="8"/>
                        </a:lnTo>
                        <a:lnTo>
                          <a:pt x="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4" name="Freeform 197"/>
                  <p:cNvSpPr>
                    <a:spLocks/>
                  </p:cNvSpPr>
                  <p:nvPr/>
                </p:nvSpPr>
                <p:spPr bwMode="auto">
                  <a:xfrm>
                    <a:off x="4275" y="3512"/>
                    <a:ext cx="14" cy="2"/>
                  </a:xfrm>
                  <a:custGeom>
                    <a:avLst/>
                    <a:gdLst>
                      <a:gd name="T0" fmla="*/ 0 w 30"/>
                      <a:gd name="T1" fmla="*/ 1 h 4"/>
                      <a:gd name="T2" fmla="*/ 0 w 30"/>
                      <a:gd name="T3" fmla="*/ 1 h 4"/>
                      <a:gd name="T4" fmla="*/ 0 w 30"/>
                      <a:gd name="T5" fmla="*/ 0 h 4"/>
                      <a:gd name="T6" fmla="*/ 0 w 30"/>
                      <a:gd name="T7" fmla="*/ 0 h 4"/>
                      <a:gd name="T8" fmla="*/ 0 w 30"/>
                      <a:gd name="T9" fmla="*/ 1 h 4"/>
                      <a:gd name="T10" fmla="*/ 0 w 30"/>
                      <a:gd name="T11" fmla="*/ 1 h 4"/>
                      <a:gd name="T12" fmla="*/ 0 w 30"/>
                      <a:gd name="T13" fmla="*/ 1 h 4"/>
                      <a:gd name="T14" fmla="*/ 0 w 30"/>
                      <a:gd name="T15" fmla="*/ 1 h 4"/>
                      <a:gd name="T16" fmla="*/ 0 w 30"/>
                      <a:gd name="T17" fmla="*/ 1 h 4"/>
                      <a:gd name="T18" fmla="*/ 0 w 30"/>
                      <a:gd name="T19" fmla="*/ 1 h 4"/>
                      <a:gd name="T20" fmla="*/ 0 w 30"/>
                      <a:gd name="T21" fmla="*/ 1 h 4"/>
                      <a:gd name="T22" fmla="*/ 0 w 30"/>
                      <a:gd name="T23" fmla="*/ 1 h 4"/>
                      <a:gd name="T24" fmla="*/ 0 w 30"/>
                      <a:gd name="T25" fmla="*/ 1 h 4"/>
                      <a:gd name="T26" fmla="*/ 0 w 30"/>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0"/>
                      <a:gd name="T43" fmla="*/ 0 h 4"/>
                      <a:gd name="T44" fmla="*/ 30 w 30"/>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0" h="4">
                        <a:moveTo>
                          <a:pt x="28" y="1"/>
                        </a:moveTo>
                        <a:lnTo>
                          <a:pt x="11" y="1"/>
                        </a:lnTo>
                        <a:lnTo>
                          <a:pt x="8" y="0"/>
                        </a:lnTo>
                        <a:lnTo>
                          <a:pt x="1" y="0"/>
                        </a:lnTo>
                        <a:lnTo>
                          <a:pt x="0" y="1"/>
                        </a:lnTo>
                        <a:lnTo>
                          <a:pt x="4" y="3"/>
                        </a:lnTo>
                        <a:lnTo>
                          <a:pt x="8" y="3"/>
                        </a:lnTo>
                        <a:lnTo>
                          <a:pt x="11" y="4"/>
                        </a:lnTo>
                        <a:lnTo>
                          <a:pt x="28" y="4"/>
                        </a:lnTo>
                        <a:lnTo>
                          <a:pt x="30" y="3"/>
                        </a:lnTo>
                        <a:lnTo>
                          <a:pt x="28" y="4"/>
                        </a:lnTo>
                        <a:lnTo>
                          <a:pt x="30" y="4"/>
                        </a:lnTo>
                        <a:lnTo>
                          <a:pt x="30" y="3"/>
                        </a:lnTo>
                        <a:lnTo>
                          <a:pt x="2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5" name="Freeform 198"/>
                  <p:cNvSpPr>
                    <a:spLocks/>
                  </p:cNvSpPr>
                  <p:nvPr/>
                </p:nvSpPr>
                <p:spPr bwMode="auto">
                  <a:xfrm>
                    <a:off x="4289" y="3510"/>
                    <a:ext cx="2" cy="3"/>
                  </a:xfrm>
                  <a:custGeom>
                    <a:avLst/>
                    <a:gdLst>
                      <a:gd name="T0" fmla="*/ 0 w 5"/>
                      <a:gd name="T1" fmla="*/ 0 h 8"/>
                      <a:gd name="T2" fmla="*/ 0 w 5"/>
                      <a:gd name="T3" fmla="*/ 0 h 8"/>
                      <a:gd name="T4" fmla="*/ 0 w 5"/>
                      <a:gd name="T5" fmla="*/ 0 h 8"/>
                      <a:gd name="T6" fmla="*/ 0 w 5"/>
                      <a:gd name="T7" fmla="*/ 0 h 8"/>
                      <a:gd name="T8" fmla="*/ 0 w 5"/>
                      <a:gd name="T9" fmla="*/ 0 h 8"/>
                      <a:gd name="T10" fmla="*/ 0 w 5"/>
                      <a:gd name="T11" fmla="*/ 0 h 8"/>
                      <a:gd name="T12" fmla="*/ 0 w 5"/>
                      <a:gd name="T13" fmla="*/ 0 h 8"/>
                      <a:gd name="T14" fmla="*/ 0 w 5"/>
                      <a:gd name="T15" fmla="*/ 0 h 8"/>
                      <a:gd name="T16" fmla="*/ 0 w 5"/>
                      <a:gd name="T17" fmla="*/ 0 h 8"/>
                      <a:gd name="T18" fmla="*/ 0 w 5"/>
                      <a:gd name="T19" fmla="*/ 0 h 8"/>
                      <a:gd name="T20" fmla="*/ 0 w 5"/>
                      <a:gd name="T21" fmla="*/ 0 h 8"/>
                      <a:gd name="T22" fmla="*/ 0 w 5"/>
                      <a:gd name="T23" fmla="*/ 0 h 8"/>
                      <a:gd name="T24" fmla="*/ 0 w 5"/>
                      <a:gd name="T25" fmla="*/ 0 h 8"/>
                      <a:gd name="T26" fmla="*/ 0 w 5"/>
                      <a:gd name="T27" fmla="*/ 0 h 8"/>
                      <a:gd name="T28" fmla="*/ 0 w 5"/>
                      <a:gd name="T29" fmla="*/ 0 h 8"/>
                      <a:gd name="T30" fmla="*/ 0 w 5"/>
                      <a:gd name="T31" fmla="*/ 0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8"/>
                      <a:gd name="T50" fmla="*/ 5 w 5"/>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8">
                        <a:moveTo>
                          <a:pt x="4" y="1"/>
                        </a:moveTo>
                        <a:lnTo>
                          <a:pt x="3" y="3"/>
                        </a:lnTo>
                        <a:lnTo>
                          <a:pt x="3" y="4"/>
                        </a:lnTo>
                        <a:lnTo>
                          <a:pt x="2" y="4"/>
                        </a:lnTo>
                        <a:lnTo>
                          <a:pt x="2" y="5"/>
                        </a:lnTo>
                        <a:lnTo>
                          <a:pt x="0" y="6"/>
                        </a:lnTo>
                        <a:lnTo>
                          <a:pt x="2" y="8"/>
                        </a:lnTo>
                        <a:lnTo>
                          <a:pt x="3" y="6"/>
                        </a:lnTo>
                        <a:lnTo>
                          <a:pt x="4" y="6"/>
                        </a:lnTo>
                        <a:lnTo>
                          <a:pt x="5" y="4"/>
                        </a:lnTo>
                        <a:lnTo>
                          <a:pt x="5" y="1"/>
                        </a:lnTo>
                        <a:lnTo>
                          <a:pt x="4" y="4"/>
                        </a:lnTo>
                        <a:lnTo>
                          <a:pt x="4" y="1"/>
                        </a:lnTo>
                        <a:lnTo>
                          <a:pt x="2" y="0"/>
                        </a:lnTo>
                        <a:lnTo>
                          <a:pt x="3" y="3"/>
                        </a:lnTo>
                        <a:lnTo>
                          <a:pt x="4"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6" name="Freeform 199"/>
                  <p:cNvSpPr>
                    <a:spLocks/>
                  </p:cNvSpPr>
                  <p:nvPr/>
                </p:nvSpPr>
                <p:spPr bwMode="auto">
                  <a:xfrm>
                    <a:off x="4291" y="3510"/>
                    <a:ext cx="38" cy="14"/>
                  </a:xfrm>
                  <a:custGeom>
                    <a:avLst/>
                    <a:gdLst>
                      <a:gd name="T0" fmla="*/ 2 w 78"/>
                      <a:gd name="T1" fmla="*/ 1 h 28"/>
                      <a:gd name="T2" fmla="*/ 2 w 78"/>
                      <a:gd name="T3" fmla="*/ 1 h 28"/>
                      <a:gd name="T4" fmla="*/ 2 w 78"/>
                      <a:gd name="T5" fmla="*/ 1 h 28"/>
                      <a:gd name="T6" fmla="*/ 1 w 78"/>
                      <a:gd name="T7" fmla="*/ 1 h 28"/>
                      <a:gd name="T8" fmla="*/ 1 w 78"/>
                      <a:gd name="T9" fmla="*/ 1 h 28"/>
                      <a:gd name="T10" fmla="*/ 1 w 78"/>
                      <a:gd name="T11" fmla="*/ 1 h 28"/>
                      <a:gd name="T12" fmla="*/ 1 w 78"/>
                      <a:gd name="T13" fmla="*/ 1 h 28"/>
                      <a:gd name="T14" fmla="*/ 1 w 78"/>
                      <a:gd name="T15" fmla="*/ 1 h 28"/>
                      <a:gd name="T16" fmla="*/ 1 w 78"/>
                      <a:gd name="T17" fmla="*/ 1 h 28"/>
                      <a:gd name="T18" fmla="*/ 1 w 78"/>
                      <a:gd name="T19" fmla="*/ 1 h 28"/>
                      <a:gd name="T20" fmla="*/ 1 w 78"/>
                      <a:gd name="T21" fmla="*/ 1 h 28"/>
                      <a:gd name="T22" fmla="*/ 0 w 78"/>
                      <a:gd name="T23" fmla="*/ 1 h 28"/>
                      <a:gd name="T24" fmla="*/ 0 w 78"/>
                      <a:gd name="T25" fmla="*/ 1 h 28"/>
                      <a:gd name="T26" fmla="*/ 0 w 78"/>
                      <a:gd name="T27" fmla="*/ 1 h 28"/>
                      <a:gd name="T28" fmla="*/ 0 w 78"/>
                      <a:gd name="T29" fmla="*/ 1 h 28"/>
                      <a:gd name="T30" fmla="*/ 0 w 78"/>
                      <a:gd name="T31" fmla="*/ 1 h 28"/>
                      <a:gd name="T32" fmla="*/ 0 w 78"/>
                      <a:gd name="T33" fmla="*/ 1 h 28"/>
                      <a:gd name="T34" fmla="*/ 0 w 78"/>
                      <a:gd name="T35" fmla="*/ 0 h 28"/>
                      <a:gd name="T36" fmla="*/ 0 w 78"/>
                      <a:gd name="T37" fmla="*/ 1 h 28"/>
                      <a:gd name="T38" fmla="*/ 0 w 78"/>
                      <a:gd name="T39" fmla="*/ 1 h 28"/>
                      <a:gd name="T40" fmla="*/ 0 w 78"/>
                      <a:gd name="T41" fmla="*/ 1 h 28"/>
                      <a:gd name="T42" fmla="*/ 0 w 78"/>
                      <a:gd name="T43" fmla="*/ 1 h 28"/>
                      <a:gd name="T44" fmla="*/ 0 w 78"/>
                      <a:gd name="T45" fmla="*/ 1 h 28"/>
                      <a:gd name="T46" fmla="*/ 0 w 78"/>
                      <a:gd name="T47" fmla="*/ 1 h 28"/>
                      <a:gd name="T48" fmla="*/ 0 w 78"/>
                      <a:gd name="T49" fmla="*/ 1 h 28"/>
                      <a:gd name="T50" fmla="*/ 1 w 78"/>
                      <a:gd name="T51" fmla="*/ 1 h 28"/>
                      <a:gd name="T52" fmla="*/ 1 w 78"/>
                      <a:gd name="T53" fmla="*/ 1 h 28"/>
                      <a:gd name="T54" fmla="*/ 1 w 78"/>
                      <a:gd name="T55" fmla="*/ 1 h 28"/>
                      <a:gd name="T56" fmla="*/ 1 w 78"/>
                      <a:gd name="T57" fmla="*/ 1 h 28"/>
                      <a:gd name="T58" fmla="*/ 1 w 78"/>
                      <a:gd name="T59" fmla="*/ 1 h 28"/>
                      <a:gd name="T60" fmla="*/ 1 w 78"/>
                      <a:gd name="T61" fmla="*/ 1 h 28"/>
                      <a:gd name="T62" fmla="*/ 1 w 78"/>
                      <a:gd name="T63" fmla="*/ 1 h 28"/>
                      <a:gd name="T64" fmla="*/ 1 w 78"/>
                      <a:gd name="T65" fmla="*/ 1 h 28"/>
                      <a:gd name="T66" fmla="*/ 2 w 78"/>
                      <a:gd name="T67" fmla="*/ 1 h 28"/>
                      <a:gd name="T68" fmla="*/ 2 w 78"/>
                      <a:gd name="T69" fmla="*/ 1 h 28"/>
                      <a:gd name="T70" fmla="*/ 2 w 78"/>
                      <a:gd name="T71" fmla="*/ 1 h 28"/>
                      <a:gd name="T72" fmla="*/ 2 w 78"/>
                      <a:gd name="T73" fmla="*/ 1 h 28"/>
                      <a:gd name="T74" fmla="*/ 2 w 78"/>
                      <a:gd name="T75" fmla="*/ 1 h 28"/>
                      <a:gd name="T76" fmla="*/ 2 w 78"/>
                      <a:gd name="T77" fmla="*/ 1 h 28"/>
                      <a:gd name="T78" fmla="*/ 2 w 78"/>
                      <a:gd name="T79" fmla="*/ 1 h 2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78"/>
                      <a:gd name="T121" fmla="*/ 0 h 28"/>
                      <a:gd name="T122" fmla="*/ 78 w 78"/>
                      <a:gd name="T123" fmla="*/ 28 h 28"/>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78" h="28">
                        <a:moveTo>
                          <a:pt x="74" y="28"/>
                        </a:moveTo>
                        <a:lnTo>
                          <a:pt x="74" y="25"/>
                        </a:lnTo>
                        <a:lnTo>
                          <a:pt x="70" y="24"/>
                        </a:lnTo>
                        <a:lnTo>
                          <a:pt x="64" y="21"/>
                        </a:lnTo>
                        <a:lnTo>
                          <a:pt x="61" y="20"/>
                        </a:lnTo>
                        <a:lnTo>
                          <a:pt x="56" y="19"/>
                        </a:lnTo>
                        <a:lnTo>
                          <a:pt x="51" y="17"/>
                        </a:lnTo>
                        <a:lnTo>
                          <a:pt x="47" y="15"/>
                        </a:lnTo>
                        <a:lnTo>
                          <a:pt x="42" y="13"/>
                        </a:lnTo>
                        <a:lnTo>
                          <a:pt x="37" y="12"/>
                        </a:lnTo>
                        <a:lnTo>
                          <a:pt x="33" y="9"/>
                        </a:lnTo>
                        <a:lnTo>
                          <a:pt x="29" y="8"/>
                        </a:lnTo>
                        <a:lnTo>
                          <a:pt x="24" y="7"/>
                        </a:lnTo>
                        <a:lnTo>
                          <a:pt x="19" y="5"/>
                        </a:lnTo>
                        <a:lnTo>
                          <a:pt x="15" y="4"/>
                        </a:lnTo>
                        <a:lnTo>
                          <a:pt x="10" y="2"/>
                        </a:lnTo>
                        <a:lnTo>
                          <a:pt x="5" y="2"/>
                        </a:lnTo>
                        <a:lnTo>
                          <a:pt x="0" y="0"/>
                        </a:lnTo>
                        <a:lnTo>
                          <a:pt x="0" y="3"/>
                        </a:lnTo>
                        <a:lnTo>
                          <a:pt x="5" y="4"/>
                        </a:lnTo>
                        <a:lnTo>
                          <a:pt x="10" y="4"/>
                        </a:lnTo>
                        <a:lnTo>
                          <a:pt x="14" y="5"/>
                        </a:lnTo>
                        <a:lnTo>
                          <a:pt x="19" y="7"/>
                        </a:lnTo>
                        <a:lnTo>
                          <a:pt x="24" y="9"/>
                        </a:lnTo>
                        <a:lnTo>
                          <a:pt x="27" y="10"/>
                        </a:lnTo>
                        <a:lnTo>
                          <a:pt x="32" y="12"/>
                        </a:lnTo>
                        <a:lnTo>
                          <a:pt x="37" y="14"/>
                        </a:lnTo>
                        <a:lnTo>
                          <a:pt x="42" y="15"/>
                        </a:lnTo>
                        <a:lnTo>
                          <a:pt x="46" y="18"/>
                        </a:lnTo>
                        <a:lnTo>
                          <a:pt x="51" y="19"/>
                        </a:lnTo>
                        <a:lnTo>
                          <a:pt x="56" y="20"/>
                        </a:lnTo>
                        <a:lnTo>
                          <a:pt x="59" y="23"/>
                        </a:lnTo>
                        <a:lnTo>
                          <a:pt x="64" y="24"/>
                        </a:lnTo>
                        <a:lnTo>
                          <a:pt x="69" y="26"/>
                        </a:lnTo>
                        <a:lnTo>
                          <a:pt x="73" y="28"/>
                        </a:lnTo>
                        <a:lnTo>
                          <a:pt x="73" y="25"/>
                        </a:lnTo>
                        <a:lnTo>
                          <a:pt x="74" y="28"/>
                        </a:lnTo>
                        <a:lnTo>
                          <a:pt x="78" y="26"/>
                        </a:lnTo>
                        <a:lnTo>
                          <a:pt x="74" y="25"/>
                        </a:lnTo>
                        <a:lnTo>
                          <a:pt x="74"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7" name="Freeform 200"/>
                  <p:cNvSpPr>
                    <a:spLocks/>
                  </p:cNvSpPr>
                  <p:nvPr/>
                </p:nvSpPr>
                <p:spPr bwMode="auto">
                  <a:xfrm>
                    <a:off x="4315" y="3523"/>
                    <a:ext cx="13" cy="9"/>
                  </a:xfrm>
                  <a:custGeom>
                    <a:avLst/>
                    <a:gdLst>
                      <a:gd name="T0" fmla="*/ 1 w 26"/>
                      <a:gd name="T1" fmla="*/ 0 h 19"/>
                      <a:gd name="T2" fmla="*/ 1 w 26"/>
                      <a:gd name="T3" fmla="*/ 0 h 19"/>
                      <a:gd name="T4" fmla="*/ 1 w 26"/>
                      <a:gd name="T5" fmla="*/ 0 h 19"/>
                      <a:gd name="T6" fmla="*/ 1 w 26"/>
                      <a:gd name="T7" fmla="*/ 0 h 19"/>
                      <a:gd name="T8" fmla="*/ 1 w 26"/>
                      <a:gd name="T9" fmla="*/ 0 h 19"/>
                      <a:gd name="T10" fmla="*/ 1 w 26"/>
                      <a:gd name="T11" fmla="*/ 0 h 19"/>
                      <a:gd name="T12" fmla="*/ 1 w 26"/>
                      <a:gd name="T13" fmla="*/ 0 h 19"/>
                      <a:gd name="T14" fmla="*/ 1 w 26"/>
                      <a:gd name="T15" fmla="*/ 0 h 19"/>
                      <a:gd name="T16" fmla="*/ 1 w 26"/>
                      <a:gd name="T17" fmla="*/ 0 h 19"/>
                      <a:gd name="T18" fmla="*/ 1 w 26"/>
                      <a:gd name="T19" fmla="*/ 0 h 19"/>
                      <a:gd name="T20" fmla="*/ 1 w 26"/>
                      <a:gd name="T21" fmla="*/ 0 h 19"/>
                      <a:gd name="T22" fmla="*/ 1 w 26"/>
                      <a:gd name="T23" fmla="*/ 0 h 19"/>
                      <a:gd name="T24" fmla="*/ 1 w 26"/>
                      <a:gd name="T25" fmla="*/ 0 h 19"/>
                      <a:gd name="T26" fmla="*/ 1 w 26"/>
                      <a:gd name="T27" fmla="*/ 0 h 19"/>
                      <a:gd name="T28" fmla="*/ 1 w 26"/>
                      <a:gd name="T29" fmla="*/ 0 h 19"/>
                      <a:gd name="T30" fmla="*/ 1 w 26"/>
                      <a:gd name="T31" fmla="*/ 0 h 19"/>
                      <a:gd name="T32" fmla="*/ 1 w 26"/>
                      <a:gd name="T33" fmla="*/ 0 h 19"/>
                      <a:gd name="T34" fmla="*/ 0 w 26"/>
                      <a:gd name="T35" fmla="*/ 0 h 19"/>
                      <a:gd name="T36" fmla="*/ 1 w 26"/>
                      <a:gd name="T37" fmla="*/ 0 h 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6"/>
                      <a:gd name="T58" fmla="*/ 0 h 19"/>
                      <a:gd name="T59" fmla="*/ 26 w 26"/>
                      <a:gd name="T60" fmla="*/ 19 h 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6" h="19">
                        <a:moveTo>
                          <a:pt x="3" y="19"/>
                        </a:moveTo>
                        <a:lnTo>
                          <a:pt x="4" y="15"/>
                        </a:lnTo>
                        <a:lnTo>
                          <a:pt x="5" y="12"/>
                        </a:lnTo>
                        <a:lnTo>
                          <a:pt x="9" y="10"/>
                        </a:lnTo>
                        <a:lnTo>
                          <a:pt x="11" y="8"/>
                        </a:lnTo>
                        <a:lnTo>
                          <a:pt x="15" y="6"/>
                        </a:lnTo>
                        <a:lnTo>
                          <a:pt x="19" y="5"/>
                        </a:lnTo>
                        <a:lnTo>
                          <a:pt x="22" y="4"/>
                        </a:lnTo>
                        <a:lnTo>
                          <a:pt x="26" y="3"/>
                        </a:lnTo>
                        <a:lnTo>
                          <a:pt x="25" y="0"/>
                        </a:lnTo>
                        <a:lnTo>
                          <a:pt x="22" y="1"/>
                        </a:lnTo>
                        <a:lnTo>
                          <a:pt x="17" y="3"/>
                        </a:lnTo>
                        <a:lnTo>
                          <a:pt x="14" y="4"/>
                        </a:lnTo>
                        <a:lnTo>
                          <a:pt x="10" y="6"/>
                        </a:lnTo>
                        <a:lnTo>
                          <a:pt x="6" y="8"/>
                        </a:lnTo>
                        <a:lnTo>
                          <a:pt x="4" y="11"/>
                        </a:lnTo>
                        <a:lnTo>
                          <a:pt x="1" y="15"/>
                        </a:lnTo>
                        <a:lnTo>
                          <a:pt x="0" y="19"/>
                        </a:lnTo>
                        <a:lnTo>
                          <a:pt x="3"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8" name="Freeform 201"/>
                  <p:cNvSpPr>
                    <a:spLocks/>
                  </p:cNvSpPr>
                  <p:nvPr/>
                </p:nvSpPr>
                <p:spPr bwMode="auto">
                  <a:xfrm>
                    <a:off x="4314" y="3532"/>
                    <a:ext cx="2" cy="10"/>
                  </a:xfrm>
                  <a:custGeom>
                    <a:avLst/>
                    <a:gdLst>
                      <a:gd name="T0" fmla="*/ 1 w 4"/>
                      <a:gd name="T1" fmla="*/ 1 h 19"/>
                      <a:gd name="T2" fmla="*/ 1 w 4"/>
                      <a:gd name="T3" fmla="*/ 1 h 19"/>
                      <a:gd name="T4" fmla="*/ 1 w 4"/>
                      <a:gd name="T5" fmla="*/ 1 h 19"/>
                      <a:gd name="T6" fmla="*/ 1 w 4"/>
                      <a:gd name="T7" fmla="*/ 1 h 19"/>
                      <a:gd name="T8" fmla="*/ 1 w 4"/>
                      <a:gd name="T9" fmla="*/ 1 h 19"/>
                      <a:gd name="T10" fmla="*/ 1 w 4"/>
                      <a:gd name="T11" fmla="*/ 0 h 19"/>
                      <a:gd name="T12" fmla="*/ 1 w 4"/>
                      <a:gd name="T13" fmla="*/ 0 h 19"/>
                      <a:gd name="T14" fmla="*/ 1 w 4"/>
                      <a:gd name="T15" fmla="*/ 1 h 19"/>
                      <a:gd name="T16" fmla="*/ 0 w 4"/>
                      <a:gd name="T17" fmla="*/ 1 h 19"/>
                      <a:gd name="T18" fmla="*/ 0 w 4"/>
                      <a:gd name="T19" fmla="*/ 1 h 19"/>
                      <a:gd name="T20" fmla="*/ 1 w 4"/>
                      <a:gd name="T21" fmla="*/ 1 h 19"/>
                      <a:gd name="T22" fmla="*/ 1 w 4"/>
                      <a:gd name="T23" fmla="*/ 1 h 19"/>
                      <a:gd name="T24" fmla="*/ 1 w 4"/>
                      <a:gd name="T25" fmla="*/ 1 h 19"/>
                      <a:gd name="T26" fmla="*/ 1 w 4"/>
                      <a:gd name="T27" fmla="*/ 1 h 19"/>
                      <a:gd name="T28" fmla="*/ 1 w 4"/>
                      <a:gd name="T29" fmla="*/ 1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
                      <a:gd name="T46" fmla="*/ 0 h 19"/>
                      <a:gd name="T47" fmla="*/ 4 w 4"/>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 h="19">
                        <a:moveTo>
                          <a:pt x="2" y="17"/>
                        </a:moveTo>
                        <a:lnTo>
                          <a:pt x="4" y="17"/>
                        </a:lnTo>
                        <a:lnTo>
                          <a:pt x="2" y="13"/>
                        </a:lnTo>
                        <a:lnTo>
                          <a:pt x="2" y="10"/>
                        </a:lnTo>
                        <a:lnTo>
                          <a:pt x="4" y="5"/>
                        </a:lnTo>
                        <a:lnTo>
                          <a:pt x="4" y="0"/>
                        </a:lnTo>
                        <a:lnTo>
                          <a:pt x="1" y="0"/>
                        </a:lnTo>
                        <a:lnTo>
                          <a:pt x="1" y="5"/>
                        </a:lnTo>
                        <a:lnTo>
                          <a:pt x="0" y="10"/>
                        </a:lnTo>
                        <a:lnTo>
                          <a:pt x="0" y="13"/>
                        </a:lnTo>
                        <a:lnTo>
                          <a:pt x="1" y="18"/>
                        </a:lnTo>
                        <a:lnTo>
                          <a:pt x="1" y="19"/>
                        </a:lnTo>
                        <a:lnTo>
                          <a:pt x="1" y="18"/>
                        </a:lnTo>
                        <a:lnTo>
                          <a:pt x="1" y="19"/>
                        </a:lnTo>
                        <a:lnTo>
                          <a:pt x="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89" name="Freeform 202"/>
                  <p:cNvSpPr>
                    <a:spLocks/>
                  </p:cNvSpPr>
                  <p:nvPr/>
                </p:nvSpPr>
                <p:spPr bwMode="auto">
                  <a:xfrm>
                    <a:off x="4315" y="3540"/>
                    <a:ext cx="13" cy="4"/>
                  </a:xfrm>
                  <a:custGeom>
                    <a:avLst/>
                    <a:gdLst>
                      <a:gd name="T0" fmla="*/ 0 w 27"/>
                      <a:gd name="T1" fmla="*/ 1 h 7"/>
                      <a:gd name="T2" fmla="*/ 0 w 27"/>
                      <a:gd name="T3" fmla="*/ 1 h 7"/>
                      <a:gd name="T4" fmla="*/ 0 w 27"/>
                      <a:gd name="T5" fmla="*/ 1 h 7"/>
                      <a:gd name="T6" fmla="*/ 0 w 27"/>
                      <a:gd name="T7" fmla="*/ 1 h 7"/>
                      <a:gd name="T8" fmla="*/ 0 w 27"/>
                      <a:gd name="T9" fmla="*/ 1 h 7"/>
                      <a:gd name="T10" fmla="*/ 0 w 27"/>
                      <a:gd name="T11" fmla="*/ 1 h 7"/>
                      <a:gd name="T12" fmla="*/ 0 w 27"/>
                      <a:gd name="T13" fmla="*/ 0 h 7"/>
                      <a:gd name="T14" fmla="*/ 0 w 27"/>
                      <a:gd name="T15" fmla="*/ 1 h 7"/>
                      <a:gd name="T16" fmla="*/ 0 w 27"/>
                      <a:gd name="T17" fmla="*/ 1 h 7"/>
                      <a:gd name="T18" fmla="*/ 0 w 27"/>
                      <a:gd name="T19" fmla="*/ 1 h 7"/>
                      <a:gd name="T20" fmla="*/ 0 w 27"/>
                      <a:gd name="T21" fmla="*/ 1 h 7"/>
                      <a:gd name="T22" fmla="*/ 0 w 27"/>
                      <a:gd name="T23" fmla="*/ 1 h 7"/>
                      <a:gd name="T24" fmla="*/ 0 w 27"/>
                      <a:gd name="T25" fmla="*/ 1 h 7"/>
                      <a:gd name="T26" fmla="*/ 0 w 27"/>
                      <a:gd name="T27" fmla="*/ 1 h 7"/>
                      <a:gd name="T28" fmla="*/ 0 w 27"/>
                      <a:gd name="T29" fmla="*/ 1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
                      <a:gd name="T46" fmla="*/ 0 h 7"/>
                      <a:gd name="T47" fmla="*/ 27 w 27"/>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 h="7">
                        <a:moveTo>
                          <a:pt x="27" y="5"/>
                        </a:moveTo>
                        <a:lnTo>
                          <a:pt x="17" y="5"/>
                        </a:lnTo>
                        <a:lnTo>
                          <a:pt x="14" y="4"/>
                        </a:lnTo>
                        <a:lnTo>
                          <a:pt x="10" y="4"/>
                        </a:lnTo>
                        <a:lnTo>
                          <a:pt x="8" y="2"/>
                        </a:lnTo>
                        <a:lnTo>
                          <a:pt x="4" y="1"/>
                        </a:lnTo>
                        <a:lnTo>
                          <a:pt x="1" y="0"/>
                        </a:lnTo>
                        <a:lnTo>
                          <a:pt x="0" y="2"/>
                        </a:lnTo>
                        <a:lnTo>
                          <a:pt x="4" y="4"/>
                        </a:lnTo>
                        <a:lnTo>
                          <a:pt x="8" y="5"/>
                        </a:lnTo>
                        <a:lnTo>
                          <a:pt x="10" y="6"/>
                        </a:lnTo>
                        <a:lnTo>
                          <a:pt x="21" y="6"/>
                        </a:lnTo>
                        <a:lnTo>
                          <a:pt x="24" y="7"/>
                        </a:lnTo>
                        <a:lnTo>
                          <a:pt x="27" y="7"/>
                        </a:lnTo>
                        <a:lnTo>
                          <a:pt x="27"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0" name="Freeform 203"/>
                  <p:cNvSpPr>
                    <a:spLocks/>
                  </p:cNvSpPr>
                  <p:nvPr/>
                </p:nvSpPr>
                <p:spPr bwMode="auto">
                  <a:xfrm>
                    <a:off x="4328" y="3543"/>
                    <a:ext cx="22" cy="2"/>
                  </a:xfrm>
                  <a:custGeom>
                    <a:avLst/>
                    <a:gdLst>
                      <a:gd name="T0" fmla="*/ 2 w 43"/>
                      <a:gd name="T1" fmla="*/ 1 h 4"/>
                      <a:gd name="T2" fmla="*/ 1 w 43"/>
                      <a:gd name="T3" fmla="*/ 1 h 4"/>
                      <a:gd name="T4" fmla="*/ 1 w 43"/>
                      <a:gd name="T5" fmla="*/ 0 h 4"/>
                      <a:gd name="T6" fmla="*/ 0 w 43"/>
                      <a:gd name="T7" fmla="*/ 0 h 4"/>
                      <a:gd name="T8" fmla="*/ 0 w 43"/>
                      <a:gd name="T9" fmla="*/ 1 h 4"/>
                      <a:gd name="T10" fmla="*/ 1 w 43"/>
                      <a:gd name="T11" fmla="*/ 1 h 4"/>
                      <a:gd name="T12" fmla="*/ 1 w 43"/>
                      <a:gd name="T13" fmla="*/ 1 h 4"/>
                      <a:gd name="T14" fmla="*/ 2 w 43"/>
                      <a:gd name="T15" fmla="*/ 1 h 4"/>
                      <a:gd name="T16" fmla="*/ 2 w 43"/>
                      <a:gd name="T17" fmla="*/ 1 h 4"/>
                      <a:gd name="T18" fmla="*/ 2 w 43"/>
                      <a:gd name="T19" fmla="*/ 1 h 4"/>
                      <a:gd name="T20" fmla="*/ 2 w 43"/>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
                      <a:gd name="T34" fmla="*/ 0 h 4"/>
                      <a:gd name="T35" fmla="*/ 43 w 43"/>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 h="4">
                        <a:moveTo>
                          <a:pt x="43" y="1"/>
                        </a:moveTo>
                        <a:lnTo>
                          <a:pt x="10" y="1"/>
                        </a:lnTo>
                        <a:lnTo>
                          <a:pt x="8" y="0"/>
                        </a:lnTo>
                        <a:lnTo>
                          <a:pt x="0" y="0"/>
                        </a:lnTo>
                        <a:lnTo>
                          <a:pt x="0" y="2"/>
                        </a:lnTo>
                        <a:lnTo>
                          <a:pt x="10" y="2"/>
                        </a:lnTo>
                        <a:lnTo>
                          <a:pt x="14" y="4"/>
                        </a:lnTo>
                        <a:lnTo>
                          <a:pt x="41" y="4"/>
                        </a:lnTo>
                        <a:lnTo>
                          <a:pt x="43" y="2"/>
                        </a:lnTo>
                        <a:lnTo>
                          <a:pt x="42" y="2"/>
                        </a:lnTo>
                        <a:lnTo>
                          <a:pt x="4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1" name="Freeform 204"/>
                  <p:cNvSpPr>
                    <a:spLocks/>
                  </p:cNvSpPr>
                  <p:nvPr/>
                </p:nvSpPr>
                <p:spPr bwMode="auto">
                  <a:xfrm>
                    <a:off x="4349" y="3544"/>
                    <a:ext cx="12" cy="10"/>
                  </a:xfrm>
                  <a:custGeom>
                    <a:avLst/>
                    <a:gdLst>
                      <a:gd name="T0" fmla="*/ 1 w 24"/>
                      <a:gd name="T1" fmla="*/ 0 h 21"/>
                      <a:gd name="T2" fmla="*/ 1 w 24"/>
                      <a:gd name="T3" fmla="*/ 0 h 21"/>
                      <a:gd name="T4" fmla="*/ 1 w 24"/>
                      <a:gd name="T5" fmla="*/ 0 h 21"/>
                      <a:gd name="T6" fmla="*/ 1 w 24"/>
                      <a:gd name="T7" fmla="*/ 0 h 21"/>
                      <a:gd name="T8" fmla="*/ 1 w 24"/>
                      <a:gd name="T9" fmla="*/ 0 h 21"/>
                      <a:gd name="T10" fmla="*/ 1 w 24"/>
                      <a:gd name="T11" fmla="*/ 0 h 21"/>
                      <a:gd name="T12" fmla="*/ 1 w 24"/>
                      <a:gd name="T13" fmla="*/ 0 h 21"/>
                      <a:gd name="T14" fmla="*/ 1 w 24"/>
                      <a:gd name="T15" fmla="*/ 0 h 21"/>
                      <a:gd name="T16" fmla="*/ 0 w 24"/>
                      <a:gd name="T17" fmla="*/ 0 h 21"/>
                      <a:gd name="T18" fmla="*/ 1 w 24"/>
                      <a:gd name="T19" fmla="*/ 0 h 21"/>
                      <a:gd name="T20" fmla="*/ 1 w 24"/>
                      <a:gd name="T21" fmla="*/ 0 h 21"/>
                      <a:gd name="T22" fmla="*/ 1 w 24"/>
                      <a:gd name="T23" fmla="*/ 0 h 21"/>
                      <a:gd name="T24" fmla="*/ 1 w 24"/>
                      <a:gd name="T25" fmla="*/ 0 h 21"/>
                      <a:gd name="T26" fmla="*/ 1 w 24"/>
                      <a:gd name="T27" fmla="*/ 0 h 21"/>
                      <a:gd name="T28" fmla="*/ 1 w 24"/>
                      <a:gd name="T29" fmla="*/ 0 h 21"/>
                      <a:gd name="T30" fmla="*/ 1 w 24"/>
                      <a:gd name="T31" fmla="*/ 0 h 21"/>
                      <a:gd name="T32" fmla="*/ 1 w 24"/>
                      <a:gd name="T33" fmla="*/ 0 h 21"/>
                      <a:gd name="T34" fmla="*/ 1 w 24"/>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4"/>
                      <a:gd name="T55" fmla="*/ 0 h 21"/>
                      <a:gd name="T56" fmla="*/ 24 w 24"/>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4" h="21">
                        <a:moveTo>
                          <a:pt x="22" y="19"/>
                        </a:moveTo>
                        <a:lnTo>
                          <a:pt x="20" y="20"/>
                        </a:lnTo>
                        <a:lnTo>
                          <a:pt x="16" y="19"/>
                        </a:lnTo>
                        <a:lnTo>
                          <a:pt x="11" y="14"/>
                        </a:lnTo>
                        <a:lnTo>
                          <a:pt x="9" y="10"/>
                        </a:lnTo>
                        <a:lnTo>
                          <a:pt x="6" y="6"/>
                        </a:lnTo>
                        <a:lnTo>
                          <a:pt x="4" y="3"/>
                        </a:lnTo>
                        <a:lnTo>
                          <a:pt x="1" y="0"/>
                        </a:lnTo>
                        <a:lnTo>
                          <a:pt x="0" y="1"/>
                        </a:lnTo>
                        <a:lnTo>
                          <a:pt x="1" y="5"/>
                        </a:lnTo>
                        <a:lnTo>
                          <a:pt x="4" y="7"/>
                        </a:lnTo>
                        <a:lnTo>
                          <a:pt x="6" y="11"/>
                        </a:lnTo>
                        <a:lnTo>
                          <a:pt x="9" y="15"/>
                        </a:lnTo>
                        <a:lnTo>
                          <a:pt x="13" y="19"/>
                        </a:lnTo>
                        <a:lnTo>
                          <a:pt x="15" y="20"/>
                        </a:lnTo>
                        <a:lnTo>
                          <a:pt x="20" y="21"/>
                        </a:lnTo>
                        <a:lnTo>
                          <a:pt x="24" y="21"/>
                        </a:lnTo>
                        <a:lnTo>
                          <a:pt x="22"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2" name="Freeform 205"/>
                  <p:cNvSpPr>
                    <a:spLocks/>
                  </p:cNvSpPr>
                  <p:nvPr/>
                </p:nvSpPr>
                <p:spPr bwMode="auto">
                  <a:xfrm>
                    <a:off x="4360" y="3547"/>
                    <a:ext cx="10" cy="7"/>
                  </a:xfrm>
                  <a:custGeom>
                    <a:avLst/>
                    <a:gdLst>
                      <a:gd name="T0" fmla="*/ 1 w 20"/>
                      <a:gd name="T1" fmla="*/ 0 h 14"/>
                      <a:gd name="T2" fmla="*/ 1 w 20"/>
                      <a:gd name="T3" fmla="*/ 0 h 14"/>
                      <a:gd name="T4" fmla="*/ 1 w 20"/>
                      <a:gd name="T5" fmla="*/ 1 h 14"/>
                      <a:gd name="T6" fmla="*/ 1 w 20"/>
                      <a:gd name="T7" fmla="*/ 1 h 14"/>
                      <a:gd name="T8" fmla="*/ 1 w 20"/>
                      <a:gd name="T9" fmla="*/ 1 h 14"/>
                      <a:gd name="T10" fmla="*/ 1 w 20"/>
                      <a:gd name="T11" fmla="*/ 1 h 14"/>
                      <a:gd name="T12" fmla="*/ 1 w 20"/>
                      <a:gd name="T13" fmla="*/ 1 h 14"/>
                      <a:gd name="T14" fmla="*/ 1 w 20"/>
                      <a:gd name="T15" fmla="*/ 1 h 14"/>
                      <a:gd name="T16" fmla="*/ 0 w 20"/>
                      <a:gd name="T17" fmla="*/ 1 h 14"/>
                      <a:gd name="T18" fmla="*/ 1 w 20"/>
                      <a:gd name="T19" fmla="*/ 1 h 14"/>
                      <a:gd name="T20" fmla="*/ 1 w 20"/>
                      <a:gd name="T21" fmla="*/ 1 h 14"/>
                      <a:gd name="T22" fmla="*/ 1 w 20"/>
                      <a:gd name="T23" fmla="*/ 1 h 14"/>
                      <a:gd name="T24" fmla="*/ 1 w 20"/>
                      <a:gd name="T25" fmla="*/ 1 h 14"/>
                      <a:gd name="T26" fmla="*/ 1 w 20"/>
                      <a:gd name="T27" fmla="*/ 1 h 14"/>
                      <a:gd name="T28" fmla="*/ 1 w 20"/>
                      <a:gd name="T29" fmla="*/ 1 h 14"/>
                      <a:gd name="T30" fmla="*/ 1 w 20"/>
                      <a:gd name="T31" fmla="*/ 1 h 14"/>
                      <a:gd name="T32" fmla="*/ 1 w 20"/>
                      <a:gd name="T33" fmla="*/ 1 h 14"/>
                      <a:gd name="T34" fmla="*/ 1 w 20"/>
                      <a:gd name="T35" fmla="*/ 1 h 14"/>
                      <a:gd name="T36" fmla="*/ 1 w 20"/>
                      <a:gd name="T37" fmla="*/ 0 h 14"/>
                      <a:gd name="T38" fmla="*/ 1 w 20"/>
                      <a:gd name="T39" fmla="*/ 0 h 14"/>
                      <a:gd name="T40" fmla="*/ 1 w 20"/>
                      <a:gd name="T41" fmla="*/ 0 h 1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
                      <a:gd name="T64" fmla="*/ 0 h 14"/>
                      <a:gd name="T65" fmla="*/ 20 w 20"/>
                      <a:gd name="T66" fmla="*/ 14 h 1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 h="14">
                        <a:moveTo>
                          <a:pt x="20" y="0"/>
                        </a:moveTo>
                        <a:lnTo>
                          <a:pt x="19" y="0"/>
                        </a:lnTo>
                        <a:lnTo>
                          <a:pt x="16" y="2"/>
                        </a:lnTo>
                        <a:lnTo>
                          <a:pt x="13" y="5"/>
                        </a:lnTo>
                        <a:lnTo>
                          <a:pt x="10" y="7"/>
                        </a:lnTo>
                        <a:lnTo>
                          <a:pt x="8" y="8"/>
                        </a:lnTo>
                        <a:lnTo>
                          <a:pt x="5" y="9"/>
                        </a:lnTo>
                        <a:lnTo>
                          <a:pt x="3" y="10"/>
                        </a:lnTo>
                        <a:lnTo>
                          <a:pt x="0" y="12"/>
                        </a:lnTo>
                        <a:lnTo>
                          <a:pt x="2" y="14"/>
                        </a:lnTo>
                        <a:lnTo>
                          <a:pt x="4" y="13"/>
                        </a:lnTo>
                        <a:lnTo>
                          <a:pt x="7" y="12"/>
                        </a:lnTo>
                        <a:lnTo>
                          <a:pt x="9" y="10"/>
                        </a:lnTo>
                        <a:lnTo>
                          <a:pt x="11" y="9"/>
                        </a:lnTo>
                        <a:lnTo>
                          <a:pt x="15" y="5"/>
                        </a:lnTo>
                        <a:lnTo>
                          <a:pt x="18" y="4"/>
                        </a:lnTo>
                        <a:lnTo>
                          <a:pt x="20" y="3"/>
                        </a:lnTo>
                        <a:lnTo>
                          <a:pt x="19" y="3"/>
                        </a:lnTo>
                        <a:lnTo>
                          <a:pt x="20" y="0"/>
                        </a:lnTo>
                        <a:lnTo>
                          <a:pt x="19" y="0"/>
                        </a:lnTo>
                        <a:lnTo>
                          <a:pt x="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3" name="Freeform 206"/>
                  <p:cNvSpPr>
                    <a:spLocks/>
                  </p:cNvSpPr>
                  <p:nvPr/>
                </p:nvSpPr>
                <p:spPr bwMode="auto">
                  <a:xfrm>
                    <a:off x="4369" y="3547"/>
                    <a:ext cx="4" cy="3"/>
                  </a:xfrm>
                  <a:custGeom>
                    <a:avLst/>
                    <a:gdLst>
                      <a:gd name="T0" fmla="*/ 1 w 7"/>
                      <a:gd name="T1" fmla="*/ 1 h 5"/>
                      <a:gd name="T2" fmla="*/ 1 w 7"/>
                      <a:gd name="T3" fmla="*/ 1 h 5"/>
                      <a:gd name="T4" fmla="*/ 1 w 7"/>
                      <a:gd name="T5" fmla="*/ 0 h 5"/>
                      <a:gd name="T6" fmla="*/ 1 w 7"/>
                      <a:gd name="T7" fmla="*/ 0 h 5"/>
                      <a:gd name="T8" fmla="*/ 0 w 7"/>
                      <a:gd name="T9" fmla="*/ 1 h 5"/>
                      <a:gd name="T10" fmla="*/ 1 w 7"/>
                      <a:gd name="T11" fmla="*/ 1 h 5"/>
                      <a:gd name="T12" fmla="*/ 1 w 7"/>
                      <a:gd name="T13" fmla="*/ 1 h 5"/>
                      <a:gd name="T14" fmla="*/ 1 w 7"/>
                      <a:gd name="T15" fmla="*/ 1 h 5"/>
                      <a:gd name="T16" fmla="*/ 1 w 7"/>
                      <a:gd name="T17" fmla="*/ 1 h 5"/>
                      <a:gd name="T18" fmla="*/ 1 w 7"/>
                      <a:gd name="T19" fmla="*/ 1 h 5"/>
                      <a:gd name="T20" fmla="*/ 1 w 7"/>
                      <a:gd name="T21" fmla="*/ 1 h 5"/>
                      <a:gd name="T22" fmla="*/ 1 w 7"/>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5"/>
                      <a:gd name="T38" fmla="*/ 7 w 7"/>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5">
                        <a:moveTo>
                          <a:pt x="5" y="4"/>
                        </a:moveTo>
                        <a:lnTo>
                          <a:pt x="5" y="3"/>
                        </a:lnTo>
                        <a:lnTo>
                          <a:pt x="2" y="0"/>
                        </a:lnTo>
                        <a:lnTo>
                          <a:pt x="1" y="0"/>
                        </a:lnTo>
                        <a:lnTo>
                          <a:pt x="0" y="3"/>
                        </a:lnTo>
                        <a:lnTo>
                          <a:pt x="1" y="3"/>
                        </a:lnTo>
                        <a:lnTo>
                          <a:pt x="4" y="5"/>
                        </a:lnTo>
                        <a:lnTo>
                          <a:pt x="4" y="3"/>
                        </a:lnTo>
                        <a:lnTo>
                          <a:pt x="5" y="4"/>
                        </a:lnTo>
                        <a:lnTo>
                          <a:pt x="7" y="3"/>
                        </a:lnTo>
                        <a:lnTo>
                          <a:pt x="5" y="3"/>
                        </a:lnTo>
                        <a:lnTo>
                          <a:pt x="5"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4" name="Freeform 207"/>
                  <p:cNvSpPr>
                    <a:spLocks/>
                  </p:cNvSpPr>
                  <p:nvPr/>
                </p:nvSpPr>
                <p:spPr bwMode="auto">
                  <a:xfrm>
                    <a:off x="4351" y="3548"/>
                    <a:ext cx="21" cy="23"/>
                  </a:xfrm>
                  <a:custGeom>
                    <a:avLst/>
                    <a:gdLst>
                      <a:gd name="T0" fmla="*/ 1 w 42"/>
                      <a:gd name="T1" fmla="*/ 2 h 44"/>
                      <a:gd name="T2" fmla="*/ 1 w 42"/>
                      <a:gd name="T3" fmla="*/ 2 h 44"/>
                      <a:gd name="T4" fmla="*/ 1 w 42"/>
                      <a:gd name="T5" fmla="*/ 2 h 44"/>
                      <a:gd name="T6" fmla="*/ 1 w 42"/>
                      <a:gd name="T7" fmla="*/ 2 h 44"/>
                      <a:gd name="T8" fmla="*/ 1 w 42"/>
                      <a:gd name="T9" fmla="*/ 2 h 44"/>
                      <a:gd name="T10" fmla="*/ 1 w 42"/>
                      <a:gd name="T11" fmla="*/ 2 h 44"/>
                      <a:gd name="T12" fmla="*/ 1 w 42"/>
                      <a:gd name="T13" fmla="*/ 1 h 44"/>
                      <a:gd name="T14" fmla="*/ 1 w 42"/>
                      <a:gd name="T15" fmla="*/ 1 h 44"/>
                      <a:gd name="T16" fmla="*/ 2 w 42"/>
                      <a:gd name="T17" fmla="*/ 1 h 44"/>
                      <a:gd name="T18" fmla="*/ 2 w 42"/>
                      <a:gd name="T19" fmla="*/ 1 h 44"/>
                      <a:gd name="T20" fmla="*/ 2 w 42"/>
                      <a:gd name="T21" fmla="*/ 1 h 44"/>
                      <a:gd name="T22" fmla="*/ 2 w 42"/>
                      <a:gd name="T23" fmla="*/ 0 h 44"/>
                      <a:gd name="T24" fmla="*/ 2 w 42"/>
                      <a:gd name="T25" fmla="*/ 1 h 44"/>
                      <a:gd name="T26" fmla="*/ 2 w 42"/>
                      <a:gd name="T27" fmla="*/ 1 h 44"/>
                      <a:gd name="T28" fmla="*/ 1 w 42"/>
                      <a:gd name="T29" fmla="*/ 1 h 44"/>
                      <a:gd name="T30" fmla="*/ 1 w 42"/>
                      <a:gd name="T31" fmla="*/ 1 h 44"/>
                      <a:gd name="T32" fmla="*/ 1 w 42"/>
                      <a:gd name="T33" fmla="*/ 1 h 44"/>
                      <a:gd name="T34" fmla="*/ 1 w 42"/>
                      <a:gd name="T35" fmla="*/ 1 h 44"/>
                      <a:gd name="T36" fmla="*/ 1 w 42"/>
                      <a:gd name="T37" fmla="*/ 1 h 44"/>
                      <a:gd name="T38" fmla="*/ 1 w 42"/>
                      <a:gd name="T39" fmla="*/ 1 h 44"/>
                      <a:gd name="T40" fmla="*/ 1 w 42"/>
                      <a:gd name="T41" fmla="*/ 1 h 44"/>
                      <a:gd name="T42" fmla="*/ 1 w 42"/>
                      <a:gd name="T43" fmla="*/ 2 h 44"/>
                      <a:gd name="T44" fmla="*/ 1 w 42"/>
                      <a:gd name="T45" fmla="*/ 2 h 44"/>
                      <a:gd name="T46" fmla="*/ 1 w 42"/>
                      <a:gd name="T47" fmla="*/ 2 h 44"/>
                      <a:gd name="T48" fmla="*/ 0 w 42"/>
                      <a:gd name="T49" fmla="*/ 2 h 44"/>
                      <a:gd name="T50" fmla="*/ 0 w 42"/>
                      <a:gd name="T51" fmla="*/ 2 h 44"/>
                      <a:gd name="T52" fmla="*/ 0 w 42"/>
                      <a:gd name="T53" fmla="*/ 2 h 44"/>
                      <a:gd name="T54" fmla="*/ 0 w 42"/>
                      <a:gd name="T55" fmla="*/ 2 h 44"/>
                      <a:gd name="T56" fmla="*/ 1 w 42"/>
                      <a:gd name="T57" fmla="*/ 2 h 4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2"/>
                      <a:gd name="T88" fmla="*/ 0 h 44"/>
                      <a:gd name="T89" fmla="*/ 42 w 42"/>
                      <a:gd name="T90" fmla="*/ 44 h 4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2" h="44">
                        <a:moveTo>
                          <a:pt x="2" y="44"/>
                        </a:moveTo>
                        <a:lnTo>
                          <a:pt x="1" y="44"/>
                        </a:lnTo>
                        <a:lnTo>
                          <a:pt x="4" y="42"/>
                        </a:lnTo>
                        <a:lnTo>
                          <a:pt x="6" y="38"/>
                        </a:lnTo>
                        <a:lnTo>
                          <a:pt x="9" y="36"/>
                        </a:lnTo>
                        <a:lnTo>
                          <a:pt x="11" y="32"/>
                        </a:lnTo>
                        <a:lnTo>
                          <a:pt x="16" y="27"/>
                        </a:lnTo>
                        <a:lnTo>
                          <a:pt x="18" y="23"/>
                        </a:lnTo>
                        <a:lnTo>
                          <a:pt x="33" y="9"/>
                        </a:lnTo>
                        <a:lnTo>
                          <a:pt x="37" y="6"/>
                        </a:lnTo>
                        <a:lnTo>
                          <a:pt x="42" y="1"/>
                        </a:lnTo>
                        <a:lnTo>
                          <a:pt x="41" y="0"/>
                        </a:lnTo>
                        <a:lnTo>
                          <a:pt x="38" y="2"/>
                        </a:lnTo>
                        <a:lnTo>
                          <a:pt x="36" y="4"/>
                        </a:lnTo>
                        <a:lnTo>
                          <a:pt x="29" y="10"/>
                        </a:lnTo>
                        <a:lnTo>
                          <a:pt x="27" y="11"/>
                        </a:lnTo>
                        <a:lnTo>
                          <a:pt x="25" y="15"/>
                        </a:lnTo>
                        <a:lnTo>
                          <a:pt x="21" y="17"/>
                        </a:lnTo>
                        <a:lnTo>
                          <a:pt x="13" y="25"/>
                        </a:lnTo>
                        <a:lnTo>
                          <a:pt x="11" y="28"/>
                        </a:lnTo>
                        <a:lnTo>
                          <a:pt x="9" y="31"/>
                        </a:lnTo>
                        <a:lnTo>
                          <a:pt x="6" y="34"/>
                        </a:lnTo>
                        <a:lnTo>
                          <a:pt x="4" y="37"/>
                        </a:lnTo>
                        <a:lnTo>
                          <a:pt x="2" y="41"/>
                        </a:lnTo>
                        <a:lnTo>
                          <a:pt x="0" y="43"/>
                        </a:lnTo>
                        <a:lnTo>
                          <a:pt x="0" y="44"/>
                        </a:lnTo>
                        <a:lnTo>
                          <a:pt x="0" y="43"/>
                        </a:lnTo>
                        <a:lnTo>
                          <a:pt x="0" y="44"/>
                        </a:lnTo>
                        <a:lnTo>
                          <a:pt x="2"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5" name="Freeform 208"/>
                  <p:cNvSpPr>
                    <a:spLocks/>
                  </p:cNvSpPr>
                  <p:nvPr/>
                </p:nvSpPr>
                <p:spPr bwMode="auto">
                  <a:xfrm>
                    <a:off x="4347" y="3571"/>
                    <a:ext cx="5" cy="37"/>
                  </a:xfrm>
                  <a:custGeom>
                    <a:avLst/>
                    <a:gdLst>
                      <a:gd name="T0" fmla="*/ 0 w 11"/>
                      <a:gd name="T1" fmla="*/ 3 h 74"/>
                      <a:gd name="T2" fmla="*/ 0 w 11"/>
                      <a:gd name="T3" fmla="*/ 3 h 74"/>
                      <a:gd name="T4" fmla="*/ 0 w 11"/>
                      <a:gd name="T5" fmla="*/ 2 h 74"/>
                      <a:gd name="T6" fmla="*/ 0 w 11"/>
                      <a:gd name="T7" fmla="*/ 2 h 74"/>
                      <a:gd name="T8" fmla="*/ 0 w 11"/>
                      <a:gd name="T9" fmla="*/ 2 h 74"/>
                      <a:gd name="T10" fmla="*/ 0 w 11"/>
                      <a:gd name="T11" fmla="*/ 1 h 74"/>
                      <a:gd name="T12" fmla="*/ 0 w 11"/>
                      <a:gd name="T13" fmla="*/ 1 h 74"/>
                      <a:gd name="T14" fmla="*/ 0 w 11"/>
                      <a:gd name="T15" fmla="*/ 1 h 74"/>
                      <a:gd name="T16" fmla="*/ 0 w 11"/>
                      <a:gd name="T17" fmla="*/ 0 h 74"/>
                      <a:gd name="T18" fmla="*/ 0 w 11"/>
                      <a:gd name="T19" fmla="*/ 0 h 74"/>
                      <a:gd name="T20" fmla="*/ 0 w 11"/>
                      <a:gd name="T21" fmla="*/ 1 h 74"/>
                      <a:gd name="T22" fmla="*/ 0 w 11"/>
                      <a:gd name="T23" fmla="*/ 1 h 74"/>
                      <a:gd name="T24" fmla="*/ 0 w 11"/>
                      <a:gd name="T25" fmla="*/ 1 h 74"/>
                      <a:gd name="T26" fmla="*/ 0 w 11"/>
                      <a:gd name="T27" fmla="*/ 2 h 74"/>
                      <a:gd name="T28" fmla="*/ 0 w 11"/>
                      <a:gd name="T29" fmla="*/ 2 h 74"/>
                      <a:gd name="T30" fmla="*/ 0 w 11"/>
                      <a:gd name="T31" fmla="*/ 2 h 74"/>
                      <a:gd name="T32" fmla="*/ 0 w 11"/>
                      <a:gd name="T33" fmla="*/ 2 h 74"/>
                      <a:gd name="T34" fmla="*/ 0 w 11"/>
                      <a:gd name="T35" fmla="*/ 3 h 74"/>
                      <a:gd name="T36" fmla="*/ 0 w 11"/>
                      <a:gd name="T37" fmla="*/ 3 h 74"/>
                      <a:gd name="T38" fmla="*/ 0 w 11"/>
                      <a:gd name="T39" fmla="*/ 3 h 74"/>
                      <a:gd name="T40" fmla="*/ 0 w 11"/>
                      <a:gd name="T41" fmla="*/ 3 h 74"/>
                      <a:gd name="T42" fmla="*/ 0 w 11"/>
                      <a:gd name="T43" fmla="*/ 3 h 74"/>
                      <a:gd name="T44" fmla="*/ 0 w 11"/>
                      <a:gd name="T45" fmla="*/ 3 h 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
                      <a:gd name="T70" fmla="*/ 0 h 74"/>
                      <a:gd name="T71" fmla="*/ 11 w 11"/>
                      <a:gd name="T72" fmla="*/ 74 h 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 h="74">
                        <a:moveTo>
                          <a:pt x="4" y="74"/>
                        </a:moveTo>
                        <a:lnTo>
                          <a:pt x="6" y="73"/>
                        </a:lnTo>
                        <a:lnTo>
                          <a:pt x="4" y="63"/>
                        </a:lnTo>
                        <a:lnTo>
                          <a:pt x="4" y="46"/>
                        </a:lnTo>
                        <a:lnTo>
                          <a:pt x="5" y="36"/>
                        </a:lnTo>
                        <a:lnTo>
                          <a:pt x="6" y="27"/>
                        </a:lnTo>
                        <a:lnTo>
                          <a:pt x="8" y="18"/>
                        </a:lnTo>
                        <a:lnTo>
                          <a:pt x="9" y="9"/>
                        </a:lnTo>
                        <a:lnTo>
                          <a:pt x="11" y="0"/>
                        </a:lnTo>
                        <a:lnTo>
                          <a:pt x="9" y="0"/>
                        </a:lnTo>
                        <a:lnTo>
                          <a:pt x="6" y="9"/>
                        </a:lnTo>
                        <a:lnTo>
                          <a:pt x="5" y="18"/>
                        </a:lnTo>
                        <a:lnTo>
                          <a:pt x="4" y="27"/>
                        </a:lnTo>
                        <a:lnTo>
                          <a:pt x="3" y="36"/>
                        </a:lnTo>
                        <a:lnTo>
                          <a:pt x="2" y="46"/>
                        </a:lnTo>
                        <a:lnTo>
                          <a:pt x="0" y="55"/>
                        </a:lnTo>
                        <a:lnTo>
                          <a:pt x="2" y="63"/>
                        </a:lnTo>
                        <a:lnTo>
                          <a:pt x="3" y="73"/>
                        </a:lnTo>
                        <a:lnTo>
                          <a:pt x="5" y="72"/>
                        </a:lnTo>
                        <a:lnTo>
                          <a:pt x="4" y="74"/>
                        </a:lnTo>
                        <a:lnTo>
                          <a:pt x="6" y="74"/>
                        </a:lnTo>
                        <a:lnTo>
                          <a:pt x="6" y="73"/>
                        </a:lnTo>
                        <a:lnTo>
                          <a:pt x="4"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6" name="Freeform 209"/>
                  <p:cNvSpPr>
                    <a:spLocks/>
                  </p:cNvSpPr>
                  <p:nvPr/>
                </p:nvSpPr>
                <p:spPr bwMode="auto">
                  <a:xfrm>
                    <a:off x="4305" y="3586"/>
                    <a:ext cx="44" cy="22"/>
                  </a:xfrm>
                  <a:custGeom>
                    <a:avLst/>
                    <a:gdLst>
                      <a:gd name="T0" fmla="*/ 0 w 88"/>
                      <a:gd name="T1" fmla="*/ 1 h 43"/>
                      <a:gd name="T2" fmla="*/ 1 w 88"/>
                      <a:gd name="T3" fmla="*/ 1 h 43"/>
                      <a:gd name="T4" fmla="*/ 1 w 88"/>
                      <a:gd name="T5" fmla="*/ 1 h 43"/>
                      <a:gd name="T6" fmla="*/ 1 w 88"/>
                      <a:gd name="T7" fmla="*/ 1 h 43"/>
                      <a:gd name="T8" fmla="*/ 1 w 88"/>
                      <a:gd name="T9" fmla="*/ 1 h 43"/>
                      <a:gd name="T10" fmla="*/ 1 w 88"/>
                      <a:gd name="T11" fmla="*/ 1 h 43"/>
                      <a:gd name="T12" fmla="*/ 2 w 88"/>
                      <a:gd name="T13" fmla="*/ 1 h 43"/>
                      <a:gd name="T14" fmla="*/ 2 w 88"/>
                      <a:gd name="T15" fmla="*/ 1 h 43"/>
                      <a:gd name="T16" fmla="*/ 2 w 88"/>
                      <a:gd name="T17" fmla="*/ 1 h 43"/>
                      <a:gd name="T18" fmla="*/ 2 w 88"/>
                      <a:gd name="T19" fmla="*/ 1 h 43"/>
                      <a:gd name="T20" fmla="*/ 2 w 88"/>
                      <a:gd name="T21" fmla="*/ 1 h 43"/>
                      <a:gd name="T22" fmla="*/ 2 w 88"/>
                      <a:gd name="T23" fmla="*/ 1 h 43"/>
                      <a:gd name="T24" fmla="*/ 3 w 88"/>
                      <a:gd name="T25" fmla="*/ 1 h 43"/>
                      <a:gd name="T26" fmla="*/ 3 w 88"/>
                      <a:gd name="T27" fmla="*/ 2 h 43"/>
                      <a:gd name="T28" fmla="*/ 3 w 88"/>
                      <a:gd name="T29" fmla="*/ 2 h 43"/>
                      <a:gd name="T30" fmla="*/ 3 w 88"/>
                      <a:gd name="T31" fmla="*/ 2 h 43"/>
                      <a:gd name="T32" fmla="*/ 3 w 88"/>
                      <a:gd name="T33" fmla="*/ 2 h 43"/>
                      <a:gd name="T34" fmla="*/ 3 w 88"/>
                      <a:gd name="T35" fmla="*/ 2 h 43"/>
                      <a:gd name="T36" fmla="*/ 3 w 88"/>
                      <a:gd name="T37" fmla="*/ 2 h 43"/>
                      <a:gd name="T38" fmla="*/ 3 w 88"/>
                      <a:gd name="T39" fmla="*/ 2 h 43"/>
                      <a:gd name="T40" fmla="*/ 3 w 88"/>
                      <a:gd name="T41" fmla="*/ 1 h 43"/>
                      <a:gd name="T42" fmla="*/ 3 w 88"/>
                      <a:gd name="T43" fmla="*/ 1 h 43"/>
                      <a:gd name="T44" fmla="*/ 2 w 88"/>
                      <a:gd name="T45" fmla="*/ 1 h 43"/>
                      <a:gd name="T46" fmla="*/ 2 w 88"/>
                      <a:gd name="T47" fmla="*/ 1 h 43"/>
                      <a:gd name="T48" fmla="*/ 2 w 88"/>
                      <a:gd name="T49" fmla="*/ 1 h 43"/>
                      <a:gd name="T50" fmla="*/ 2 w 88"/>
                      <a:gd name="T51" fmla="*/ 1 h 43"/>
                      <a:gd name="T52" fmla="*/ 2 w 88"/>
                      <a:gd name="T53" fmla="*/ 1 h 43"/>
                      <a:gd name="T54" fmla="*/ 2 w 88"/>
                      <a:gd name="T55" fmla="*/ 1 h 43"/>
                      <a:gd name="T56" fmla="*/ 1 w 88"/>
                      <a:gd name="T57" fmla="*/ 1 h 43"/>
                      <a:gd name="T58" fmla="*/ 1 w 88"/>
                      <a:gd name="T59" fmla="*/ 1 h 43"/>
                      <a:gd name="T60" fmla="*/ 1 w 88"/>
                      <a:gd name="T61" fmla="*/ 1 h 43"/>
                      <a:gd name="T62" fmla="*/ 1 w 88"/>
                      <a:gd name="T63" fmla="*/ 1 h 43"/>
                      <a:gd name="T64" fmla="*/ 1 w 88"/>
                      <a:gd name="T65" fmla="*/ 1 h 43"/>
                      <a:gd name="T66" fmla="*/ 1 w 88"/>
                      <a:gd name="T67" fmla="*/ 0 h 43"/>
                      <a:gd name="T68" fmla="*/ 0 w 88"/>
                      <a:gd name="T69" fmla="*/ 1 h 4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8"/>
                      <a:gd name="T106" fmla="*/ 0 h 43"/>
                      <a:gd name="T107" fmla="*/ 88 w 88"/>
                      <a:gd name="T108" fmla="*/ 43 h 4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8" h="43">
                        <a:moveTo>
                          <a:pt x="0" y="3"/>
                        </a:moveTo>
                        <a:lnTo>
                          <a:pt x="6" y="5"/>
                        </a:lnTo>
                        <a:lnTo>
                          <a:pt x="11" y="8"/>
                        </a:lnTo>
                        <a:lnTo>
                          <a:pt x="17" y="10"/>
                        </a:lnTo>
                        <a:lnTo>
                          <a:pt x="22" y="12"/>
                        </a:lnTo>
                        <a:lnTo>
                          <a:pt x="28" y="15"/>
                        </a:lnTo>
                        <a:lnTo>
                          <a:pt x="33" y="17"/>
                        </a:lnTo>
                        <a:lnTo>
                          <a:pt x="38" y="20"/>
                        </a:lnTo>
                        <a:lnTo>
                          <a:pt x="44" y="22"/>
                        </a:lnTo>
                        <a:lnTo>
                          <a:pt x="49" y="25"/>
                        </a:lnTo>
                        <a:lnTo>
                          <a:pt x="55" y="27"/>
                        </a:lnTo>
                        <a:lnTo>
                          <a:pt x="60" y="30"/>
                        </a:lnTo>
                        <a:lnTo>
                          <a:pt x="66" y="32"/>
                        </a:lnTo>
                        <a:lnTo>
                          <a:pt x="71" y="35"/>
                        </a:lnTo>
                        <a:lnTo>
                          <a:pt x="76" y="37"/>
                        </a:lnTo>
                        <a:lnTo>
                          <a:pt x="82" y="40"/>
                        </a:lnTo>
                        <a:lnTo>
                          <a:pt x="87" y="43"/>
                        </a:lnTo>
                        <a:lnTo>
                          <a:pt x="88" y="41"/>
                        </a:lnTo>
                        <a:lnTo>
                          <a:pt x="83" y="37"/>
                        </a:lnTo>
                        <a:lnTo>
                          <a:pt x="77" y="36"/>
                        </a:lnTo>
                        <a:lnTo>
                          <a:pt x="71" y="32"/>
                        </a:lnTo>
                        <a:lnTo>
                          <a:pt x="66" y="30"/>
                        </a:lnTo>
                        <a:lnTo>
                          <a:pt x="61" y="27"/>
                        </a:lnTo>
                        <a:lnTo>
                          <a:pt x="55" y="25"/>
                        </a:lnTo>
                        <a:lnTo>
                          <a:pt x="50" y="22"/>
                        </a:lnTo>
                        <a:lnTo>
                          <a:pt x="44" y="20"/>
                        </a:lnTo>
                        <a:lnTo>
                          <a:pt x="39" y="17"/>
                        </a:lnTo>
                        <a:lnTo>
                          <a:pt x="34" y="15"/>
                        </a:lnTo>
                        <a:lnTo>
                          <a:pt x="28" y="12"/>
                        </a:lnTo>
                        <a:lnTo>
                          <a:pt x="23" y="10"/>
                        </a:lnTo>
                        <a:lnTo>
                          <a:pt x="17" y="9"/>
                        </a:lnTo>
                        <a:lnTo>
                          <a:pt x="12" y="5"/>
                        </a:lnTo>
                        <a:lnTo>
                          <a:pt x="7"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7" name="Freeform 210"/>
                  <p:cNvSpPr>
                    <a:spLocks/>
                  </p:cNvSpPr>
                  <p:nvPr/>
                </p:nvSpPr>
                <p:spPr bwMode="auto">
                  <a:xfrm>
                    <a:off x="4272" y="3574"/>
                    <a:ext cx="33" cy="13"/>
                  </a:xfrm>
                  <a:custGeom>
                    <a:avLst/>
                    <a:gdLst>
                      <a:gd name="T0" fmla="*/ 0 w 67"/>
                      <a:gd name="T1" fmla="*/ 0 h 28"/>
                      <a:gd name="T2" fmla="*/ 0 w 67"/>
                      <a:gd name="T3" fmla="*/ 0 h 28"/>
                      <a:gd name="T4" fmla="*/ 0 w 67"/>
                      <a:gd name="T5" fmla="*/ 0 h 28"/>
                      <a:gd name="T6" fmla="*/ 0 w 67"/>
                      <a:gd name="T7" fmla="*/ 0 h 28"/>
                      <a:gd name="T8" fmla="*/ 0 w 67"/>
                      <a:gd name="T9" fmla="*/ 0 h 28"/>
                      <a:gd name="T10" fmla="*/ 0 w 67"/>
                      <a:gd name="T11" fmla="*/ 0 h 28"/>
                      <a:gd name="T12" fmla="*/ 0 w 67"/>
                      <a:gd name="T13" fmla="*/ 0 h 28"/>
                      <a:gd name="T14" fmla="*/ 0 w 67"/>
                      <a:gd name="T15" fmla="*/ 0 h 28"/>
                      <a:gd name="T16" fmla="*/ 1 w 67"/>
                      <a:gd name="T17" fmla="*/ 0 h 28"/>
                      <a:gd name="T18" fmla="*/ 1 w 67"/>
                      <a:gd name="T19" fmla="*/ 0 h 28"/>
                      <a:gd name="T20" fmla="*/ 1 w 67"/>
                      <a:gd name="T21" fmla="*/ 0 h 28"/>
                      <a:gd name="T22" fmla="*/ 1 w 67"/>
                      <a:gd name="T23" fmla="*/ 0 h 28"/>
                      <a:gd name="T24" fmla="*/ 1 w 67"/>
                      <a:gd name="T25" fmla="*/ 0 h 28"/>
                      <a:gd name="T26" fmla="*/ 1 w 67"/>
                      <a:gd name="T27" fmla="*/ 0 h 28"/>
                      <a:gd name="T28" fmla="*/ 1 w 67"/>
                      <a:gd name="T29" fmla="*/ 0 h 28"/>
                      <a:gd name="T30" fmla="*/ 1 w 67"/>
                      <a:gd name="T31" fmla="*/ 0 h 28"/>
                      <a:gd name="T32" fmla="*/ 2 w 67"/>
                      <a:gd name="T33" fmla="*/ 0 h 28"/>
                      <a:gd name="T34" fmla="*/ 2 w 67"/>
                      <a:gd name="T35" fmla="*/ 0 h 28"/>
                      <a:gd name="T36" fmla="*/ 1 w 67"/>
                      <a:gd name="T37" fmla="*/ 0 h 28"/>
                      <a:gd name="T38" fmla="*/ 1 w 67"/>
                      <a:gd name="T39" fmla="*/ 0 h 28"/>
                      <a:gd name="T40" fmla="*/ 1 w 67"/>
                      <a:gd name="T41" fmla="*/ 0 h 28"/>
                      <a:gd name="T42" fmla="*/ 1 w 67"/>
                      <a:gd name="T43" fmla="*/ 0 h 28"/>
                      <a:gd name="T44" fmla="*/ 1 w 67"/>
                      <a:gd name="T45" fmla="*/ 0 h 28"/>
                      <a:gd name="T46" fmla="*/ 1 w 67"/>
                      <a:gd name="T47" fmla="*/ 0 h 28"/>
                      <a:gd name="T48" fmla="*/ 1 w 67"/>
                      <a:gd name="T49" fmla="*/ 0 h 28"/>
                      <a:gd name="T50" fmla="*/ 1 w 67"/>
                      <a:gd name="T51" fmla="*/ 0 h 28"/>
                      <a:gd name="T52" fmla="*/ 0 w 67"/>
                      <a:gd name="T53" fmla="*/ 0 h 28"/>
                      <a:gd name="T54" fmla="*/ 0 w 67"/>
                      <a:gd name="T55" fmla="*/ 0 h 28"/>
                      <a:gd name="T56" fmla="*/ 0 w 67"/>
                      <a:gd name="T57" fmla="*/ 0 h 28"/>
                      <a:gd name="T58" fmla="*/ 0 w 67"/>
                      <a:gd name="T59" fmla="*/ 0 h 28"/>
                      <a:gd name="T60" fmla="*/ 0 w 67"/>
                      <a:gd name="T61" fmla="*/ 0 h 28"/>
                      <a:gd name="T62" fmla="*/ 0 w 67"/>
                      <a:gd name="T63" fmla="*/ 0 h 28"/>
                      <a:gd name="T64" fmla="*/ 0 w 67"/>
                      <a:gd name="T65" fmla="*/ 0 h 28"/>
                      <a:gd name="T66" fmla="*/ 0 w 67"/>
                      <a:gd name="T67" fmla="*/ 0 h 28"/>
                      <a:gd name="T68" fmla="*/ 0 w 67"/>
                      <a:gd name="T69" fmla="*/ 0 h 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7"/>
                      <a:gd name="T106" fmla="*/ 0 h 28"/>
                      <a:gd name="T107" fmla="*/ 67 w 67"/>
                      <a:gd name="T108" fmla="*/ 28 h 2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7" h="28">
                        <a:moveTo>
                          <a:pt x="0" y="2"/>
                        </a:moveTo>
                        <a:lnTo>
                          <a:pt x="4" y="3"/>
                        </a:lnTo>
                        <a:lnTo>
                          <a:pt x="9" y="5"/>
                        </a:lnTo>
                        <a:lnTo>
                          <a:pt x="13" y="7"/>
                        </a:lnTo>
                        <a:lnTo>
                          <a:pt x="17" y="8"/>
                        </a:lnTo>
                        <a:lnTo>
                          <a:pt x="21" y="9"/>
                        </a:lnTo>
                        <a:lnTo>
                          <a:pt x="25" y="10"/>
                        </a:lnTo>
                        <a:lnTo>
                          <a:pt x="30" y="13"/>
                        </a:lnTo>
                        <a:lnTo>
                          <a:pt x="33" y="14"/>
                        </a:lnTo>
                        <a:lnTo>
                          <a:pt x="37" y="15"/>
                        </a:lnTo>
                        <a:lnTo>
                          <a:pt x="41" y="18"/>
                        </a:lnTo>
                        <a:lnTo>
                          <a:pt x="46" y="19"/>
                        </a:lnTo>
                        <a:lnTo>
                          <a:pt x="49" y="21"/>
                        </a:lnTo>
                        <a:lnTo>
                          <a:pt x="54" y="23"/>
                        </a:lnTo>
                        <a:lnTo>
                          <a:pt x="58" y="24"/>
                        </a:lnTo>
                        <a:lnTo>
                          <a:pt x="62" y="26"/>
                        </a:lnTo>
                        <a:lnTo>
                          <a:pt x="66" y="28"/>
                        </a:lnTo>
                        <a:lnTo>
                          <a:pt x="67" y="25"/>
                        </a:lnTo>
                        <a:lnTo>
                          <a:pt x="63" y="24"/>
                        </a:lnTo>
                        <a:lnTo>
                          <a:pt x="58" y="21"/>
                        </a:lnTo>
                        <a:lnTo>
                          <a:pt x="54" y="20"/>
                        </a:lnTo>
                        <a:lnTo>
                          <a:pt x="51" y="19"/>
                        </a:lnTo>
                        <a:lnTo>
                          <a:pt x="47" y="17"/>
                        </a:lnTo>
                        <a:lnTo>
                          <a:pt x="42" y="15"/>
                        </a:lnTo>
                        <a:lnTo>
                          <a:pt x="38" y="14"/>
                        </a:lnTo>
                        <a:lnTo>
                          <a:pt x="33" y="12"/>
                        </a:lnTo>
                        <a:lnTo>
                          <a:pt x="30" y="10"/>
                        </a:lnTo>
                        <a:lnTo>
                          <a:pt x="26" y="8"/>
                        </a:lnTo>
                        <a:lnTo>
                          <a:pt x="21" y="7"/>
                        </a:lnTo>
                        <a:lnTo>
                          <a:pt x="17" y="5"/>
                        </a:lnTo>
                        <a:lnTo>
                          <a:pt x="14" y="4"/>
                        </a:lnTo>
                        <a:lnTo>
                          <a:pt x="9" y="3"/>
                        </a:lnTo>
                        <a:lnTo>
                          <a:pt x="5" y="0"/>
                        </a:lnTo>
                        <a:lnTo>
                          <a:pt x="0"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8" name="Freeform 211"/>
                  <p:cNvSpPr>
                    <a:spLocks/>
                  </p:cNvSpPr>
                  <p:nvPr/>
                </p:nvSpPr>
                <p:spPr bwMode="auto">
                  <a:xfrm>
                    <a:off x="4263" y="3553"/>
                    <a:ext cx="9" cy="21"/>
                  </a:xfrm>
                  <a:custGeom>
                    <a:avLst/>
                    <a:gdLst>
                      <a:gd name="T0" fmla="*/ 0 w 17"/>
                      <a:gd name="T1" fmla="*/ 0 h 42"/>
                      <a:gd name="T2" fmla="*/ 1 w 17"/>
                      <a:gd name="T3" fmla="*/ 1 h 42"/>
                      <a:gd name="T4" fmla="*/ 1 w 17"/>
                      <a:gd name="T5" fmla="*/ 1 h 42"/>
                      <a:gd name="T6" fmla="*/ 1 w 17"/>
                      <a:gd name="T7" fmla="*/ 1 h 42"/>
                      <a:gd name="T8" fmla="*/ 1 w 17"/>
                      <a:gd name="T9" fmla="*/ 1 h 42"/>
                      <a:gd name="T10" fmla="*/ 1 w 17"/>
                      <a:gd name="T11" fmla="*/ 1 h 42"/>
                      <a:gd name="T12" fmla="*/ 1 w 17"/>
                      <a:gd name="T13" fmla="*/ 2 h 42"/>
                      <a:gd name="T14" fmla="*/ 1 w 17"/>
                      <a:gd name="T15" fmla="*/ 2 h 42"/>
                      <a:gd name="T16" fmla="*/ 1 w 17"/>
                      <a:gd name="T17" fmla="*/ 2 h 42"/>
                      <a:gd name="T18" fmla="*/ 1 w 17"/>
                      <a:gd name="T19" fmla="*/ 2 h 42"/>
                      <a:gd name="T20" fmla="*/ 1 w 17"/>
                      <a:gd name="T21" fmla="*/ 2 h 42"/>
                      <a:gd name="T22" fmla="*/ 1 w 17"/>
                      <a:gd name="T23" fmla="*/ 1 h 42"/>
                      <a:gd name="T24" fmla="*/ 1 w 17"/>
                      <a:gd name="T25" fmla="*/ 1 h 42"/>
                      <a:gd name="T26" fmla="*/ 1 w 17"/>
                      <a:gd name="T27" fmla="*/ 1 h 42"/>
                      <a:gd name="T28" fmla="*/ 1 w 17"/>
                      <a:gd name="T29" fmla="*/ 1 h 42"/>
                      <a:gd name="T30" fmla="*/ 1 w 17"/>
                      <a:gd name="T31" fmla="*/ 1 h 42"/>
                      <a:gd name="T32" fmla="*/ 1 w 17"/>
                      <a:gd name="T33" fmla="*/ 1 h 42"/>
                      <a:gd name="T34" fmla="*/ 1 w 17"/>
                      <a:gd name="T35" fmla="*/ 0 h 42"/>
                      <a:gd name="T36" fmla="*/ 0 w 17"/>
                      <a:gd name="T37" fmla="*/ 0 h 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42"/>
                      <a:gd name="T59" fmla="*/ 17 w 17"/>
                      <a:gd name="T60" fmla="*/ 42 h 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42">
                        <a:moveTo>
                          <a:pt x="0" y="0"/>
                        </a:moveTo>
                        <a:lnTo>
                          <a:pt x="1" y="6"/>
                        </a:lnTo>
                        <a:lnTo>
                          <a:pt x="2" y="11"/>
                        </a:lnTo>
                        <a:lnTo>
                          <a:pt x="4" y="17"/>
                        </a:lnTo>
                        <a:lnTo>
                          <a:pt x="5" y="22"/>
                        </a:lnTo>
                        <a:lnTo>
                          <a:pt x="6" y="28"/>
                        </a:lnTo>
                        <a:lnTo>
                          <a:pt x="9" y="33"/>
                        </a:lnTo>
                        <a:lnTo>
                          <a:pt x="12" y="38"/>
                        </a:lnTo>
                        <a:lnTo>
                          <a:pt x="17" y="42"/>
                        </a:lnTo>
                        <a:lnTo>
                          <a:pt x="17" y="40"/>
                        </a:lnTo>
                        <a:lnTo>
                          <a:pt x="14" y="37"/>
                        </a:lnTo>
                        <a:lnTo>
                          <a:pt x="11" y="32"/>
                        </a:lnTo>
                        <a:lnTo>
                          <a:pt x="9" y="27"/>
                        </a:lnTo>
                        <a:lnTo>
                          <a:pt x="7" y="22"/>
                        </a:lnTo>
                        <a:lnTo>
                          <a:pt x="6" y="16"/>
                        </a:lnTo>
                        <a:lnTo>
                          <a:pt x="5" y="11"/>
                        </a:lnTo>
                        <a:lnTo>
                          <a:pt x="4" y="5"/>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99" name="Freeform 212"/>
                  <p:cNvSpPr>
                    <a:spLocks/>
                  </p:cNvSpPr>
                  <p:nvPr/>
                </p:nvSpPr>
                <p:spPr bwMode="auto">
                  <a:xfrm>
                    <a:off x="4261" y="3518"/>
                    <a:ext cx="4" cy="35"/>
                  </a:xfrm>
                  <a:custGeom>
                    <a:avLst/>
                    <a:gdLst>
                      <a:gd name="T0" fmla="*/ 0 w 7"/>
                      <a:gd name="T1" fmla="*/ 0 h 72"/>
                      <a:gd name="T2" fmla="*/ 0 w 7"/>
                      <a:gd name="T3" fmla="*/ 1 h 72"/>
                      <a:gd name="T4" fmla="*/ 1 w 7"/>
                      <a:gd name="T5" fmla="*/ 1 h 72"/>
                      <a:gd name="T6" fmla="*/ 1 w 7"/>
                      <a:gd name="T7" fmla="*/ 1 h 72"/>
                      <a:gd name="T8" fmla="*/ 1 w 7"/>
                      <a:gd name="T9" fmla="*/ 2 h 72"/>
                      <a:gd name="T10" fmla="*/ 1 w 7"/>
                      <a:gd name="T11" fmla="*/ 2 h 72"/>
                      <a:gd name="T12" fmla="*/ 1 w 7"/>
                      <a:gd name="T13" fmla="*/ 1 h 72"/>
                      <a:gd name="T14" fmla="*/ 1 w 7"/>
                      <a:gd name="T15" fmla="*/ 1 h 72"/>
                      <a:gd name="T16" fmla="*/ 1 w 7"/>
                      <a:gd name="T17" fmla="*/ 1 h 72"/>
                      <a:gd name="T18" fmla="*/ 1 w 7"/>
                      <a:gd name="T19" fmla="*/ 0 h 72"/>
                      <a:gd name="T20" fmla="*/ 0 w 7"/>
                      <a:gd name="T21" fmla="*/ 0 h 72"/>
                      <a:gd name="T22" fmla="*/ 0 w 7"/>
                      <a:gd name="T23" fmla="*/ 0 h 72"/>
                      <a:gd name="T24" fmla="*/ 0 w 7"/>
                      <a:gd name="T25" fmla="*/ 0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72"/>
                      <a:gd name="T41" fmla="*/ 7 w 7"/>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72">
                        <a:moveTo>
                          <a:pt x="0" y="0"/>
                        </a:moveTo>
                        <a:lnTo>
                          <a:pt x="0" y="46"/>
                        </a:lnTo>
                        <a:lnTo>
                          <a:pt x="1" y="55"/>
                        </a:lnTo>
                        <a:lnTo>
                          <a:pt x="3" y="63"/>
                        </a:lnTo>
                        <a:lnTo>
                          <a:pt x="5" y="72"/>
                        </a:lnTo>
                        <a:lnTo>
                          <a:pt x="7" y="72"/>
                        </a:lnTo>
                        <a:lnTo>
                          <a:pt x="5" y="63"/>
                        </a:lnTo>
                        <a:lnTo>
                          <a:pt x="4" y="55"/>
                        </a:lnTo>
                        <a:lnTo>
                          <a:pt x="3" y="46"/>
                        </a:lnTo>
                        <a:lnTo>
                          <a:pt x="3" y="2"/>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0" name="Freeform 213"/>
                  <p:cNvSpPr>
                    <a:spLocks/>
                  </p:cNvSpPr>
                  <p:nvPr/>
                </p:nvSpPr>
                <p:spPr bwMode="auto">
                  <a:xfrm>
                    <a:off x="4261" y="3504"/>
                    <a:ext cx="12" cy="14"/>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w 25"/>
                      <a:gd name="T11" fmla="*/ 0 h 29"/>
                      <a:gd name="T12" fmla="*/ 0 w 25"/>
                      <a:gd name="T13" fmla="*/ 0 h 29"/>
                      <a:gd name="T14" fmla="*/ 0 w 25"/>
                      <a:gd name="T15" fmla="*/ 0 h 29"/>
                      <a:gd name="T16" fmla="*/ 0 w 25"/>
                      <a:gd name="T17" fmla="*/ 0 h 29"/>
                      <a:gd name="T18" fmla="*/ 0 w 25"/>
                      <a:gd name="T19" fmla="*/ 0 h 29"/>
                      <a:gd name="T20" fmla="*/ 0 w 25"/>
                      <a:gd name="T21" fmla="*/ 0 h 29"/>
                      <a:gd name="T22" fmla="*/ 0 w 25"/>
                      <a:gd name="T23" fmla="*/ 0 h 29"/>
                      <a:gd name="T24" fmla="*/ 0 w 25"/>
                      <a:gd name="T25" fmla="*/ 0 h 29"/>
                      <a:gd name="T26" fmla="*/ 0 w 25"/>
                      <a:gd name="T27" fmla="*/ 0 h 29"/>
                      <a:gd name="T28" fmla="*/ 0 w 25"/>
                      <a:gd name="T29" fmla="*/ 0 h 29"/>
                      <a:gd name="T30" fmla="*/ 0 w 25"/>
                      <a:gd name="T31" fmla="*/ 0 h 29"/>
                      <a:gd name="T32" fmla="*/ 0 w 25"/>
                      <a:gd name="T33" fmla="*/ 0 h 29"/>
                      <a:gd name="T34" fmla="*/ 0 w 25"/>
                      <a:gd name="T35" fmla="*/ 0 h 29"/>
                      <a:gd name="T36" fmla="*/ 0 w 25"/>
                      <a:gd name="T37" fmla="*/ 0 h 29"/>
                      <a:gd name="T38" fmla="*/ 0 w 25"/>
                      <a:gd name="T39" fmla="*/ 0 h 29"/>
                      <a:gd name="T40" fmla="*/ 0 w 25"/>
                      <a:gd name="T41" fmla="*/ 0 h 29"/>
                      <a:gd name="T42" fmla="*/ 0 w 25"/>
                      <a:gd name="T43" fmla="*/ 0 h 2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5"/>
                      <a:gd name="T67" fmla="*/ 0 h 29"/>
                      <a:gd name="T68" fmla="*/ 25 w 25"/>
                      <a:gd name="T69" fmla="*/ 29 h 2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5" h="29">
                        <a:moveTo>
                          <a:pt x="25" y="0"/>
                        </a:moveTo>
                        <a:lnTo>
                          <a:pt x="23" y="0"/>
                        </a:lnTo>
                        <a:lnTo>
                          <a:pt x="20" y="1"/>
                        </a:lnTo>
                        <a:lnTo>
                          <a:pt x="16" y="4"/>
                        </a:lnTo>
                        <a:lnTo>
                          <a:pt x="9" y="11"/>
                        </a:lnTo>
                        <a:lnTo>
                          <a:pt x="6" y="15"/>
                        </a:lnTo>
                        <a:lnTo>
                          <a:pt x="4" y="20"/>
                        </a:lnTo>
                        <a:lnTo>
                          <a:pt x="1" y="24"/>
                        </a:lnTo>
                        <a:lnTo>
                          <a:pt x="0" y="27"/>
                        </a:lnTo>
                        <a:lnTo>
                          <a:pt x="3" y="29"/>
                        </a:lnTo>
                        <a:lnTo>
                          <a:pt x="4" y="25"/>
                        </a:lnTo>
                        <a:lnTo>
                          <a:pt x="6" y="21"/>
                        </a:lnTo>
                        <a:lnTo>
                          <a:pt x="9" y="16"/>
                        </a:lnTo>
                        <a:lnTo>
                          <a:pt x="11" y="12"/>
                        </a:lnTo>
                        <a:lnTo>
                          <a:pt x="15" y="10"/>
                        </a:lnTo>
                        <a:lnTo>
                          <a:pt x="17" y="6"/>
                        </a:lnTo>
                        <a:lnTo>
                          <a:pt x="21" y="4"/>
                        </a:lnTo>
                        <a:lnTo>
                          <a:pt x="25" y="3"/>
                        </a:lnTo>
                        <a:lnTo>
                          <a:pt x="23" y="3"/>
                        </a:lnTo>
                        <a:lnTo>
                          <a:pt x="25" y="0"/>
                        </a:lnTo>
                        <a:lnTo>
                          <a:pt x="23" y="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1" name="Freeform 214"/>
                  <p:cNvSpPr>
                    <a:spLocks/>
                  </p:cNvSpPr>
                  <p:nvPr/>
                </p:nvSpPr>
                <p:spPr bwMode="auto">
                  <a:xfrm>
                    <a:off x="4273" y="3504"/>
                    <a:ext cx="5" cy="3"/>
                  </a:xfrm>
                  <a:custGeom>
                    <a:avLst/>
                    <a:gdLst>
                      <a:gd name="T0" fmla="*/ 0 w 12"/>
                      <a:gd name="T1" fmla="*/ 1 h 6"/>
                      <a:gd name="T2" fmla="*/ 0 w 12"/>
                      <a:gd name="T3" fmla="*/ 1 h 6"/>
                      <a:gd name="T4" fmla="*/ 0 w 12"/>
                      <a:gd name="T5" fmla="*/ 1 h 6"/>
                      <a:gd name="T6" fmla="*/ 0 w 12"/>
                      <a:gd name="T7" fmla="*/ 1 h 6"/>
                      <a:gd name="T8" fmla="*/ 0 w 12"/>
                      <a:gd name="T9" fmla="*/ 1 h 6"/>
                      <a:gd name="T10" fmla="*/ 0 w 12"/>
                      <a:gd name="T11" fmla="*/ 0 h 6"/>
                      <a:gd name="T12" fmla="*/ 0 w 12"/>
                      <a:gd name="T13" fmla="*/ 0 h 6"/>
                      <a:gd name="T14" fmla="*/ 0 w 12"/>
                      <a:gd name="T15" fmla="*/ 1 h 6"/>
                      <a:gd name="T16" fmla="*/ 0 w 12"/>
                      <a:gd name="T17" fmla="*/ 1 h 6"/>
                      <a:gd name="T18" fmla="*/ 0 w 12"/>
                      <a:gd name="T19" fmla="*/ 1 h 6"/>
                      <a:gd name="T20" fmla="*/ 0 w 12"/>
                      <a:gd name="T21" fmla="*/ 1 h 6"/>
                      <a:gd name="T22" fmla="*/ 0 w 12"/>
                      <a:gd name="T23" fmla="*/ 1 h 6"/>
                      <a:gd name="T24" fmla="*/ 0 w 12"/>
                      <a:gd name="T25" fmla="*/ 1 h 6"/>
                      <a:gd name="T26" fmla="*/ 0 w 12"/>
                      <a:gd name="T27" fmla="*/ 1 h 6"/>
                      <a:gd name="T28" fmla="*/ 0 w 12"/>
                      <a:gd name="T29" fmla="*/ 1 h 6"/>
                      <a:gd name="T30" fmla="*/ 0 w 12"/>
                      <a:gd name="T31" fmla="*/ 1 h 6"/>
                      <a:gd name="T32" fmla="*/ 0 w 12"/>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6"/>
                      <a:gd name="T53" fmla="*/ 12 w 1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6">
                        <a:moveTo>
                          <a:pt x="10" y="6"/>
                        </a:moveTo>
                        <a:lnTo>
                          <a:pt x="12" y="4"/>
                        </a:lnTo>
                        <a:lnTo>
                          <a:pt x="10" y="4"/>
                        </a:lnTo>
                        <a:lnTo>
                          <a:pt x="8" y="1"/>
                        </a:lnTo>
                        <a:lnTo>
                          <a:pt x="7" y="1"/>
                        </a:lnTo>
                        <a:lnTo>
                          <a:pt x="5" y="0"/>
                        </a:lnTo>
                        <a:lnTo>
                          <a:pt x="2" y="0"/>
                        </a:lnTo>
                        <a:lnTo>
                          <a:pt x="0" y="3"/>
                        </a:lnTo>
                        <a:lnTo>
                          <a:pt x="5" y="3"/>
                        </a:lnTo>
                        <a:lnTo>
                          <a:pt x="7" y="4"/>
                        </a:lnTo>
                        <a:lnTo>
                          <a:pt x="8" y="4"/>
                        </a:lnTo>
                        <a:lnTo>
                          <a:pt x="9" y="5"/>
                        </a:lnTo>
                        <a:lnTo>
                          <a:pt x="10" y="4"/>
                        </a:lnTo>
                        <a:lnTo>
                          <a:pt x="10" y="6"/>
                        </a:lnTo>
                        <a:lnTo>
                          <a:pt x="12" y="5"/>
                        </a:lnTo>
                        <a:lnTo>
                          <a:pt x="12" y="4"/>
                        </a:ln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2" name="Freeform 215"/>
                  <p:cNvSpPr>
                    <a:spLocks/>
                  </p:cNvSpPr>
                  <p:nvPr/>
                </p:nvSpPr>
                <p:spPr bwMode="auto">
                  <a:xfrm>
                    <a:off x="4162" y="3508"/>
                    <a:ext cx="11" cy="11"/>
                  </a:xfrm>
                  <a:custGeom>
                    <a:avLst/>
                    <a:gdLst>
                      <a:gd name="T0" fmla="*/ 1 w 22"/>
                      <a:gd name="T1" fmla="*/ 1 h 21"/>
                      <a:gd name="T2" fmla="*/ 1 w 22"/>
                      <a:gd name="T3" fmla="*/ 1 h 21"/>
                      <a:gd name="T4" fmla="*/ 1 w 22"/>
                      <a:gd name="T5" fmla="*/ 1 h 21"/>
                      <a:gd name="T6" fmla="*/ 1 w 22"/>
                      <a:gd name="T7" fmla="*/ 1 h 21"/>
                      <a:gd name="T8" fmla="*/ 1 w 22"/>
                      <a:gd name="T9" fmla="*/ 1 h 21"/>
                      <a:gd name="T10" fmla="*/ 1 w 22"/>
                      <a:gd name="T11" fmla="*/ 1 h 21"/>
                      <a:gd name="T12" fmla="*/ 1 w 22"/>
                      <a:gd name="T13" fmla="*/ 1 h 21"/>
                      <a:gd name="T14" fmla="*/ 1 w 22"/>
                      <a:gd name="T15" fmla="*/ 1 h 21"/>
                      <a:gd name="T16" fmla="*/ 1 w 22"/>
                      <a:gd name="T17" fmla="*/ 1 h 21"/>
                      <a:gd name="T18" fmla="*/ 0 w 22"/>
                      <a:gd name="T19" fmla="*/ 1 h 21"/>
                      <a:gd name="T20" fmla="*/ 0 w 22"/>
                      <a:gd name="T21" fmla="*/ 1 h 21"/>
                      <a:gd name="T22" fmla="*/ 0 w 22"/>
                      <a:gd name="T23" fmla="*/ 1 h 21"/>
                      <a:gd name="T24" fmla="*/ 1 w 22"/>
                      <a:gd name="T25" fmla="*/ 1 h 21"/>
                      <a:gd name="T26" fmla="*/ 1 w 22"/>
                      <a:gd name="T27" fmla="*/ 1 h 21"/>
                      <a:gd name="T28" fmla="*/ 1 w 22"/>
                      <a:gd name="T29" fmla="*/ 1 h 21"/>
                      <a:gd name="T30" fmla="*/ 1 w 22"/>
                      <a:gd name="T31" fmla="*/ 1 h 21"/>
                      <a:gd name="T32" fmla="*/ 1 w 22"/>
                      <a:gd name="T33" fmla="*/ 1 h 21"/>
                      <a:gd name="T34" fmla="*/ 1 w 22"/>
                      <a:gd name="T35" fmla="*/ 0 h 21"/>
                      <a:gd name="T36" fmla="*/ 1 w 22"/>
                      <a:gd name="T37" fmla="*/ 0 h 21"/>
                      <a:gd name="T38" fmla="*/ 1 w 22"/>
                      <a:gd name="T39" fmla="*/ 1 h 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
                      <a:gd name="T61" fmla="*/ 0 h 21"/>
                      <a:gd name="T62" fmla="*/ 22 w 22"/>
                      <a:gd name="T63" fmla="*/ 21 h 2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 h="21">
                        <a:moveTo>
                          <a:pt x="22" y="1"/>
                        </a:moveTo>
                        <a:lnTo>
                          <a:pt x="22" y="2"/>
                        </a:lnTo>
                        <a:lnTo>
                          <a:pt x="10" y="2"/>
                        </a:lnTo>
                        <a:lnTo>
                          <a:pt x="8" y="3"/>
                        </a:lnTo>
                        <a:lnTo>
                          <a:pt x="6" y="5"/>
                        </a:lnTo>
                        <a:lnTo>
                          <a:pt x="3" y="8"/>
                        </a:lnTo>
                        <a:lnTo>
                          <a:pt x="2" y="12"/>
                        </a:lnTo>
                        <a:lnTo>
                          <a:pt x="2" y="16"/>
                        </a:lnTo>
                        <a:lnTo>
                          <a:pt x="1" y="20"/>
                        </a:lnTo>
                        <a:lnTo>
                          <a:pt x="0" y="20"/>
                        </a:lnTo>
                        <a:lnTo>
                          <a:pt x="0" y="21"/>
                        </a:lnTo>
                        <a:lnTo>
                          <a:pt x="0" y="12"/>
                        </a:lnTo>
                        <a:lnTo>
                          <a:pt x="1" y="10"/>
                        </a:lnTo>
                        <a:lnTo>
                          <a:pt x="1" y="7"/>
                        </a:lnTo>
                        <a:lnTo>
                          <a:pt x="2" y="5"/>
                        </a:lnTo>
                        <a:lnTo>
                          <a:pt x="6" y="1"/>
                        </a:lnTo>
                        <a:lnTo>
                          <a:pt x="10" y="1"/>
                        </a:lnTo>
                        <a:lnTo>
                          <a:pt x="12" y="0"/>
                        </a:lnTo>
                        <a:lnTo>
                          <a:pt x="19" y="0"/>
                        </a:lnTo>
                        <a:lnTo>
                          <a:pt x="2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3" name="Freeform 216"/>
                  <p:cNvSpPr>
                    <a:spLocks/>
                  </p:cNvSpPr>
                  <p:nvPr/>
                </p:nvSpPr>
                <p:spPr bwMode="auto">
                  <a:xfrm>
                    <a:off x="4172" y="3509"/>
                    <a:ext cx="2" cy="2"/>
                  </a:xfrm>
                  <a:custGeom>
                    <a:avLst/>
                    <a:gdLst>
                      <a:gd name="T0" fmla="*/ 1 w 2"/>
                      <a:gd name="T1" fmla="*/ 1 h 4"/>
                      <a:gd name="T2" fmla="*/ 2 w 2"/>
                      <a:gd name="T3" fmla="*/ 1 h 4"/>
                      <a:gd name="T4" fmla="*/ 2 w 2"/>
                      <a:gd name="T5" fmla="*/ 0 h 4"/>
                      <a:gd name="T6" fmla="*/ 0 w 2"/>
                      <a:gd name="T7" fmla="*/ 0 h 4"/>
                      <a:gd name="T8" fmla="*/ 0 w 2"/>
                      <a:gd name="T9" fmla="*/ 1 h 4"/>
                      <a:gd name="T10" fmla="*/ 1 w 2"/>
                      <a:gd name="T11" fmla="*/ 0 h 4"/>
                      <a:gd name="T12" fmla="*/ 1 w 2"/>
                      <a:gd name="T13" fmla="*/ 1 h 4"/>
                      <a:gd name="T14" fmla="*/ 2 w 2"/>
                      <a:gd name="T15" fmla="*/ 1 h 4"/>
                      <a:gd name="T16" fmla="*/ 2 w 2"/>
                      <a:gd name="T17" fmla="*/ 1 h 4"/>
                      <a:gd name="T18" fmla="*/ 1 w 2"/>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4"/>
                      <a:gd name="T32" fmla="*/ 2 w 2"/>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4">
                        <a:moveTo>
                          <a:pt x="1" y="2"/>
                        </a:moveTo>
                        <a:lnTo>
                          <a:pt x="2" y="1"/>
                        </a:lnTo>
                        <a:lnTo>
                          <a:pt x="2" y="0"/>
                        </a:lnTo>
                        <a:lnTo>
                          <a:pt x="0" y="0"/>
                        </a:lnTo>
                        <a:lnTo>
                          <a:pt x="0" y="1"/>
                        </a:lnTo>
                        <a:lnTo>
                          <a:pt x="1" y="0"/>
                        </a:lnTo>
                        <a:lnTo>
                          <a:pt x="1" y="2"/>
                        </a:lnTo>
                        <a:lnTo>
                          <a:pt x="2" y="4"/>
                        </a:lnTo>
                        <a:lnTo>
                          <a:pt x="2" y="1"/>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4" name="Freeform 217"/>
                  <p:cNvSpPr>
                    <a:spLocks/>
                  </p:cNvSpPr>
                  <p:nvPr/>
                </p:nvSpPr>
                <p:spPr bwMode="auto">
                  <a:xfrm>
                    <a:off x="4165" y="3509"/>
                    <a:ext cx="8" cy="2"/>
                  </a:xfrm>
                  <a:custGeom>
                    <a:avLst/>
                    <a:gdLst>
                      <a:gd name="T0" fmla="*/ 1 w 16"/>
                      <a:gd name="T1" fmla="*/ 0 h 5"/>
                      <a:gd name="T2" fmla="*/ 1 w 16"/>
                      <a:gd name="T3" fmla="*/ 0 h 5"/>
                      <a:gd name="T4" fmla="*/ 1 w 16"/>
                      <a:gd name="T5" fmla="*/ 0 h 5"/>
                      <a:gd name="T6" fmla="*/ 1 w 16"/>
                      <a:gd name="T7" fmla="*/ 0 h 5"/>
                      <a:gd name="T8" fmla="*/ 1 w 16"/>
                      <a:gd name="T9" fmla="*/ 0 h 5"/>
                      <a:gd name="T10" fmla="*/ 1 w 16"/>
                      <a:gd name="T11" fmla="*/ 0 h 5"/>
                      <a:gd name="T12" fmla="*/ 0 w 16"/>
                      <a:gd name="T13" fmla="*/ 0 h 5"/>
                      <a:gd name="T14" fmla="*/ 1 w 16"/>
                      <a:gd name="T15" fmla="*/ 0 h 5"/>
                      <a:gd name="T16" fmla="*/ 0 60000 65536"/>
                      <a:gd name="T17" fmla="*/ 0 60000 65536"/>
                      <a:gd name="T18" fmla="*/ 0 60000 65536"/>
                      <a:gd name="T19" fmla="*/ 0 60000 65536"/>
                      <a:gd name="T20" fmla="*/ 0 60000 65536"/>
                      <a:gd name="T21" fmla="*/ 0 60000 65536"/>
                      <a:gd name="T22" fmla="*/ 0 60000 65536"/>
                      <a:gd name="T23" fmla="*/ 0 60000 65536"/>
                      <a:gd name="T24" fmla="*/ 0 w 16"/>
                      <a:gd name="T25" fmla="*/ 0 h 5"/>
                      <a:gd name="T26" fmla="*/ 16 w 16"/>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 h="5">
                        <a:moveTo>
                          <a:pt x="1" y="5"/>
                        </a:moveTo>
                        <a:lnTo>
                          <a:pt x="4" y="2"/>
                        </a:lnTo>
                        <a:lnTo>
                          <a:pt x="16" y="2"/>
                        </a:lnTo>
                        <a:lnTo>
                          <a:pt x="16" y="0"/>
                        </a:lnTo>
                        <a:lnTo>
                          <a:pt x="4" y="0"/>
                        </a:lnTo>
                        <a:lnTo>
                          <a:pt x="1" y="1"/>
                        </a:lnTo>
                        <a:lnTo>
                          <a:pt x="0" y="2"/>
                        </a:lnTo>
                        <a:lnTo>
                          <a:pt x="1"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5" name="Freeform 218"/>
                  <p:cNvSpPr>
                    <a:spLocks/>
                  </p:cNvSpPr>
                  <p:nvPr/>
                </p:nvSpPr>
                <p:spPr bwMode="auto">
                  <a:xfrm>
                    <a:off x="4162" y="3510"/>
                    <a:ext cx="4" cy="9"/>
                  </a:xfrm>
                  <a:custGeom>
                    <a:avLst/>
                    <a:gdLst>
                      <a:gd name="T0" fmla="*/ 1 w 7"/>
                      <a:gd name="T1" fmla="*/ 0 h 19"/>
                      <a:gd name="T2" fmla="*/ 1 w 7"/>
                      <a:gd name="T3" fmla="*/ 0 h 19"/>
                      <a:gd name="T4" fmla="*/ 1 w 7"/>
                      <a:gd name="T5" fmla="*/ 0 h 19"/>
                      <a:gd name="T6" fmla="*/ 1 w 7"/>
                      <a:gd name="T7" fmla="*/ 0 h 19"/>
                      <a:gd name="T8" fmla="*/ 1 w 7"/>
                      <a:gd name="T9" fmla="*/ 0 h 19"/>
                      <a:gd name="T10" fmla="*/ 1 w 7"/>
                      <a:gd name="T11" fmla="*/ 0 h 19"/>
                      <a:gd name="T12" fmla="*/ 1 w 7"/>
                      <a:gd name="T13" fmla="*/ 0 h 19"/>
                      <a:gd name="T14" fmla="*/ 1 w 7"/>
                      <a:gd name="T15" fmla="*/ 0 h 19"/>
                      <a:gd name="T16" fmla="*/ 1 w 7"/>
                      <a:gd name="T17" fmla="*/ 0 h 19"/>
                      <a:gd name="T18" fmla="*/ 1 w 7"/>
                      <a:gd name="T19" fmla="*/ 0 h 19"/>
                      <a:gd name="T20" fmla="*/ 0 w 7"/>
                      <a:gd name="T21" fmla="*/ 0 h 19"/>
                      <a:gd name="T22" fmla="*/ 1 w 7"/>
                      <a:gd name="T23" fmla="*/ 0 h 19"/>
                      <a:gd name="T24" fmla="*/ 1 w 7"/>
                      <a:gd name="T25" fmla="*/ 0 h 19"/>
                      <a:gd name="T26" fmla="*/ 1 w 7"/>
                      <a:gd name="T27" fmla="*/ 0 h 19"/>
                      <a:gd name="T28" fmla="*/ 1 w 7"/>
                      <a:gd name="T29" fmla="*/ 0 h 19"/>
                      <a:gd name="T30" fmla="*/ 1 w 7"/>
                      <a:gd name="T31" fmla="*/ 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19"/>
                      <a:gd name="T50" fmla="*/ 7 w 7"/>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19">
                        <a:moveTo>
                          <a:pt x="1" y="18"/>
                        </a:moveTo>
                        <a:lnTo>
                          <a:pt x="2" y="17"/>
                        </a:lnTo>
                        <a:lnTo>
                          <a:pt x="2" y="13"/>
                        </a:lnTo>
                        <a:lnTo>
                          <a:pt x="3" y="9"/>
                        </a:lnTo>
                        <a:lnTo>
                          <a:pt x="5" y="5"/>
                        </a:lnTo>
                        <a:lnTo>
                          <a:pt x="7" y="3"/>
                        </a:lnTo>
                        <a:lnTo>
                          <a:pt x="6" y="0"/>
                        </a:lnTo>
                        <a:lnTo>
                          <a:pt x="2" y="5"/>
                        </a:lnTo>
                        <a:lnTo>
                          <a:pt x="1" y="9"/>
                        </a:lnTo>
                        <a:lnTo>
                          <a:pt x="1" y="13"/>
                        </a:lnTo>
                        <a:lnTo>
                          <a:pt x="0" y="17"/>
                        </a:lnTo>
                        <a:lnTo>
                          <a:pt x="2" y="15"/>
                        </a:lnTo>
                        <a:lnTo>
                          <a:pt x="1" y="18"/>
                        </a:lnTo>
                        <a:lnTo>
                          <a:pt x="2" y="19"/>
                        </a:lnTo>
                        <a:lnTo>
                          <a:pt x="2" y="17"/>
                        </a:lnTo>
                        <a:lnTo>
                          <a:pt x="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6" name="Freeform 219"/>
                  <p:cNvSpPr>
                    <a:spLocks/>
                  </p:cNvSpPr>
                  <p:nvPr/>
                </p:nvSpPr>
                <p:spPr bwMode="auto">
                  <a:xfrm>
                    <a:off x="4161" y="3518"/>
                    <a:ext cx="2" cy="3"/>
                  </a:xfrm>
                  <a:custGeom>
                    <a:avLst/>
                    <a:gdLst>
                      <a:gd name="T0" fmla="*/ 0 w 4"/>
                      <a:gd name="T1" fmla="*/ 0 h 8"/>
                      <a:gd name="T2" fmla="*/ 1 w 4"/>
                      <a:gd name="T3" fmla="*/ 0 h 8"/>
                      <a:gd name="T4" fmla="*/ 1 w 4"/>
                      <a:gd name="T5" fmla="*/ 0 h 8"/>
                      <a:gd name="T6" fmla="*/ 1 w 4"/>
                      <a:gd name="T7" fmla="*/ 0 h 8"/>
                      <a:gd name="T8" fmla="*/ 1 w 4"/>
                      <a:gd name="T9" fmla="*/ 0 h 8"/>
                      <a:gd name="T10" fmla="*/ 0 w 4"/>
                      <a:gd name="T11" fmla="*/ 0 h 8"/>
                      <a:gd name="T12" fmla="*/ 1 w 4"/>
                      <a:gd name="T13" fmla="*/ 0 h 8"/>
                      <a:gd name="T14" fmla="*/ 0 w 4"/>
                      <a:gd name="T15" fmla="*/ 0 h 8"/>
                      <a:gd name="T16" fmla="*/ 0 w 4"/>
                      <a:gd name="T17" fmla="*/ 0 h 8"/>
                      <a:gd name="T18" fmla="*/ 1 w 4"/>
                      <a:gd name="T19" fmla="*/ 0 h 8"/>
                      <a:gd name="T20" fmla="*/ 0 w 4"/>
                      <a:gd name="T21" fmla="*/ 0 h 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
                      <a:gd name="T34" fmla="*/ 0 h 8"/>
                      <a:gd name="T35" fmla="*/ 4 w 4"/>
                      <a:gd name="T36" fmla="*/ 8 h 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 h="8">
                        <a:moveTo>
                          <a:pt x="0" y="3"/>
                        </a:moveTo>
                        <a:lnTo>
                          <a:pt x="3" y="3"/>
                        </a:lnTo>
                        <a:lnTo>
                          <a:pt x="4" y="0"/>
                        </a:lnTo>
                        <a:lnTo>
                          <a:pt x="2" y="0"/>
                        </a:lnTo>
                        <a:lnTo>
                          <a:pt x="2" y="2"/>
                        </a:lnTo>
                        <a:lnTo>
                          <a:pt x="0" y="2"/>
                        </a:lnTo>
                        <a:lnTo>
                          <a:pt x="3" y="3"/>
                        </a:lnTo>
                        <a:lnTo>
                          <a:pt x="0" y="3"/>
                        </a:lnTo>
                        <a:lnTo>
                          <a:pt x="0" y="8"/>
                        </a:lnTo>
                        <a:lnTo>
                          <a:pt x="3" y="3"/>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7" name="Freeform 220"/>
                  <p:cNvSpPr>
                    <a:spLocks/>
                  </p:cNvSpPr>
                  <p:nvPr/>
                </p:nvSpPr>
                <p:spPr bwMode="auto">
                  <a:xfrm>
                    <a:off x="4161" y="3508"/>
                    <a:ext cx="4" cy="11"/>
                  </a:xfrm>
                  <a:custGeom>
                    <a:avLst/>
                    <a:gdLst>
                      <a:gd name="T0" fmla="*/ 1 w 8"/>
                      <a:gd name="T1" fmla="*/ 0 h 21"/>
                      <a:gd name="T2" fmla="*/ 1 w 8"/>
                      <a:gd name="T3" fmla="*/ 1 h 21"/>
                      <a:gd name="T4" fmla="*/ 1 w 8"/>
                      <a:gd name="T5" fmla="*/ 1 h 21"/>
                      <a:gd name="T6" fmla="*/ 1 w 8"/>
                      <a:gd name="T7" fmla="*/ 1 h 21"/>
                      <a:gd name="T8" fmla="*/ 1 w 8"/>
                      <a:gd name="T9" fmla="*/ 1 h 21"/>
                      <a:gd name="T10" fmla="*/ 1 w 8"/>
                      <a:gd name="T11" fmla="*/ 1 h 21"/>
                      <a:gd name="T12" fmla="*/ 0 w 8"/>
                      <a:gd name="T13" fmla="*/ 1 h 21"/>
                      <a:gd name="T14" fmla="*/ 0 w 8"/>
                      <a:gd name="T15" fmla="*/ 1 h 21"/>
                      <a:gd name="T16" fmla="*/ 1 w 8"/>
                      <a:gd name="T17" fmla="*/ 1 h 21"/>
                      <a:gd name="T18" fmla="*/ 1 w 8"/>
                      <a:gd name="T19" fmla="*/ 1 h 21"/>
                      <a:gd name="T20" fmla="*/ 1 w 8"/>
                      <a:gd name="T21" fmla="*/ 1 h 21"/>
                      <a:gd name="T22" fmla="*/ 1 w 8"/>
                      <a:gd name="T23" fmla="*/ 1 h 21"/>
                      <a:gd name="T24" fmla="*/ 1 w 8"/>
                      <a:gd name="T25" fmla="*/ 1 h 21"/>
                      <a:gd name="T26" fmla="*/ 1 w 8"/>
                      <a:gd name="T27" fmla="*/ 1 h 21"/>
                      <a:gd name="T28" fmla="*/ 1 w 8"/>
                      <a:gd name="T29" fmla="*/ 1 h 21"/>
                      <a:gd name="T30" fmla="*/ 1 w 8"/>
                      <a:gd name="T31" fmla="*/ 0 h 21"/>
                      <a:gd name="T32" fmla="*/ 1 w 8"/>
                      <a:gd name="T33" fmla="*/ 1 h 21"/>
                      <a:gd name="T34" fmla="*/ 1 w 8"/>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21"/>
                      <a:gd name="T56" fmla="*/ 8 w 8"/>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21">
                        <a:moveTo>
                          <a:pt x="8" y="0"/>
                        </a:moveTo>
                        <a:lnTo>
                          <a:pt x="7" y="1"/>
                        </a:lnTo>
                        <a:lnTo>
                          <a:pt x="4" y="2"/>
                        </a:lnTo>
                        <a:lnTo>
                          <a:pt x="3" y="5"/>
                        </a:lnTo>
                        <a:lnTo>
                          <a:pt x="2" y="7"/>
                        </a:lnTo>
                        <a:lnTo>
                          <a:pt x="2" y="10"/>
                        </a:lnTo>
                        <a:lnTo>
                          <a:pt x="0" y="12"/>
                        </a:lnTo>
                        <a:lnTo>
                          <a:pt x="0" y="21"/>
                        </a:lnTo>
                        <a:lnTo>
                          <a:pt x="3" y="21"/>
                        </a:lnTo>
                        <a:lnTo>
                          <a:pt x="3" y="12"/>
                        </a:lnTo>
                        <a:lnTo>
                          <a:pt x="4" y="10"/>
                        </a:lnTo>
                        <a:lnTo>
                          <a:pt x="4" y="7"/>
                        </a:lnTo>
                        <a:lnTo>
                          <a:pt x="5" y="6"/>
                        </a:lnTo>
                        <a:lnTo>
                          <a:pt x="7" y="3"/>
                        </a:lnTo>
                        <a:lnTo>
                          <a:pt x="8" y="2"/>
                        </a:lnTo>
                        <a:lnTo>
                          <a:pt x="8" y="0"/>
                        </a:lnTo>
                        <a:lnTo>
                          <a:pt x="7"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8" name="Freeform 221"/>
                  <p:cNvSpPr>
                    <a:spLocks/>
                  </p:cNvSpPr>
                  <p:nvPr/>
                </p:nvSpPr>
                <p:spPr bwMode="auto">
                  <a:xfrm>
                    <a:off x="4165" y="3508"/>
                    <a:ext cx="9" cy="2"/>
                  </a:xfrm>
                  <a:custGeom>
                    <a:avLst/>
                    <a:gdLst>
                      <a:gd name="T0" fmla="*/ 1 w 17"/>
                      <a:gd name="T1" fmla="*/ 1 h 3"/>
                      <a:gd name="T2" fmla="*/ 1 w 17"/>
                      <a:gd name="T3" fmla="*/ 1 h 3"/>
                      <a:gd name="T4" fmla="*/ 1 w 17"/>
                      <a:gd name="T5" fmla="*/ 0 h 3"/>
                      <a:gd name="T6" fmla="*/ 1 w 17"/>
                      <a:gd name="T7" fmla="*/ 0 h 3"/>
                      <a:gd name="T8" fmla="*/ 1 w 17"/>
                      <a:gd name="T9" fmla="*/ 1 h 3"/>
                      <a:gd name="T10" fmla="*/ 0 w 17"/>
                      <a:gd name="T11" fmla="*/ 1 h 3"/>
                      <a:gd name="T12" fmla="*/ 0 w 17"/>
                      <a:gd name="T13" fmla="*/ 1 h 3"/>
                      <a:gd name="T14" fmla="*/ 1 w 17"/>
                      <a:gd name="T15" fmla="*/ 1 h 3"/>
                      <a:gd name="T16" fmla="*/ 1 w 17"/>
                      <a:gd name="T17" fmla="*/ 1 h 3"/>
                      <a:gd name="T18" fmla="*/ 1 w 17"/>
                      <a:gd name="T19" fmla="*/ 1 h 3"/>
                      <a:gd name="T20" fmla="*/ 1 w 17"/>
                      <a:gd name="T21" fmla="*/ 1 h 3"/>
                      <a:gd name="T22" fmla="*/ 1 w 17"/>
                      <a:gd name="T23" fmla="*/ 1 h 3"/>
                      <a:gd name="T24" fmla="*/ 1 w 17"/>
                      <a:gd name="T25" fmla="*/ 1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3"/>
                      <a:gd name="T41" fmla="*/ 17 w 17"/>
                      <a:gd name="T42" fmla="*/ 3 h 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3">
                        <a:moveTo>
                          <a:pt x="17" y="2"/>
                        </a:moveTo>
                        <a:lnTo>
                          <a:pt x="16" y="1"/>
                        </a:lnTo>
                        <a:lnTo>
                          <a:pt x="13" y="0"/>
                        </a:lnTo>
                        <a:lnTo>
                          <a:pt x="6" y="0"/>
                        </a:lnTo>
                        <a:lnTo>
                          <a:pt x="4" y="1"/>
                        </a:lnTo>
                        <a:lnTo>
                          <a:pt x="0" y="1"/>
                        </a:lnTo>
                        <a:lnTo>
                          <a:pt x="0" y="3"/>
                        </a:lnTo>
                        <a:lnTo>
                          <a:pt x="2" y="3"/>
                        </a:lnTo>
                        <a:lnTo>
                          <a:pt x="4" y="2"/>
                        </a:lnTo>
                        <a:lnTo>
                          <a:pt x="17" y="2"/>
                        </a:lnTo>
                        <a:lnTo>
                          <a:pt x="17" y="1"/>
                        </a:lnTo>
                        <a:lnTo>
                          <a:pt x="16" y="1"/>
                        </a:lnTo>
                        <a:lnTo>
                          <a:pt x="1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09" name="Freeform 222"/>
                  <p:cNvSpPr>
                    <a:spLocks/>
                  </p:cNvSpPr>
                  <p:nvPr/>
                </p:nvSpPr>
                <p:spPr bwMode="auto">
                  <a:xfrm>
                    <a:off x="4276" y="3508"/>
                    <a:ext cx="5" cy="2"/>
                  </a:xfrm>
                  <a:custGeom>
                    <a:avLst/>
                    <a:gdLst>
                      <a:gd name="T0" fmla="*/ 1 w 9"/>
                      <a:gd name="T1" fmla="*/ 1 h 3"/>
                      <a:gd name="T2" fmla="*/ 1 w 9"/>
                      <a:gd name="T3" fmla="*/ 1 h 3"/>
                      <a:gd name="T4" fmla="*/ 1 w 9"/>
                      <a:gd name="T5" fmla="*/ 1 h 3"/>
                      <a:gd name="T6" fmla="*/ 0 w 9"/>
                      <a:gd name="T7" fmla="*/ 1 h 3"/>
                      <a:gd name="T8" fmla="*/ 0 w 9"/>
                      <a:gd name="T9" fmla="*/ 1 h 3"/>
                      <a:gd name="T10" fmla="*/ 1 w 9"/>
                      <a:gd name="T11" fmla="*/ 1 h 3"/>
                      <a:gd name="T12" fmla="*/ 1 w 9"/>
                      <a:gd name="T13" fmla="*/ 1 h 3"/>
                      <a:gd name="T14" fmla="*/ 1 w 9"/>
                      <a:gd name="T15" fmla="*/ 0 h 3"/>
                      <a:gd name="T16" fmla="*/ 1 w 9"/>
                      <a:gd name="T17" fmla="*/ 0 h 3"/>
                      <a:gd name="T18" fmla="*/ 1 w 9"/>
                      <a:gd name="T19" fmla="*/ 1 h 3"/>
                      <a:gd name="T20" fmla="*/ 1 w 9"/>
                      <a:gd name="T21" fmla="*/ 1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
                      <a:gd name="T34" fmla="*/ 0 h 3"/>
                      <a:gd name="T35" fmla="*/ 9 w 9"/>
                      <a:gd name="T36" fmla="*/ 3 h 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 h="3">
                        <a:moveTo>
                          <a:pt x="9" y="1"/>
                        </a:moveTo>
                        <a:lnTo>
                          <a:pt x="9" y="2"/>
                        </a:lnTo>
                        <a:lnTo>
                          <a:pt x="8" y="3"/>
                        </a:lnTo>
                        <a:lnTo>
                          <a:pt x="0" y="3"/>
                        </a:lnTo>
                        <a:lnTo>
                          <a:pt x="0" y="2"/>
                        </a:lnTo>
                        <a:lnTo>
                          <a:pt x="1" y="1"/>
                        </a:lnTo>
                        <a:lnTo>
                          <a:pt x="3" y="1"/>
                        </a:lnTo>
                        <a:lnTo>
                          <a:pt x="5" y="0"/>
                        </a:lnTo>
                        <a:lnTo>
                          <a:pt x="7" y="0"/>
                        </a:lnTo>
                        <a:lnTo>
                          <a:pt x="8" y="1"/>
                        </a:lnTo>
                        <a:lnTo>
                          <a:pt x="9" y="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0" name="Freeform 223"/>
                  <p:cNvSpPr>
                    <a:spLocks/>
                  </p:cNvSpPr>
                  <p:nvPr/>
                </p:nvSpPr>
                <p:spPr bwMode="auto">
                  <a:xfrm>
                    <a:off x="4276" y="3509"/>
                    <a:ext cx="5" cy="2"/>
                  </a:xfrm>
                  <a:custGeom>
                    <a:avLst/>
                    <a:gdLst>
                      <a:gd name="T0" fmla="*/ 0 w 11"/>
                      <a:gd name="T1" fmla="*/ 1 h 4"/>
                      <a:gd name="T2" fmla="*/ 0 w 11"/>
                      <a:gd name="T3" fmla="*/ 1 h 4"/>
                      <a:gd name="T4" fmla="*/ 0 w 11"/>
                      <a:gd name="T5" fmla="*/ 1 h 4"/>
                      <a:gd name="T6" fmla="*/ 0 w 11"/>
                      <a:gd name="T7" fmla="*/ 0 h 4"/>
                      <a:gd name="T8" fmla="*/ 0 w 11"/>
                      <a:gd name="T9" fmla="*/ 0 h 4"/>
                      <a:gd name="T10" fmla="*/ 0 w 11"/>
                      <a:gd name="T11" fmla="*/ 1 h 4"/>
                      <a:gd name="T12" fmla="*/ 0 w 11"/>
                      <a:gd name="T13" fmla="*/ 1 h 4"/>
                      <a:gd name="T14" fmla="*/ 0 w 11"/>
                      <a:gd name="T15" fmla="*/ 1 h 4"/>
                      <a:gd name="T16" fmla="*/ 0 w 11"/>
                      <a:gd name="T17" fmla="*/ 1 h 4"/>
                      <a:gd name="T18" fmla="*/ 0 w 11"/>
                      <a:gd name="T19" fmla="*/ 1 h 4"/>
                      <a:gd name="T20" fmla="*/ 0 w 11"/>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
                      <a:gd name="T34" fmla="*/ 0 h 4"/>
                      <a:gd name="T35" fmla="*/ 11 w 11"/>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 h="4">
                        <a:moveTo>
                          <a:pt x="0" y="4"/>
                        </a:moveTo>
                        <a:lnTo>
                          <a:pt x="9" y="4"/>
                        </a:lnTo>
                        <a:lnTo>
                          <a:pt x="11" y="2"/>
                        </a:lnTo>
                        <a:lnTo>
                          <a:pt x="11" y="0"/>
                        </a:lnTo>
                        <a:lnTo>
                          <a:pt x="8" y="0"/>
                        </a:lnTo>
                        <a:lnTo>
                          <a:pt x="8" y="1"/>
                        </a:lnTo>
                        <a:lnTo>
                          <a:pt x="0" y="1"/>
                        </a:lnTo>
                        <a:lnTo>
                          <a:pt x="1" y="1"/>
                        </a:lnTo>
                        <a:lnTo>
                          <a:pt x="0" y="4"/>
                        </a:lnTo>
                        <a:lnTo>
                          <a:pt x="1" y="4"/>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1" name="Freeform 224"/>
                  <p:cNvSpPr>
                    <a:spLocks/>
                  </p:cNvSpPr>
                  <p:nvPr/>
                </p:nvSpPr>
                <p:spPr bwMode="auto">
                  <a:xfrm>
                    <a:off x="4275" y="3509"/>
                    <a:ext cx="1" cy="2"/>
                  </a:xfrm>
                  <a:custGeom>
                    <a:avLst/>
                    <a:gdLst>
                      <a:gd name="T0" fmla="*/ 0 w 3"/>
                      <a:gd name="T1" fmla="*/ 0 h 4"/>
                      <a:gd name="T2" fmla="*/ 0 w 3"/>
                      <a:gd name="T3" fmla="*/ 1 h 4"/>
                      <a:gd name="T4" fmla="*/ 0 w 3"/>
                      <a:gd name="T5" fmla="*/ 1 h 4"/>
                      <a:gd name="T6" fmla="*/ 0 w 3"/>
                      <a:gd name="T7" fmla="*/ 1 h 4"/>
                      <a:gd name="T8" fmla="*/ 0 w 3"/>
                      <a:gd name="T9" fmla="*/ 1 h 4"/>
                      <a:gd name="T10" fmla="*/ 0 w 3"/>
                      <a:gd name="T11" fmla="*/ 1 h 4"/>
                      <a:gd name="T12" fmla="*/ 0 w 3"/>
                      <a:gd name="T13" fmla="*/ 1 h 4"/>
                      <a:gd name="T14" fmla="*/ 0 w 3"/>
                      <a:gd name="T15" fmla="*/ 0 h 4"/>
                      <a:gd name="T16" fmla="*/ 0 w 3"/>
                      <a:gd name="T17" fmla="*/ 1 h 4"/>
                      <a:gd name="T18" fmla="*/ 0 w 3"/>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0" y="0"/>
                        </a:moveTo>
                        <a:lnTo>
                          <a:pt x="0" y="4"/>
                        </a:lnTo>
                        <a:lnTo>
                          <a:pt x="2" y="4"/>
                        </a:lnTo>
                        <a:lnTo>
                          <a:pt x="3" y="1"/>
                        </a:lnTo>
                        <a:lnTo>
                          <a:pt x="2" y="1"/>
                        </a:lnTo>
                        <a:lnTo>
                          <a:pt x="3" y="2"/>
                        </a:lnTo>
                        <a:lnTo>
                          <a:pt x="2" y="2"/>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2" name="Freeform 225"/>
                  <p:cNvSpPr>
                    <a:spLocks/>
                  </p:cNvSpPr>
                  <p:nvPr/>
                </p:nvSpPr>
                <p:spPr bwMode="auto">
                  <a:xfrm>
                    <a:off x="4275" y="3508"/>
                    <a:ext cx="7" cy="2"/>
                  </a:xfrm>
                  <a:custGeom>
                    <a:avLst/>
                    <a:gdLst>
                      <a:gd name="T0" fmla="*/ 1 w 14"/>
                      <a:gd name="T1" fmla="*/ 1 h 4"/>
                      <a:gd name="T2" fmla="*/ 1 w 14"/>
                      <a:gd name="T3" fmla="*/ 1 h 4"/>
                      <a:gd name="T4" fmla="*/ 1 w 14"/>
                      <a:gd name="T5" fmla="*/ 0 h 4"/>
                      <a:gd name="T6" fmla="*/ 1 w 14"/>
                      <a:gd name="T7" fmla="*/ 0 h 4"/>
                      <a:gd name="T8" fmla="*/ 1 w 14"/>
                      <a:gd name="T9" fmla="*/ 1 h 4"/>
                      <a:gd name="T10" fmla="*/ 1 w 14"/>
                      <a:gd name="T11" fmla="*/ 1 h 4"/>
                      <a:gd name="T12" fmla="*/ 1 w 14"/>
                      <a:gd name="T13" fmla="*/ 1 h 4"/>
                      <a:gd name="T14" fmla="*/ 0 w 14"/>
                      <a:gd name="T15" fmla="*/ 1 h 4"/>
                      <a:gd name="T16" fmla="*/ 1 w 14"/>
                      <a:gd name="T17" fmla="*/ 1 h 4"/>
                      <a:gd name="T18" fmla="*/ 1 w 14"/>
                      <a:gd name="T19" fmla="*/ 1 h 4"/>
                      <a:gd name="T20" fmla="*/ 1 w 14"/>
                      <a:gd name="T21" fmla="*/ 1 h 4"/>
                      <a:gd name="T22" fmla="*/ 1 w 14"/>
                      <a:gd name="T23" fmla="*/ 1 h 4"/>
                      <a:gd name="T24" fmla="*/ 1 w 14"/>
                      <a:gd name="T25" fmla="*/ 1 h 4"/>
                      <a:gd name="T26" fmla="*/ 1 w 14"/>
                      <a:gd name="T27" fmla="*/ 1 h 4"/>
                      <a:gd name="T28" fmla="*/ 1 w 14"/>
                      <a:gd name="T29" fmla="*/ 1 h 4"/>
                      <a:gd name="T30" fmla="*/ 1 w 14"/>
                      <a:gd name="T31" fmla="*/ 1 h 4"/>
                      <a:gd name="T32" fmla="*/ 1 w 14"/>
                      <a:gd name="T33" fmla="*/ 1 h 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4"/>
                      <a:gd name="T52" fmla="*/ 0 h 4"/>
                      <a:gd name="T53" fmla="*/ 14 w 14"/>
                      <a:gd name="T54" fmla="*/ 4 h 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4" h="4">
                        <a:moveTo>
                          <a:pt x="13" y="2"/>
                        </a:moveTo>
                        <a:lnTo>
                          <a:pt x="11" y="1"/>
                        </a:lnTo>
                        <a:lnTo>
                          <a:pt x="9" y="0"/>
                        </a:lnTo>
                        <a:lnTo>
                          <a:pt x="7" y="0"/>
                        </a:lnTo>
                        <a:lnTo>
                          <a:pt x="5" y="1"/>
                        </a:lnTo>
                        <a:lnTo>
                          <a:pt x="3" y="1"/>
                        </a:lnTo>
                        <a:lnTo>
                          <a:pt x="2" y="2"/>
                        </a:lnTo>
                        <a:lnTo>
                          <a:pt x="0" y="2"/>
                        </a:lnTo>
                        <a:lnTo>
                          <a:pt x="2" y="4"/>
                        </a:lnTo>
                        <a:lnTo>
                          <a:pt x="3" y="3"/>
                        </a:lnTo>
                        <a:lnTo>
                          <a:pt x="4" y="3"/>
                        </a:lnTo>
                        <a:lnTo>
                          <a:pt x="5" y="2"/>
                        </a:lnTo>
                        <a:lnTo>
                          <a:pt x="10" y="2"/>
                        </a:lnTo>
                        <a:lnTo>
                          <a:pt x="11" y="3"/>
                        </a:lnTo>
                        <a:lnTo>
                          <a:pt x="10" y="2"/>
                        </a:lnTo>
                        <a:lnTo>
                          <a:pt x="14" y="2"/>
                        </a:lnTo>
                        <a:lnTo>
                          <a:pt x="1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3" name="Freeform 226"/>
                  <p:cNvSpPr>
                    <a:spLocks/>
                  </p:cNvSpPr>
                  <p:nvPr/>
                </p:nvSpPr>
                <p:spPr bwMode="auto">
                  <a:xfrm>
                    <a:off x="4283" y="3508"/>
                    <a:ext cx="5" cy="3"/>
                  </a:xfrm>
                  <a:custGeom>
                    <a:avLst/>
                    <a:gdLst>
                      <a:gd name="T0" fmla="*/ 0 w 11"/>
                      <a:gd name="T1" fmla="*/ 1 h 6"/>
                      <a:gd name="T2" fmla="*/ 0 w 11"/>
                      <a:gd name="T3" fmla="*/ 1 h 6"/>
                      <a:gd name="T4" fmla="*/ 0 w 11"/>
                      <a:gd name="T5" fmla="*/ 1 h 6"/>
                      <a:gd name="T6" fmla="*/ 0 w 11"/>
                      <a:gd name="T7" fmla="*/ 1 h 6"/>
                      <a:gd name="T8" fmla="*/ 0 w 11"/>
                      <a:gd name="T9" fmla="*/ 1 h 6"/>
                      <a:gd name="T10" fmla="*/ 0 w 11"/>
                      <a:gd name="T11" fmla="*/ 1 h 6"/>
                      <a:gd name="T12" fmla="*/ 0 w 11"/>
                      <a:gd name="T13" fmla="*/ 1 h 6"/>
                      <a:gd name="T14" fmla="*/ 0 w 11"/>
                      <a:gd name="T15" fmla="*/ 0 h 6"/>
                      <a:gd name="T16" fmla="*/ 0 w 11"/>
                      <a:gd name="T17" fmla="*/ 0 h 6"/>
                      <a:gd name="T18" fmla="*/ 0 w 11"/>
                      <a:gd name="T19" fmla="*/ 1 h 6"/>
                      <a:gd name="T20" fmla="*/ 0 w 11"/>
                      <a:gd name="T21" fmla="*/ 1 h 6"/>
                      <a:gd name="T22" fmla="*/ 0 w 11"/>
                      <a:gd name="T23" fmla="*/ 1 h 6"/>
                      <a:gd name="T24" fmla="*/ 0 w 11"/>
                      <a:gd name="T25" fmla="*/ 1 h 6"/>
                      <a:gd name="T26" fmla="*/ 0 w 11"/>
                      <a:gd name="T27" fmla="*/ 1 h 6"/>
                      <a:gd name="T28" fmla="*/ 0 w 11"/>
                      <a:gd name="T29" fmla="*/ 1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
                      <a:gd name="T46" fmla="*/ 0 h 6"/>
                      <a:gd name="T47" fmla="*/ 11 w 11"/>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 h="6">
                        <a:moveTo>
                          <a:pt x="11" y="3"/>
                        </a:moveTo>
                        <a:lnTo>
                          <a:pt x="11" y="6"/>
                        </a:lnTo>
                        <a:lnTo>
                          <a:pt x="6" y="6"/>
                        </a:lnTo>
                        <a:lnTo>
                          <a:pt x="5" y="5"/>
                        </a:lnTo>
                        <a:lnTo>
                          <a:pt x="0" y="5"/>
                        </a:lnTo>
                        <a:lnTo>
                          <a:pt x="1" y="5"/>
                        </a:lnTo>
                        <a:lnTo>
                          <a:pt x="3" y="3"/>
                        </a:lnTo>
                        <a:lnTo>
                          <a:pt x="3" y="0"/>
                        </a:lnTo>
                        <a:lnTo>
                          <a:pt x="5" y="0"/>
                        </a:lnTo>
                        <a:lnTo>
                          <a:pt x="5" y="1"/>
                        </a:lnTo>
                        <a:lnTo>
                          <a:pt x="6" y="1"/>
                        </a:lnTo>
                        <a:lnTo>
                          <a:pt x="8" y="2"/>
                        </a:lnTo>
                        <a:lnTo>
                          <a:pt x="9" y="2"/>
                        </a:lnTo>
                        <a:lnTo>
                          <a:pt x="10" y="3"/>
                        </a:lnTo>
                        <a:lnTo>
                          <a:pt x="11"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4" name="Freeform 227"/>
                  <p:cNvSpPr>
                    <a:spLocks/>
                  </p:cNvSpPr>
                  <p:nvPr/>
                </p:nvSpPr>
                <p:spPr bwMode="auto">
                  <a:xfrm>
                    <a:off x="4287" y="3510"/>
                    <a:ext cx="2" cy="2"/>
                  </a:xfrm>
                  <a:custGeom>
                    <a:avLst/>
                    <a:gdLst>
                      <a:gd name="T0" fmla="*/ 1 w 3"/>
                      <a:gd name="T1" fmla="*/ 1 h 4"/>
                      <a:gd name="T2" fmla="*/ 1 w 3"/>
                      <a:gd name="T3" fmla="*/ 1 h 4"/>
                      <a:gd name="T4" fmla="*/ 1 w 3"/>
                      <a:gd name="T5" fmla="*/ 0 h 4"/>
                      <a:gd name="T6" fmla="*/ 0 w 3"/>
                      <a:gd name="T7" fmla="*/ 0 h 4"/>
                      <a:gd name="T8" fmla="*/ 0 w 3"/>
                      <a:gd name="T9" fmla="*/ 1 h 4"/>
                      <a:gd name="T10" fmla="*/ 1 w 3"/>
                      <a:gd name="T11" fmla="*/ 1 h 4"/>
                      <a:gd name="T12" fmla="*/ 1 w 3"/>
                      <a:gd name="T13" fmla="*/ 1 h 4"/>
                      <a:gd name="T14" fmla="*/ 1 w 3"/>
                      <a:gd name="T15" fmla="*/ 1 h 4"/>
                      <a:gd name="T16" fmla="*/ 1 w 3"/>
                      <a:gd name="T17" fmla="*/ 1 h 4"/>
                      <a:gd name="T18" fmla="*/ 1 w 3"/>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2" y="4"/>
                        </a:moveTo>
                        <a:lnTo>
                          <a:pt x="3" y="3"/>
                        </a:lnTo>
                        <a:lnTo>
                          <a:pt x="3" y="0"/>
                        </a:lnTo>
                        <a:lnTo>
                          <a:pt x="0" y="0"/>
                        </a:lnTo>
                        <a:lnTo>
                          <a:pt x="0" y="3"/>
                        </a:lnTo>
                        <a:lnTo>
                          <a:pt x="1" y="2"/>
                        </a:lnTo>
                        <a:lnTo>
                          <a:pt x="2" y="4"/>
                        </a:lnTo>
                        <a:lnTo>
                          <a:pt x="3" y="4"/>
                        </a:lnTo>
                        <a:lnTo>
                          <a:pt x="3" y="3"/>
                        </a:lnTo>
                        <a:lnTo>
                          <a:pt x="2"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5" name="Freeform 228"/>
                  <p:cNvSpPr>
                    <a:spLocks/>
                  </p:cNvSpPr>
                  <p:nvPr/>
                </p:nvSpPr>
                <p:spPr bwMode="auto">
                  <a:xfrm>
                    <a:off x="4283" y="3510"/>
                    <a:ext cx="5" cy="2"/>
                  </a:xfrm>
                  <a:custGeom>
                    <a:avLst/>
                    <a:gdLst>
                      <a:gd name="T0" fmla="*/ 0 w 11"/>
                      <a:gd name="T1" fmla="*/ 0 h 4"/>
                      <a:gd name="T2" fmla="*/ 0 w 11"/>
                      <a:gd name="T3" fmla="*/ 1 h 4"/>
                      <a:gd name="T4" fmla="*/ 0 w 11"/>
                      <a:gd name="T5" fmla="*/ 1 h 4"/>
                      <a:gd name="T6" fmla="*/ 0 w 11"/>
                      <a:gd name="T7" fmla="*/ 1 h 4"/>
                      <a:gd name="T8" fmla="*/ 0 w 11"/>
                      <a:gd name="T9" fmla="*/ 1 h 4"/>
                      <a:gd name="T10" fmla="*/ 0 w 11"/>
                      <a:gd name="T11" fmla="*/ 1 h 4"/>
                      <a:gd name="T12" fmla="*/ 0 w 11"/>
                      <a:gd name="T13" fmla="*/ 1 h 4"/>
                      <a:gd name="T14" fmla="*/ 0 w 11"/>
                      <a:gd name="T15" fmla="*/ 0 h 4"/>
                      <a:gd name="T16" fmla="*/ 0 w 11"/>
                      <a:gd name="T17" fmla="*/ 0 h 4"/>
                      <a:gd name="T18" fmla="*/ 0 w 11"/>
                      <a:gd name="T19" fmla="*/ 1 h 4"/>
                      <a:gd name="T20" fmla="*/ 0 w 11"/>
                      <a:gd name="T21" fmla="*/ 0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
                      <a:gd name="T34" fmla="*/ 0 h 4"/>
                      <a:gd name="T35" fmla="*/ 11 w 11"/>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 h="4">
                        <a:moveTo>
                          <a:pt x="0" y="0"/>
                        </a:moveTo>
                        <a:lnTo>
                          <a:pt x="1" y="3"/>
                        </a:lnTo>
                        <a:lnTo>
                          <a:pt x="4" y="3"/>
                        </a:lnTo>
                        <a:lnTo>
                          <a:pt x="5" y="4"/>
                        </a:lnTo>
                        <a:lnTo>
                          <a:pt x="11" y="4"/>
                        </a:lnTo>
                        <a:lnTo>
                          <a:pt x="10" y="2"/>
                        </a:lnTo>
                        <a:lnTo>
                          <a:pt x="6" y="2"/>
                        </a:lnTo>
                        <a:lnTo>
                          <a:pt x="5" y="0"/>
                        </a:lnTo>
                        <a:lnTo>
                          <a:pt x="0" y="0"/>
                        </a:lnTo>
                        <a:lnTo>
                          <a:pt x="1" y="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6" name="Freeform 229"/>
                  <p:cNvSpPr>
                    <a:spLocks/>
                  </p:cNvSpPr>
                  <p:nvPr/>
                </p:nvSpPr>
                <p:spPr bwMode="auto">
                  <a:xfrm>
                    <a:off x="4283" y="3508"/>
                    <a:ext cx="1" cy="3"/>
                  </a:xfrm>
                  <a:custGeom>
                    <a:avLst/>
                    <a:gdLst>
                      <a:gd name="T0" fmla="*/ 0 w 4"/>
                      <a:gd name="T1" fmla="*/ 0 h 7"/>
                      <a:gd name="T2" fmla="*/ 0 w 4"/>
                      <a:gd name="T3" fmla="*/ 0 h 7"/>
                      <a:gd name="T4" fmla="*/ 0 w 4"/>
                      <a:gd name="T5" fmla="*/ 0 h 7"/>
                      <a:gd name="T6" fmla="*/ 0 w 4"/>
                      <a:gd name="T7" fmla="*/ 0 h 7"/>
                      <a:gd name="T8" fmla="*/ 0 w 4"/>
                      <a:gd name="T9" fmla="*/ 0 h 7"/>
                      <a:gd name="T10" fmla="*/ 0 w 4"/>
                      <a:gd name="T11" fmla="*/ 0 h 7"/>
                      <a:gd name="T12" fmla="*/ 0 w 4"/>
                      <a:gd name="T13" fmla="*/ 0 h 7"/>
                      <a:gd name="T14" fmla="*/ 0 w 4"/>
                      <a:gd name="T15" fmla="*/ 0 h 7"/>
                      <a:gd name="T16" fmla="*/ 0 w 4"/>
                      <a:gd name="T17" fmla="*/ 0 h 7"/>
                      <a:gd name="T18" fmla="*/ 0 w 4"/>
                      <a:gd name="T19" fmla="*/ 0 h 7"/>
                      <a:gd name="T20" fmla="*/ 0 w 4"/>
                      <a:gd name="T21" fmla="*/ 0 h 7"/>
                      <a:gd name="T22" fmla="*/ 0 w 4"/>
                      <a:gd name="T23" fmla="*/ 0 h 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7"/>
                      <a:gd name="T38" fmla="*/ 4 w 4"/>
                      <a:gd name="T39" fmla="*/ 7 h 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7">
                        <a:moveTo>
                          <a:pt x="1" y="0"/>
                        </a:moveTo>
                        <a:lnTo>
                          <a:pt x="1" y="1"/>
                        </a:lnTo>
                        <a:lnTo>
                          <a:pt x="0" y="2"/>
                        </a:lnTo>
                        <a:lnTo>
                          <a:pt x="1" y="4"/>
                        </a:lnTo>
                        <a:lnTo>
                          <a:pt x="0" y="4"/>
                        </a:lnTo>
                        <a:lnTo>
                          <a:pt x="1" y="7"/>
                        </a:lnTo>
                        <a:lnTo>
                          <a:pt x="4" y="4"/>
                        </a:lnTo>
                        <a:lnTo>
                          <a:pt x="4" y="1"/>
                        </a:lnTo>
                        <a:lnTo>
                          <a:pt x="3" y="2"/>
                        </a:lnTo>
                        <a:lnTo>
                          <a:pt x="1" y="0"/>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7" name="Freeform 230"/>
                  <p:cNvSpPr>
                    <a:spLocks/>
                  </p:cNvSpPr>
                  <p:nvPr/>
                </p:nvSpPr>
                <p:spPr bwMode="auto">
                  <a:xfrm>
                    <a:off x="4283" y="3508"/>
                    <a:ext cx="6" cy="3"/>
                  </a:xfrm>
                  <a:custGeom>
                    <a:avLst/>
                    <a:gdLst>
                      <a:gd name="T0" fmla="*/ 1 w 11"/>
                      <a:gd name="T1" fmla="*/ 1 h 6"/>
                      <a:gd name="T2" fmla="*/ 1 w 11"/>
                      <a:gd name="T3" fmla="*/ 1 h 6"/>
                      <a:gd name="T4" fmla="*/ 1 w 11"/>
                      <a:gd name="T5" fmla="*/ 1 h 6"/>
                      <a:gd name="T6" fmla="*/ 1 w 11"/>
                      <a:gd name="T7" fmla="*/ 1 h 6"/>
                      <a:gd name="T8" fmla="*/ 1 w 11"/>
                      <a:gd name="T9" fmla="*/ 1 h 6"/>
                      <a:gd name="T10" fmla="*/ 1 w 11"/>
                      <a:gd name="T11" fmla="*/ 1 h 6"/>
                      <a:gd name="T12" fmla="*/ 1 w 11"/>
                      <a:gd name="T13" fmla="*/ 0 h 6"/>
                      <a:gd name="T14" fmla="*/ 0 w 11"/>
                      <a:gd name="T15" fmla="*/ 0 h 6"/>
                      <a:gd name="T16" fmla="*/ 1 w 11"/>
                      <a:gd name="T17" fmla="*/ 1 h 6"/>
                      <a:gd name="T18" fmla="*/ 1 w 11"/>
                      <a:gd name="T19" fmla="*/ 1 h 6"/>
                      <a:gd name="T20" fmla="*/ 1 w 11"/>
                      <a:gd name="T21" fmla="*/ 1 h 6"/>
                      <a:gd name="T22" fmla="*/ 1 w 11"/>
                      <a:gd name="T23" fmla="*/ 1 h 6"/>
                      <a:gd name="T24" fmla="*/ 1 w 11"/>
                      <a:gd name="T25" fmla="*/ 1 h 6"/>
                      <a:gd name="T26" fmla="*/ 1 w 11"/>
                      <a:gd name="T27" fmla="*/ 1 h 6"/>
                      <a:gd name="T28" fmla="*/ 1 w 11"/>
                      <a:gd name="T29" fmla="*/ 1 h 6"/>
                      <a:gd name="T30" fmla="*/ 1 w 11"/>
                      <a:gd name="T31" fmla="*/ 1 h 6"/>
                      <a:gd name="T32" fmla="*/ 1 w 11"/>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6"/>
                      <a:gd name="T53" fmla="*/ 11 w 11"/>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6">
                        <a:moveTo>
                          <a:pt x="11" y="4"/>
                        </a:moveTo>
                        <a:lnTo>
                          <a:pt x="10" y="3"/>
                        </a:lnTo>
                        <a:lnTo>
                          <a:pt x="9" y="3"/>
                        </a:lnTo>
                        <a:lnTo>
                          <a:pt x="8" y="2"/>
                        </a:lnTo>
                        <a:lnTo>
                          <a:pt x="5" y="2"/>
                        </a:lnTo>
                        <a:lnTo>
                          <a:pt x="5" y="1"/>
                        </a:lnTo>
                        <a:lnTo>
                          <a:pt x="4" y="0"/>
                        </a:lnTo>
                        <a:lnTo>
                          <a:pt x="0" y="0"/>
                        </a:lnTo>
                        <a:lnTo>
                          <a:pt x="2" y="2"/>
                        </a:lnTo>
                        <a:lnTo>
                          <a:pt x="4" y="2"/>
                        </a:lnTo>
                        <a:lnTo>
                          <a:pt x="8" y="6"/>
                        </a:lnTo>
                        <a:lnTo>
                          <a:pt x="9" y="6"/>
                        </a:lnTo>
                        <a:lnTo>
                          <a:pt x="8" y="4"/>
                        </a:lnTo>
                        <a:lnTo>
                          <a:pt x="11" y="4"/>
                        </a:lnTo>
                        <a:lnTo>
                          <a:pt x="11" y="3"/>
                        </a:lnTo>
                        <a:lnTo>
                          <a:pt x="10" y="3"/>
                        </a:lnTo>
                        <a:lnTo>
                          <a:pt x="1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83" name="Group 231"/>
                <p:cNvGrpSpPr>
                  <a:grpSpLocks/>
                </p:cNvGrpSpPr>
                <p:nvPr/>
              </p:nvGrpSpPr>
              <p:grpSpPr bwMode="auto">
                <a:xfrm>
                  <a:off x="4147" y="3448"/>
                  <a:ext cx="488" cy="116"/>
                  <a:chOff x="4147" y="3512"/>
                  <a:chExt cx="488" cy="116"/>
                </a:xfrm>
              </p:grpSpPr>
              <p:sp>
                <p:nvSpPr>
                  <p:cNvPr id="6818" name="Freeform 232"/>
                  <p:cNvSpPr>
                    <a:spLocks/>
                  </p:cNvSpPr>
                  <p:nvPr/>
                </p:nvSpPr>
                <p:spPr bwMode="auto">
                  <a:xfrm>
                    <a:off x="4566" y="3513"/>
                    <a:ext cx="13" cy="10"/>
                  </a:xfrm>
                  <a:custGeom>
                    <a:avLst/>
                    <a:gdLst>
                      <a:gd name="T0" fmla="*/ 0 w 27"/>
                      <a:gd name="T1" fmla="*/ 0 h 21"/>
                      <a:gd name="T2" fmla="*/ 0 w 27"/>
                      <a:gd name="T3" fmla="*/ 0 h 21"/>
                      <a:gd name="T4" fmla="*/ 0 w 27"/>
                      <a:gd name="T5" fmla="*/ 0 h 21"/>
                      <a:gd name="T6" fmla="*/ 0 w 27"/>
                      <a:gd name="T7" fmla="*/ 0 h 21"/>
                      <a:gd name="T8" fmla="*/ 0 w 27"/>
                      <a:gd name="T9" fmla="*/ 0 h 21"/>
                      <a:gd name="T10" fmla="*/ 0 w 27"/>
                      <a:gd name="T11" fmla="*/ 0 h 21"/>
                      <a:gd name="T12" fmla="*/ 0 w 27"/>
                      <a:gd name="T13" fmla="*/ 0 h 21"/>
                      <a:gd name="T14" fmla="*/ 0 w 27"/>
                      <a:gd name="T15" fmla="*/ 0 h 21"/>
                      <a:gd name="T16" fmla="*/ 0 w 27"/>
                      <a:gd name="T17" fmla="*/ 0 h 21"/>
                      <a:gd name="T18" fmla="*/ 0 w 27"/>
                      <a:gd name="T19" fmla="*/ 0 h 21"/>
                      <a:gd name="T20" fmla="*/ 0 w 27"/>
                      <a:gd name="T21" fmla="*/ 0 h 21"/>
                      <a:gd name="T22" fmla="*/ 0 w 27"/>
                      <a:gd name="T23" fmla="*/ 0 h 21"/>
                      <a:gd name="T24" fmla="*/ 0 w 27"/>
                      <a:gd name="T25" fmla="*/ 0 h 21"/>
                      <a:gd name="T26" fmla="*/ 0 w 27"/>
                      <a:gd name="T27" fmla="*/ 0 h 21"/>
                      <a:gd name="T28" fmla="*/ 0 w 27"/>
                      <a:gd name="T29" fmla="*/ 0 h 21"/>
                      <a:gd name="T30" fmla="*/ 0 w 27"/>
                      <a:gd name="T31" fmla="*/ 0 h 21"/>
                      <a:gd name="T32" fmla="*/ 0 w 27"/>
                      <a:gd name="T33" fmla="*/ 0 h 21"/>
                      <a:gd name="T34" fmla="*/ 0 w 27"/>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
                      <a:gd name="T55" fmla="*/ 0 h 21"/>
                      <a:gd name="T56" fmla="*/ 27 w 27"/>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 h="21">
                        <a:moveTo>
                          <a:pt x="27" y="8"/>
                        </a:moveTo>
                        <a:lnTo>
                          <a:pt x="27" y="14"/>
                        </a:lnTo>
                        <a:lnTo>
                          <a:pt x="24" y="16"/>
                        </a:lnTo>
                        <a:lnTo>
                          <a:pt x="23" y="19"/>
                        </a:lnTo>
                        <a:lnTo>
                          <a:pt x="23" y="20"/>
                        </a:lnTo>
                        <a:lnTo>
                          <a:pt x="22" y="21"/>
                        </a:lnTo>
                        <a:lnTo>
                          <a:pt x="0" y="4"/>
                        </a:lnTo>
                        <a:lnTo>
                          <a:pt x="1" y="3"/>
                        </a:lnTo>
                        <a:lnTo>
                          <a:pt x="5" y="3"/>
                        </a:lnTo>
                        <a:lnTo>
                          <a:pt x="6" y="2"/>
                        </a:lnTo>
                        <a:lnTo>
                          <a:pt x="11" y="2"/>
                        </a:lnTo>
                        <a:lnTo>
                          <a:pt x="12" y="0"/>
                        </a:lnTo>
                        <a:lnTo>
                          <a:pt x="20" y="0"/>
                        </a:lnTo>
                        <a:lnTo>
                          <a:pt x="21" y="2"/>
                        </a:lnTo>
                        <a:lnTo>
                          <a:pt x="23" y="3"/>
                        </a:lnTo>
                        <a:lnTo>
                          <a:pt x="24" y="4"/>
                        </a:lnTo>
                        <a:lnTo>
                          <a:pt x="26" y="7"/>
                        </a:lnTo>
                        <a:lnTo>
                          <a:pt x="27"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9" name="Freeform 233"/>
                  <p:cNvSpPr>
                    <a:spLocks/>
                  </p:cNvSpPr>
                  <p:nvPr/>
                </p:nvSpPr>
                <p:spPr bwMode="auto">
                  <a:xfrm>
                    <a:off x="4576" y="3516"/>
                    <a:ext cx="5" cy="8"/>
                  </a:xfrm>
                  <a:custGeom>
                    <a:avLst/>
                    <a:gdLst>
                      <a:gd name="T0" fmla="*/ 0 w 8"/>
                      <a:gd name="T1" fmla="*/ 1 h 16"/>
                      <a:gd name="T2" fmla="*/ 1 w 8"/>
                      <a:gd name="T3" fmla="*/ 1 h 16"/>
                      <a:gd name="T4" fmla="*/ 1 w 8"/>
                      <a:gd name="T5" fmla="*/ 1 h 16"/>
                      <a:gd name="T6" fmla="*/ 1 w 8"/>
                      <a:gd name="T7" fmla="*/ 1 h 16"/>
                      <a:gd name="T8" fmla="*/ 1 w 8"/>
                      <a:gd name="T9" fmla="*/ 1 h 16"/>
                      <a:gd name="T10" fmla="*/ 1 w 8"/>
                      <a:gd name="T11" fmla="*/ 1 h 16"/>
                      <a:gd name="T12" fmla="*/ 1 w 8"/>
                      <a:gd name="T13" fmla="*/ 1 h 16"/>
                      <a:gd name="T14" fmla="*/ 1 w 8"/>
                      <a:gd name="T15" fmla="*/ 0 h 16"/>
                      <a:gd name="T16" fmla="*/ 1 w 8"/>
                      <a:gd name="T17" fmla="*/ 0 h 16"/>
                      <a:gd name="T18" fmla="*/ 1 w 8"/>
                      <a:gd name="T19" fmla="*/ 1 h 16"/>
                      <a:gd name="T20" fmla="*/ 1 w 8"/>
                      <a:gd name="T21" fmla="*/ 1 h 16"/>
                      <a:gd name="T22" fmla="*/ 1 w 8"/>
                      <a:gd name="T23" fmla="*/ 1 h 16"/>
                      <a:gd name="T24" fmla="*/ 1 w 8"/>
                      <a:gd name="T25" fmla="*/ 1 h 16"/>
                      <a:gd name="T26" fmla="*/ 0 w 8"/>
                      <a:gd name="T27" fmla="*/ 1 h 16"/>
                      <a:gd name="T28" fmla="*/ 1 w 8"/>
                      <a:gd name="T29" fmla="*/ 1 h 16"/>
                      <a:gd name="T30" fmla="*/ 0 w 8"/>
                      <a:gd name="T31" fmla="*/ 1 h 16"/>
                      <a:gd name="T32" fmla="*/ 1 w 8"/>
                      <a:gd name="T33" fmla="*/ 1 h 16"/>
                      <a:gd name="T34" fmla="*/ 1 w 8"/>
                      <a:gd name="T35" fmla="*/ 1 h 16"/>
                      <a:gd name="T36" fmla="*/ 0 w 8"/>
                      <a:gd name="T37" fmla="*/ 1 h 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16"/>
                      <a:gd name="T59" fmla="*/ 8 w 8"/>
                      <a:gd name="T60" fmla="*/ 16 h 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16">
                        <a:moveTo>
                          <a:pt x="0" y="15"/>
                        </a:moveTo>
                        <a:lnTo>
                          <a:pt x="2" y="13"/>
                        </a:lnTo>
                        <a:lnTo>
                          <a:pt x="2" y="12"/>
                        </a:lnTo>
                        <a:lnTo>
                          <a:pt x="6" y="8"/>
                        </a:lnTo>
                        <a:lnTo>
                          <a:pt x="7" y="6"/>
                        </a:lnTo>
                        <a:lnTo>
                          <a:pt x="7" y="5"/>
                        </a:lnTo>
                        <a:lnTo>
                          <a:pt x="8" y="2"/>
                        </a:lnTo>
                        <a:lnTo>
                          <a:pt x="7" y="0"/>
                        </a:lnTo>
                        <a:lnTo>
                          <a:pt x="5" y="0"/>
                        </a:lnTo>
                        <a:lnTo>
                          <a:pt x="5" y="6"/>
                        </a:lnTo>
                        <a:lnTo>
                          <a:pt x="3" y="6"/>
                        </a:lnTo>
                        <a:lnTo>
                          <a:pt x="2" y="8"/>
                        </a:lnTo>
                        <a:lnTo>
                          <a:pt x="2" y="10"/>
                        </a:lnTo>
                        <a:lnTo>
                          <a:pt x="0" y="12"/>
                        </a:lnTo>
                        <a:lnTo>
                          <a:pt x="2" y="12"/>
                        </a:lnTo>
                        <a:lnTo>
                          <a:pt x="0" y="15"/>
                        </a:lnTo>
                        <a:lnTo>
                          <a:pt x="1" y="16"/>
                        </a:lnTo>
                        <a:lnTo>
                          <a:pt x="2" y="13"/>
                        </a:lnTo>
                        <a:lnTo>
                          <a:pt x="0" y="1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0" name="Freeform 234"/>
                  <p:cNvSpPr>
                    <a:spLocks/>
                  </p:cNvSpPr>
                  <p:nvPr/>
                </p:nvSpPr>
                <p:spPr bwMode="auto">
                  <a:xfrm>
                    <a:off x="4565" y="3514"/>
                    <a:ext cx="13" cy="10"/>
                  </a:xfrm>
                  <a:custGeom>
                    <a:avLst/>
                    <a:gdLst>
                      <a:gd name="T0" fmla="*/ 1 w 26"/>
                      <a:gd name="T1" fmla="*/ 0 h 20"/>
                      <a:gd name="T2" fmla="*/ 1 w 26"/>
                      <a:gd name="T3" fmla="*/ 1 h 20"/>
                      <a:gd name="T4" fmla="*/ 1 w 26"/>
                      <a:gd name="T5" fmla="*/ 1 h 20"/>
                      <a:gd name="T6" fmla="*/ 1 w 26"/>
                      <a:gd name="T7" fmla="*/ 1 h 20"/>
                      <a:gd name="T8" fmla="*/ 1 w 26"/>
                      <a:gd name="T9" fmla="*/ 0 h 20"/>
                      <a:gd name="T10" fmla="*/ 1 w 26"/>
                      <a:gd name="T11" fmla="*/ 1 h 20"/>
                      <a:gd name="T12" fmla="*/ 1 w 26"/>
                      <a:gd name="T13" fmla="*/ 0 h 20"/>
                      <a:gd name="T14" fmla="*/ 0 w 26"/>
                      <a:gd name="T15" fmla="*/ 1 h 20"/>
                      <a:gd name="T16" fmla="*/ 1 w 26"/>
                      <a:gd name="T17" fmla="*/ 1 h 20"/>
                      <a:gd name="T18" fmla="*/ 1 w 26"/>
                      <a:gd name="T19" fmla="*/ 0 h 2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20"/>
                      <a:gd name="T32" fmla="*/ 26 w 26"/>
                      <a:gd name="T33" fmla="*/ 20 h 2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20">
                        <a:moveTo>
                          <a:pt x="3" y="0"/>
                        </a:moveTo>
                        <a:lnTo>
                          <a:pt x="2" y="2"/>
                        </a:lnTo>
                        <a:lnTo>
                          <a:pt x="24" y="20"/>
                        </a:lnTo>
                        <a:lnTo>
                          <a:pt x="26" y="17"/>
                        </a:lnTo>
                        <a:lnTo>
                          <a:pt x="4" y="0"/>
                        </a:lnTo>
                        <a:lnTo>
                          <a:pt x="4" y="2"/>
                        </a:lnTo>
                        <a:lnTo>
                          <a:pt x="3" y="0"/>
                        </a:lnTo>
                        <a:lnTo>
                          <a:pt x="0" y="1"/>
                        </a:lnTo>
                        <a:lnTo>
                          <a:pt x="2" y="2"/>
                        </a:lnTo>
                        <a:lnTo>
                          <a:pt x="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1" name="Freeform 235"/>
                  <p:cNvSpPr>
                    <a:spLocks/>
                  </p:cNvSpPr>
                  <p:nvPr/>
                </p:nvSpPr>
                <p:spPr bwMode="auto">
                  <a:xfrm>
                    <a:off x="4566" y="3513"/>
                    <a:ext cx="6" cy="2"/>
                  </a:xfrm>
                  <a:custGeom>
                    <a:avLst/>
                    <a:gdLst>
                      <a:gd name="T0" fmla="*/ 1 w 12"/>
                      <a:gd name="T1" fmla="*/ 0 h 5"/>
                      <a:gd name="T2" fmla="*/ 1 w 12"/>
                      <a:gd name="T3" fmla="*/ 0 h 5"/>
                      <a:gd name="T4" fmla="*/ 1 w 12"/>
                      <a:gd name="T5" fmla="*/ 0 h 5"/>
                      <a:gd name="T6" fmla="*/ 1 w 12"/>
                      <a:gd name="T7" fmla="*/ 0 h 5"/>
                      <a:gd name="T8" fmla="*/ 0 w 12"/>
                      <a:gd name="T9" fmla="*/ 0 h 5"/>
                      <a:gd name="T10" fmla="*/ 1 w 12"/>
                      <a:gd name="T11" fmla="*/ 0 h 5"/>
                      <a:gd name="T12" fmla="*/ 1 w 12"/>
                      <a:gd name="T13" fmla="*/ 0 h 5"/>
                      <a:gd name="T14" fmla="*/ 1 w 12"/>
                      <a:gd name="T15" fmla="*/ 0 h 5"/>
                      <a:gd name="T16" fmla="*/ 1 w 12"/>
                      <a:gd name="T17" fmla="*/ 0 h 5"/>
                      <a:gd name="T18" fmla="*/ 1 w 12"/>
                      <a:gd name="T19" fmla="*/ 0 h 5"/>
                      <a:gd name="T20" fmla="*/ 1 w 12"/>
                      <a:gd name="T21" fmla="*/ 0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
                      <a:gd name="T34" fmla="*/ 0 h 5"/>
                      <a:gd name="T35" fmla="*/ 12 w 12"/>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 h="5">
                        <a:moveTo>
                          <a:pt x="12" y="0"/>
                        </a:moveTo>
                        <a:lnTo>
                          <a:pt x="4" y="0"/>
                        </a:lnTo>
                        <a:lnTo>
                          <a:pt x="2" y="2"/>
                        </a:lnTo>
                        <a:lnTo>
                          <a:pt x="1" y="2"/>
                        </a:lnTo>
                        <a:lnTo>
                          <a:pt x="0" y="3"/>
                        </a:lnTo>
                        <a:lnTo>
                          <a:pt x="1" y="5"/>
                        </a:lnTo>
                        <a:lnTo>
                          <a:pt x="1" y="4"/>
                        </a:lnTo>
                        <a:lnTo>
                          <a:pt x="5" y="4"/>
                        </a:lnTo>
                        <a:lnTo>
                          <a:pt x="6" y="3"/>
                        </a:lnTo>
                        <a:lnTo>
                          <a:pt x="12" y="3"/>
                        </a:lnTo>
                        <a:lnTo>
                          <a:pt x="1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2" name="Freeform 236"/>
                  <p:cNvSpPr>
                    <a:spLocks/>
                  </p:cNvSpPr>
                  <p:nvPr/>
                </p:nvSpPr>
                <p:spPr bwMode="auto">
                  <a:xfrm>
                    <a:off x="4572" y="3512"/>
                    <a:ext cx="8" cy="5"/>
                  </a:xfrm>
                  <a:custGeom>
                    <a:avLst/>
                    <a:gdLst>
                      <a:gd name="T0" fmla="*/ 1 w 16"/>
                      <a:gd name="T1" fmla="*/ 1 h 10"/>
                      <a:gd name="T2" fmla="*/ 1 w 16"/>
                      <a:gd name="T3" fmla="*/ 1 h 10"/>
                      <a:gd name="T4" fmla="*/ 1 w 16"/>
                      <a:gd name="T5" fmla="*/ 1 h 10"/>
                      <a:gd name="T6" fmla="*/ 1 w 16"/>
                      <a:gd name="T7" fmla="*/ 1 h 10"/>
                      <a:gd name="T8" fmla="*/ 1 w 16"/>
                      <a:gd name="T9" fmla="*/ 1 h 10"/>
                      <a:gd name="T10" fmla="*/ 1 w 16"/>
                      <a:gd name="T11" fmla="*/ 1 h 10"/>
                      <a:gd name="T12" fmla="*/ 1 w 16"/>
                      <a:gd name="T13" fmla="*/ 0 h 10"/>
                      <a:gd name="T14" fmla="*/ 1 w 16"/>
                      <a:gd name="T15" fmla="*/ 0 h 10"/>
                      <a:gd name="T16" fmla="*/ 0 w 16"/>
                      <a:gd name="T17" fmla="*/ 1 h 10"/>
                      <a:gd name="T18" fmla="*/ 0 w 16"/>
                      <a:gd name="T19" fmla="*/ 1 h 10"/>
                      <a:gd name="T20" fmla="*/ 1 w 16"/>
                      <a:gd name="T21" fmla="*/ 1 h 10"/>
                      <a:gd name="T22" fmla="*/ 1 w 16"/>
                      <a:gd name="T23" fmla="*/ 1 h 10"/>
                      <a:gd name="T24" fmla="*/ 1 w 16"/>
                      <a:gd name="T25" fmla="*/ 1 h 10"/>
                      <a:gd name="T26" fmla="*/ 1 w 16"/>
                      <a:gd name="T27" fmla="*/ 1 h 10"/>
                      <a:gd name="T28" fmla="*/ 1 w 16"/>
                      <a:gd name="T29" fmla="*/ 1 h 10"/>
                      <a:gd name="T30" fmla="*/ 1 w 16"/>
                      <a:gd name="T31" fmla="*/ 1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10"/>
                      <a:gd name="T50" fmla="*/ 16 w 16"/>
                      <a:gd name="T51" fmla="*/ 10 h 1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10">
                        <a:moveTo>
                          <a:pt x="16" y="9"/>
                        </a:moveTo>
                        <a:lnTo>
                          <a:pt x="15" y="6"/>
                        </a:lnTo>
                        <a:lnTo>
                          <a:pt x="14" y="4"/>
                        </a:lnTo>
                        <a:lnTo>
                          <a:pt x="11" y="3"/>
                        </a:lnTo>
                        <a:lnTo>
                          <a:pt x="10" y="1"/>
                        </a:lnTo>
                        <a:lnTo>
                          <a:pt x="8" y="1"/>
                        </a:lnTo>
                        <a:lnTo>
                          <a:pt x="5" y="0"/>
                        </a:lnTo>
                        <a:lnTo>
                          <a:pt x="3" y="0"/>
                        </a:lnTo>
                        <a:lnTo>
                          <a:pt x="0" y="1"/>
                        </a:lnTo>
                        <a:lnTo>
                          <a:pt x="0" y="4"/>
                        </a:lnTo>
                        <a:lnTo>
                          <a:pt x="9" y="4"/>
                        </a:lnTo>
                        <a:lnTo>
                          <a:pt x="11" y="5"/>
                        </a:lnTo>
                        <a:lnTo>
                          <a:pt x="14" y="8"/>
                        </a:lnTo>
                        <a:lnTo>
                          <a:pt x="14" y="10"/>
                        </a:lnTo>
                        <a:lnTo>
                          <a:pt x="14" y="9"/>
                        </a:lnTo>
                        <a:lnTo>
                          <a:pt x="16" y="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3" name="Freeform 237"/>
                  <p:cNvSpPr>
                    <a:spLocks/>
                  </p:cNvSpPr>
                  <p:nvPr/>
                </p:nvSpPr>
                <p:spPr bwMode="auto">
                  <a:xfrm>
                    <a:off x="4169" y="3519"/>
                    <a:ext cx="16" cy="41"/>
                  </a:xfrm>
                  <a:custGeom>
                    <a:avLst/>
                    <a:gdLst>
                      <a:gd name="T0" fmla="*/ 1 w 32"/>
                      <a:gd name="T1" fmla="*/ 1 h 81"/>
                      <a:gd name="T2" fmla="*/ 1 w 32"/>
                      <a:gd name="T3" fmla="*/ 1 h 81"/>
                      <a:gd name="T4" fmla="*/ 1 w 32"/>
                      <a:gd name="T5" fmla="*/ 1 h 81"/>
                      <a:gd name="T6" fmla="*/ 1 w 32"/>
                      <a:gd name="T7" fmla="*/ 1 h 81"/>
                      <a:gd name="T8" fmla="*/ 1 w 32"/>
                      <a:gd name="T9" fmla="*/ 1 h 81"/>
                      <a:gd name="T10" fmla="*/ 1 w 32"/>
                      <a:gd name="T11" fmla="*/ 1 h 81"/>
                      <a:gd name="T12" fmla="*/ 1 w 32"/>
                      <a:gd name="T13" fmla="*/ 1 h 81"/>
                      <a:gd name="T14" fmla="*/ 1 w 32"/>
                      <a:gd name="T15" fmla="*/ 1 h 81"/>
                      <a:gd name="T16" fmla="*/ 1 w 32"/>
                      <a:gd name="T17" fmla="*/ 1 h 81"/>
                      <a:gd name="T18" fmla="*/ 1 w 32"/>
                      <a:gd name="T19" fmla="*/ 2 h 81"/>
                      <a:gd name="T20" fmla="*/ 1 w 32"/>
                      <a:gd name="T21" fmla="*/ 2 h 81"/>
                      <a:gd name="T22" fmla="*/ 1 w 32"/>
                      <a:gd name="T23" fmla="*/ 2 h 81"/>
                      <a:gd name="T24" fmla="*/ 1 w 32"/>
                      <a:gd name="T25" fmla="*/ 2 h 81"/>
                      <a:gd name="T26" fmla="*/ 1 w 32"/>
                      <a:gd name="T27" fmla="*/ 2 h 81"/>
                      <a:gd name="T28" fmla="*/ 0 w 32"/>
                      <a:gd name="T29" fmla="*/ 3 h 81"/>
                      <a:gd name="T30" fmla="*/ 0 w 32"/>
                      <a:gd name="T31" fmla="*/ 3 h 81"/>
                      <a:gd name="T32" fmla="*/ 0 w 32"/>
                      <a:gd name="T33" fmla="*/ 2 h 81"/>
                      <a:gd name="T34" fmla="*/ 1 w 32"/>
                      <a:gd name="T35" fmla="*/ 2 h 81"/>
                      <a:gd name="T36" fmla="*/ 1 w 32"/>
                      <a:gd name="T37" fmla="*/ 2 h 81"/>
                      <a:gd name="T38" fmla="*/ 1 w 32"/>
                      <a:gd name="T39" fmla="*/ 1 h 81"/>
                      <a:gd name="T40" fmla="*/ 1 w 32"/>
                      <a:gd name="T41" fmla="*/ 1 h 81"/>
                      <a:gd name="T42" fmla="*/ 1 w 32"/>
                      <a:gd name="T43" fmla="*/ 1 h 81"/>
                      <a:gd name="T44" fmla="*/ 1 w 32"/>
                      <a:gd name="T45" fmla="*/ 0 h 81"/>
                      <a:gd name="T46" fmla="*/ 1 w 32"/>
                      <a:gd name="T47" fmla="*/ 0 h 81"/>
                      <a:gd name="T48" fmla="*/ 1 w 32"/>
                      <a:gd name="T49" fmla="*/ 1 h 81"/>
                      <a:gd name="T50" fmla="*/ 1 w 32"/>
                      <a:gd name="T51" fmla="*/ 1 h 81"/>
                      <a:gd name="T52" fmla="*/ 1 w 32"/>
                      <a:gd name="T53" fmla="*/ 1 h 81"/>
                      <a:gd name="T54" fmla="*/ 1 w 32"/>
                      <a:gd name="T55" fmla="*/ 1 h 81"/>
                      <a:gd name="T56" fmla="*/ 1 w 32"/>
                      <a:gd name="T57" fmla="*/ 1 h 81"/>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
                      <a:gd name="T88" fmla="*/ 0 h 81"/>
                      <a:gd name="T89" fmla="*/ 32 w 32"/>
                      <a:gd name="T90" fmla="*/ 81 h 81"/>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 h="81">
                        <a:moveTo>
                          <a:pt x="32" y="3"/>
                        </a:moveTo>
                        <a:lnTo>
                          <a:pt x="28" y="3"/>
                        </a:lnTo>
                        <a:lnTo>
                          <a:pt x="25" y="5"/>
                        </a:lnTo>
                        <a:lnTo>
                          <a:pt x="22" y="8"/>
                        </a:lnTo>
                        <a:lnTo>
                          <a:pt x="20" y="15"/>
                        </a:lnTo>
                        <a:lnTo>
                          <a:pt x="17" y="19"/>
                        </a:lnTo>
                        <a:lnTo>
                          <a:pt x="14" y="23"/>
                        </a:lnTo>
                        <a:lnTo>
                          <a:pt x="11" y="28"/>
                        </a:lnTo>
                        <a:lnTo>
                          <a:pt x="8" y="32"/>
                        </a:lnTo>
                        <a:lnTo>
                          <a:pt x="4" y="37"/>
                        </a:lnTo>
                        <a:lnTo>
                          <a:pt x="3" y="42"/>
                        </a:lnTo>
                        <a:lnTo>
                          <a:pt x="2" y="48"/>
                        </a:lnTo>
                        <a:lnTo>
                          <a:pt x="1" y="55"/>
                        </a:lnTo>
                        <a:lnTo>
                          <a:pt x="1" y="64"/>
                        </a:lnTo>
                        <a:lnTo>
                          <a:pt x="0" y="72"/>
                        </a:lnTo>
                        <a:lnTo>
                          <a:pt x="0" y="81"/>
                        </a:lnTo>
                        <a:lnTo>
                          <a:pt x="0" y="61"/>
                        </a:lnTo>
                        <a:lnTo>
                          <a:pt x="1" y="50"/>
                        </a:lnTo>
                        <a:lnTo>
                          <a:pt x="3" y="39"/>
                        </a:lnTo>
                        <a:lnTo>
                          <a:pt x="6" y="28"/>
                        </a:lnTo>
                        <a:lnTo>
                          <a:pt x="11" y="18"/>
                        </a:lnTo>
                        <a:lnTo>
                          <a:pt x="16" y="8"/>
                        </a:lnTo>
                        <a:lnTo>
                          <a:pt x="22" y="0"/>
                        </a:lnTo>
                        <a:lnTo>
                          <a:pt x="25" y="0"/>
                        </a:lnTo>
                        <a:lnTo>
                          <a:pt x="27" y="1"/>
                        </a:lnTo>
                        <a:lnTo>
                          <a:pt x="28" y="1"/>
                        </a:lnTo>
                        <a:lnTo>
                          <a:pt x="29" y="2"/>
                        </a:lnTo>
                        <a:lnTo>
                          <a:pt x="30" y="2"/>
                        </a:lnTo>
                        <a:lnTo>
                          <a:pt x="3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4" name="Freeform 238"/>
                  <p:cNvSpPr>
                    <a:spLocks/>
                  </p:cNvSpPr>
                  <p:nvPr/>
                </p:nvSpPr>
                <p:spPr bwMode="auto">
                  <a:xfrm>
                    <a:off x="4180" y="3520"/>
                    <a:ext cx="5" cy="4"/>
                  </a:xfrm>
                  <a:custGeom>
                    <a:avLst/>
                    <a:gdLst>
                      <a:gd name="T0" fmla="*/ 0 w 12"/>
                      <a:gd name="T1" fmla="*/ 1 h 8"/>
                      <a:gd name="T2" fmla="*/ 0 w 12"/>
                      <a:gd name="T3" fmla="*/ 1 h 8"/>
                      <a:gd name="T4" fmla="*/ 0 w 12"/>
                      <a:gd name="T5" fmla="*/ 1 h 8"/>
                      <a:gd name="T6" fmla="*/ 0 w 12"/>
                      <a:gd name="T7" fmla="*/ 1 h 8"/>
                      <a:gd name="T8" fmla="*/ 0 w 12"/>
                      <a:gd name="T9" fmla="*/ 1 h 8"/>
                      <a:gd name="T10" fmla="*/ 0 w 12"/>
                      <a:gd name="T11" fmla="*/ 1 h 8"/>
                      <a:gd name="T12" fmla="*/ 0 w 12"/>
                      <a:gd name="T13" fmla="*/ 0 h 8"/>
                      <a:gd name="T14" fmla="*/ 0 w 12"/>
                      <a:gd name="T15" fmla="*/ 0 h 8"/>
                      <a:gd name="T16" fmla="*/ 0 w 12"/>
                      <a:gd name="T17" fmla="*/ 1 h 8"/>
                      <a:gd name="T18" fmla="*/ 0 w 12"/>
                      <a:gd name="T19" fmla="*/ 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
                      <a:gd name="T31" fmla="*/ 0 h 8"/>
                      <a:gd name="T32" fmla="*/ 12 w 12"/>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 h="8">
                        <a:moveTo>
                          <a:pt x="3" y="8"/>
                        </a:moveTo>
                        <a:lnTo>
                          <a:pt x="3" y="6"/>
                        </a:lnTo>
                        <a:lnTo>
                          <a:pt x="4" y="5"/>
                        </a:lnTo>
                        <a:lnTo>
                          <a:pt x="5" y="5"/>
                        </a:lnTo>
                        <a:lnTo>
                          <a:pt x="8" y="3"/>
                        </a:lnTo>
                        <a:lnTo>
                          <a:pt x="12" y="3"/>
                        </a:lnTo>
                        <a:lnTo>
                          <a:pt x="12" y="0"/>
                        </a:lnTo>
                        <a:lnTo>
                          <a:pt x="7" y="0"/>
                        </a:lnTo>
                        <a:lnTo>
                          <a:pt x="0" y="6"/>
                        </a:lnTo>
                        <a:lnTo>
                          <a:pt x="3"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5" name="Freeform 239"/>
                  <p:cNvSpPr>
                    <a:spLocks/>
                  </p:cNvSpPr>
                  <p:nvPr/>
                </p:nvSpPr>
                <p:spPr bwMode="auto">
                  <a:xfrm>
                    <a:off x="4170" y="3523"/>
                    <a:ext cx="11" cy="20"/>
                  </a:xfrm>
                  <a:custGeom>
                    <a:avLst/>
                    <a:gdLst>
                      <a:gd name="T0" fmla="*/ 1 w 22"/>
                      <a:gd name="T1" fmla="*/ 2 h 40"/>
                      <a:gd name="T2" fmla="*/ 1 w 22"/>
                      <a:gd name="T3" fmla="*/ 2 h 40"/>
                      <a:gd name="T4" fmla="*/ 1 w 22"/>
                      <a:gd name="T5" fmla="*/ 1 h 40"/>
                      <a:gd name="T6" fmla="*/ 1 w 22"/>
                      <a:gd name="T7" fmla="*/ 1 h 40"/>
                      <a:gd name="T8" fmla="*/ 1 w 22"/>
                      <a:gd name="T9" fmla="*/ 1 h 40"/>
                      <a:gd name="T10" fmla="*/ 1 w 22"/>
                      <a:gd name="T11" fmla="*/ 1 h 40"/>
                      <a:gd name="T12" fmla="*/ 1 w 22"/>
                      <a:gd name="T13" fmla="*/ 1 h 40"/>
                      <a:gd name="T14" fmla="*/ 1 w 22"/>
                      <a:gd name="T15" fmla="*/ 1 h 40"/>
                      <a:gd name="T16" fmla="*/ 1 w 22"/>
                      <a:gd name="T17" fmla="*/ 1 h 40"/>
                      <a:gd name="T18" fmla="*/ 1 w 22"/>
                      <a:gd name="T19" fmla="*/ 0 h 40"/>
                      <a:gd name="T20" fmla="*/ 1 w 22"/>
                      <a:gd name="T21" fmla="*/ 1 h 40"/>
                      <a:gd name="T22" fmla="*/ 1 w 22"/>
                      <a:gd name="T23" fmla="*/ 1 h 40"/>
                      <a:gd name="T24" fmla="*/ 1 w 22"/>
                      <a:gd name="T25" fmla="*/ 1 h 40"/>
                      <a:gd name="T26" fmla="*/ 1 w 22"/>
                      <a:gd name="T27" fmla="*/ 1 h 40"/>
                      <a:gd name="T28" fmla="*/ 1 w 22"/>
                      <a:gd name="T29" fmla="*/ 1 h 40"/>
                      <a:gd name="T30" fmla="*/ 1 w 22"/>
                      <a:gd name="T31" fmla="*/ 1 h 40"/>
                      <a:gd name="T32" fmla="*/ 1 w 22"/>
                      <a:gd name="T33" fmla="*/ 2 h 40"/>
                      <a:gd name="T34" fmla="*/ 0 w 22"/>
                      <a:gd name="T35" fmla="*/ 2 h 40"/>
                      <a:gd name="T36" fmla="*/ 1 w 22"/>
                      <a:gd name="T37" fmla="*/ 2 h 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
                      <a:gd name="T58" fmla="*/ 0 h 40"/>
                      <a:gd name="T59" fmla="*/ 22 w 22"/>
                      <a:gd name="T60" fmla="*/ 40 h 4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 h="40">
                        <a:moveTo>
                          <a:pt x="2" y="40"/>
                        </a:moveTo>
                        <a:lnTo>
                          <a:pt x="3" y="34"/>
                        </a:lnTo>
                        <a:lnTo>
                          <a:pt x="5" y="30"/>
                        </a:lnTo>
                        <a:lnTo>
                          <a:pt x="8" y="25"/>
                        </a:lnTo>
                        <a:lnTo>
                          <a:pt x="11" y="20"/>
                        </a:lnTo>
                        <a:lnTo>
                          <a:pt x="15" y="16"/>
                        </a:lnTo>
                        <a:lnTo>
                          <a:pt x="17" y="11"/>
                        </a:lnTo>
                        <a:lnTo>
                          <a:pt x="21" y="7"/>
                        </a:lnTo>
                        <a:lnTo>
                          <a:pt x="22" y="2"/>
                        </a:lnTo>
                        <a:lnTo>
                          <a:pt x="19" y="0"/>
                        </a:lnTo>
                        <a:lnTo>
                          <a:pt x="18" y="5"/>
                        </a:lnTo>
                        <a:lnTo>
                          <a:pt x="15" y="10"/>
                        </a:lnTo>
                        <a:lnTo>
                          <a:pt x="12" y="14"/>
                        </a:lnTo>
                        <a:lnTo>
                          <a:pt x="10" y="19"/>
                        </a:lnTo>
                        <a:lnTo>
                          <a:pt x="6" y="24"/>
                        </a:lnTo>
                        <a:lnTo>
                          <a:pt x="2" y="29"/>
                        </a:lnTo>
                        <a:lnTo>
                          <a:pt x="1" y="34"/>
                        </a:lnTo>
                        <a:lnTo>
                          <a:pt x="0" y="40"/>
                        </a:lnTo>
                        <a:lnTo>
                          <a:pt x="2" y="4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6" name="Freeform 240"/>
                  <p:cNvSpPr>
                    <a:spLocks/>
                  </p:cNvSpPr>
                  <p:nvPr/>
                </p:nvSpPr>
                <p:spPr bwMode="auto">
                  <a:xfrm>
                    <a:off x="4169" y="3543"/>
                    <a:ext cx="2" cy="17"/>
                  </a:xfrm>
                  <a:custGeom>
                    <a:avLst/>
                    <a:gdLst>
                      <a:gd name="T0" fmla="*/ 0 w 5"/>
                      <a:gd name="T1" fmla="*/ 2 h 33"/>
                      <a:gd name="T2" fmla="*/ 0 w 5"/>
                      <a:gd name="T3" fmla="*/ 2 h 33"/>
                      <a:gd name="T4" fmla="*/ 0 w 5"/>
                      <a:gd name="T5" fmla="*/ 1 h 33"/>
                      <a:gd name="T6" fmla="*/ 0 w 5"/>
                      <a:gd name="T7" fmla="*/ 1 h 33"/>
                      <a:gd name="T8" fmla="*/ 0 w 5"/>
                      <a:gd name="T9" fmla="*/ 0 h 33"/>
                      <a:gd name="T10" fmla="*/ 0 w 5"/>
                      <a:gd name="T11" fmla="*/ 0 h 33"/>
                      <a:gd name="T12" fmla="*/ 0 w 5"/>
                      <a:gd name="T13" fmla="*/ 1 h 33"/>
                      <a:gd name="T14" fmla="*/ 0 w 5"/>
                      <a:gd name="T15" fmla="*/ 1 h 33"/>
                      <a:gd name="T16" fmla="*/ 0 w 5"/>
                      <a:gd name="T17" fmla="*/ 1 h 33"/>
                      <a:gd name="T18" fmla="*/ 0 w 5"/>
                      <a:gd name="T19" fmla="*/ 2 h 33"/>
                      <a:gd name="T20" fmla="*/ 0 w 5"/>
                      <a:gd name="T21" fmla="*/ 2 h 33"/>
                      <a:gd name="T22" fmla="*/ 0 w 5"/>
                      <a:gd name="T23" fmla="*/ 2 h 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
                      <a:gd name="T37" fmla="*/ 0 h 33"/>
                      <a:gd name="T38" fmla="*/ 5 w 5"/>
                      <a:gd name="T39" fmla="*/ 33 h 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 h="33">
                        <a:moveTo>
                          <a:pt x="0" y="33"/>
                        </a:moveTo>
                        <a:lnTo>
                          <a:pt x="3" y="33"/>
                        </a:lnTo>
                        <a:lnTo>
                          <a:pt x="3" y="16"/>
                        </a:lnTo>
                        <a:lnTo>
                          <a:pt x="4" y="7"/>
                        </a:lnTo>
                        <a:lnTo>
                          <a:pt x="5" y="0"/>
                        </a:lnTo>
                        <a:lnTo>
                          <a:pt x="3" y="0"/>
                        </a:lnTo>
                        <a:lnTo>
                          <a:pt x="2" y="7"/>
                        </a:lnTo>
                        <a:lnTo>
                          <a:pt x="2" y="16"/>
                        </a:lnTo>
                        <a:lnTo>
                          <a:pt x="0" y="24"/>
                        </a:lnTo>
                        <a:lnTo>
                          <a:pt x="0" y="33"/>
                        </a:lnTo>
                        <a:lnTo>
                          <a:pt x="3" y="33"/>
                        </a:lnTo>
                        <a:lnTo>
                          <a:pt x="0" y="3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7" name="Freeform 241"/>
                  <p:cNvSpPr>
                    <a:spLocks/>
                  </p:cNvSpPr>
                  <p:nvPr/>
                </p:nvSpPr>
                <p:spPr bwMode="auto">
                  <a:xfrm>
                    <a:off x="4169" y="3518"/>
                    <a:ext cx="12" cy="42"/>
                  </a:xfrm>
                  <a:custGeom>
                    <a:avLst/>
                    <a:gdLst>
                      <a:gd name="T0" fmla="*/ 0 w 25"/>
                      <a:gd name="T1" fmla="*/ 0 h 82"/>
                      <a:gd name="T2" fmla="*/ 0 w 25"/>
                      <a:gd name="T3" fmla="*/ 1 h 82"/>
                      <a:gd name="T4" fmla="*/ 0 w 25"/>
                      <a:gd name="T5" fmla="*/ 1 h 82"/>
                      <a:gd name="T6" fmla="*/ 0 w 25"/>
                      <a:gd name="T7" fmla="*/ 1 h 82"/>
                      <a:gd name="T8" fmla="*/ 0 w 25"/>
                      <a:gd name="T9" fmla="*/ 1 h 82"/>
                      <a:gd name="T10" fmla="*/ 0 w 25"/>
                      <a:gd name="T11" fmla="*/ 2 h 82"/>
                      <a:gd name="T12" fmla="*/ 0 w 25"/>
                      <a:gd name="T13" fmla="*/ 2 h 82"/>
                      <a:gd name="T14" fmla="*/ 0 w 25"/>
                      <a:gd name="T15" fmla="*/ 2 h 82"/>
                      <a:gd name="T16" fmla="*/ 0 w 25"/>
                      <a:gd name="T17" fmla="*/ 3 h 82"/>
                      <a:gd name="T18" fmla="*/ 0 w 25"/>
                      <a:gd name="T19" fmla="*/ 3 h 82"/>
                      <a:gd name="T20" fmla="*/ 0 w 25"/>
                      <a:gd name="T21" fmla="*/ 2 h 82"/>
                      <a:gd name="T22" fmla="*/ 0 w 25"/>
                      <a:gd name="T23" fmla="*/ 2 h 82"/>
                      <a:gd name="T24" fmla="*/ 0 w 25"/>
                      <a:gd name="T25" fmla="*/ 2 h 82"/>
                      <a:gd name="T26" fmla="*/ 0 w 25"/>
                      <a:gd name="T27" fmla="*/ 1 h 82"/>
                      <a:gd name="T28" fmla="*/ 0 w 25"/>
                      <a:gd name="T29" fmla="*/ 1 h 82"/>
                      <a:gd name="T30" fmla="*/ 0 w 25"/>
                      <a:gd name="T31" fmla="*/ 1 h 82"/>
                      <a:gd name="T32" fmla="*/ 0 w 25"/>
                      <a:gd name="T33" fmla="*/ 1 h 82"/>
                      <a:gd name="T34" fmla="*/ 0 w 25"/>
                      <a:gd name="T35" fmla="*/ 0 h 82"/>
                      <a:gd name="T36" fmla="*/ 0 w 25"/>
                      <a:gd name="T37" fmla="*/ 1 h 82"/>
                      <a:gd name="T38" fmla="*/ 0 w 25"/>
                      <a:gd name="T39" fmla="*/ 0 h 8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5"/>
                      <a:gd name="T61" fmla="*/ 0 h 82"/>
                      <a:gd name="T62" fmla="*/ 25 w 25"/>
                      <a:gd name="T63" fmla="*/ 82 h 8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5" h="82">
                        <a:moveTo>
                          <a:pt x="24" y="0"/>
                        </a:moveTo>
                        <a:lnTo>
                          <a:pt x="24" y="1"/>
                        </a:lnTo>
                        <a:lnTo>
                          <a:pt x="16" y="9"/>
                        </a:lnTo>
                        <a:lnTo>
                          <a:pt x="11" y="19"/>
                        </a:lnTo>
                        <a:lnTo>
                          <a:pt x="6" y="29"/>
                        </a:lnTo>
                        <a:lnTo>
                          <a:pt x="4" y="40"/>
                        </a:lnTo>
                        <a:lnTo>
                          <a:pt x="2" y="51"/>
                        </a:lnTo>
                        <a:lnTo>
                          <a:pt x="0" y="62"/>
                        </a:lnTo>
                        <a:lnTo>
                          <a:pt x="0" y="82"/>
                        </a:lnTo>
                        <a:lnTo>
                          <a:pt x="3" y="82"/>
                        </a:lnTo>
                        <a:lnTo>
                          <a:pt x="3" y="62"/>
                        </a:lnTo>
                        <a:lnTo>
                          <a:pt x="4" y="51"/>
                        </a:lnTo>
                        <a:lnTo>
                          <a:pt x="6" y="40"/>
                        </a:lnTo>
                        <a:lnTo>
                          <a:pt x="9" y="30"/>
                        </a:lnTo>
                        <a:lnTo>
                          <a:pt x="14" y="20"/>
                        </a:lnTo>
                        <a:lnTo>
                          <a:pt x="19" y="11"/>
                        </a:lnTo>
                        <a:lnTo>
                          <a:pt x="25" y="2"/>
                        </a:lnTo>
                        <a:lnTo>
                          <a:pt x="24" y="0"/>
                        </a:lnTo>
                        <a:lnTo>
                          <a:pt x="24" y="1"/>
                        </a:lnTo>
                        <a:lnTo>
                          <a:pt x="2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8" name="Freeform 242"/>
                  <p:cNvSpPr>
                    <a:spLocks/>
                  </p:cNvSpPr>
                  <p:nvPr/>
                </p:nvSpPr>
                <p:spPr bwMode="auto">
                  <a:xfrm>
                    <a:off x="4180" y="3518"/>
                    <a:ext cx="10" cy="3"/>
                  </a:xfrm>
                  <a:custGeom>
                    <a:avLst/>
                    <a:gdLst>
                      <a:gd name="T0" fmla="*/ 1 w 18"/>
                      <a:gd name="T1" fmla="*/ 1 h 6"/>
                      <a:gd name="T2" fmla="*/ 1 w 18"/>
                      <a:gd name="T3" fmla="*/ 1 h 6"/>
                      <a:gd name="T4" fmla="*/ 1 w 18"/>
                      <a:gd name="T5" fmla="*/ 1 h 6"/>
                      <a:gd name="T6" fmla="*/ 1 w 18"/>
                      <a:gd name="T7" fmla="*/ 1 h 6"/>
                      <a:gd name="T8" fmla="*/ 1 w 18"/>
                      <a:gd name="T9" fmla="*/ 0 h 6"/>
                      <a:gd name="T10" fmla="*/ 0 w 18"/>
                      <a:gd name="T11" fmla="*/ 0 h 6"/>
                      <a:gd name="T12" fmla="*/ 1 w 18"/>
                      <a:gd name="T13" fmla="*/ 1 h 6"/>
                      <a:gd name="T14" fmla="*/ 1 w 18"/>
                      <a:gd name="T15" fmla="*/ 1 h 6"/>
                      <a:gd name="T16" fmla="*/ 1 w 18"/>
                      <a:gd name="T17" fmla="*/ 1 h 6"/>
                      <a:gd name="T18" fmla="*/ 1 w 18"/>
                      <a:gd name="T19" fmla="*/ 1 h 6"/>
                      <a:gd name="T20" fmla="*/ 1 w 18"/>
                      <a:gd name="T21" fmla="*/ 1 h 6"/>
                      <a:gd name="T22" fmla="*/ 1 w 18"/>
                      <a:gd name="T23" fmla="*/ 1 h 6"/>
                      <a:gd name="T24" fmla="*/ 1 w 18"/>
                      <a:gd name="T25" fmla="*/ 1 h 6"/>
                      <a:gd name="T26" fmla="*/ 1 w 18"/>
                      <a:gd name="T27" fmla="*/ 1 h 6"/>
                      <a:gd name="T28" fmla="*/ 1 w 18"/>
                      <a:gd name="T29" fmla="*/ 1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
                      <a:gd name="T46" fmla="*/ 0 h 6"/>
                      <a:gd name="T47" fmla="*/ 18 w 18"/>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 h="6">
                        <a:moveTo>
                          <a:pt x="10" y="6"/>
                        </a:moveTo>
                        <a:lnTo>
                          <a:pt x="10" y="3"/>
                        </a:lnTo>
                        <a:lnTo>
                          <a:pt x="7" y="1"/>
                        </a:lnTo>
                        <a:lnTo>
                          <a:pt x="6" y="1"/>
                        </a:lnTo>
                        <a:lnTo>
                          <a:pt x="5" y="0"/>
                        </a:lnTo>
                        <a:lnTo>
                          <a:pt x="0" y="0"/>
                        </a:lnTo>
                        <a:lnTo>
                          <a:pt x="1" y="2"/>
                        </a:lnTo>
                        <a:lnTo>
                          <a:pt x="5" y="2"/>
                        </a:lnTo>
                        <a:lnTo>
                          <a:pt x="7" y="4"/>
                        </a:lnTo>
                        <a:lnTo>
                          <a:pt x="10" y="6"/>
                        </a:lnTo>
                        <a:lnTo>
                          <a:pt x="10" y="3"/>
                        </a:lnTo>
                        <a:lnTo>
                          <a:pt x="10" y="6"/>
                        </a:lnTo>
                        <a:lnTo>
                          <a:pt x="18" y="6"/>
                        </a:lnTo>
                        <a:lnTo>
                          <a:pt x="10" y="3"/>
                        </a:lnTo>
                        <a:lnTo>
                          <a:pt x="10"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9" name="Freeform 243"/>
                  <p:cNvSpPr>
                    <a:spLocks/>
                  </p:cNvSpPr>
                  <p:nvPr/>
                </p:nvSpPr>
                <p:spPr bwMode="auto">
                  <a:xfrm>
                    <a:off x="4148" y="3521"/>
                    <a:ext cx="18" cy="27"/>
                  </a:xfrm>
                  <a:custGeom>
                    <a:avLst/>
                    <a:gdLst>
                      <a:gd name="T0" fmla="*/ 1 w 37"/>
                      <a:gd name="T1" fmla="*/ 1 h 53"/>
                      <a:gd name="T2" fmla="*/ 1 w 37"/>
                      <a:gd name="T3" fmla="*/ 1 h 53"/>
                      <a:gd name="T4" fmla="*/ 1 w 37"/>
                      <a:gd name="T5" fmla="*/ 2 h 53"/>
                      <a:gd name="T6" fmla="*/ 1 w 37"/>
                      <a:gd name="T7" fmla="*/ 2 h 53"/>
                      <a:gd name="T8" fmla="*/ 1 w 37"/>
                      <a:gd name="T9" fmla="*/ 2 h 53"/>
                      <a:gd name="T10" fmla="*/ 0 w 37"/>
                      <a:gd name="T11" fmla="*/ 2 h 53"/>
                      <a:gd name="T12" fmla="*/ 0 w 37"/>
                      <a:gd name="T13" fmla="*/ 2 h 53"/>
                      <a:gd name="T14" fmla="*/ 0 w 37"/>
                      <a:gd name="T15" fmla="*/ 2 h 53"/>
                      <a:gd name="T16" fmla="*/ 0 w 37"/>
                      <a:gd name="T17" fmla="*/ 2 h 53"/>
                      <a:gd name="T18" fmla="*/ 0 w 37"/>
                      <a:gd name="T19" fmla="*/ 2 h 53"/>
                      <a:gd name="T20" fmla="*/ 0 w 37"/>
                      <a:gd name="T21" fmla="*/ 2 h 53"/>
                      <a:gd name="T22" fmla="*/ 0 w 37"/>
                      <a:gd name="T23" fmla="*/ 1 h 53"/>
                      <a:gd name="T24" fmla="*/ 0 w 37"/>
                      <a:gd name="T25" fmla="*/ 1 h 53"/>
                      <a:gd name="T26" fmla="*/ 0 w 37"/>
                      <a:gd name="T27" fmla="*/ 1 h 53"/>
                      <a:gd name="T28" fmla="*/ 0 w 37"/>
                      <a:gd name="T29" fmla="*/ 1 h 53"/>
                      <a:gd name="T30" fmla="*/ 0 w 37"/>
                      <a:gd name="T31" fmla="*/ 1 h 53"/>
                      <a:gd name="T32" fmla="*/ 0 w 37"/>
                      <a:gd name="T33" fmla="*/ 1 h 53"/>
                      <a:gd name="T34" fmla="*/ 0 w 37"/>
                      <a:gd name="T35" fmla="*/ 1 h 53"/>
                      <a:gd name="T36" fmla="*/ 0 w 37"/>
                      <a:gd name="T37" fmla="*/ 1 h 53"/>
                      <a:gd name="T38" fmla="*/ 0 w 37"/>
                      <a:gd name="T39" fmla="*/ 1 h 53"/>
                      <a:gd name="T40" fmla="*/ 0 w 37"/>
                      <a:gd name="T41" fmla="*/ 0 h 53"/>
                      <a:gd name="T42" fmla="*/ 0 w 37"/>
                      <a:gd name="T43" fmla="*/ 0 h 53"/>
                      <a:gd name="T44" fmla="*/ 0 w 37"/>
                      <a:gd name="T45" fmla="*/ 1 h 53"/>
                      <a:gd name="T46" fmla="*/ 0 w 37"/>
                      <a:gd name="T47" fmla="*/ 1 h 53"/>
                      <a:gd name="T48" fmla="*/ 0 w 37"/>
                      <a:gd name="T49" fmla="*/ 1 h 53"/>
                      <a:gd name="T50" fmla="*/ 0 w 37"/>
                      <a:gd name="T51" fmla="*/ 1 h 53"/>
                      <a:gd name="T52" fmla="*/ 0 w 37"/>
                      <a:gd name="T53" fmla="*/ 1 h 53"/>
                      <a:gd name="T54" fmla="*/ 0 w 37"/>
                      <a:gd name="T55" fmla="*/ 1 h 53"/>
                      <a:gd name="T56" fmla="*/ 0 w 37"/>
                      <a:gd name="T57" fmla="*/ 1 h 53"/>
                      <a:gd name="T58" fmla="*/ 1 w 37"/>
                      <a:gd name="T59" fmla="*/ 1 h 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7"/>
                      <a:gd name="T91" fmla="*/ 0 h 53"/>
                      <a:gd name="T92" fmla="*/ 37 w 37"/>
                      <a:gd name="T93" fmla="*/ 53 h 5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7" h="53">
                        <a:moveTo>
                          <a:pt x="34" y="14"/>
                        </a:moveTo>
                        <a:lnTo>
                          <a:pt x="36" y="23"/>
                        </a:lnTo>
                        <a:lnTo>
                          <a:pt x="37" y="33"/>
                        </a:lnTo>
                        <a:lnTo>
                          <a:pt x="37" y="53"/>
                        </a:lnTo>
                        <a:lnTo>
                          <a:pt x="35" y="50"/>
                        </a:lnTo>
                        <a:lnTo>
                          <a:pt x="31" y="48"/>
                        </a:lnTo>
                        <a:lnTo>
                          <a:pt x="29" y="44"/>
                        </a:lnTo>
                        <a:lnTo>
                          <a:pt x="25" y="42"/>
                        </a:lnTo>
                        <a:lnTo>
                          <a:pt x="21" y="39"/>
                        </a:lnTo>
                        <a:lnTo>
                          <a:pt x="18" y="37"/>
                        </a:lnTo>
                        <a:lnTo>
                          <a:pt x="15" y="33"/>
                        </a:lnTo>
                        <a:lnTo>
                          <a:pt x="11" y="31"/>
                        </a:lnTo>
                        <a:lnTo>
                          <a:pt x="9" y="28"/>
                        </a:lnTo>
                        <a:lnTo>
                          <a:pt x="7" y="24"/>
                        </a:lnTo>
                        <a:lnTo>
                          <a:pt x="4" y="21"/>
                        </a:lnTo>
                        <a:lnTo>
                          <a:pt x="3" y="17"/>
                        </a:lnTo>
                        <a:lnTo>
                          <a:pt x="2" y="13"/>
                        </a:lnTo>
                        <a:lnTo>
                          <a:pt x="0" y="10"/>
                        </a:lnTo>
                        <a:lnTo>
                          <a:pt x="0" y="1"/>
                        </a:lnTo>
                        <a:lnTo>
                          <a:pt x="4" y="1"/>
                        </a:lnTo>
                        <a:lnTo>
                          <a:pt x="4" y="0"/>
                        </a:lnTo>
                        <a:lnTo>
                          <a:pt x="5" y="0"/>
                        </a:lnTo>
                        <a:lnTo>
                          <a:pt x="9" y="2"/>
                        </a:lnTo>
                        <a:lnTo>
                          <a:pt x="13" y="3"/>
                        </a:lnTo>
                        <a:lnTo>
                          <a:pt x="16" y="6"/>
                        </a:lnTo>
                        <a:lnTo>
                          <a:pt x="20" y="7"/>
                        </a:lnTo>
                        <a:lnTo>
                          <a:pt x="24" y="8"/>
                        </a:lnTo>
                        <a:lnTo>
                          <a:pt x="26" y="10"/>
                        </a:lnTo>
                        <a:lnTo>
                          <a:pt x="30" y="12"/>
                        </a:lnTo>
                        <a:lnTo>
                          <a:pt x="34"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0" name="Freeform 244"/>
                  <p:cNvSpPr>
                    <a:spLocks/>
                  </p:cNvSpPr>
                  <p:nvPr/>
                </p:nvSpPr>
                <p:spPr bwMode="auto">
                  <a:xfrm>
                    <a:off x="4164" y="3528"/>
                    <a:ext cx="3" cy="22"/>
                  </a:xfrm>
                  <a:custGeom>
                    <a:avLst/>
                    <a:gdLst>
                      <a:gd name="T0" fmla="*/ 0 w 7"/>
                      <a:gd name="T1" fmla="*/ 2 h 43"/>
                      <a:gd name="T2" fmla="*/ 0 w 7"/>
                      <a:gd name="T3" fmla="*/ 2 h 43"/>
                      <a:gd name="T4" fmla="*/ 0 w 7"/>
                      <a:gd name="T5" fmla="*/ 1 h 43"/>
                      <a:gd name="T6" fmla="*/ 0 w 7"/>
                      <a:gd name="T7" fmla="*/ 1 h 43"/>
                      <a:gd name="T8" fmla="*/ 0 w 7"/>
                      <a:gd name="T9" fmla="*/ 0 h 43"/>
                      <a:gd name="T10" fmla="*/ 0 w 7"/>
                      <a:gd name="T11" fmla="*/ 1 h 43"/>
                      <a:gd name="T12" fmla="*/ 0 w 7"/>
                      <a:gd name="T13" fmla="*/ 1 h 43"/>
                      <a:gd name="T14" fmla="*/ 0 w 7"/>
                      <a:gd name="T15" fmla="*/ 1 h 43"/>
                      <a:gd name="T16" fmla="*/ 0 w 7"/>
                      <a:gd name="T17" fmla="*/ 2 h 43"/>
                      <a:gd name="T18" fmla="*/ 0 w 7"/>
                      <a:gd name="T19" fmla="*/ 2 h 43"/>
                      <a:gd name="T20" fmla="*/ 0 w 7"/>
                      <a:gd name="T21" fmla="*/ 2 h 43"/>
                      <a:gd name="T22" fmla="*/ 0 w 7"/>
                      <a:gd name="T23" fmla="*/ 2 h 43"/>
                      <a:gd name="T24" fmla="*/ 0 w 7"/>
                      <a:gd name="T25" fmla="*/ 2 h 43"/>
                      <a:gd name="T26" fmla="*/ 0 w 7"/>
                      <a:gd name="T27" fmla="*/ 2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
                      <a:gd name="T43" fmla="*/ 0 h 43"/>
                      <a:gd name="T44" fmla="*/ 7 w 7"/>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 h="43">
                        <a:moveTo>
                          <a:pt x="4" y="41"/>
                        </a:moveTo>
                        <a:lnTo>
                          <a:pt x="7" y="40"/>
                        </a:lnTo>
                        <a:lnTo>
                          <a:pt x="7" y="20"/>
                        </a:lnTo>
                        <a:lnTo>
                          <a:pt x="5" y="10"/>
                        </a:lnTo>
                        <a:lnTo>
                          <a:pt x="3" y="0"/>
                        </a:lnTo>
                        <a:lnTo>
                          <a:pt x="0" y="1"/>
                        </a:lnTo>
                        <a:lnTo>
                          <a:pt x="3" y="10"/>
                        </a:lnTo>
                        <a:lnTo>
                          <a:pt x="4" y="20"/>
                        </a:lnTo>
                        <a:lnTo>
                          <a:pt x="4" y="40"/>
                        </a:lnTo>
                        <a:lnTo>
                          <a:pt x="7" y="38"/>
                        </a:lnTo>
                        <a:lnTo>
                          <a:pt x="4" y="41"/>
                        </a:lnTo>
                        <a:lnTo>
                          <a:pt x="7" y="43"/>
                        </a:lnTo>
                        <a:lnTo>
                          <a:pt x="7" y="40"/>
                        </a:lnTo>
                        <a:lnTo>
                          <a:pt x="4" y="4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1" name="Freeform 245"/>
                  <p:cNvSpPr>
                    <a:spLocks/>
                  </p:cNvSpPr>
                  <p:nvPr/>
                </p:nvSpPr>
                <p:spPr bwMode="auto">
                  <a:xfrm>
                    <a:off x="4147" y="3521"/>
                    <a:ext cx="20" cy="27"/>
                  </a:xfrm>
                  <a:custGeom>
                    <a:avLst/>
                    <a:gdLst>
                      <a:gd name="T0" fmla="*/ 1 w 40"/>
                      <a:gd name="T1" fmla="*/ 0 h 56"/>
                      <a:gd name="T2" fmla="*/ 0 w 40"/>
                      <a:gd name="T3" fmla="*/ 0 h 56"/>
                      <a:gd name="T4" fmla="*/ 0 w 40"/>
                      <a:gd name="T5" fmla="*/ 0 h 56"/>
                      <a:gd name="T6" fmla="*/ 1 w 40"/>
                      <a:gd name="T7" fmla="*/ 0 h 56"/>
                      <a:gd name="T8" fmla="*/ 1 w 40"/>
                      <a:gd name="T9" fmla="*/ 0 h 56"/>
                      <a:gd name="T10" fmla="*/ 1 w 40"/>
                      <a:gd name="T11" fmla="*/ 0 h 56"/>
                      <a:gd name="T12" fmla="*/ 1 w 40"/>
                      <a:gd name="T13" fmla="*/ 0 h 56"/>
                      <a:gd name="T14" fmla="*/ 1 w 40"/>
                      <a:gd name="T15" fmla="*/ 1 h 56"/>
                      <a:gd name="T16" fmla="*/ 1 w 40"/>
                      <a:gd name="T17" fmla="*/ 1 h 56"/>
                      <a:gd name="T18" fmla="*/ 1 w 40"/>
                      <a:gd name="T19" fmla="*/ 1 h 56"/>
                      <a:gd name="T20" fmla="*/ 1 w 40"/>
                      <a:gd name="T21" fmla="*/ 1 h 56"/>
                      <a:gd name="T22" fmla="*/ 1 w 40"/>
                      <a:gd name="T23" fmla="*/ 1 h 56"/>
                      <a:gd name="T24" fmla="*/ 2 w 40"/>
                      <a:gd name="T25" fmla="*/ 1 h 56"/>
                      <a:gd name="T26" fmla="*/ 2 w 40"/>
                      <a:gd name="T27" fmla="*/ 1 h 56"/>
                      <a:gd name="T28" fmla="*/ 2 w 40"/>
                      <a:gd name="T29" fmla="*/ 1 h 56"/>
                      <a:gd name="T30" fmla="*/ 2 w 40"/>
                      <a:gd name="T31" fmla="*/ 1 h 56"/>
                      <a:gd name="T32" fmla="*/ 2 w 40"/>
                      <a:gd name="T33" fmla="*/ 1 h 56"/>
                      <a:gd name="T34" fmla="*/ 1 w 40"/>
                      <a:gd name="T35" fmla="*/ 1 h 56"/>
                      <a:gd name="T36" fmla="*/ 1 w 40"/>
                      <a:gd name="T37" fmla="*/ 1 h 56"/>
                      <a:gd name="T38" fmla="*/ 1 w 40"/>
                      <a:gd name="T39" fmla="*/ 1 h 56"/>
                      <a:gd name="T40" fmla="*/ 1 w 40"/>
                      <a:gd name="T41" fmla="*/ 1 h 56"/>
                      <a:gd name="T42" fmla="*/ 1 w 40"/>
                      <a:gd name="T43" fmla="*/ 0 h 56"/>
                      <a:gd name="T44" fmla="*/ 1 w 40"/>
                      <a:gd name="T45" fmla="*/ 0 h 56"/>
                      <a:gd name="T46" fmla="*/ 1 w 40"/>
                      <a:gd name="T47" fmla="*/ 0 h 56"/>
                      <a:gd name="T48" fmla="*/ 1 w 40"/>
                      <a:gd name="T49" fmla="*/ 0 h 56"/>
                      <a:gd name="T50" fmla="*/ 1 w 40"/>
                      <a:gd name="T51" fmla="*/ 0 h 56"/>
                      <a:gd name="T52" fmla="*/ 1 w 40"/>
                      <a:gd name="T53" fmla="*/ 0 h 56"/>
                      <a:gd name="T54" fmla="*/ 1 w 40"/>
                      <a:gd name="T55" fmla="*/ 0 h 56"/>
                      <a:gd name="T56" fmla="*/ 1 w 40"/>
                      <a:gd name="T57" fmla="*/ 0 h 56"/>
                      <a:gd name="T58" fmla="*/ 1 w 40"/>
                      <a:gd name="T59" fmla="*/ 0 h 56"/>
                      <a:gd name="T60" fmla="*/ 0 w 40"/>
                      <a:gd name="T61" fmla="*/ 0 h 56"/>
                      <a:gd name="T62" fmla="*/ 0 w 40"/>
                      <a:gd name="T63" fmla="*/ 0 h 56"/>
                      <a:gd name="T64" fmla="*/ 1 w 40"/>
                      <a:gd name="T65" fmla="*/ 0 h 5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0"/>
                      <a:gd name="T100" fmla="*/ 0 h 56"/>
                      <a:gd name="T101" fmla="*/ 40 w 40"/>
                      <a:gd name="T102" fmla="*/ 56 h 5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0" h="56">
                        <a:moveTo>
                          <a:pt x="3" y="2"/>
                        </a:moveTo>
                        <a:lnTo>
                          <a:pt x="0" y="3"/>
                        </a:lnTo>
                        <a:lnTo>
                          <a:pt x="0" y="12"/>
                        </a:lnTo>
                        <a:lnTo>
                          <a:pt x="1" y="16"/>
                        </a:lnTo>
                        <a:lnTo>
                          <a:pt x="3" y="20"/>
                        </a:lnTo>
                        <a:lnTo>
                          <a:pt x="4" y="24"/>
                        </a:lnTo>
                        <a:lnTo>
                          <a:pt x="6" y="28"/>
                        </a:lnTo>
                        <a:lnTo>
                          <a:pt x="19" y="40"/>
                        </a:lnTo>
                        <a:lnTo>
                          <a:pt x="22" y="42"/>
                        </a:lnTo>
                        <a:lnTo>
                          <a:pt x="25" y="45"/>
                        </a:lnTo>
                        <a:lnTo>
                          <a:pt x="28" y="47"/>
                        </a:lnTo>
                        <a:lnTo>
                          <a:pt x="32" y="51"/>
                        </a:lnTo>
                        <a:lnTo>
                          <a:pt x="35" y="52"/>
                        </a:lnTo>
                        <a:lnTo>
                          <a:pt x="37" y="56"/>
                        </a:lnTo>
                        <a:lnTo>
                          <a:pt x="40" y="53"/>
                        </a:lnTo>
                        <a:lnTo>
                          <a:pt x="36" y="51"/>
                        </a:lnTo>
                        <a:lnTo>
                          <a:pt x="33" y="49"/>
                        </a:lnTo>
                        <a:lnTo>
                          <a:pt x="30" y="46"/>
                        </a:lnTo>
                        <a:lnTo>
                          <a:pt x="26" y="44"/>
                        </a:lnTo>
                        <a:lnTo>
                          <a:pt x="24" y="40"/>
                        </a:lnTo>
                        <a:lnTo>
                          <a:pt x="20" y="37"/>
                        </a:lnTo>
                        <a:lnTo>
                          <a:pt x="11" y="29"/>
                        </a:lnTo>
                        <a:lnTo>
                          <a:pt x="9" y="25"/>
                        </a:lnTo>
                        <a:lnTo>
                          <a:pt x="6" y="23"/>
                        </a:lnTo>
                        <a:lnTo>
                          <a:pt x="5" y="19"/>
                        </a:lnTo>
                        <a:lnTo>
                          <a:pt x="4" y="15"/>
                        </a:lnTo>
                        <a:lnTo>
                          <a:pt x="3" y="12"/>
                        </a:lnTo>
                        <a:lnTo>
                          <a:pt x="3" y="3"/>
                        </a:lnTo>
                        <a:lnTo>
                          <a:pt x="1" y="4"/>
                        </a:lnTo>
                        <a:lnTo>
                          <a:pt x="3" y="2"/>
                        </a:lnTo>
                        <a:lnTo>
                          <a:pt x="0" y="0"/>
                        </a:lnTo>
                        <a:lnTo>
                          <a:pt x="0" y="3"/>
                        </a:lnTo>
                        <a:lnTo>
                          <a:pt x="3"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2" name="Freeform 246"/>
                  <p:cNvSpPr>
                    <a:spLocks/>
                  </p:cNvSpPr>
                  <p:nvPr/>
                </p:nvSpPr>
                <p:spPr bwMode="auto">
                  <a:xfrm>
                    <a:off x="4148" y="3521"/>
                    <a:ext cx="3" cy="2"/>
                  </a:xfrm>
                  <a:custGeom>
                    <a:avLst/>
                    <a:gdLst>
                      <a:gd name="T0" fmla="*/ 0 w 7"/>
                      <a:gd name="T1" fmla="*/ 0 h 4"/>
                      <a:gd name="T2" fmla="*/ 0 w 7"/>
                      <a:gd name="T3" fmla="*/ 0 h 4"/>
                      <a:gd name="T4" fmla="*/ 0 w 7"/>
                      <a:gd name="T5" fmla="*/ 1 h 4"/>
                      <a:gd name="T6" fmla="*/ 0 w 7"/>
                      <a:gd name="T7" fmla="*/ 1 h 4"/>
                      <a:gd name="T8" fmla="*/ 0 w 7"/>
                      <a:gd name="T9" fmla="*/ 1 h 4"/>
                      <a:gd name="T10" fmla="*/ 0 w 7"/>
                      <a:gd name="T11" fmla="*/ 1 h 4"/>
                      <a:gd name="T12" fmla="*/ 0 w 7"/>
                      <a:gd name="T13" fmla="*/ 1 h 4"/>
                      <a:gd name="T14" fmla="*/ 0 w 7"/>
                      <a:gd name="T15" fmla="*/ 1 h 4"/>
                      <a:gd name="T16" fmla="*/ 0 w 7"/>
                      <a:gd name="T17" fmla="*/ 1 h 4"/>
                      <a:gd name="T18" fmla="*/ 0 w 7"/>
                      <a:gd name="T19" fmla="*/ 0 h 4"/>
                      <a:gd name="T20" fmla="*/ 0 w 7"/>
                      <a:gd name="T21" fmla="*/ 0 h 4"/>
                      <a:gd name="T22" fmla="*/ 0 w 7"/>
                      <a:gd name="T23" fmla="*/ 0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4"/>
                      <a:gd name="T38" fmla="*/ 7 w 7"/>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4">
                        <a:moveTo>
                          <a:pt x="7" y="0"/>
                        </a:moveTo>
                        <a:lnTo>
                          <a:pt x="4" y="0"/>
                        </a:lnTo>
                        <a:lnTo>
                          <a:pt x="3" y="2"/>
                        </a:lnTo>
                        <a:lnTo>
                          <a:pt x="2" y="2"/>
                        </a:lnTo>
                        <a:lnTo>
                          <a:pt x="0" y="4"/>
                        </a:lnTo>
                        <a:lnTo>
                          <a:pt x="4" y="4"/>
                        </a:lnTo>
                        <a:lnTo>
                          <a:pt x="5" y="3"/>
                        </a:lnTo>
                        <a:lnTo>
                          <a:pt x="7" y="3"/>
                        </a:lnTo>
                        <a:lnTo>
                          <a:pt x="5" y="3"/>
                        </a:lnTo>
                        <a:lnTo>
                          <a:pt x="7" y="0"/>
                        </a:lnTo>
                        <a:lnTo>
                          <a:pt x="5" y="0"/>
                        </a:lnTo>
                        <a:lnTo>
                          <a:pt x="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3" name="Freeform 247"/>
                  <p:cNvSpPr>
                    <a:spLocks/>
                  </p:cNvSpPr>
                  <p:nvPr/>
                </p:nvSpPr>
                <p:spPr bwMode="auto">
                  <a:xfrm>
                    <a:off x="4150" y="3521"/>
                    <a:ext cx="15" cy="8"/>
                  </a:xfrm>
                  <a:custGeom>
                    <a:avLst/>
                    <a:gdLst>
                      <a:gd name="T0" fmla="*/ 1 w 30"/>
                      <a:gd name="T1" fmla="*/ 1 h 16"/>
                      <a:gd name="T2" fmla="*/ 1 w 30"/>
                      <a:gd name="T3" fmla="*/ 1 h 16"/>
                      <a:gd name="T4" fmla="*/ 1 w 30"/>
                      <a:gd name="T5" fmla="*/ 1 h 16"/>
                      <a:gd name="T6" fmla="*/ 1 w 30"/>
                      <a:gd name="T7" fmla="*/ 1 h 16"/>
                      <a:gd name="T8" fmla="*/ 1 w 30"/>
                      <a:gd name="T9" fmla="*/ 1 h 16"/>
                      <a:gd name="T10" fmla="*/ 1 w 30"/>
                      <a:gd name="T11" fmla="*/ 1 h 16"/>
                      <a:gd name="T12" fmla="*/ 1 w 30"/>
                      <a:gd name="T13" fmla="*/ 1 h 16"/>
                      <a:gd name="T14" fmla="*/ 1 w 30"/>
                      <a:gd name="T15" fmla="*/ 1 h 16"/>
                      <a:gd name="T16" fmla="*/ 1 w 30"/>
                      <a:gd name="T17" fmla="*/ 1 h 16"/>
                      <a:gd name="T18" fmla="*/ 1 w 30"/>
                      <a:gd name="T19" fmla="*/ 0 h 16"/>
                      <a:gd name="T20" fmla="*/ 0 w 30"/>
                      <a:gd name="T21" fmla="*/ 1 h 16"/>
                      <a:gd name="T22" fmla="*/ 1 w 30"/>
                      <a:gd name="T23" fmla="*/ 1 h 16"/>
                      <a:gd name="T24" fmla="*/ 1 w 30"/>
                      <a:gd name="T25" fmla="*/ 1 h 16"/>
                      <a:gd name="T26" fmla="*/ 1 w 30"/>
                      <a:gd name="T27" fmla="*/ 1 h 16"/>
                      <a:gd name="T28" fmla="*/ 1 w 30"/>
                      <a:gd name="T29" fmla="*/ 1 h 16"/>
                      <a:gd name="T30" fmla="*/ 1 w 30"/>
                      <a:gd name="T31" fmla="*/ 1 h 16"/>
                      <a:gd name="T32" fmla="*/ 1 w 30"/>
                      <a:gd name="T33" fmla="*/ 1 h 16"/>
                      <a:gd name="T34" fmla="*/ 1 w 30"/>
                      <a:gd name="T35" fmla="*/ 1 h 16"/>
                      <a:gd name="T36" fmla="*/ 1 w 30"/>
                      <a:gd name="T37" fmla="*/ 1 h 16"/>
                      <a:gd name="T38" fmla="*/ 1 w 30"/>
                      <a:gd name="T39" fmla="*/ 1 h 16"/>
                      <a:gd name="T40" fmla="*/ 1 w 30"/>
                      <a:gd name="T41" fmla="*/ 1 h 16"/>
                      <a:gd name="T42" fmla="*/ 1 w 30"/>
                      <a:gd name="T43" fmla="*/ 1 h 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
                      <a:gd name="T67" fmla="*/ 0 h 16"/>
                      <a:gd name="T68" fmla="*/ 30 w 30"/>
                      <a:gd name="T69" fmla="*/ 16 h 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 h="16">
                        <a:moveTo>
                          <a:pt x="30" y="15"/>
                        </a:moveTo>
                        <a:lnTo>
                          <a:pt x="29" y="15"/>
                        </a:lnTo>
                        <a:lnTo>
                          <a:pt x="26" y="13"/>
                        </a:lnTo>
                        <a:lnTo>
                          <a:pt x="22" y="10"/>
                        </a:lnTo>
                        <a:lnTo>
                          <a:pt x="19" y="9"/>
                        </a:lnTo>
                        <a:lnTo>
                          <a:pt x="15" y="8"/>
                        </a:lnTo>
                        <a:lnTo>
                          <a:pt x="11" y="7"/>
                        </a:lnTo>
                        <a:lnTo>
                          <a:pt x="8" y="4"/>
                        </a:lnTo>
                        <a:lnTo>
                          <a:pt x="5" y="3"/>
                        </a:lnTo>
                        <a:lnTo>
                          <a:pt x="2" y="0"/>
                        </a:lnTo>
                        <a:lnTo>
                          <a:pt x="0" y="3"/>
                        </a:lnTo>
                        <a:lnTo>
                          <a:pt x="4" y="5"/>
                        </a:lnTo>
                        <a:lnTo>
                          <a:pt x="6" y="7"/>
                        </a:lnTo>
                        <a:lnTo>
                          <a:pt x="10" y="9"/>
                        </a:lnTo>
                        <a:lnTo>
                          <a:pt x="14" y="10"/>
                        </a:lnTo>
                        <a:lnTo>
                          <a:pt x="18" y="12"/>
                        </a:lnTo>
                        <a:lnTo>
                          <a:pt x="21" y="13"/>
                        </a:lnTo>
                        <a:lnTo>
                          <a:pt x="25" y="14"/>
                        </a:lnTo>
                        <a:lnTo>
                          <a:pt x="27" y="16"/>
                        </a:lnTo>
                        <a:lnTo>
                          <a:pt x="30" y="15"/>
                        </a:lnTo>
                        <a:lnTo>
                          <a:pt x="29" y="15"/>
                        </a:lnTo>
                        <a:lnTo>
                          <a:pt x="30" y="1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4" name="Freeform 248"/>
                  <p:cNvSpPr>
                    <a:spLocks/>
                  </p:cNvSpPr>
                  <p:nvPr/>
                </p:nvSpPr>
                <p:spPr bwMode="auto">
                  <a:xfrm>
                    <a:off x="4167" y="3523"/>
                    <a:ext cx="2" cy="5"/>
                  </a:xfrm>
                  <a:custGeom>
                    <a:avLst/>
                    <a:gdLst>
                      <a:gd name="T0" fmla="*/ 0 w 5"/>
                      <a:gd name="T1" fmla="*/ 0 h 11"/>
                      <a:gd name="T2" fmla="*/ 0 w 5"/>
                      <a:gd name="T3" fmla="*/ 0 h 11"/>
                      <a:gd name="T4" fmla="*/ 0 w 5"/>
                      <a:gd name="T5" fmla="*/ 0 h 11"/>
                      <a:gd name="T6" fmla="*/ 0 w 5"/>
                      <a:gd name="T7" fmla="*/ 0 h 11"/>
                      <a:gd name="T8" fmla="*/ 0 w 5"/>
                      <a:gd name="T9" fmla="*/ 0 h 11"/>
                      <a:gd name="T10" fmla="*/ 0 w 5"/>
                      <a:gd name="T11" fmla="*/ 0 h 11"/>
                      <a:gd name="T12" fmla="*/ 0 w 5"/>
                      <a:gd name="T13" fmla="*/ 0 h 11"/>
                      <a:gd name="T14" fmla="*/ 0 w 5"/>
                      <a:gd name="T15" fmla="*/ 0 h 11"/>
                      <a:gd name="T16" fmla="*/ 0 w 5"/>
                      <a:gd name="T17" fmla="*/ 0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1"/>
                      <a:gd name="T29" fmla="*/ 5 w 5"/>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1">
                        <a:moveTo>
                          <a:pt x="2" y="11"/>
                        </a:moveTo>
                        <a:lnTo>
                          <a:pt x="1" y="9"/>
                        </a:lnTo>
                        <a:lnTo>
                          <a:pt x="0" y="6"/>
                        </a:lnTo>
                        <a:lnTo>
                          <a:pt x="0" y="3"/>
                        </a:lnTo>
                        <a:lnTo>
                          <a:pt x="2" y="0"/>
                        </a:lnTo>
                        <a:lnTo>
                          <a:pt x="5" y="3"/>
                        </a:lnTo>
                        <a:lnTo>
                          <a:pt x="5" y="5"/>
                        </a:lnTo>
                        <a:lnTo>
                          <a:pt x="3" y="8"/>
                        </a:lnTo>
                        <a:lnTo>
                          <a:pt x="2"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5" name="Freeform 249"/>
                  <p:cNvSpPr>
                    <a:spLocks/>
                  </p:cNvSpPr>
                  <p:nvPr/>
                </p:nvSpPr>
                <p:spPr bwMode="auto">
                  <a:xfrm>
                    <a:off x="4167" y="3528"/>
                    <a:ext cx="2" cy="1"/>
                  </a:xfrm>
                  <a:custGeom>
                    <a:avLst/>
                    <a:gdLst>
                      <a:gd name="T0" fmla="*/ 0 w 2"/>
                      <a:gd name="T1" fmla="*/ 0 h 4"/>
                      <a:gd name="T2" fmla="*/ 1 w 2"/>
                      <a:gd name="T3" fmla="*/ 0 h 4"/>
                      <a:gd name="T4" fmla="*/ 2 w 2"/>
                      <a:gd name="T5" fmla="*/ 0 h 4"/>
                      <a:gd name="T6" fmla="*/ 1 w 2"/>
                      <a:gd name="T7" fmla="*/ 0 h 4"/>
                      <a:gd name="T8" fmla="*/ 0 w 2"/>
                      <a:gd name="T9" fmla="*/ 0 h 4"/>
                      <a:gd name="T10" fmla="*/ 2 w 2"/>
                      <a:gd name="T11" fmla="*/ 0 h 4"/>
                      <a:gd name="T12" fmla="*/ 0 w 2"/>
                      <a:gd name="T13" fmla="*/ 0 h 4"/>
                      <a:gd name="T14" fmla="*/ 0 w 2"/>
                      <a:gd name="T15" fmla="*/ 0 h 4"/>
                      <a:gd name="T16" fmla="*/ 1 w 2"/>
                      <a:gd name="T17" fmla="*/ 0 h 4"/>
                      <a:gd name="T18" fmla="*/ 0 w 2"/>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4"/>
                      <a:gd name="T32" fmla="*/ 2 w 2"/>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4">
                        <a:moveTo>
                          <a:pt x="0" y="1"/>
                        </a:moveTo>
                        <a:lnTo>
                          <a:pt x="1" y="2"/>
                        </a:lnTo>
                        <a:lnTo>
                          <a:pt x="2" y="1"/>
                        </a:lnTo>
                        <a:lnTo>
                          <a:pt x="1" y="0"/>
                        </a:lnTo>
                        <a:lnTo>
                          <a:pt x="0" y="0"/>
                        </a:lnTo>
                        <a:lnTo>
                          <a:pt x="2" y="1"/>
                        </a:lnTo>
                        <a:lnTo>
                          <a:pt x="0" y="1"/>
                        </a:lnTo>
                        <a:lnTo>
                          <a:pt x="0" y="4"/>
                        </a:lnTo>
                        <a:lnTo>
                          <a:pt x="1" y="2"/>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6" name="Freeform 250"/>
                  <p:cNvSpPr>
                    <a:spLocks/>
                  </p:cNvSpPr>
                  <p:nvPr/>
                </p:nvSpPr>
                <p:spPr bwMode="auto">
                  <a:xfrm>
                    <a:off x="4166" y="3523"/>
                    <a:ext cx="3" cy="5"/>
                  </a:xfrm>
                  <a:custGeom>
                    <a:avLst/>
                    <a:gdLst>
                      <a:gd name="T0" fmla="*/ 1 w 5"/>
                      <a:gd name="T1" fmla="*/ 0 h 11"/>
                      <a:gd name="T2" fmla="*/ 1 w 5"/>
                      <a:gd name="T3" fmla="*/ 0 h 11"/>
                      <a:gd name="T4" fmla="*/ 0 w 5"/>
                      <a:gd name="T5" fmla="*/ 0 h 11"/>
                      <a:gd name="T6" fmla="*/ 0 w 5"/>
                      <a:gd name="T7" fmla="*/ 0 h 11"/>
                      <a:gd name="T8" fmla="*/ 1 w 5"/>
                      <a:gd name="T9" fmla="*/ 0 h 11"/>
                      <a:gd name="T10" fmla="*/ 1 w 5"/>
                      <a:gd name="T11" fmla="*/ 0 h 11"/>
                      <a:gd name="T12" fmla="*/ 1 w 5"/>
                      <a:gd name="T13" fmla="*/ 0 h 11"/>
                      <a:gd name="T14" fmla="*/ 1 w 5"/>
                      <a:gd name="T15" fmla="*/ 0 h 11"/>
                      <a:gd name="T16" fmla="*/ 1 w 5"/>
                      <a:gd name="T17" fmla="*/ 0 h 11"/>
                      <a:gd name="T18" fmla="*/ 1 w 5"/>
                      <a:gd name="T19" fmla="*/ 0 h 11"/>
                      <a:gd name="T20" fmla="*/ 1 w 5"/>
                      <a:gd name="T21" fmla="*/ 0 h 11"/>
                      <a:gd name="T22" fmla="*/ 1 w 5"/>
                      <a:gd name="T23" fmla="*/ 0 h 11"/>
                      <a:gd name="T24" fmla="*/ 1 w 5"/>
                      <a:gd name="T25" fmla="*/ 0 h 11"/>
                      <a:gd name="T26" fmla="*/ 1 w 5"/>
                      <a:gd name="T27" fmla="*/ 0 h 11"/>
                      <a:gd name="T28" fmla="*/ 1 w 5"/>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11"/>
                      <a:gd name="T47" fmla="*/ 5 w 5"/>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11">
                        <a:moveTo>
                          <a:pt x="5" y="0"/>
                        </a:moveTo>
                        <a:lnTo>
                          <a:pt x="4" y="0"/>
                        </a:lnTo>
                        <a:lnTo>
                          <a:pt x="0" y="3"/>
                        </a:lnTo>
                        <a:lnTo>
                          <a:pt x="0" y="6"/>
                        </a:lnTo>
                        <a:lnTo>
                          <a:pt x="2" y="9"/>
                        </a:lnTo>
                        <a:lnTo>
                          <a:pt x="3" y="11"/>
                        </a:lnTo>
                        <a:lnTo>
                          <a:pt x="5" y="11"/>
                        </a:lnTo>
                        <a:lnTo>
                          <a:pt x="4" y="8"/>
                        </a:lnTo>
                        <a:lnTo>
                          <a:pt x="3" y="5"/>
                        </a:lnTo>
                        <a:lnTo>
                          <a:pt x="3" y="4"/>
                        </a:lnTo>
                        <a:lnTo>
                          <a:pt x="5" y="1"/>
                        </a:lnTo>
                        <a:lnTo>
                          <a:pt x="4" y="1"/>
                        </a:lnTo>
                        <a:lnTo>
                          <a:pt x="5" y="0"/>
                        </a:lnTo>
                        <a:lnTo>
                          <a:pt x="4" y="0"/>
                        </a:lnTo>
                        <a:lnTo>
                          <a:pt x="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7" name="Freeform 251"/>
                  <p:cNvSpPr>
                    <a:spLocks/>
                  </p:cNvSpPr>
                  <p:nvPr/>
                </p:nvSpPr>
                <p:spPr bwMode="auto">
                  <a:xfrm>
                    <a:off x="4167" y="3523"/>
                    <a:ext cx="3" cy="5"/>
                  </a:xfrm>
                  <a:custGeom>
                    <a:avLst/>
                    <a:gdLst>
                      <a:gd name="T0" fmla="*/ 1 w 5"/>
                      <a:gd name="T1" fmla="*/ 0 h 11"/>
                      <a:gd name="T2" fmla="*/ 1 w 5"/>
                      <a:gd name="T3" fmla="*/ 0 h 11"/>
                      <a:gd name="T4" fmla="*/ 1 w 5"/>
                      <a:gd name="T5" fmla="*/ 0 h 11"/>
                      <a:gd name="T6" fmla="*/ 1 w 5"/>
                      <a:gd name="T7" fmla="*/ 0 h 11"/>
                      <a:gd name="T8" fmla="*/ 1 w 5"/>
                      <a:gd name="T9" fmla="*/ 0 h 11"/>
                      <a:gd name="T10" fmla="*/ 1 w 5"/>
                      <a:gd name="T11" fmla="*/ 0 h 11"/>
                      <a:gd name="T12" fmla="*/ 1 w 5"/>
                      <a:gd name="T13" fmla="*/ 0 h 11"/>
                      <a:gd name="T14" fmla="*/ 1 w 5"/>
                      <a:gd name="T15" fmla="*/ 0 h 11"/>
                      <a:gd name="T16" fmla="*/ 1 w 5"/>
                      <a:gd name="T17" fmla="*/ 0 h 11"/>
                      <a:gd name="T18" fmla="*/ 0 w 5"/>
                      <a:gd name="T19" fmla="*/ 0 h 11"/>
                      <a:gd name="T20" fmla="*/ 1 w 5"/>
                      <a:gd name="T21" fmla="*/ 0 h 11"/>
                      <a:gd name="T22" fmla="*/ 1 w 5"/>
                      <a:gd name="T23" fmla="*/ 0 h 1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
                      <a:gd name="T37" fmla="*/ 0 h 11"/>
                      <a:gd name="T38" fmla="*/ 5 w 5"/>
                      <a:gd name="T39" fmla="*/ 11 h 1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 h="11">
                        <a:moveTo>
                          <a:pt x="2" y="11"/>
                        </a:moveTo>
                        <a:lnTo>
                          <a:pt x="4" y="9"/>
                        </a:lnTo>
                        <a:lnTo>
                          <a:pt x="5" y="5"/>
                        </a:lnTo>
                        <a:lnTo>
                          <a:pt x="5" y="3"/>
                        </a:lnTo>
                        <a:lnTo>
                          <a:pt x="2" y="0"/>
                        </a:lnTo>
                        <a:lnTo>
                          <a:pt x="1" y="1"/>
                        </a:lnTo>
                        <a:lnTo>
                          <a:pt x="2" y="4"/>
                        </a:lnTo>
                        <a:lnTo>
                          <a:pt x="2" y="5"/>
                        </a:lnTo>
                        <a:lnTo>
                          <a:pt x="1" y="8"/>
                        </a:lnTo>
                        <a:lnTo>
                          <a:pt x="0" y="10"/>
                        </a:lnTo>
                        <a:lnTo>
                          <a:pt x="1" y="10"/>
                        </a:lnTo>
                        <a:lnTo>
                          <a:pt x="2"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8" name="Freeform 252"/>
                  <p:cNvSpPr>
                    <a:spLocks/>
                  </p:cNvSpPr>
                  <p:nvPr/>
                </p:nvSpPr>
                <p:spPr bwMode="auto">
                  <a:xfrm>
                    <a:off x="4149" y="3524"/>
                    <a:ext cx="13" cy="7"/>
                  </a:xfrm>
                  <a:custGeom>
                    <a:avLst/>
                    <a:gdLst>
                      <a:gd name="T0" fmla="*/ 1 w 26"/>
                      <a:gd name="T1" fmla="*/ 1 h 12"/>
                      <a:gd name="T2" fmla="*/ 1 w 26"/>
                      <a:gd name="T3" fmla="*/ 1 h 12"/>
                      <a:gd name="T4" fmla="*/ 1 w 26"/>
                      <a:gd name="T5" fmla="*/ 1 h 12"/>
                      <a:gd name="T6" fmla="*/ 1 w 26"/>
                      <a:gd name="T7" fmla="*/ 1 h 12"/>
                      <a:gd name="T8" fmla="*/ 1 w 26"/>
                      <a:gd name="T9" fmla="*/ 1 h 12"/>
                      <a:gd name="T10" fmla="*/ 1 w 26"/>
                      <a:gd name="T11" fmla="*/ 1 h 12"/>
                      <a:gd name="T12" fmla="*/ 1 w 26"/>
                      <a:gd name="T13" fmla="*/ 1 h 12"/>
                      <a:gd name="T14" fmla="*/ 1 w 26"/>
                      <a:gd name="T15" fmla="*/ 1 h 12"/>
                      <a:gd name="T16" fmla="*/ 1 w 26"/>
                      <a:gd name="T17" fmla="*/ 1 h 12"/>
                      <a:gd name="T18" fmla="*/ 1 w 26"/>
                      <a:gd name="T19" fmla="*/ 1 h 12"/>
                      <a:gd name="T20" fmla="*/ 1 w 26"/>
                      <a:gd name="T21" fmla="*/ 1 h 12"/>
                      <a:gd name="T22" fmla="*/ 1 w 26"/>
                      <a:gd name="T23" fmla="*/ 1 h 12"/>
                      <a:gd name="T24" fmla="*/ 0 w 26"/>
                      <a:gd name="T25" fmla="*/ 1 h 12"/>
                      <a:gd name="T26" fmla="*/ 1 w 26"/>
                      <a:gd name="T27" fmla="*/ 0 h 12"/>
                      <a:gd name="T28" fmla="*/ 1 w 26"/>
                      <a:gd name="T29" fmla="*/ 1 h 12"/>
                      <a:gd name="T30" fmla="*/ 1 w 26"/>
                      <a:gd name="T31" fmla="*/ 1 h 12"/>
                      <a:gd name="T32" fmla="*/ 1 w 26"/>
                      <a:gd name="T33" fmla="*/ 1 h 12"/>
                      <a:gd name="T34" fmla="*/ 1 w 26"/>
                      <a:gd name="T35" fmla="*/ 1 h 12"/>
                      <a:gd name="T36" fmla="*/ 1 w 26"/>
                      <a:gd name="T37" fmla="*/ 1 h 12"/>
                      <a:gd name="T38" fmla="*/ 1 w 26"/>
                      <a:gd name="T39" fmla="*/ 1 h 12"/>
                      <a:gd name="T40" fmla="*/ 1 w 26"/>
                      <a:gd name="T41" fmla="*/ 1 h 12"/>
                      <a:gd name="T42" fmla="*/ 1 w 26"/>
                      <a:gd name="T43" fmla="*/ 1 h 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
                      <a:gd name="T67" fmla="*/ 0 h 12"/>
                      <a:gd name="T68" fmla="*/ 26 w 26"/>
                      <a:gd name="T69" fmla="*/ 12 h 1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 h="12">
                        <a:moveTo>
                          <a:pt x="26" y="12"/>
                        </a:moveTo>
                        <a:lnTo>
                          <a:pt x="22" y="12"/>
                        </a:lnTo>
                        <a:lnTo>
                          <a:pt x="21" y="11"/>
                        </a:lnTo>
                        <a:lnTo>
                          <a:pt x="17" y="11"/>
                        </a:lnTo>
                        <a:lnTo>
                          <a:pt x="16" y="10"/>
                        </a:lnTo>
                        <a:lnTo>
                          <a:pt x="15" y="10"/>
                        </a:lnTo>
                        <a:lnTo>
                          <a:pt x="13" y="8"/>
                        </a:lnTo>
                        <a:lnTo>
                          <a:pt x="11" y="8"/>
                        </a:lnTo>
                        <a:lnTo>
                          <a:pt x="8" y="7"/>
                        </a:lnTo>
                        <a:lnTo>
                          <a:pt x="6" y="5"/>
                        </a:lnTo>
                        <a:lnTo>
                          <a:pt x="4" y="4"/>
                        </a:lnTo>
                        <a:lnTo>
                          <a:pt x="1" y="4"/>
                        </a:lnTo>
                        <a:lnTo>
                          <a:pt x="0" y="2"/>
                        </a:lnTo>
                        <a:lnTo>
                          <a:pt x="1" y="0"/>
                        </a:lnTo>
                        <a:lnTo>
                          <a:pt x="4" y="1"/>
                        </a:lnTo>
                        <a:lnTo>
                          <a:pt x="7" y="2"/>
                        </a:lnTo>
                        <a:lnTo>
                          <a:pt x="10" y="4"/>
                        </a:lnTo>
                        <a:lnTo>
                          <a:pt x="15" y="5"/>
                        </a:lnTo>
                        <a:lnTo>
                          <a:pt x="17" y="6"/>
                        </a:lnTo>
                        <a:lnTo>
                          <a:pt x="21" y="8"/>
                        </a:lnTo>
                        <a:lnTo>
                          <a:pt x="23" y="10"/>
                        </a:lnTo>
                        <a:lnTo>
                          <a:pt x="26" y="1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9" name="Freeform 253"/>
                  <p:cNvSpPr>
                    <a:spLocks/>
                  </p:cNvSpPr>
                  <p:nvPr/>
                </p:nvSpPr>
                <p:spPr bwMode="auto">
                  <a:xfrm>
                    <a:off x="4156" y="3529"/>
                    <a:ext cx="6" cy="2"/>
                  </a:xfrm>
                  <a:custGeom>
                    <a:avLst/>
                    <a:gdLst>
                      <a:gd name="T0" fmla="*/ 0 w 11"/>
                      <a:gd name="T1" fmla="*/ 0 h 5"/>
                      <a:gd name="T2" fmla="*/ 1 w 11"/>
                      <a:gd name="T3" fmla="*/ 0 h 5"/>
                      <a:gd name="T4" fmla="*/ 1 w 11"/>
                      <a:gd name="T5" fmla="*/ 0 h 5"/>
                      <a:gd name="T6" fmla="*/ 1 w 11"/>
                      <a:gd name="T7" fmla="*/ 0 h 5"/>
                      <a:gd name="T8" fmla="*/ 1 w 11"/>
                      <a:gd name="T9" fmla="*/ 0 h 5"/>
                      <a:gd name="T10" fmla="*/ 1 w 11"/>
                      <a:gd name="T11" fmla="*/ 0 h 5"/>
                      <a:gd name="T12" fmla="*/ 1 w 11"/>
                      <a:gd name="T13" fmla="*/ 0 h 5"/>
                      <a:gd name="T14" fmla="*/ 1 w 11"/>
                      <a:gd name="T15" fmla="*/ 0 h 5"/>
                      <a:gd name="T16" fmla="*/ 1 w 11"/>
                      <a:gd name="T17" fmla="*/ 0 h 5"/>
                      <a:gd name="T18" fmla="*/ 1 w 11"/>
                      <a:gd name="T19" fmla="*/ 0 h 5"/>
                      <a:gd name="T20" fmla="*/ 1 w 11"/>
                      <a:gd name="T21" fmla="*/ 0 h 5"/>
                      <a:gd name="T22" fmla="*/ 0 w 11"/>
                      <a:gd name="T23" fmla="*/ 0 h 5"/>
                      <a:gd name="T24" fmla="*/ 0 w 11"/>
                      <a:gd name="T25" fmla="*/ 0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5"/>
                      <a:gd name="T41" fmla="*/ 11 w 11"/>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5">
                        <a:moveTo>
                          <a:pt x="0" y="3"/>
                        </a:moveTo>
                        <a:lnTo>
                          <a:pt x="2" y="3"/>
                        </a:lnTo>
                        <a:lnTo>
                          <a:pt x="3" y="4"/>
                        </a:lnTo>
                        <a:lnTo>
                          <a:pt x="6" y="4"/>
                        </a:lnTo>
                        <a:lnTo>
                          <a:pt x="7" y="5"/>
                        </a:lnTo>
                        <a:lnTo>
                          <a:pt x="11" y="5"/>
                        </a:lnTo>
                        <a:lnTo>
                          <a:pt x="11" y="3"/>
                        </a:lnTo>
                        <a:lnTo>
                          <a:pt x="6" y="3"/>
                        </a:lnTo>
                        <a:lnTo>
                          <a:pt x="5" y="2"/>
                        </a:lnTo>
                        <a:lnTo>
                          <a:pt x="3" y="2"/>
                        </a:lnTo>
                        <a:lnTo>
                          <a:pt x="2" y="0"/>
                        </a:lnTo>
                        <a:lnTo>
                          <a:pt x="0" y="0"/>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0" name="Freeform 254"/>
                  <p:cNvSpPr>
                    <a:spLocks/>
                  </p:cNvSpPr>
                  <p:nvPr/>
                </p:nvSpPr>
                <p:spPr bwMode="auto">
                  <a:xfrm>
                    <a:off x="4148" y="3525"/>
                    <a:ext cx="8" cy="5"/>
                  </a:xfrm>
                  <a:custGeom>
                    <a:avLst/>
                    <a:gdLst>
                      <a:gd name="T0" fmla="*/ 0 w 16"/>
                      <a:gd name="T1" fmla="*/ 0 h 10"/>
                      <a:gd name="T2" fmla="*/ 1 w 16"/>
                      <a:gd name="T3" fmla="*/ 1 h 10"/>
                      <a:gd name="T4" fmla="*/ 1 w 16"/>
                      <a:gd name="T5" fmla="*/ 1 h 10"/>
                      <a:gd name="T6" fmla="*/ 1 w 16"/>
                      <a:gd name="T7" fmla="*/ 1 h 10"/>
                      <a:gd name="T8" fmla="*/ 1 w 16"/>
                      <a:gd name="T9" fmla="*/ 1 h 10"/>
                      <a:gd name="T10" fmla="*/ 1 w 16"/>
                      <a:gd name="T11" fmla="*/ 1 h 10"/>
                      <a:gd name="T12" fmla="*/ 1 w 16"/>
                      <a:gd name="T13" fmla="*/ 1 h 10"/>
                      <a:gd name="T14" fmla="*/ 1 w 16"/>
                      <a:gd name="T15" fmla="*/ 1 h 10"/>
                      <a:gd name="T16" fmla="*/ 1 w 16"/>
                      <a:gd name="T17" fmla="*/ 1 h 10"/>
                      <a:gd name="T18" fmla="*/ 1 w 16"/>
                      <a:gd name="T19" fmla="*/ 1 h 10"/>
                      <a:gd name="T20" fmla="*/ 1 w 16"/>
                      <a:gd name="T21" fmla="*/ 1 h 10"/>
                      <a:gd name="T22" fmla="*/ 1 w 16"/>
                      <a:gd name="T23" fmla="*/ 1 h 10"/>
                      <a:gd name="T24" fmla="*/ 1 w 16"/>
                      <a:gd name="T25" fmla="*/ 1 h 10"/>
                      <a:gd name="T26" fmla="*/ 1 w 16"/>
                      <a:gd name="T27" fmla="*/ 1 h 10"/>
                      <a:gd name="T28" fmla="*/ 1 w 16"/>
                      <a:gd name="T29" fmla="*/ 1 h 10"/>
                      <a:gd name="T30" fmla="*/ 1 w 16"/>
                      <a:gd name="T31" fmla="*/ 1 h 10"/>
                      <a:gd name="T32" fmla="*/ 1 w 16"/>
                      <a:gd name="T33" fmla="*/ 1 h 10"/>
                      <a:gd name="T34" fmla="*/ 1 w 16"/>
                      <a:gd name="T35" fmla="*/ 0 h 10"/>
                      <a:gd name="T36" fmla="*/ 1 w 16"/>
                      <a:gd name="T37" fmla="*/ 1 h 10"/>
                      <a:gd name="T38" fmla="*/ 0 w 16"/>
                      <a:gd name="T39" fmla="*/ 0 h 10"/>
                      <a:gd name="T40" fmla="*/ 0 w 16"/>
                      <a:gd name="T41" fmla="*/ 1 h 10"/>
                      <a:gd name="T42" fmla="*/ 1 w 16"/>
                      <a:gd name="T43" fmla="*/ 1 h 10"/>
                      <a:gd name="T44" fmla="*/ 0 w 16"/>
                      <a:gd name="T45" fmla="*/ 0 h 1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
                      <a:gd name="T70" fmla="*/ 0 h 10"/>
                      <a:gd name="T71" fmla="*/ 16 w 16"/>
                      <a:gd name="T72" fmla="*/ 10 h 1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 h="10">
                        <a:moveTo>
                          <a:pt x="0" y="0"/>
                        </a:moveTo>
                        <a:lnTo>
                          <a:pt x="1" y="3"/>
                        </a:lnTo>
                        <a:lnTo>
                          <a:pt x="2" y="3"/>
                        </a:lnTo>
                        <a:lnTo>
                          <a:pt x="3" y="4"/>
                        </a:lnTo>
                        <a:lnTo>
                          <a:pt x="6" y="5"/>
                        </a:lnTo>
                        <a:lnTo>
                          <a:pt x="8" y="6"/>
                        </a:lnTo>
                        <a:lnTo>
                          <a:pt x="9" y="7"/>
                        </a:lnTo>
                        <a:lnTo>
                          <a:pt x="12" y="9"/>
                        </a:lnTo>
                        <a:lnTo>
                          <a:pt x="13" y="9"/>
                        </a:lnTo>
                        <a:lnTo>
                          <a:pt x="16" y="10"/>
                        </a:lnTo>
                        <a:lnTo>
                          <a:pt x="16" y="7"/>
                        </a:lnTo>
                        <a:lnTo>
                          <a:pt x="14" y="6"/>
                        </a:lnTo>
                        <a:lnTo>
                          <a:pt x="12" y="6"/>
                        </a:lnTo>
                        <a:lnTo>
                          <a:pt x="9" y="4"/>
                        </a:lnTo>
                        <a:lnTo>
                          <a:pt x="7" y="3"/>
                        </a:lnTo>
                        <a:lnTo>
                          <a:pt x="5" y="1"/>
                        </a:lnTo>
                        <a:lnTo>
                          <a:pt x="3" y="1"/>
                        </a:lnTo>
                        <a:lnTo>
                          <a:pt x="1" y="0"/>
                        </a:lnTo>
                        <a:lnTo>
                          <a:pt x="2" y="1"/>
                        </a:lnTo>
                        <a:lnTo>
                          <a:pt x="0" y="0"/>
                        </a:lnTo>
                        <a:lnTo>
                          <a:pt x="0" y="1"/>
                        </a:lnTo>
                        <a:lnTo>
                          <a:pt x="1" y="3"/>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1" name="Freeform 255"/>
                  <p:cNvSpPr>
                    <a:spLocks/>
                  </p:cNvSpPr>
                  <p:nvPr/>
                </p:nvSpPr>
                <p:spPr bwMode="auto">
                  <a:xfrm>
                    <a:off x="4148" y="3523"/>
                    <a:ext cx="2" cy="3"/>
                  </a:xfrm>
                  <a:custGeom>
                    <a:avLst/>
                    <a:gdLst>
                      <a:gd name="T0" fmla="*/ 2 w 2"/>
                      <a:gd name="T1" fmla="*/ 1 h 5"/>
                      <a:gd name="T2" fmla="*/ 1 w 2"/>
                      <a:gd name="T3" fmla="*/ 1 h 5"/>
                      <a:gd name="T4" fmla="*/ 0 w 2"/>
                      <a:gd name="T5" fmla="*/ 1 h 5"/>
                      <a:gd name="T6" fmla="*/ 2 w 2"/>
                      <a:gd name="T7" fmla="*/ 1 h 5"/>
                      <a:gd name="T8" fmla="*/ 2 w 2"/>
                      <a:gd name="T9" fmla="*/ 1 h 5"/>
                      <a:gd name="T10" fmla="*/ 1 w 2"/>
                      <a:gd name="T11" fmla="*/ 1 h 5"/>
                      <a:gd name="T12" fmla="*/ 2 w 2"/>
                      <a:gd name="T13" fmla="*/ 1 h 5"/>
                      <a:gd name="T14" fmla="*/ 1 w 2"/>
                      <a:gd name="T15" fmla="*/ 0 h 5"/>
                      <a:gd name="T16" fmla="*/ 1 w 2"/>
                      <a:gd name="T17" fmla="*/ 1 h 5"/>
                      <a:gd name="T18" fmla="*/ 2 w 2"/>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2" y="2"/>
                        </a:moveTo>
                        <a:lnTo>
                          <a:pt x="1" y="2"/>
                        </a:lnTo>
                        <a:lnTo>
                          <a:pt x="0" y="4"/>
                        </a:lnTo>
                        <a:lnTo>
                          <a:pt x="2" y="5"/>
                        </a:lnTo>
                        <a:lnTo>
                          <a:pt x="2" y="3"/>
                        </a:lnTo>
                        <a:lnTo>
                          <a:pt x="1" y="3"/>
                        </a:lnTo>
                        <a:lnTo>
                          <a:pt x="2" y="2"/>
                        </a:lnTo>
                        <a:lnTo>
                          <a:pt x="1" y="0"/>
                        </a:lnTo>
                        <a:lnTo>
                          <a:pt x="1" y="2"/>
                        </a:lnTo>
                        <a:lnTo>
                          <a:pt x="2"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2" name="Freeform 256"/>
                  <p:cNvSpPr>
                    <a:spLocks/>
                  </p:cNvSpPr>
                  <p:nvPr/>
                </p:nvSpPr>
                <p:spPr bwMode="auto">
                  <a:xfrm>
                    <a:off x="4149" y="3524"/>
                    <a:ext cx="14" cy="7"/>
                  </a:xfrm>
                  <a:custGeom>
                    <a:avLst/>
                    <a:gdLst>
                      <a:gd name="T0" fmla="*/ 1 w 28"/>
                      <a:gd name="T1" fmla="*/ 1 h 14"/>
                      <a:gd name="T2" fmla="*/ 1 w 28"/>
                      <a:gd name="T3" fmla="*/ 1 h 14"/>
                      <a:gd name="T4" fmla="*/ 1 w 28"/>
                      <a:gd name="T5" fmla="*/ 1 h 14"/>
                      <a:gd name="T6" fmla="*/ 1 w 28"/>
                      <a:gd name="T7" fmla="*/ 1 h 14"/>
                      <a:gd name="T8" fmla="*/ 1 w 28"/>
                      <a:gd name="T9" fmla="*/ 1 h 14"/>
                      <a:gd name="T10" fmla="*/ 1 w 28"/>
                      <a:gd name="T11" fmla="*/ 1 h 14"/>
                      <a:gd name="T12" fmla="*/ 1 w 28"/>
                      <a:gd name="T13" fmla="*/ 1 h 14"/>
                      <a:gd name="T14" fmla="*/ 1 w 28"/>
                      <a:gd name="T15" fmla="*/ 1 h 14"/>
                      <a:gd name="T16" fmla="*/ 1 w 28"/>
                      <a:gd name="T17" fmla="*/ 1 h 14"/>
                      <a:gd name="T18" fmla="*/ 1 w 28"/>
                      <a:gd name="T19" fmla="*/ 0 h 14"/>
                      <a:gd name="T20" fmla="*/ 0 w 28"/>
                      <a:gd name="T21" fmla="*/ 1 h 14"/>
                      <a:gd name="T22" fmla="*/ 1 w 28"/>
                      <a:gd name="T23" fmla="*/ 1 h 14"/>
                      <a:gd name="T24" fmla="*/ 1 w 28"/>
                      <a:gd name="T25" fmla="*/ 1 h 14"/>
                      <a:gd name="T26" fmla="*/ 1 w 28"/>
                      <a:gd name="T27" fmla="*/ 1 h 14"/>
                      <a:gd name="T28" fmla="*/ 1 w 28"/>
                      <a:gd name="T29" fmla="*/ 1 h 14"/>
                      <a:gd name="T30" fmla="*/ 1 w 28"/>
                      <a:gd name="T31" fmla="*/ 1 h 14"/>
                      <a:gd name="T32" fmla="*/ 1 w 28"/>
                      <a:gd name="T33" fmla="*/ 1 h 14"/>
                      <a:gd name="T34" fmla="*/ 1 w 28"/>
                      <a:gd name="T35" fmla="*/ 1 h 14"/>
                      <a:gd name="T36" fmla="*/ 1 w 28"/>
                      <a:gd name="T37" fmla="*/ 1 h 14"/>
                      <a:gd name="T38" fmla="*/ 1 w 28"/>
                      <a:gd name="T39" fmla="*/ 1 h 14"/>
                      <a:gd name="T40" fmla="*/ 1 w 28"/>
                      <a:gd name="T41" fmla="*/ 1 h 14"/>
                      <a:gd name="T42" fmla="*/ 1 w 28"/>
                      <a:gd name="T43" fmla="*/ 1 h 14"/>
                      <a:gd name="T44" fmla="*/ 1 w 28"/>
                      <a:gd name="T45" fmla="*/ 1 h 14"/>
                      <a:gd name="T46" fmla="*/ 1 w 28"/>
                      <a:gd name="T47" fmla="*/ 1 h 1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8"/>
                      <a:gd name="T73" fmla="*/ 0 h 14"/>
                      <a:gd name="T74" fmla="*/ 28 w 28"/>
                      <a:gd name="T75" fmla="*/ 14 h 1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8" h="14">
                        <a:moveTo>
                          <a:pt x="26" y="14"/>
                        </a:moveTo>
                        <a:lnTo>
                          <a:pt x="27" y="12"/>
                        </a:lnTo>
                        <a:lnTo>
                          <a:pt x="24" y="11"/>
                        </a:lnTo>
                        <a:lnTo>
                          <a:pt x="21" y="8"/>
                        </a:lnTo>
                        <a:lnTo>
                          <a:pt x="17" y="6"/>
                        </a:lnTo>
                        <a:lnTo>
                          <a:pt x="15" y="5"/>
                        </a:lnTo>
                        <a:lnTo>
                          <a:pt x="11" y="3"/>
                        </a:lnTo>
                        <a:lnTo>
                          <a:pt x="7" y="2"/>
                        </a:lnTo>
                        <a:lnTo>
                          <a:pt x="5" y="1"/>
                        </a:lnTo>
                        <a:lnTo>
                          <a:pt x="1" y="0"/>
                        </a:lnTo>
                        <a:lnTo>
                          <a:pt x="0" y="1"/>
                        </a:lnTo>
                        <a:lnTo>
                          <a:pt x="4" y="3"/>
                        </a:lnTo>
                        <a:lnTo>
                          <a:pt x="7" y="5"/>
                        </a:lnTo>
                        <a:lnTo>
                          <a:pt x="10" y="6"/>
                        </a:lnTo>
                        <a:lnTo>
                          <a:pt x="13" y="7"/>
                        </a:lnTo>
                        <a:lnTo>
                          <a:pt x="17" y="8"/>
                        </a:lnTo>
                        <a:lnTo>
                          <a:pt x="20" y="11"/>
                        </a:lnTo>
                        <a:lnTo>
                          <a:pt x="22" y="12"/>
                        </a:lnTo>
                        <a:lnTo>
                          <a:pt x="24" y="14"/>
                        </a:lnTo>
                        <a:lnTo>
                          <a:pt x="26" y="12"/>
                        </a:lnTo>
                        <a:lnTo>
                          <a:pt x="26" y="14"/>
                        </a:lnTo>
                        <a:lnTo>
                          <a:pt x="28" y="14"/>
                        </a:lnTo>
                        <a:lnTo>
                          <a:pt x="27" y="12"/>
                        </a:lnTo>
                        <a:lnTo>
                          <a:pt x="26"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3" name="Freeform 257"/>
                  <p:cNvSpPr>
                    <a:spLocks/>
                  </p:cNvSpPr>
                  <p:nvPr/>
                </p:nvSpPr>
                <p:spPr bwMode="auto">
                  <a:xfrm>
                    <a:off x="4317" y="3525"/>
                    <a:ext cx="57" cy="21"/>
                  </a:xfrm>
                  <a:custGeom>
                    <a:avLst/>
                    <a:gdLst>
                      <a:gd name="T0" fmla="*/ 3 w 113"/>
                      <a:gd name="T1" fmla="*/ 1 h 42"/>
                      <a:gd name="T2" fmla="*/ 3 w 113"/>
                      <a:gd name="T3" fmla="*/ 1 h 42"/>
                      <a:gd name="T4" fmla="*/ 3 w 113"/>
                      <a:gd name="T5" fmla="*/ 1 h 42"/>
                      <a:gd name="T6" fmla="*/ 3 w 113"/>
                      <a:gd name="T7" fmla="*/ 1 h 42"/>
                      <a:gd name="T8" fmla="*/ 3 w 113"/>
                      <a:gd name="T9" fmla="*/ 1 h 42"/>
                      <a:gd name="T10" fmla="*/ 4 w 113"/>
                      <a:gd name="T11" fmla="*/ 1 h 42"/>
                      <a:gd name="T12" fmla="*/ 4 w 113"/>
                      <a:gd name="T13" fmla="*/ 1 h 42"/>
                      <a:gd name="T14" fmla="*/ 4 w 113"/>
                      <a:gd name="T15" fmla="*/ 1 h 42"/>
                      <a:gd name="T16" fmla="*/ 4 w 113"/>
                      <a:gd name="T17" fmla="*/ 1 h 42"/>
                      <a:gd name="T18" fmla="*/ 4 w 113"/>
                      <a:gd name="T19" fmla="*/ 1 h 42"/>
                      <a:gd name="T20" fmla="*/ 4 w 113"/>
                      <a:gd name="T21" fmla="*/ 1 h 42"/>
                      <a:gd name="T22" fmla="*/ 4 w 113"/>
                      <a:gd name="T23" fmla="*/ 1 h 42"/>
                      <a:gd name="T24" fmla="*/ 4 w 113"/>
                      <a:gd name="T25" fmla="*/ 1 h 42"/>
                      <a:gd name="T26" fmla="*/ 4 w 113"/>
                      <a:gd name="T27" fmla="*/ 1 h 42"/>
                      <a:gd name="T28" fmla="*/ 4 w 113"/>
                      <a:gd name="T29" fmla="*/ 2 h 42"/>
                      <a:gd name="T30" fmla="*/ 4 w 113"/>
                      <a:gd name="T31" fmla="*/ 2 h 42"/>
                      <a:gd name="T32" fmla="*/ 4 w 113"/>
                      <a:gd name="T33" fmla="*/ 2 h 42"/>
                      <a:gd name="T34" fmla="*/ 4 w 113"/>
                      <a:gd name="T35" fmla="*/ 2 h 42"/>
                      <a:gd name="T36" fmla="*/ 3 w 113"/>
                      <a:gd name="T37" fmla="*/ 2 h 42"/>
                      <a:gd name="T38" fmla="*/ 3 w 113"/>
                      <a:gd name="T39" fmla="*/ 2 h 42"/>
                      <a:gd name="T40" fmla="*/ 3 w 113"/>
                      <a:gd name="T41" fmla="*/ 2 h 42"/>
                      <a:gd name="T42" fmla="*/ 3 w 113"/>
                      <a:gd name="T43" fmla="*/ 2 h 42"/>
                      <a:gd name="T44" fmla="*/ 3 w 113"/>
                      <a:gd name="T45" fmla="*/ 2 h 42"/>
                      <a:gd name="T46" fmla="*/ 2 w 113"/>
                      <a:gd name="T47" fmla="*/ 1 h 42"/>
                      <a:gd name="T48" fmla="*/ 1 w 113"/>
                      <a:gd name="T49" fmla="*/ 1 h 42"/>
                      <a:gd name="T50" fmla="*/ 1 w 113"/>
                      <a:gd name="T51" fmla="*/ 1 h 42"/>
                      <a:gd name="T52" fmla="*/ 1 w 113"/>
                      <a:gd name="T53" fmla="*/ 1 h 42"/>
                      <a:gd name="T54" fmla="*/ 0 w 113"/>
                      <a:gd name="T55" fmla="*/ 1 h 42"/>
                      <a:gd name="T56" fmla="*/ 0 w 113"/>
                      <a:gd name="T57" fmla="*/ 1 h 42"/>
                      <a:gd name="T58" fmla="*/ 1 w 113"/>
                      <a:gd name="T59" fmla="*/ 1 h 42"/>
                      <a:gd name="T60" fmla="*/ 1 w 113"/>
                      <a:gd name="T61" fmla="*/ 1 h 42"/>
                      <a:gd name="T62" fmla="*/ 1 w 113"/>
                      <a:gd name="T63" fmla="*/ 1 h 42"/>
                      <a:gd name="T64" fmla="*/ 1 w 113"/>
                      <a:gd name="T65" fmla="*/ 1 h 42"/>
                      <a:gd name="T66" fmla="*/ 1 w 113"/>
                      <a:gd name="T67" fmla="*/ 1 h 42"/>
                      <a:gd name="T68" fmla="*/ 1 w 113"/>
                      <a:gd name="T69" fmla="*/ 1 h 42"/>
                      <a:gd name="T70" fmla="*/ 1 w 113"/>
                      <a:gd name="T71" fmla="*/ 1 h 42"/>
                      <a:gd name="T72" fmla="*/ 1 w 113"/>
                      <a:gd name="T73" fmla="*/ 1 h 42"/>
                      <a:gd name="T74" fmla="*/ 1 w 113"/>
                      <a:gd name="T75" fmla="*/ 1 h 42"/>
                      <a:gd name="T76" fmla="*/ 1 w 113"/>
                      <a:gd name="T77" fmla="*/ 1 h 42"/>
                      <a:gd name="T78" fmla="*/ 1 w 113"/>
                      <a:gd name="T79" fmla="*/ 0 h 42"/>
                      <a:gd name="T80" fmla="*/ 2 w 113"/>
                      <a:gd name="T81" fmla="*/ 0 h 42"/>
                      <a:gd name="T82" fmla="*/ 2 w 113"/>
                      <a:gd name="T83" fmla="*/ 1 h 42"/>
                      <a:gd name="T84" fmla="*/ 2 w 113"/>
                      <a:gd name="T85" fmla="*/ 1 h 42"/>
                      <a:gd name="T86" fmla="*/ 3 w 113"/>
                      <a:gd name="T87" fmla="*/ 1 h 42"/>
                      <a:gd name="T88" fmla="*/ 3 w 113"/>
                      <a:gd name="T89" fmla="*/ 1 h 42"/>
                      <a:gd name="T90" fmla="*/ 3 w 113"/>
                      <a:gd name="T91" fmla="*/ 1 h 42"/>
                      <a:gd name="T92" fmla="*/ 3 w 113"/>
                      <a:gd name="T93" fmla="*/ 1 h 4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13"/>
                      <a:gd name="T142" fmla="*/ 0 h 42"/>
                      <a:gd name="T143" fmla="*/ 113 w 113"/>
                      <a:gd name="T144" fmla="*/ 42 h 4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13" h="42">
                        <a:moveTo>
                          <a:pt x="73" y="14"/>
                        </a:moveTo>
                        <a:lnTo>
                          <a:pt x="85" y="14"/>
                        </a:lnTo>
                        <a:lnTo>
                          <a:pt x="88" y="15"/>
                        </a:lnTo>
                        <a:lnTo>
                          <a:pt x="91" y="15"/>
                        </a:lnTo>
                        <a:lnTo>
                          <a:pt x="94" y="16"/>
                        </a:lnTo>
                        <a:lnTo>
                          <a:pt x="97" y="16"/>
                        </a:lnTo>
                        <a:lnTo>
                          <a:pt x="100" y="17"/>
                        </a:lnTo>
                        <a:lnTo>
                          <a:pt x="102" y="19"/>
                        </a:lnTo>
                        <a:lnTo>
                          <a:pt x="105" y="21"/>
                        </a:lnTo>
                        <a:lnTo>
                          <a:pt x="107" y="22"/>
                        </a:lnTo>
                        <a:lnTo>
                          <a:pt x="109" y="25"/>
                        </a:lnTo>
                        <a:lnTo>
                          <a:pt x="111" y="27"/>
                        </a:lnTo>
                        <a:lnTo>
                          <a:pt x="112" y="30"/>
                        </a:lnTo>
                        <a:lnTo>
                          <a:pt x="113" y="32"/>
                        </a:lnTo>
                        <a:lnTo>
                          <a:pt x="113" y="37"/>
                        </a:lnTo>
                        <a:lnTo>
                          <a:pt x="111" y="40"/>
                        </a:lnTo>
                        <a:lnTo>
                          <a:pt x="110" y="42"/>
                        </a:lnTo>
                        <a:lnTo>
                          <a:pt x="104" y="38"/>
                        </a:lnTo>
                        <a:lnTo>
                          <a:pt x="96" y="37"/>
                        </a:lnTo>
                        <a:lnTo>
                          <a:pt x="90" y="36"/>
                        </a:lnTo>
                        <a:lnTo>
                          <a:pt x="83" y="35"/>
                        </a:lnTo>
                        <a:lnTo>
                          <a:pt x="77" y="33"/>
                        </a:lnTo>
                        <a:lnTo>
                          <a:pt x="69" y="33"/>
                        </a:lnTo>
                        <a:lnTo>
                          <a:pt x="63" y="32"/>
                        </a:lnTo>
                        <a:lnTo>
                          <a:pt x="21" y="32"/>
                        </a:lnTo>
                        <a:lnTo>
                          <a:pt x="14" y="31"/>
                        </a:lnTo>
                        <a:lnTo>
                          <a:pt x="8" y="30"/>
                        </a:lnTo>
                        <a:lnTo>
                          <a:pt x="0" y="28"/>
                        </a:lnTo>
                        <a:lnTo>
                          <a:pt x="0" y="24"/>
                        </a:lnTo>
                        <a:lnTo>
                          <a:pt x="1" y="19"/>
                        </a:lnTo>
                        <a:lnTo>
                          <a:pt x="3" y="15"/>
                        </a:lnTo>
                        <a:lnTo>
                          <a:pt x="4" y="10"/>
                        </a:lnTo>
                        <a:lnTo>
                          <a:pt x="6" y="9"/>
                        </a:lnTo>
                        <a:lnTo>
                          <a:pt x="10" y="6"/>
                        </a:lnTo>
                        <a:lnTo>
                          <a:pt x="12" y="5"/>
                        </a:lnTo>
                        <a:lnTo>
                          <a:pt x="15" y="4"/>
                        </a:lnTo>
                        <a:lnTo>
                          <a:pt x="19" y="3"/>
                        </a:lnTo>
                        <a:lnTo>
                          <a:pt x="21" y="1"/>
                        </a:lnTo>
                        <a:lnTo>
                          <a:pt x="25" y="1"/>
                        </a:lnTo>
                        <a:lnTo>
                          <a:pt x="28" y="0"/>
                        </a:lnTo>
                        <a:lnTo>
                          <a:pt x="56" y="0"/>
                        </a:lnTo>
                        <a:lnTo>
                          <a:pt x="58" y="1"/>
                        </a:lnTo>
                        <a:lnTo>
                          <a:pt x="61" y="3"/>
                        </a:lnTo>
                        <a:lnTo>
                          <a:pt x="67" y="9"/>
                        </a:lnTo>
                        <a:lnTo>
                          <a:pt x="69" y="10"/>
                        </a:lnTo>
                        <a:lnTo>
                          <a:pt x="70" y="12"/>
                        </a:lnTo>
                        <a:lnTo>
                          <a:pt x="73"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4" name="Freeform 258"/>
                  <p:cNvSpPr>
                    <a:spLocks/>
                  </p:cNvSpPr>
                  <p:nvPr/>
                </p:nvSpPr>
                <p:spPr bwMode="auto">
                  <a:xfrm>
                    <a:off x="4353" y="3531"/>
                    <a:ext cx="21" cy="11"/>
                  </a:xfrm>
                  <a:custGeom>
                    <a:avLst/>
                    <a:gdLst>
                      <a:gd name="T0" fmla="*/ 2 w 42"/>
                      <a:gd name="T1" fmla="*/ 1 h 21"/>
                      <a:gd name="T2" fmla="*/ 2 w 42"/>
                      <a:gd name="T3" fmla="*/ 1 h 21"/>
                      <a:gd name="T4" fmla="*/ 2 w 42"/>
                      <a:gd name="T5" fmla="*/ 1 h 21"/>
                      <a:gd name="T6" fmla="*/ 2 w 42"/>
                      <a:gd name="T7" fmla="*/ 1 h 21"/>
                      <a:gd name="T8" fmla="*/ 2 w 42"/>
                      <a:gd name="T9" fmla="*/ 1 h 21"/>
                      <a:gd name="T10" fmla="*/ 1 w 42"/>
                      <a:gd name="T11" fmla="*/ 1 h 21"/>
                      <a:gd name="T12" fmla="*/ 1 w 42"/>
                      <a:gd name="T13" fmla="*/ 1 h 21"/>
                      <a:gd name="T14" fmla="*/ 1 w 42"/>
                      <a:gd name="T15" fmla="*/ 1 h 21"/>
                      <a:gd name="T16" fmla="*/ 1 w 42"/>
                      <a:gd name="T17" fmla="*/ 1 h 21"/>
                      <a:gd name="T18" fmla="*/ 1 w 42"/>
                      <a:gd name="T19" fmla="*/ 1 h 21"/>
                      <a:gd name="T20" fmla="*/ 1 w 42"/>
                      <a:gd name="T21" fmla="*/ 1 h 21"/>
                      <a:gd name="T22" fmla="*/ 1 w 42"/>
                      <a:gd name="T23" fmla="*/ 1 h 21"/>
                      <a:gd name="T24" fmla="*/ 1 w 42"/>
                      <a:gd name="T25" fmla="*/ 0 h 21"/>
                      <a:gd name="T26" fmla="*/ 0 w 42"/>
                      <a:gd name="T27" fmla="*/ 0 h 21"/>
                      <a:gd name="T28" fmla="*/ 0 w 42"/>
                      <a:gd name="T29" fmla="*/ 1 h 21"/>
                      <a:gd name="T30" fmla="*/ 1 w 42"/>
                      <a:gd name="T31" fmla="*/ 1 h 21"/>
                      <a:gd name="T32" fmla="*/ 1 w 42"/>
                      <a:gd name="T33" fmla="*/ 1 h 21"/>
                      <a:gd name="T34" fmla="*/ 1 w 42"/>
                      <a:gd name="T35" fmla="*/ 1 h 21"/>
                      <a:gd name="T36" fmla="*/ 1 w 42"/>
                      <a:gd name="T37" fmla="*/ 1 h 21"/>
                      <a:gd name="T38" fmla="*/ 1 w 42"/>
                      <a:gd name="T39" fmla="*/ 1 h 21"/>
                      <a:gd name="T40" fmla="*/ 1 w 42"/>
                      <a:gd name="T41" fmla="*/ 1 h 21"/>
                      <a:gd name="T42" fmla="*/ 1 w 42"/>
                      <a:gd name="T43" fmla="*/ 1 h 21"/>
                      <a:gd name="T44" fmla="*/ 1 w 42"/>
                      <a:gd name="T45" fmla="*/ 1 h 21"/>
                      <a:gd name="T46" fmla="*/ 2 w 42"/>
                      <a:gd name="T47" fmla="*/ 1 h 21"/>
                      <a:gd name="T48" fmla="*/ 2 w 42"/>
                      <a:gd name="T49" fmla="*/ 1 h 21"/>
                      <a:gd name="T50" fmla="*/ 2 w 42"/>
                      <a:gd name="T51" fmla="*/ 1 h 21"/>
                      <a:gd name="T52" fmla="*/ 2 w 42"/>
                      <a:gd name="T53" fmla="*/ 1 h 21"/>
                      <a:gd name="T54" fmla="*/ 2 w 42"/>
                      <a:gd name="T55" fmla="*/ 1 h 2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2"/>
                      <a:gd name="T85" fmla="*/ 0 h 21"/>
                      <a:gd name="T86" fmla="*/ 42 w 42"/>
                      <a:gd name="T87" fmla="*/ 21 h 2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2" h="21">
                        <a:moveTo>
                          <a:pt x="42" y="20"/>
                        </a:moveTo>
                        <a:lnTo>
                          <a:pt x="40" y="18"/>
                        </a:lnTo>
                        <a:lnTo>
                          <a:pt x="38" y="14"/>
                        </a:lnTo>
                        <a:lnTo>
                          <a:pt x="37" y="12"/>
                        </a:lnTo>
                        <a:lnTo>
                          <a:pt x="34" y="9"/>
                        </a:lnTo>
                        <a:lnTo>
                          <a:pt x="32" y="8"/>
                        </a:lnTo>
                        <a:lnTo>
                          <a:pt x="29" y="5"/>
                        </a:lnTo>
                        <a:lnTo>
                          <a:pt x="27" y="4"/>
                        </a:lnTo>
                        <a:lnTo>
                          <a:pt x="24" y="4"/>
                        </a:lnTo>
                        <a:lnTo>
                          <a:pt x="21" y="3"/>
                        </a:lnTo>
                        <a:lnTo>
                          <a:pt x="18" y="2"/>
                        </a:lnTo>
                        <a:lnTo>
                          <a:pt x="16" y="2"/>
                        </a:lnTo>
                        <a:lnTo>
                          <a:pt x="12" y="0"/>
                        </a:lnTo>
                        <a:lnTo>
                          <a:pt x="0" y="0"/>
                        </a:lnTo>
                        <a:lnTo>
                          <a:pt x="0" y="3"/>
                        </a:lnTo>
                        <a:lnTo>
                          <a:pt x="12" y="3"/>
                        </a:lnTo>
                        <a:lnTo>
                          <a:pt x="15" y="4"/>
                        </a:lnTo>
                        <a:lnTo>
                          <a:pt x="18" y="4"/>
                        </a:lnTo>
                        <a:lnTo>
                          <a:pt x="21" y="5"/>
                        </a:lnTo>
                        <a:lnTo>
                          <a:pt x="23" y="5"/>
                        </a:lnTo>
                        <a:lnTo>
                          <a:pt x="26" y="7"/>
                        </a:lnTo>
                        <a:lnTo>
                          <a:pt x="28" y="8"/>
                        </a:lnTo>
                        <a:lnTo>
                          <a:pt x="31" y="10"/>
                        </a:lnTo>
                        <a:lnTo>
                          <a:pt x="33" y="12"/>
                        </a:lnTo>
                        <a:lnTo>
                          <a:pt x="37" y="15"/>
                        </a:lnTo>
                        <a:lnTo>
                          <a:pt x="38" y="18"/>
                        </a:lnTo>
                        <a:lnTo>
                          <a:pt x="39" y="21"/>
                        </a:lnTo>
                        <a:lnTo>
                          <a:pt x="42" y="2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5" name="Freeform 259"/>
                  <p:cNvSpPr>
                    <a:spLocks/>
                  </p:cNvSpPr>
                  <p:nvPr/>
                </p:nvSpPr>
                <p:spPr bwMode="auto">
                  <a:xfrm>
                    <a:off x="4372" y="3541"/>
                    <a:ext cx="3" cy="4"/>
                  </a:xfrm>
                  <a:custGeom>
                    <a:avLst/>
                    <a:gdLst>
                      <a:gd name="T0" fmla="*/ 1 w 6"/>
                      <a:gd name="T1" fmla="*/ 0 h 9"/>
                      <a:gd name="T2" fmla="*/ 1 w 6"/>
                      <a:gd name="T3" fmla="*/ 0 h 9"/>
                      <a:gd name="T4" fmla="*/ 1 w 6"/>
                      <a:gd name="T5" fmla="*/ 0 h 9"/>
                      <a:gd name="T6" fmla="*/ 1 w 6"/>
                      <a:gd name="T7" fmla="*/ 0 h 9"/>
                      <a:gd name="T8" fmla="*/ 1 w 6"/>
                      <a:gd name="T9" fmla="*/ 0 h 9"/>
                      <a:gd name="T10" fmla="*/ 1 w 6"/>
                      <a:gd name="T11" fmla="*/ 0 h 9"/>
                      <a:gd name="T12" fmla="*/ 1 w 6"/>
                      <a:gd name="T13" fmla="*/ 0 h 9"/>
                      <a:gd name="T14" fmla="*/ 0 w 6"/>
                      <a:gd name="T15" fmla="*/ 0 h 9"/>
                      <a:gd name="T16" fmla="*/ 1 w 6"/>
                      <a:gd name="T17" fmla="*/ 0 h 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9"/>
                      <a:gd name="T29" fmla="*/ 6 w 6"/>
                      <a:gd name="T30" fmla="*/ 9 h 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9">
                        <a:moveTo>
                          <a:pt x="2" y="9"/>
                        </a:moveTo>
                        <a:lnTo>
                          <a:pt x="3" y="6"/>
                        </a:lnTo>
                        <a:lnTo>
                          <a:pt x="5" y="5"/>
                        </a:lnTo>
                        <a:lnTo>
                          <a:pt x="6" y="3"/>
                        </a:lnTo>
                        <a:lnTo>
                          <a:pt x="5" y="0"/>
                        </a:lnTo>
                        <a:lnTo>
                          <a:pt x="2" y="1"/>
                        </a:lnTo>
                        <a:lnTo>
                          <a:pt x="2" y="4"/>
                        </a:lnTo>
                        <a:lnTo>
                          <a:pt x="0" y="6"/>
                        </a:lnTo>
                        <a:lnTo>
                          <a:pt x="2" y="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6" name="Freeform 260"/>
                  <p:cNvSpPr>
                    <a:spLocks/>
                  </p:cNvSpPr>
                  <p:nvPr/>
                </p:nvSpPr>
                <p:spPr bwMode="auto">
                  <a:xfrm>
                    <a:off x="4371" y="3544"/>
                    <a:ext cx="2" cy="3"/>
                  </a:xfrm>
                  <a:custGeom>
                    <a:avLst/>
                    <a:gdLst>
                      <a:gd name="T0" fmla="*/ 0 w 3"/>
                      <a:gd name="T1" fmla="*/ 1 h 5"/>
                      <a:gd name="T2" fmla="*/ 1 w 3"/>
                      <a:gd name="T3" fmla="*/ 1 h 5"/>
                      <a:gd name="T4" fmla="*/ 1 w 3"/>
                      <a:gd name="T5" fmla="*/ 1 h 5"/>
                      <a:gd name="T6" fmla="*/ 1 w 3"/>
                      <a:gd name="T7" fmla="*/ 0 h 5"/>
                      <a:gd name="T8" fmla="*/ 0 w 3"/>
                      <a:gd name="T9" fmla="*/ 1 h 5"/>
                      <a:gd name="T10" fmla="*/ 1 w 3"/>
                      <a:gd name="T11" fmla="*/ 1 h 5"/>
                      <a:gd name="T12" fmla="*/ 0 w 3"/>
                      <a:gd name="T13" fmla="*/ 1 h 5"/>
                      <a:gd name="T14" fmla="*/ 1 w 3"/>
                      <a:gd name="T15" fmla="*/ 1 h 5"/>
                      <a:gd name="T16" fmla="*/ 0 w 3"/>
                      <a:gd name="T17" fmla="*/ 1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5"/>
                      <a:gd name="T29" fmla="*/ 3 w 3"/>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5">
                        <a:moveTo>
                          <a:pt x="0" y="5"/>
                        </a:moveTo>
                        <a:lnTo>
                          <a:pt x="1" y="5"/>
                        </a:lnTo>
                        <a:lnTo>
                          <a:pt x="3" y="3"/>
                        </a:lnTo>
                        <a:lnTo>
                          <a:pt x="1" y="0"/>
                        </a:lnTo>
                        <a:lnTo>
                          <a:pt x="0" y="3"/>
                        </a:lnTo>
                        <a:lnTo>
                          <a:pt x="1" y="3"/>
                        </a:lnTo>
                        <a:lnTo>
                          <a:pt x="0" y="5"/>
                        </a:lnTo>
                        <a:lnTo>
                          <a:pt x="1" y="5"/>
                        </a:lnTo>
                        <a:lnTo>
                          <a:pt x="0"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7" name="Freeform 261"/>
                  <p:cNvSpPr>
                    <a:spLocks/>
                  </p:cNvSpPr>
                  <p:nvPr/>
                </p:nvSpPr>
                <p:spPr bwMode="auto">
                  <a:xfrm>
                    <a:off x="4316" y="3539"/>
                    <a:ext cx="56" cy="8"/>
                  </a:xfrm>
                  <a:custGeom>
                    <a:avLst/>
                    <a:gdLst>
                      <a:gd name="T0" fmla="*/ 0 w 111"/>
                      <a:gd name="T1" fmla="*/ 1 h 16"/>
                      <a:gd name="T2" fmla="*/ 1 w 111"/>
                      <a:gd name="T3" fmla="*/ 1 h 16"/>
                      <a:gd name="T4" fmla="*/ 1 w 111"/>
                      <a:gd name="T5" fmla="*/ 1 h 16"/>
                      <a:gd name="T6" fmla="*/ 1 w 111"/>
                      <a:gd name="T7" fmla="*/ 1 h 16"/>
                      <a:gd name="T8" fmla="*/ 1 w 111"/>
                      <a:gd name="T9" fmla="*/ 1 h 16"/>
                      <a:gd name="T10" fmla="*/ 2 w 111"/>
                      <a:gd name="T11" fmla="*/ 1 h 16"/>
                      <a:gd name="T12" fmla="*/ 2 w 111"/>
                      <a:gd name="T13" fmla="*/ 1 h 16"/>
                      <a:gd name="T14" fmla="*/ 2 w 111"/>
                      <a:gd name="T15" fmla="*/ 1 h 16"/>
                      <a:gd name="T16" fmla="*/ 2 w 111"/>
                      <a:gd name="T17" fmla="*/ 1 h 16"/>
                      <a:gd name="T18" fmla="*/ 2 w 111"/>
                      <a:gd name="T19" fmla="*/ 1 h 16"/>
                      <a:gd name="T20" fmla="*/ 3 w 111"/>
                      <a:gd name="T21" fmla="*/ 1 h 16"/>
                      <a:gd name="T22" fmla="*/ 3 w 111"/>
                      <a:gd name="T23" fmla="*/ 1 h 16"/>
                      <a:gd name="T24" fmla="*/ 3 w 111"/>
                      <a:gd name="T25" fmla="*/ 1 h 16"/>
                      <a:gd name="T26" fmla="*/ 4 w 111"/>
                      <a:gd name="T27" fmla="*/ 1 h 16"/>
                      <a:gd name="T28" fmla="*/ 4 w 111"/>
                      <a:gd name="T29" fmla="*/ 1 h 16"/>
                      <a:gd name="T30" fmla="*/ 4 w 111"/>
                      <a:gd name="T31" fmla="*/ 1 h 16"/>
                      <a:gd name="T32" fmla="*/ 4 w 111"/>
                      <a:gd name="T33" fmla="*/ 1 h 16"/>
                      <a:gd name="T34" fmla="*/ 4 w 111"/>
                      <a:gd name="T35" fmla="*/ 1 h 16"/>
                      <a:gd name="T36" fmla="*/ 4 w 111"/>
                      <a:gd name="T37" fmla="*/ 1 h 16"/>
                      <a:gd name="T38" fmla="*/ 3 w 111"/>
                      <a:gd name="T39" fmla="*/ 1 h 16"/>
                      <a:gd name="T40" fmla="*/ 3 w 111"/>
                      <a:gd name="T41" fmla="*/ 1 h 16"/>
                      <a:gd name="T42" fmla="*/ 3 w 111"/>
                      <a:gd name="T43" fmla="*/ 1 h 16"/>
                      <a:gd name="T44" fmla="*/ 3 w 111"/>
                      <a:gd name="T45" fmla="*/ 1 h 16"/>
                      <a:gd name="T46" fmla="*/ 2 w 111"/>
                      <a:gd name="T47" fmla="*/ 1 h 16"/>
                      <a:gd name="T48" fmla="*/ 1 w 111"/>
                      <a:gd name="T49" fmla="*/ 1 h 16"/>
                      <a:gd name="T50" fmla="*/ 1 w 111"/>
                      <a:gd name="T51" fmla="*/ 1 h 16"/>
                      <a:gd name="T52" fmla="*/ 1 w 111"/>
                      <a:gd name="T53" fmla="*/ 1 h 16"/>
                      <a:gd name="T54" fmla="*/ 1 w 111"/>
                      <a:gd name="T55" fmla="*/ 0 h 16"/>
                      <a:gd name="T56" fmla="*/ 1 w 111"/>
                      <a:gd name="T57" fmla="*/ 1 h 16"/>
                      <a:gd name="T58" fmla="*/ 0 w 111"/>
                      <a:gd name="T59" fmla="*/ 1 h 16"/>
                      <a:gd name="T60" fmla="*/ 0 w 111"/>
                      <a:gd name="T61" fmla="*/ 1 h 16"/>
                      <a:gd name="T62" fmla="*/ 1 w 111"/>
                      <a:gd name="T63" fmla="*/ 1 h 16"/>
                      <a:gd name="T64" fmla="*/ 0 w 111"/>
                      <a:gd name="T65" fmla="*/ 1 h 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1"/>
                      <a:gd name="T100" fmla="*/ 0 h 16"/>
                      <a:gd name="T101" fmla="*/ 111 w 111"/>
                      <a:gd name="T102" fmla="*/ 16 h 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1" h="16">
                        <a:moveTo>
                          <a:pt x="0" y="1"/>
                        </a:moveTo>
                        <a:lnTo>
                          <a:pt x="1" y="3"/>
                        </a:lnTo>
                        <a:lnTo>
                          <a:pt x="9" y="4"/>
                        </a:lnTo>
                        <a:lnTo>
                          <a:pt x="15" y="5"/>
                        </a:lnTo>
                        <a:lnTo>
                          <a:pt x="22" y="6"/>
                        </a:lnTo>
                        <a:lnTo>
                          <a:pt x="36" y="6"/>
                        </a:lnTo>
                        <a:lnTo>
                          <a:pt x="43" y="8"/>
                        </a:lnTo>
                        <a:lnTo>
                          <a:pt x="49" y="8"/>
                        </a:lnTo>
                        <a:lnTo>
                          <a:pt x="57" y="6"/>
                        </a:lnTo>
                        <a:lnTo>
                          <a:pt x="64" y="8"/>
                        </a:lnTo>
                        <a:lnTo>
                          <a:pt x="78" y="8"/>
                        </a:lnTo>
                        <a:lnTo>
                          <a:pt x="84" y="9"/>
                        </a:lnTo>
                        <a:lnTo>
                          <a:pt x="91" y="10"/>
                        </a:lnTo>
                        <a:lnTo>
                          <a:pt x="97" y="11"/>
                        </a:lnTo>
                        <a:lnTo>
                          <a:pt x="103" y="13"/>
                        </a:lnTo>
                        <a:lnTo>
                          <a:pt x="110" y="16"/>
                        </a:lnTo>
                        <a:lnTo>
                          <a:pt x="111" y="14"/>
                        </a:lnTo>
                        <a:lnTo>
                          <a:pt x="105" y="10"/>
                        </a:lnTo>
                        <a:lnTo>
                          <a:pt x="97" y="9"/>
                        </a:lnTo>
                        <a:lnTo>
                          <a:pt x="91" y="8"/>
                        </a:lnTo>
                        <a:lnTo>
                          <a:pt x="85" y="6"/>
                        </a:lnTo>
                        <a:lnTo>
                          <a:pt x="78" y="5"/>
                        </a:lnTo>
                        <a:lnTo>
                          <a:pt x="70" y="5"/>
                        </a:lnTo>
                        <a:lnTo>
                          <a:pt x="64" y="4"/>
                        </a:lnTo>
                        <a:lnTo>
                          <a:pt x="22" y="4"/>
                        </a:lnTo>
                        <a:lnTo>
                          <a:pt x="15" y="3"/>
                        </a:lnTo>
                        <a:lnTo>
                          <a:pt x="9" y="3"/>
                        </a:lnTo>
                        <a:lnTo>
                          <a:pt x="1" y="0"/>
                        </a:lnTo>
                        <a:lnTo>
                          <a:pt x="2" y="1"/>
                        </a:lnTo>
                        <a:lnTo>
                          <a:pt x="0" y="1"/>
                        </a:lnTo>
                        <a:lnTo>
                          <a:pt x="0" y="3"/>
                        </a:lnTo>
                        <a:lnTo>
                          <a:pt x="1" y="3"/>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8" name="Freeform 262"/>
                  <p:cNvSpPr>
                    <a:spLocks/>
                  </p:cNvSpPr>
                  <p:nvPr/>
                </p:nvSpPr>
                <p:spPr bwMode="auto">
                  <a:xfrm>
                    <a:off x="4316" y="3529"/>
                    <a:ext cx="4" cy="10"/>
                  </a:xfrm>
                  <a:custGeom>
                    <a:avLst/>
                    <a:gdLst>
                      <a:gd name="T0" fmla="*/ 1 w 6"/>
                      <a:gd name="T1" fmla="*/ 0 h 19"/>
                      <a:gd name="T2" fmla="*/ 1 w 6"/>
                      <a:gd name="T3" fmla="*/ 1 h 19"/>
                      <a:gd name="T4" fmla="*/ 1 w 6"/>
                      <a:gd name="T5" fmla="*/ 1 h 19"/>
                      <a:gd name="T6" fmla="*/ 1 w 6"/>
                      <a:gd name="T7" fmla="*/ 1 h 19"/>
                      <a:gd name="T8" fmla="*/ 0 w 6"/>
                      <a:gd name="T9" fmla="*/ 1 h 19"/>
                      <a:gd name="T10" fmla="*/ 0 w 6"/>
                      <a:gd name="T11" fmla="*/ 1 h 19"/>
                      <a:gd name="T12" fmla="*/ 1 w 6"/>
                      <a:gd name="T13" fmla="*/ 1 h 19"/>
                      <a:gd name="T14" fmla="*/ 1 w 6"/>
                      <a:gd name="T15" fmla="*/ 1 h 19"/>
                      <a:gd name="T16" fmla="*/ 1 w 6"/>
                      <a:gd name="T17" fmla="*/ 1 h 19"/>
                      <a:gd name="T18" fmla="*/ 1 w 6"/>
                      <a:gd name="T19" fmla="*/ 1 h 19"/>
                      <a:gd name="T20" fmla="*/ 1 w 6"/>
                      <a:gd name="T21" fmla="*/ 1 h 19"/>
                      <a:gd name="T22" fmla="*/ 1 w 6"/>
                      <a:gd name="T23" fmla="*/ 1 h 19"/>
                      <a:gd name="T24" fmla="*/ 1 w 6"/>
                      <a:gd name="T25" fmla="*/ 0 h 19"/>
                      <a:gd name="T26" fmla="*/ 1 w 6"/>
                      <a:gd name="T27" fmla="*/ 1 h 19"/>
                      <a:gd name="T28" fmla="*/ 1 w 6"/>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9"/>
                      <a:gd name="T47" fmla="*/ 6 w 6"/>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9">
                        <a:moveTo>
                          <a:pt x="5" y="0"/>
                        </a:moveTo>
                        <a:lnTo>
                          <a:pt x="4" y="1"/>
                        </a:lnTo>
                        <a:lnTo>
                          <a:pt x="2" y="5"/>
                        </a:lnTo>
                        <a:lnTo>
                          <a:pt x="1" y="10"/>
                        </a:lnTo>
                        <a:lnTo>
                          <a:pt x="0" y="15"/>
                        </a:lnTo>
                        <a:lnTo>
                          <a:pt x="0" y="19"/>
                        </a:lnTo>
                        <a:lnTo>
                          <a:pt x="2" y="19"/>
                        </a:lnTo>
                        <a:lnTo>
                          <a:pt x="2" y="15"/>
                        </a:lnTo>
                        <a:lnTo>
                          <a:pt x="4" y="10"/>
                        </a:lnTo>
                        <a:lnTo>
                          <a:pt x="5" y="6"/>
                        </a:lnTo>
                        <a:lnTo>
                          <a:pt x="6" y="1"/>
                        </a:lnTo>
                        <a:lnTo>
                          <a:pt x="6" y="2"/>
                        </a:lnTo>
                        <a:lnTo>
                          <a:pt x="5" y="0"/>
                        </a:lnTo>
                        <a:lnTo>
                          <a:pt x="4" y="1"/>
                        </a:lnTo>
                        <a:lnTo>
                          <a:pt x="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9" name="Freeform 263"/>
                  <p:cNvSpPr>
                    <a:spLocks/>
                  </p:cNvSpPr>
                  <p:nvPr/>
                </p:nvSpPr>
                <p:spPr bwMode="auto">
                  <a:xfrm>
                    <a:off x="4319" y="3524"/>
                    <a:ext cx="26" cy="7"/>
                  </a:xfrm>
                  <a:custGeom>
                    <a:avLst/>
                    <a:gdLst>
                      <a:gd name="T0" fmla="*/ 2 w 52"/>
                      <a:gd name="T1" fmla="*/ 1 h 13"/>
                      <a:gd name="T2" fmla="*/ 2 w 52"/>
                      <a:gd name="T3" fmla="*/ 0 h 13"/>
                      <a:gd name="T4" fmla="*/ 2 w 52"/>
                      <a:gd name="T5" fmla="*/ 0 h 13"/>
                      <a:gd name="T6" fmla="*/ 1 w 52"/>
                      <a:gd name="T7" fmla="*/ 1 h 13"/>
                      <a:gd name="T8" fmla="*/ 1 w 52"/>
                      <a:gd name="T9" fmla="*/ 1 h 13"/>
                      <a:gd name="T10" fmla="*/ 1 w 52"/>
                      <a:gd name="T11" fmla="*/ 1 h 13"/>
                      <a:gd name="T12" fmla="*/ 1 w 52"/>
                      <a:gd name="T13" fmla="*/ 1 h 13"/>
                      <a:gd name="T14" fmla="*/ 1 w 52"/>
                      <a:gd name="T15" fmla="*/ 1 h 13"/>
                      <a:gd name="T16" fmla="*/ 1 w 52"/>
                      <a:gd name="T17" fmla="*/ 1 h 13"/>
                      <a:gd name="T18" fmla="*/ 1 w 52"/>
                      <a:gd name="T19" fmla="*/ 1 h 13"/>
                      <a:gd name="T20" fmla="*/ 1 w 52"/>
                      <a:gd name="T21" fmla="*/ 1 h 13"/>
                      <a:gd name="T22" fmla="*/ 1 w 52"/>
                      <a:gd name="T23" fmla="*/ 1 h 13"/>
                      <a:gd name="T24" fmla="*/ 0 w 52"/>
                      <a:gd name="T25" fmla="*/ 1 h 13"/>
                      <a:gd name="T26" fmla="*/ 1 w 52"/>
                      <a:gd name="T27" fmla="*/ 1 h 13"/>
                      <a:gd name="T28" fmla="*/ 1 w 52"/>
                      <a:gd name="T29" fmla="*/ 1 h 13"/>
                      <a:gd name="T30" fmla="*/ 1 w 52"/>
                      <a:gd name="T31" fmla="*/ 1 h 13"/>
                      <a:gd name="T32" fmla="*/ 1 w 52"/>
                      <a:gd name="T33" fmla="*/ 1 h 13"/>
                      <a:gd name="T34" fmla="*/ 1 w 52"/>
                      <a:gd name="T35" fmla="*/ 1 h 13"/>
                      <a:gd name="T36" fmla="*/ 1 w 52"/>
                      <a:gd name="T37" fmla="*/ 1 h 13"/>
                      <a:gd name="T38" fmla="*/ 1 w 52"/>
                      <a:gd name="T39" fmla="*/ 1 h 13"/>
                      <a:gd name="T40" fmla="*/ 1 w 52"/>
                      <a:gd name="T41" fmla="*/ 1 h 13"/>
                      <a:gd name="T42" fmla="*/ 1 w 52"/>
                      <a:gd name="T43" fmla="*/ 1 h 13"/>
                      <a:gd name="T44" fmla="*/ 2 w 52"/>
                      <a:gd name="T45" fmla="*/ 1 h 13"/>
                      <a:gd name="T46" fmla="*/ 2 w 52"/>
                      <a:gd name="T47" fmla="*/ 1 h 1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2"/>
                      <a:gd name="T73" fmla="*/ 0 h 13"/>
                      <a:gd name="T74" fmla="*/ 52 w 52"/>
                      <a:gd name="T75" fmla="*/ 13 h 1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2" h="13">
                        <a:moveTo>
                          <a:pt x="52" y="1"/>
                        </a:moveTo>
                        <a:lnTo>
                          <a:pt x="48" y="0"/>
                        </a:lnTo>
                        <a:lnTo>
                          <a:pt x="34" y="0"/>
                        </a:lnTo>
                        <a:lnTo>
                          <a:pt x="31" y="1"/>
                        </a:lnTo>
                        <a:lnTo>
                          <a:pt x="24" y="1"/>
                        </a:lnTo>
                        <a:lnTo>
                          <a:pt x="21" y="2"/>
                        </a:lnTo>
                        <a:lnTo>
                          <a:pt x="17" y="2"/>
                        </a:lnTo>
                        <a:lnTo>
                          <a:pt x="15" y="3"/>
                        </a:lnTo>
                        <a:lnTo>
                          <a:pt x="11" y="5"/>
                        </a:lnTo>
                        <a:lnTo>
                          <a:pt x="7" y="6"/>
                        </a:lnTo>
                        <a:lnTo>
                          <a:pt x="5" y="7"/>
                        </a:lnTo>
                        <a:lnTo>
                          <a:pt x="2" y="9"/>
                        </a:lnTo>
                        <a:lnTo>
                          <a:pt x="0" y="11"/>
                        </a:lnTo>
                        <a:lnTo>
                          <a:pt x="1" y="13"/>
                        </a:lnTo>
                        <a:lnTo>
                          <a:pt x="4" y="11"/>
                        </a:lnTo>
                        <a:lnTo>
                          <a:pt x="6" y="9"/>
                        </a:lnTo>
                        <a:lnTo>
                          <a:pt x="8" y="8"/>
                        </a:lnTo>
                        <a:lnTo>
                          <a:pt x="12" y="7"/>
                        </a:lnTo>
                        <a:lnTo>
                          <a:pt x="15" y="6"/>
                        </a:lnTo>
                        <a:lnTo>
                          <a:pt x="18" y="5"/>
                        </a:lnTo>
                        <a:lnTo>
                          <a:pt x="21" y="5"/>
                        </a:lnTo>
                        <a:lnTo>
                          <a:pt x="24" y="3"/>
                        </a:lnTo>
                        <a:lnTo>
                          <a:pt x="52" y="3"/>
                        </a:lnTo>
                        <a:lnTo>
                          <a:pt x="52"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0" name="Freeform 264"/>
                  <p:cNvSpPr>
                    <a:spLocks/>
                  </p:cNvSpPr>
                  <p:nvPr/>
                </p:nvSpPr>
                <p:spPr bwMode="auto">
                  <a:xfrm>
                    <a:off x="4345" y="3524"/>
                    <a:ext cx="9" cy="8"/>
                  </a:xfrm>
                  <a:custGeom>
                    <a:avLst/>
                    <a:gdLst>
                      <a:gd name="T0" fmla="*/ 1 w 18"/>
                      <a:gd name="T1" fmla="*/ 1 h 16"/>
                      <a:gd name="T2" fmla="*/ 1 w 18"/>
                      <a:gd name="T3" fmla="*/ 1 h 16"/>
                      <a:gd name="T4" fmla="*/ 1 w 18"/>
                      <a:gd name="T5" fmla="*/ 1 h 16"/>
                      <a:gd name="T6" fmla="*/ 1 w 18"/>
                      <a:gd name="T7" fmla="*/ 1 h 16"/>
                      <a:gd name="T8" fmla="*/ 1 w 18"/>
                      <a:gd name="T9" fmla="*/ 1 h 16"/>
                      <a:gd name="T10" fmla="*/ 1 w 18"/>
                      <a:gd name="T11" fmla="*/ 1 h 16"/>
                      <a:gd name="T12" fmla="*/ 1 w 18"/>
                      <a:gd name="T13" fmla="*/ 1 h 16"/>
                      <a:gd name="T14" fmla="*/ 0 w 18"/>
                      <a:gd name="T15" fmla="*/ 0 h 16"/>
                      <a:gd name="T16" fmla="*/ 0 w 18"/>
                      <a:gd name="T17" fmla="*/ 1 h 16"/>
                      <a:gd name="T18" fmla="*/ 1 w 18"/>
                      <a:gd name="T19" fmla="*/ 1 h 16"/>
                      <a:gd name="T20" fmla="*/ 1 w 18"/>
                      <a:gd name="T21" fmla="*/ 1 h 16"/>
                      <a:gd name="T22" fmla="*/ 1 w 18"/>
                      <a:gd name="T23" fmla="*/ 1 h 16"/>
                      <a:gd name="T24" fmla="*/ 1 w 18"/>
                      <a:gd name="T25" fmla="*/ 1 h 16"/>
                      <a:gd name="T26" fmla="*/ 1 w 18"/>
                      <a:gd name="T27" fmla="*/ 1 h 16"/>
                      <a:gd name="T28" fmla="*/ 1 w 18"/>
                      <a:gd name="T29" fmla="*/ 1 h 16"/>
                      <a:gd name="T30" fmla="*/ 1 w 18"/>
                      <a:gd name="T31" fmla="*/ 1 h 16"/>
                      <a:gd name="T32" fmla="*/ 1 w 18"/>
                      <a:gd name="T33" fmla="*/ 1 h 16"/>
                      <a:gd name="T34" fmla="*/ 1 w 18"/>
                      <a:gd name="T35" fmla="*/ 1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8"/>
                      <a:gd name="T55" fmla="*/ 0 h 16"/>
                      <a:gd name="T56" fmla="*/ 18 w 18"/>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8" h="16">
                        <a:moveTo>
                          <a:pt x="17" y="13"/>
                        </a:moveTo>
                        <a:lnTo>
                          <a:pt x="18" y="13"/>
                        </a:lnTo>
                        <a:lnTo>
                          <a:pt x="16" y="12"/>
                        </a:lnTo>
                        <a:lnTo>
                          <a:pt x="13" y="11"/>
                        </a:lnTo>
                        <a:lnTo>
                          <a:pt x="7" y="5"/>
                        </a:lnTo>
                        <a:lnTo>
                          <a:pt x="6" y="2"/>
                        </a:lnTo>
                        <a:lnTo>
                          <a:pt x="3" y="1"/>
                        </a:lnTo>
                        <a:lnTo>
                          <a:pt x="0" y="0"/>
                        </a:lnTo>
                        <a:lnTo>
                          <a:pt x="0" y="2"/>
                        </a:lnTo>
                        <a:lnTo>
                          <a:pt x="2" y="4"/>
                        </a:lnTo>
                        <a:lnTo>
                          <a:pt x="3" y="5"/>
                        </a:lnTo>
                        <a:lnTo>
                          <a:pt x="6" y="6"/>
                        </a:lnTo>
                        <a:lnTo>
                          <a:pt x="8" y="8"/>
                        </a:lnTo>
                        <a:lnTo>
                          <a:pt x="9" y="11"/>
                        </a:lnTo>
                        <a:lnTo>
                          <a:pt x="12" y="12"/>
                        </a:lnTo>
                        <a:lnTo>
                          <a:pt x="14" y="15"/>
                        </a:lnTo>
                        <a:lnTo>
                          <a:pt x="17" y="16"/>
                        </a:lnTo>
                        <a:lnTo>
                          <a:pt x="17" y="1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1" name="Freeform 265"/>
                  <p:cNvSpPr>
                    <a:spLocks/>
                  </p:cNvSpPr>
                  <p:nvPr/>
                </p:nvSpPr>
                <p:spPr bwMode="auto">
                  <a:xfrm>
                    <a:off x="4562" y="3526"/>
                    <a:ext cx="72" cy="43"/>
                  </a:xfrm>
                  <a:custGeom>
                    <a:avLst/>
                    <a:gdLst>
                      <a:gd name="T0" fmla="*/ 4 w 144"/>
                      <a:gd name="T1" fmla="*/ 2 h 85"/>
                      <a:gd name="T2" fmla="*/ 4 w 144"/>
                      <a:gd name="T3" fmla="*/ 2 h 85"/>
                      <a:gd name="T4" fmla="*/ 4 w 144"/>
                      <a:gd name="T5" fmla="*/ 2 h 85"/>
                      <a:gd name="T6" fmla="*/ 4 w 144"/>
                      <a:gd name="T7" fmla="*/ 2 h 85"/>
                      <a:gd name="T8" fmla="*/ 5 w 144"/>
                      <a:gd name="T9" fmla="*/ 2 h 85"/>
                      <a:gd name="T10" fmla="*/ 5 w 144"/>
                      <a:gd name="T11" fmla="*/ 3 h 85"/>
                      <a:gd name="T12" fmla="*/ 5 w 144"/>
                      <a:gd name="T13" fmla="*/ 3 h 85"/>
                      <a:gd name="T14" fmla="*/ 4 w 144"/>
                      <a:gd name="T15" fmla="*/ 3 h 85"/>
                      <a:gd name="T16" fmla="*/ 4 w 144"/>
                      <a:gd name="T17" fmla="*/ 3 h 85"/>
                      <a:gd name="T18" fmla="*/ 3 w 144"/>
                      <a:gd name="T19" fmla="*/ 3 h 85"/>
                      <a:gd name="T20" fmla="*/ 3 w 144"/>
                      <a:gd name="T21" fmla="*/ 3 h 85"/>
                      <a:gd name="T22" fmla="*/ 3 w 144"/>
                      <a:gd name="T23" fmla="*/ 3 h 85"/>
                      <a:gd name="T24" fmla="*/ 3 w 144"/>
                      <a:gd name="T25" fmla="*/ 3 h 85"/>
                      <a:gd name="T26" fmla="*/ 3 w 144"/>
                      <a:gd name="T27" fmla="*/ 3 h 85"/>
                      <a:gd name="T28" fmla="*/ 2 w 144"/>
                      <a:gd name="T29" fmla="*/ 3 h 85"/>
                      <a:gd name="T30" fmla="*/ 2 w 144"/>
                      <a:gd name="T31" fmla="*/ 3 h 85"/>
                      <a:gd name="T32" fmla="*/ 2 w 144"/>
                      <a:gd name="T33" fmla="*/ 2 h 85"/>
                      <a:gd name="T34" fmla="*/ 2 w 144"/>
                      <a:gd name="T35" fmla="*/ 2 h 85"/>
                      <a:gd name="T36" fmla="*/ 2 w 144"/>
                      <a:gd name="T37" fmla="*/ 2 h 85"/>
                      <a:gd name="T38" fmla="*/ 1 w 144"/>
                      <a:gd name="T39" fmla="*/ 2 h 85"/>
                      <a:gd name="T40" fmla="*/ 1 w 144"/>
                      <a:gd name="T41" fmla="*/ 1 h 85"/>
                      <a:gd name="T42" fmla="*/ 0 w 144"/>
                      <a:gd name="T43" fmla="*/ 1 h 85"/>
                      <a:gd name="T44" fmla="*/ 1 w 144"/>
                      <a:gd name="T45" fmla="*/ 1 h 85"/>
                      <a:gd name="T46" fmla="*/ 2 w 144"/>
                      <a:gd name="T47" fmla="*/ 1 h 85"/>
                      <a:gd name="T48" fmla="*/ 2 w 144"/>
                      <a:gd name="T49" fmla="*/ 0 h 85"/>
                      <a:gd name="T50" fmla="*/ 2 w 144"/>
                      <a:gd name="T51" fmla="*/ 1 h 85"/>
                      <a:gd name="T52" fmla="*/ 2 w 144"/>
                      <a:gd name="T53" fmla="*/ 1 h 85"/>
                      <a:gd name="T54" fmla="*/ 2 w 144"/>
                      <a:gd name="T55" fmla="*/ 1 h 85"/>
                      <a:gd name="T56" fmla="*/ 3 w 144"/>
                      <a:gd name="T57" fmla="*/ 1 h 85"/>
                      <a:gd name="T58" fmla="*/ 3 w 144"/>
                      <a:gd name="T59" fmla="*/ 1 h 85"/>
                      <a:gd name="T60" fmla="*/ 3 w 144"/>
                      <a:gd name="T61" fmla="*/ 1 h 85"/>
                      <a:gd name="T62" fmla="*/ 3 w 144"/>
                      <a:gd name="T63" fmla="*/ 1 h 85"/>
                      <a:gd name="T64" fmla="*/ 4 w 144"/>
                      <a:gd name="T65" fmla="*/ 2 h 8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4"/>
                      <a:gd name="T100" fmla="*/ 0 h 85"/>
                      <a:gd name="T101" fmla="*/ 144 w 144"/>
                      <a:gd name="T102" fmla="*/ 85 h 8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4" h="85">
                        <a:moveTo>
                          <a:pt x="106" y="34"/>
                        </a:moveTo>
                        <a:lnTo>
                          <a:pt x="109" y="38"/>
                        </a:lnTo>
                        <a:lnTo>
                          <a:pt x="114" y="43"/>
                        </a:lnTo>
                        <a:lnTo>
                          <a:pt x="115" y="45"/>
                        </a:lnTo>
                        <a:lnTo>
                          <a:pt x="117" y="48"/>
                        </a:lnTo>
                        <a:lnTo>
                          <a:pt x="120" y="49"/>
                        </a:lnTo>
                        <a:lnTo>
                          <a:pt x="122" y="53"/>
                        </a:lnTo>
                        <a:lnTo>
                          <a:pt x="125" y="54"/>
                        </a:lnTo>
                        <a:lnTo>
                          <a:pt x="127" y="56"/>
                        </a:lnTo>
                        <a:lnTo>
                          <a:pt x="130" y="60"/>
                        </a:lnTo>
                        <a:lnTo>
                          <a:pt x="132" y="61"/>
                        </a:lnTo>
                        <a:lnTo>
                          <a:pt x="134" y="65"/>
                        </a:lnTo>
                        <a:lnTo>
                          <a:pt x="144" y="75"/>
                        </a:lnTo>
                        <a:lnTo>
                          <a:pt x="134" y="75"/>
                        </a:lnTo>
                        <a:lnTo>
                          <a:pt x="131" y="76"/>
                        </a:lnTo>
                        <a:lnTo>
                          <a:pt x="121" y="76"/>
                        </a:lnTo>
                        <a:lnTo>
                          <a:pt x="116" y="77"/>
                        </a:lnTo>
                        <a:lnTo>
                          <a:pt x="112" y="77"/>
                        </a:lnTo>
                        <a:lnTo>
                          <a:pt x="107" y="78"/>
                        </a:lnTo>
                        <a:lnTo>
                          <a:pt x="102" y="78"/>
                        </a:lnTo>
                        <a:lnTo>
                          <a:pt x="98" y="80"/>
                        </a:lnTo>
                        <a:lnTo>
                          <a:pt x="93" y="81"/>
                        </a:lnTo>
                        <a:lnTo>
                          <a:pt x="89" y="81"/>
                        </a:lnTo>
                        <a:lnTo>
                          <a:pt x="84" y="82"/>
                        </a:lnTo>
                        <a:lnTo>
                          <a:pt x="79" y="82"/>
                        </a:lnTo>
                        <a:lnTo>
                          <a:pt x="75" y="83"/>
                        </a:lnTo>
                        <a:lnTo>
                          <a:pt x="70" y="85"/>
                        </a:lnTo>
                        <a:lnTo>
                          <a:pt x="68" y="82"/>
                        </a:lnTo>
                        <a:lnTo>
                          <a:pt x="65" y="81"/>
                        </a:lnTo>
                        <a:lnTo>
                          <a:pt x="63" y="78"/>
                        </a:lnTo>
                        <a:lnTo>
                          <a:pt x="61" y="75"/>
                        </a:lnTo>
                        <a:lnTo>
                          <a:pt x="59" y="72"/>
                        </a:lnTo>
                        <a:lnTo>
                          <a:pt x="52" y="65"/>
                        </a:lnTo>
                        <a:lnTo>
                          <a:pt x="49" y="61"/>
                        </a:lnTo>
                        <a:lnTo>
                          <a:pt x="46" y="57"/>
                        </a:lnTo>
                        <a:lnTo>
                          <a:pt x="43" y="54"/>
                        </a:lnTo>
                        <a:lnTo>
                          <a:pt x="40" y="51"/>
                        </a:lnTo>
                        <a:lnTo>
                          <a:pt x="37" y="48"/>
                        </a:lnTo>
                        <a:lnTo>
                          <a:pt x="33" y="44"/>
                        </a:lnTo>
                        <a:lnTo>
                          <a:pt x="31" y="40"/>
                        </a:lnTo>
                        <a:lnTo>
                          <a:pt x="9" y="18"/>
                        </a:lnTo>
                        <a:lnTo>
                          <a:pt x="5" y="16"/>
                        </a:lnTo>
                        <a:lnTo>
                          <a:pt x="1" y="13"/>
                        </a:lnTo>
                        <a:lnTo>
                          <a:pt x="0" y="9"/>
                        </a:lnTo>
                        <a:lnTo>
                          <a:pt x="32" y="9"/>
                        </a:lnTo>
                        <a:lnTo>
                          <a:pt x="32" y="8"/>
                        </a:lnTo>
                        <a:lnTo>
                          <a:pt x="36" y="4"/>
                        </a:lnTo>
                        <a:lnTo>
                          <a:pt x="36" y="3"/>
                        </a:lnTo>
                        <a:lnTo>
                          <a:pt x="37" y="2"/>
                        </a:lnTo>
                        <a:lnTo>
                          <a:pt x="35" y="0"/>
                        </a:lnTo>
                        <a:lnTo>
                          <a:pt x="40" y="1"/>
                        </a:lnTo>
                        <a:lnTo>
                          <a:pt x="45" y="2"/>
                        </a:lnTo>
                        <a:lnTo>
                          <a:pt x="49" y="4"/>
                        </a:lnTo>
                        <a:lnTo>
                          <a:pt x="54" y="6"/>
                        </a:lnTo>
                        <a:lnTo>
                          <a:pt x="59" y="7"/>
                        </a:lnTo>
                        <a:lnTo>
                          <a:pt x="63" y="9"/>
                        </a:lnTo>
                        <a:lnTo>
                          <a:pt x="68" y="11"/>
                        </a:lnTo>
                        <a:lnTo>
                          <a:pt x="73" y="13"/>
                        </a:lnTo>
                        <a:lnTo>
                          <a:pt x="77" y="16"/>
                        </a:lnTo>
                        <a:lnTo>
                          <a:pt x="81" y="18"/>
                        </a:lnTo>
                        <a:lnTo>
                          <a:pt x="85" y="21"/>
                        </a:lnTo>
                        <a:lnTo>
                          <a:pt x="90" y="22"/>
                        </a:lnTo>
                        <a:lnTo>
                          <a:pt x="94" y="25"/>
                        </a:lnTo>
                        <a:lnTo>
                          <a:pt x="99" y="28"/>
                        </a:lnTo>
                        <a:lnTo>
                          <a:pt x="102" y="32"/>
                        </a:lnTo>
                        <a:lnTo>
                          <a:pt x="106" y="3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2" name="Freeform 266"/>
                  <p:cNvSpPr>
                    <a:spLocks/>
                  </p:cNvSpPr>
                  <p:nvPr/>
                </p:nvSpPr>
                <p:spPr bwMode="auto">
                  <a:xfrm>
                    <a:off x="4614" y="3544"/>
                    <a:ext cx="21" cy="20"/>
                  </a:xfrm>
                  <a:custGeom>
                    <a:avLst/>
                    <a:gdLst>
                      <a:gd name="T0" fmla="*/ 2 w 42"/>
                      <a:gd name="T1" fmla="*/ 1 h 42"/>
                      <a:gd name="T2" fmla="*/ 2 w 42"/>
                      <a:gd name="T3" fmla="*/ 1 h 42"/>
                      <a:gd name="T4" fmla="*/ 2 w 42"/>
                      <a:gd name="T5" fmla="*/ 1 h 42"/>
                      <a:gd name="T6" fmla="*/ 1 w 42"/>
                      <a:gd name="T7" fmla="*/ 0 h 42"/>
                      <a:gd name="T8" fmla="*/ 1 w 42"/>
                      <a:gd name="T9" fmla="*/ 0 h 42"/>
                      <a:gd name="T10" fmla="*/ 0 w 42"/>
                      <a:gd name="T11" fmla="*/ 0 h 42"/>
                      <a:gd name="T12" fmla="*/ 1 w 42"/>
                      <a:gd name="T13" fmla="*/ 0 h 42"/>
                      <a:gd name="T14" fmla="*/ 1 w 42"/>
                      <a:gd name="T15" fmla="*/ 0 h 42"/>
                      <a:gd name="T16" fmla="*/ 1 w 42"/>
                      <a:gd name="T17" fmla="*/ 0 h 42"/>
                      <a:gd name="T18" fmla="*/ 1 w 42"/>
                      <a:gd name="T19" fmla="*/ 0 h 42"/>
                      <a:gd name="T20" fmla="*/ 1 w 42"/>
                      <a:gd name="T21" fmla="*/ 0 h 42"/>
                      <a:gd name="T22" fmla="*/ 2 w 42"/>
                      <a:gd name="T23" fmla="*/ 1 h 42"/>
                      <a:gd name="T24" fmla="*/ 2 w 42"/>
                      <a:gd name="T25" fmla="*/ 1 h 42"/>
                      <a:gd name="T26" fmla="*/ 2 w 42"/>
                      <a:gd name="T27" fmla="*/ 1 h 42"/>
                      <a:gd name="T28" fmla="*/ 2 w 42"/>
                      <a:gd name="T29" fmla="*/ 1 h 42"/>
                      <a:gd name="T30" fmla="*/ 2 w 42"/>
                      <a:gd name="T31" fmla="*/ 1 h 42"/>
                      <a:gd name="T32" fmla="*/ 2 w 42"/>
                      <a:gd name="T33" fmla="*/ 1 h 42"/>
                      <a:gd name="T34" fmla="*/ 2 w 42"/>
                      <a:gd name="T35" fmla="*/ 1 h 42"/>
                      <a:gd name="T36" fmla="*/ 2 w 42"/>
                      <a:gd name="T37" fmla="*/ 1 h 4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2"/>
                      <a:gd name="T58" fmla="*/ 0 h 42"/>
                      <a:gd name="T59" fmla="*/ 42 w 42"/>
                      <a:gd name="T60" fmla="*/ 42 h 4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2" h="42">
                        <a:moveTo>
                          <a:pt x="39" y="42"/>
                        </a:moveTo>
                        <a:lnTo>
                          <a:pt x="41" y="41"/>
                        </a:lnTo>
                        <a:lnTo>
                          <a:pt x="38" y="37"/>
                        </a:lnTo>
                        <a:lnTo>
                          <a:pt x="4" y="3"/>
                        </a:lnTo>
                        <a:lnTo>
                          <a:pt x="2" y="0"/>
                        </a:lnTo>
                        <a:lnTo>
                          <a:pt x="0" y="1"/>
                        </a:lnTo>
                        <a:lnTo>
                          <a:pt x="15" y="16"/>
                        </a:lnTo>
                        <a:lnTo>
                          <a:pt x="16" y="19"/>
                        </a:lnTo>
                        <a:lnTo>
                          <a:pt x="20" y="21"/>
                        </a:lnTo>
                        <a:lnTo>
                          <a:pt x="25" y="26"/>
                        </a:lnTo>
                        <a:lnTo>
                          <a:pt x="26" y="28"/>
                        </a:lnTo>
                        <a:lnTo>
                          <a:pt x="33" y="36"/>
                        </a:lnTo>
                        <a:lnTo>
                          <a:pt x="36" y="40"/>
                        </a:lnTo>
                        <a:lnTo>
                          <a:pt x="38" y="42"/>
                        </a:lnTo>
                        <a:lnTo>
                          <a:pt x="39" y="40"/>
                        </a:lnTo>
                        <a:lnTo>
                          <a:pt x="39" y="42"/>
                        </a:lnTo>
                        <a:lnTo>
                          <a:pt x="42" y="42"/>
                        </a:lnTo>
                        <a:lnTo>
                          <a:pt x="41" y="41"/>
                        </a:lnTo>
                        <a:lnTo>
                          <a:pt x="39" y="4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3" name="Freeform 267"/>
                  <p:cNvSpPr>
                    <a:spLocks/>
                  </p:cNvSpPr>
                  <p:nvPr/>
                </p:nvSpPr>
                <p:spPr bwMode="auto">
                  <a:xfrm>
                    <a:off x="4597" y="3563"/>
                    <a:ext cx="37" cy="6"/>
                  </a:xfrm>
                  <a:custGeom>
                    <a:avLst/>
                    <a:gdLst>
                      <a:gd name="T0" fmla="*/ 0 w 74"/>
                      <a:gd name="T1" fmla="*/ 1 h 12"/>
                      <a:gd name="T2" fmla="*/ 1 w 74"/>
                      <a:gd name="T3" fmla="*/ 1 h 12"/>
                      <a:gd name="T4" fmla="*/ 1 w 74"/>
                      <a:gd name="T5" fmla="*/ 1 h 12"/>
                      <a:gd name="T6" fmla="*/ 1 w 74"/>
                      <a:gd name="T7" fmla="*/ 1 h 12"/>
                      <a:gd name="T8" fmla="*/ 1 w 74"/>
                      <a:gd name="T9" fmla="*/ 1 h 12"/>
                      <a:gd name="T10" fmla="*/ 1 w 74"/>
                      <a:gd name="T11" fmla="*/ 1 h 12"/>
                      <a:gd name="T12" fmla="*/ 1 w 74"/>
                      <a:gd name="T13" fmla="*/ 1 h 12"/>
                      <a:gd name="T14" fmla="*/ 1 w 74"/>
                      <a:gd name="T15" fmla="*/ 1 h 12"/>
                      <a:gd name="T16" fmla="*/ 2 w 74"/>
                      <a:gd name="T17" fmla="*/ 1 h 12"/>
                      <a:gd name="T18" fmla="*/ 2 w 74"/>
                      <a:gd name="T19" fmla="*/ 1 h 12"/>
                      <a:gd name="T20" fmla="*/ 2 w 74"/>
                      <a:gd name="T21" fmla="*/ 1 h 12"/>
                      <a:gd name="T22" fmla="*/ 2 w 74"/>
                      <a:gd name="T23" fmla="*/ 1 h 12"/>
                      <a:gd name="T24" fmla="*/ 2 w 74"/>
                      <a:gd name="T25" fmla="*/ 1 h 12"/>
                      <a:gd name="T26" fmla="*/ 2 w 74"/>
                      <a:gd name="T27" fmla="*/ 1 h 12"/>
                      <a:gd name="T28" fmla="*/ 3 w 74"/>
                      <a:gd name="T29" fmla="*/ 1 h 12"/>
                      <a:gd name="T30" fmla="*/ 3 w 74"/>
                      <a:gd name="T31" fmla="*/ 0 h 12"/>
                      <a:gd name="T32" fmla="*/ 3 w 74"/>
                      <a:gd name="T33" fmla="*/ 0 h 12"/>
                      <a:gd name="T34" fmla="*/ 2 w 74"/>
                      <a:gd name="T35" fmla="*/ 1 h 12"/>
                      <a:gd name="T36" fmla="*/ 2 w 74"/>
                      <a:gd name="T37" fmla="*/ 1 h 12"/>
                      <a:gd name="T38" fmla="*/ 2 w 74"/>
                      <a:gd name="T39" fmla="*/ 1 h 12"/>
                      <a:gd name="T40" fmla="*/ 2 w 74"/>
                      <a:gd name="T41" fmla="*/ 1 h 12"/>
                      <a:gd name="T42" fmla="*/ 2 w 74"/>
                      <a:gd name="T43" fmla="*/ 1 h 12"/>
                      <a:gd name="T44" fmla="*/ 1 w 74"/>
                      <a:gd name="T45" fmla="*/ 1 h 12"/>
                      <a:gd name="T46" fmla="*/ 1 w 74"/>
                      <a:gd name="T47" fmla="*/ 1 h 12"/>
                      <a:gd name="T48" fmla="*/ 1 w 74"/>
                      <a:gd name="T49" fmla="*/ 1 h 12"/>
                      <a:gd name="T50" fmla="*/ 1 w 74"/>
                      <a:gd name="T51" fmla="*/ 1 h 12"/>
                      <a:gd name="T52" fmla="*/ 1 w 74"/>
                      <a:gd name="T53" fmla="*/ 1 h 12"/>
                      <a:gd name="T54" fmla="*/ 1 w 74"/>
                      <a:gd name="T55" fmla="*/ 1 h 12"/>
                      <a:gd name="T56" fmla="*/ 1 w 74"/>
                      <a:gd name="T57" fmla="*/ 1 h 12"/>
                      <a:gd name="T58" fmla="*/ 0 w 74"/>
                      <a:gd name="T59" fmla="*/ 1 h 12"/>
                      <a:gd name="T60" fmla="*/ 1 w 74"/>
                      <a:gd name="T61" fmla="*/ 1 h 12"/>
                      <a:gd name="T62" fmla="*/ 0 w 74"/>
                      <a:gd name="T63" fmla="*/ 1 h 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4"/>
                      <a:gd name="T97" fmla="*/ 0 h 12"/>
                      <a:gd name="T98" fmla="*/ 74 w 74"/>
                      <a:gd name="T99" fmla="*/ 12 h 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4" h="12">
                        <a:moveTo>
                          <a:pt x="0" y="12"/>
                        </a:moveTo>
                        <a:lnTo>
                          <a:pt x="5" y="11"/>
                        </a:lnTo>
                        <a:lnTo>
                          <a:pt x="9" y="9"/>
                        </a:lnTo>
                        <a:lnTo>
                          <a:pt x="14" y="9"/>
                        </a:lnTo>
                        <a:lnTo>
                          <a:pt x="19" y="8"/>
                        </a:lnTo>
                        <a:lnTo>
                          <a:pt x="23" y="7"/>
                        </a:lnTo>
                        <a:lnTo>
                          <a:pt x="28" y="7"/>
                        </a:lnTo>
                        <a:lnTo>
                          <a:pt x="32" y="6"/>
                        </a:lnTo>
                        <a:lnTo>
                          <a:pt x="37" y="6"/>
                        </a:lnTo>
                        <a:lnTo>
                          <a:pt x="42" y="4"/>
                        </a:lnTo>
                        <a:lnTo>
                          <a:pt x="46" y="4"/>
                        </a:lnTo>
                        <a:lnTo>
                          <a:pt x="51" y="3"/>
                        </a:lnTo>
                        <a:lnTo>
                          <a:pt x="61" y="3"/>
                        </a:lnTo>
                        <a:lnTo>
                          <a:pt x="64" y="2"/>
                        </a:lnTo>
                        <a:lnTo>
                          <a:pt x="74" y="2"/>
                        </a:lnTo>
                        <a:lnTo>
                          <a:pt x="74" y="0"/>
                        </a:lnTo>
                        <a:lnTo>
                          <a:pt x="69" y="0"/>
                        </a:lnTo>
                        <a:lnTo>
                          <a:pt x="64" y="1"/>
                        </a:lnTo>
                        <a:lnTo>
                          <a:pt x="51" y="1"/>
                        </a:lnTo>
                        <a:lnTo>
                          <a:pt x="46" y="2"/>
                        </a:lnTo>
                        <a:lnTo>
                          <a:pt x="42" y="2"/>
                        </a:lnTo>
                        <a:lnTo>
                          <a:pt x="36" y="3"/>
                        </a:lnTo>
                        <a:lnTo>
                          <a:pt x="32" y="3"/>
                        </a:lnTo>
                        <a:lnTo>
                          <a:pt x="28" y="4"/>
                        </a:lnTo>
                        <a:lnTo>
                          <a:pt x="23" y="6"/>
                        </a:lnTo>
                        <a:lnTo>
                          <a:pt x="19" y="6"/>
                        </a:lnTo>
                        <a:lnTo>
                          <a:pt x="14" y="7"/>
                        </a:lnTo>
                        <a:lnTo>
                          <a:pt x="9" y="7"/>
                        </a:lnTo>
                        <a:lnTo>
                          <a:pt x="4" y="8"/>
                        </a:lnTo>
                        <a:lnTo>
                          <a:pt x="0" y="9"/>
                        </a:lnTo>
                        <a:lnTo>
                          <a:pt x="2" y="9"/>
                        </a:lnTo>
                        <a:lnTo>
                          <a:pt x="0" y="1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4" name="Freeform 268"/>
                  <p:cNvSpPr>
                    <a:spLocks/>
                  </p:cNvSpPr>
                  <p:nvPr/>
                </p:nvSpPr>
                <p:spPr bwMode="auto">
                  <a:xfrm>
                    <a:off x="4587" y="3558"/>
                    <a:ext cx="10" cy="11"/>
                  </a:xfrm>
                  <a:custGeom>
                    <a:avLst/>
                    <a:gdLst>
                      <a:gd name="T0" fmla="*/ 0 w 20"/>
                      <a:gd name="T1" fmla="*/ 1 h 22"/>
                      <a:gd name="T2" fmla="*/ 1 w 20"/>
                      <a:gd name="T3" fmla="*/ 1 h 22"/>
                      <a:gd name="T4" fmla="*/ 1 w 20"/>
                      <a:gd name="T5" fmla="*/ 1 h 22"/>
                      <a:gd name="T6" fmla="*/ 1 w 20"/>
                      <a:gd name="T7" fmla="*/ 1 h 22"/>
                      <a:gd name="T8" fmla="*/ 1 w 20"/>
                      <a:gd name="T9" fmla="*/ 1 h 22"/>
                      <a:gd name="T10" fmla="*/ 1 w 20"/>
                      <a:gd name="T11" fmla="*/ 1 h 22"/>
                      <a:gd name="T12" fmla="*/ 1 w 20"/>
                      <a:gd name="T13" fmla="*/ 1 h 22"/>
                      <a:gd name="T14" fmla="*/ 1 w 20"/>
                      <a:gd name="T15" fmla="*/ 1 h 22"/>
                      <a:gd name="T16" fmla="*/ 1 w 20"/>
                      <a:gd name="T17" fmla="*/ 1 h 22"/>
                      <a:gd name="T18" fmla="*/ 1 w 20"/>
                      <a:gd name="T19" fmla="*/ 1 h 22"/>
                      <a:gd name="T20" fmla="*/ 1 w 20"/>
                      <a:gd name="T21" fmla="*/ 1 h 22"/>
                      <a:gd name="T22" fmla="*/ 1 w 20"/>
                      <a:gd name="T23" fmla="*/ 1 h 22"/>
                      <a:gd name="T24" fmla="*/ 1 w 20"/>
                      <a:gd name="T25" fmla="*/ 1 h 22"/>
                      <a:gd name="T26" fmla="*/ 1 w 20"/>
                      <a:gd name="T27" fmla="*/ 1 h 22"/>
                      <a:gd name="T28" fmla="*/ 1 w 20"/>
                      <a:gd name="T29" fmla="*/ 0 h 22"/>
                      <a:gd name="T30" fmla="*/ 0 w 20"/>
                      <a:gd name="T31" fmla="*/ 1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
                      <a:gd name="T49" fmla="*/ 0 h 22"/>
                      <a:gd name="T50" fmla="*/ 20 w 20"/>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 h="22">
                        <a:moveTo>
                          <a:pt x="0" y="1"/>
                        </a:moveTo>
                        <a:lnTo>
                          <a:pt x="1" y="3"/>
                        </a:lnTo>
                        <a:lnTo>
                          <a:pt x="4" y="6"/>
                        </a:lnTo>
                        <a:lnTo>
                          <a:pt x="6" y="10"/>
                        </a:lnTo>
                        <a:lnTo>
                          <a:pt x="7" y="12"/>
                        </a:lnTo>
                        <a:lnTo>
                          <a:pt x="15" y="19"/>
                        </a:lnTo>
                        <a:lnTo>
                          <a:pt x="18" y="22"/>
                        </a:lnTo>
                        <a:lnTo>
                          <a:pt x="20" y="19"/>
                        </a:lnTo>
                        <a:lnTo>
                          <a:pt x="16" y="18"/>
                        </a:lnTo>
                        <a:lnTo>
                          <a:pt x="13" y="16"/>
                        </a:lnTo>
                        <a:lnTo>
                          <a:pt x="12" y="13"/>
                        </a:lnTo>
                        <a:lnTo>
                          <a:pt x="10" y="11"/>
                        </a:lnTo>
                        <a:lnTo>
                          <a:pt x="7" y="7"/>
                        </a:lnTo>
                        <a:lnTo>
                          <a:pt x="6" y="5"/>
                        </a:lnTo>
                        <a:lnTo>
                          <a:pt x="1" y="0"/>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5" name="Freeform 269"/>
                  <p:cNvSpPr>
                    <a:spLocks/>
                  </p:cNvSpPr>
                  <p:nvPr/>
                </p:nvSpPr>
                <p:spPr bwMode="auto">
                  <a:xfrm>
                    <a:off x="4562" y="3532"/>
                    <a:ext cx="26" cy="27"/>
                  </a:xfrm>
                  <a:custGeom>
                    <a:avLst/>
                    <a:gdLst>
                      <a:gd name="T0" fmla="*/ 0 w 53"/>
                      <a:gd name="T1" fmla="*/ 1 h 53"/>
                      <a:gd name="T2" fmla="*/ 0 w 53"/>
                      <a:gd name="T3" fmla="*/ 1 h 53"/>
                      <a:gd name="T4" fmla="*/ 0 w 53"/>
                      <a:gd name="T5" fmla="*/ 1 h 53"/>
                      <a:gd name="T6" fmla="*/ 0 w 53"/>
                      <a:gd name="T7" fmla="*/ 1 h 53"/>
                      <a:gd name="T8" fmla="*/ 0 w 53"/>
                      <a:gd name="T9" fmla="*/ 1 h 53"/>
                      <a:gd name="T10" fmla="*/ 0 w 53"/>
                      <a:gd name="T11" fmla="*/ 1 h 53"/>
                      <a:gd name="T12" fmla="*/ 0 w 53"/>
                      <a:gd name="T13" fmla="*/ 1 h 53"/>
                      <a:gd name="T14" fmla="*/ 0 w 53"/>
                      <a:gd name="T15" fmla="*/ 1 h 53"/>
                      <a:gd name="T16" fmla="*/ 0 w 53"/>
                      <a:gd name="T17" fmla="*/ 1 h 53"/>
                      <a:gd name="T18" fmla="*/ 0 w 53"/>
                      <a:gd name="T19" fmla="*/ 1 h 53"/>
                      <a:gd name="T20" fmla="*/ 0 w 53"/>
                      <a:gd name="T21" fmla="*/ 1 h 53"/>
                      <a:gd name="T22" fmla="*/ 1 w 53"/>
                      <a:gd name="T23" fmla="*/ 2 h 53"/>
                      <a:gd name="T24" fmla="*/ 1 w 53"/>
                      <a:gd name="T25" fmla="*/ 2 h 53"/>
                      <a:gd name="T26" fmla="*/ 1 w 53"/>
                      <a:gd name="T27" fmla="*/ 2 h 53"/>
                      <a:gd name="T28" fmla="*/ 1 w 53"/>
                      <a:gd name="T29" fmla="*/ 2 h 53"/>
                      <a:gd name="T30" fmla="*/ 1 w 53"/>
                      <a:gd name="T31" fmla="*/ 2 h 53"/>
                      <a:gd name="T32" fmla="*/ 1 w 53"/>
                      <a:gd name="T33" fmla="*/ 2 h 53"/>
                      <a:gd name="T34" fmla="*/ 1 w 53"/>
                      <a:gd name="T35" fmla="*/ 2 h 53"/>
                      <a:gd name="T36" fmla="*/ 1 w 53"/>
                      <a:gd name="T37" fmla="*/ 2 h 53"/>
                      <a:gd name="T38" fmla="*/ 1 w 53"/>
                      <a:gd name="T39" fmla="*/ 2 h 53"/>
                      <a:gd name="T40" fmla="*/ 0 w 53"/>
                      <a:gd name="T41" fmla="*/ 1 h 53"/>
                      <a:gd name="T42" fmla="*/ 0 w 53"/>
                      <a:gd name="T43" fmla="*/ 1 h 53"/>
                      <a:gd name="T44" fmla="*/ 0 w 53"/>
                      <a:gd name="T45" fmla="*/ 1 h 53"/>
                      <a:gd name="T46" fmla="*/ 0 w 53"/>
                      <a:gd name="T47" fmla="*/ 1 h 53"/>
                      <a:gd name="T48" fmla="*/ 0 w 53"/>
                      <a:gd name="T49" fmla="*/ 1 h 53"/>
                      <a:gd name="T50" fmla="*/ 0 w 53"/>
                      <a:gd name="T51" fmla="*/ 0 h 53"/>
                      <a:gd name="T52" fmla="*/ 0 w 53"/>
                      <a:gd name="T53" fmla="*/ 1 h 53"/>
                      <a:gd name="T54" fmla="*/ 0 w 53"/>
                      <a:gd name="T55" fmla="*/ 1 h 53"/>
                      <a:gd name="T56" fmla="*/ 0 w 53"/>
                      <a:gd name="T57" fmla="*/ 1 h 5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3"/>
                      <a:gd name="T88" fmla="*/ 0 h 53"/>
                      <a:gd name="T89" fmla="*/ 53 w 53"/>
                      <a:gd name="T90" fmla="*/ 53 h 5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3" h="53">
                        <a:moveTo>
                          <a:pt x="0" y="1"/>
                        </a:moveTo>
                        <a:lnTo>
                          <a:pt x="1" y="1"/>
                        </a:lnTo>
                        <a:lnTo>
                          <a:pt x="4" y="5"/>
                        </a:lnTo>
                        <a:lnTo>
                          <a:pt x="8" y="7"/>
                        </a:lnTo>
                        <a:lnTo>
                          <a:pt x="11" y="10"/>
                        </a:lnTo>
                        <a:lnTo>
                          <a:pt x="14" y="13"/>
                        </a:lnTo>
                        <a:lnTo>
                          <a:pt x="17" y="16"/>
                        </a:lnTo>
                        <a:lnTo>
                          <a:pt x="20" y="20"/>
                        </a:lnTo>
                        <a:lnTo>
                          <a:pt x="24" y="22"/>
                        </a:lnTo>
                        <a:lnTo>
                          <a:pt x="26" y="26"/>
                        </a:lnTo>
                        <a:lnTo>
                          <a:pt x="30" y="29"/>
                        </a:lnTo>
                        <a:lnTo>
                          <a:pt x="32" y="33"/>
                        </a:lnTo>
                        <a:lnTo>
                          <a:pt x="36" y="36"/>
                        </a:lnTo>
                        <a:lnTo>
                          <a:pt x="40" y="39"/>
                        </a:lnTo>
                        <a:lnTo>
                          <a:pt x="42" y="43"/>
                        </a:lnTo>
                        <a:lnTo>
                          <a:pt x="52" y="53"/>
                        </a:lnTo>
                        <a:lnTo>
                          <a:pt x="53" y="52"/>
                        </a:lnTo>
                        <a:lnTo>
                          <a:pt x="51" y="48"/>
                        </a:lnTo>
                        <a:lnTo>
                          <a:pt x="41" y="38"/>
                        </a:lnTo>
                        <a:lnTo>
                          <a:pt x="38" y="34"/>
                        </a:lnTo>
                        <a:lnTo>
                          <a:pt x="19" y="15"/>
                        </a:lnTo>
                        <a:lnTo>
                          <a:pt x="16" y="11"/>
                        </a:lnTo>
                        <a:lnTo>
                          <a:pt x="13" y="9"/>
                        </a:lnTo>
                        <a:lnTo>
                          <a:pt x="9" y="5"/>
                        </a:lnTo>
                        <a:lnTo>
                          <a:pt x="5" y="2"/>
                        </a:lnTo>
                        <a:lnTo>
                          <a:pt x="3" y="0"/>
                        </a:lnTo>
                        <a:lnTo>
                          <a:pt x="0" y="1"/>
                        </a:lnTo>
                        <a:lnTo>
                          <a:pt x="1" y="1"/>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6" name="Freeform 270"/>
                  <p:cNvSpPr>
                    <a:spLocks/>
                  </p:cNvSpPr>
                  <p:nvPr/>
                </p:nvSpPr>
                <p:spPr bwMode="auto">
                  <a:xfrm>
                    <a:off x="4560" y="3531"/>
                    <a:ext cx="3" cy="2"/>
                  </a:xfrm>
                  <a:custGeom>
                    <a:avLst/>
                    <a:gdLst>
                      <a:gd name="T0" fmla="*/ 1 w 5"/>
                      <a:gd name="T1" fmla="*/ 0 h 5"/>
                      <a:gd name="T2" fmla="*/ 1 w 5"/>
                      <a:gd name="T3" fmla="*/ 0 h 5"/>
                      <a:gd name="T4" fmla="*/ 1 w 5"/>
                      <a:gd name="T5" fmla="*/ 0 h 5"/>
                      <a:gd name="T6" fmla="*/ 1 w 5"/>
                      <a:gd name="T7" fmla="*/ 0 h 5"/>
                      <a:gd name="T8" fmla="*/ 1 w 5"/>
                      <a:gd name="T9" fmla="*/ 0 h 5"/>
                      <a:gd name="T10" fmla="*/ 1 w 5"/>
                      <a:gd name="T11" fmla="*/ 0 h 5"/>
                      <a:gd name="T12" fmla="*/ 1 w 5"/>
                      <a:gd name="T13" fmla="*/ 0 h 5"/>
                      <a:gd name="T14" fmla="*/ 0 w 5"/>
                      <a:gd name="T15" fmla="*/ 0 h 5"/>
                      <a:gd name="T16" fmla="*/ 1 w 5"/>
                      <a:gd name="T17" fmla="*/ 0 h 5"/>
                      <a:gd name="T18" fmla="*/ 1 w 5"/>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5"/>
                      <a:gd name="T32" fmla="*/ 5 w 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5">
                        <a:moveTo>
                          <a:pt x="2" y="0"/>
                        </a:moveTo>
                        <a:lnTo>
                          <a:pt x="1" y="3"/>
                        </a:lnTo>
                        <a:lnTo>
                          <a:pt x="2" y="5"/>
                        </a:lnTo>
                        <a:lnTo>
                          <a:pt x="5" y="4"/>
                        </a:lnTo>
                        <a:lnTo>
                          <a:pt x="3" y="1"/>
                        </a:lnTo>
                        <a:lnTo>
                          <a:pt x="2" y="3"/>
                        </a:lnTo>
                        <a:lnTo>
                          <a:pt x="2" y="0"/>
                        </a:lnTo>
                        <a:lnTo>
                          <a:pt x="0" y="0"/>
                        </a:lnTo>
                        <a:lnTo>
                          <a:pt x="1" y="3"/>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7" name="Freeform 271"/>
                  <p:cNvSpPr>
                    <a:spLocks/>
                  </p:cNvSpPr>
                  <p:nvPr/>
                </p:nvSpPr>
                <p:spPr bwMode="auto">
                  <a:xfrm>
                    <a:off x="4562" y="3531"/>
                    <a:ext cx="16" cy="1"/>
                  </a:xfrm>
                  <a:custGeom>
                    <a:avLst/>
                    <a:gdLst>
                      <a:gd name="T0" fmla="*/ 1 w 32"/>
                      <a:gd name="T1" fmla="*/ 0 h 3"/>
                      <a:gd name="T2" fmla="*/ 1 w 32"/>
                      <a:gd name="T3" fmla="*/ 0 h 3"/>
                      <a:gd name="T4" fmla="*/ 0 w 32"/>
                      <a:gd name="T5" fmla="*/ 0 h 3"/>
                      <a:gd name="T6" fmla="*/ 0 w 32"/>
                      <a:gd name="T7" fmla="*/ 0 h 3"/>
                      <a:gd name="T8" fmla="*/ 1 w 32"/>
                      <a:gd name="T9" fmla="*/ 0 h 3"/>
                      <a:gd name="T10" fmla="*/ 1 w 32"/>
                      <a:gd name="T11" fmla="*/ 0 h 3"/>
                      <a:gd name="T12" fmla="*/ 1 w 32"/>
                      <a:gd name="T13" fmla="*/ 0 h 3"/>
                      <a:gd name="T14" fmla="*/ 1 w 32"/>
                      <a:gd name="T15" fmla="*/ 0 h 3"/>
                      <a:gd name="T16" fmla="*/ 1 w 32"/>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3"/>
                      <a:gd name="T29" fmla="*/ 32 w 32"/>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3">
                        <a:moveTo>
                          <a:pt x="31" y="1"/>
                        </a:moveTo>
                        <a:lnTo>
                          <a:pt x="32" y="0"/>
                        </a:lnTo>
                        <a:lnTo>
                          <a:pt x="0" y="0"/>
                        </a:lnTo>
                        <a:lnTo>
                          <a:pt x="0" y="3"/>
                        </a:lnTo>
                        <a:lnTo>
                          <a:pt x="32" y="3"/>
                        </a:lnTo>
                        <a:lnTo>
                          <a:pt x="32" y="1"/>
                        </a:lnTo>
                        <a:lnTo>
                          <a:pt x="32" y="3"/>
                        </a:lnTo>
                        <a:lnTo>
                          <a:pt x="32" y="1"/>
                        </a:lnTo>
                        <a:lnTo>
                          <a:pt x="3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8" name="Freeform 272"/>
                  <p:cNvSpPr>
                    <a:spLocks/>
                  </p:cNvSpPr>
                  <p:nvPr/>
                </p:nvSpPr>
                <p:spPr bwMode="auto">
                  <a:xfrm>
                    <a:off x="4576" y="3524"/>
                    <a:ext cx="5" cy="7"/>
                  </a:xfrm>
                  <a:custGeom>
                    <a:avLst/>
                    <a:gdLst>
                      <a:gd name="T0" fmla="*/ 1 w 8"/>
                      <a:gd name="T1" fmla="*/ 1 h 13"/>
                      <a:gd name="T2" fmla="*/ 1 w 8"/>
                      <a:gd name="T3" fmla="*/ 1 h 13"/>
                      <a:gd name="T4" fmla="*/ 1 w 8"/>
                      <a:gd name="T5" fmla="*/ 1 h 13"/>
                      <a:gd name="T6" fmla="*/ 1 w 8"/>
                      <a:gd name="T7" fmla="*/ 1 h 13"/>
                      <a:gd name="T8" fmla="*/ 1 w 8"/>
                      <a:gd name="T9" fmla="*/ 1 h 13"/>
                      <a:gd name="T10" fmla="*/ 1 w 8"/>
                      <a:gd name="T11" fmla="*/ 1 h 13"/>
                      <a:gd name="T12" fmla="*/ 1 w 8"/>
                      <a:gd name="T13" fmla="*/ 1 h 13"/>
                      <a:gd name="T14" fmla="*/ 1 w 8"/>
                      <a:gd name="T15" fmla="*/ 1 h 13"/>
                      <a:gd name="T16" fmla="*/ 1 w 8"/>
                      <a:gd name="T17" fmla="*/ 1 h 13"/>
                      <a:gd name="T18" fmla="*/ 1 w 8"/>
                      <a:gd name="T19" fmla="*/ 1 h 13"/>
                      <a:gd name="T20" fmla="*/ 1 w 8"/>
                      <a:gd name="T21" fmla="*/ 1 h 13"/>
                      <a:gd name="T22" fmla="*/ 1 w 8"/>
                      <a:gd name="T23" fmla="*/ 1 h 13"/>
                      <a:gd name="T24" fmla="*/ 1 w 8"/>
                      <a:gd name="T25" fmla="*/ 1 h 13"/>
                      <a:gd name="T26" fmla="*/ 0 w 8"/>
                      <a:gd name="T27" fmla="*/ 0 h 13"/>
                      <a:gd name="T28" fmla="*/ 1 w 8"/>
                      <a:gd name="T29" fmla="*/ 1 h 13"/>
                      <a:gd name="T30" fmla="*/ 1 w 8"/>
                      <a:gd name="T31" fmla="*/ 1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13"/>
                      <a:gd name="T50" fmla="*/ 8 w 8"/>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13">
                        <a:moveTo>
                          <a:pt x="6" y="2"/>
                        </a:moveTo>
                        <a:lnTo>
                          <a:pt x="5" y="5"/>
                        </a:lnTo>
                        <a:lnTo>
                          <a:pt x="5" y="8"/>
                        </a:lnTo>
                        <a:lnTo>
                          <a:pt x="1" y="12"/>
                        </a:lnTo>
                        <a:lnTo>
                          <a:pt x="1" y="13"/>
                        </a:lnTo>
                        <a:lnTo>
                          <a:pt x="3" y="13"/>
                        </a:lnTo>
                        <a:lnTo>
                          <a:pt x="3" y="12"/>
                        </a:lnTo>
                        <a:lnTo>
                          <a:pt x="7" y="8"/>
                        </a:lnTo>
                        <a:lnTo>
                          <a:pt x="8" y="6"/>
                        </a:lnTo>
                        <a:lnTo>
                          <a:pt x="7" y="5"/>
                        </a:lnTo>
                        <a:lnTo>
                          <a:pt x="6" y="2"/>
                        </a:lnTo>
                        <a:lnTo>
                          <a:pt x="5" y="5"/>
                        </a:lnTo>
                        <a:lnTo>
                          <a:pt x="6" y="2"/>
                        </a:lnTo>
                        <a:lnTo>
                          <a:pt x="0" y="0"/>
                        </a:lnTo>
                        <a:lnTo>
                          <a:pt x="5" y="5"/>
                        </a:lnTo>
                        <a:lnTo>
                          <a:pt x="6"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59" name="Freeform 273"/>
                  <p:cNvSpPr>
                    <a:spLocks/>
                  </p:cNvSpPr>
                  <p:nvPr/>
                </p:nvSpPr>
                <p:spPr bwMode="auto">
                  <a:xfrm>
                    <a:off x="4579" y="3526"/>
                    <a:ext cx="36" cy="18"/>
                  </a:xfrm>
                  <a:custGeom>
                    <a:avLst/>
                    <a:gdLst>
                      <a:gd name="T0" fmla="*/ 3 w 72"/>
                      <a:gd name="T1" fmla="*/ 1 h 37"/>
                      <a:gd name="T2" fmla="*/ 3 w 72"/>
                      <a:gd name="T3" fmla="*/ 1 h 37"/>
                      <a:gd name="T4" fmla="*/ 2 w 72"/>
                      <a:gd name="T5" fmla="*/ 0 h 37"/>
                      <a:gd name="T6" fmla="*/ 2 w 72"/>
                      <a:gd name="T7" fmla="*/ 0 h 37"/>
                      <a:gd name="T8" fmla="*/ 2 w 72"/>
                      <a:gd name="T9" fmla="*/ 0 h 37"/>
                      <a:gd name="T10" fmla="*/ 2 w 72"/>
                      <a:gd name="T11" fmla="*/ 0 h 37"/>
                      <a:gd name="T12" fmla="*/ 2 w 72"/>
                      <a:gd name="T13" fmla="*/ 0 h 37"/>
                      <a:gd name="T14" fmla="*/ 2 w 72"/>
                      <a:gd name="T15" fmla="*/ 0 h 37"/>
                      <a:gd name="T16" fmla="*/ 2 w 72"/>
                      <a:gd name="T17" fmla="*/ 0 h 37"/>
                      <a:gd name="T18" fmla="*/ 2 w 72"/>
                      <a:gd name="T19" fmla="*/ 0 h 37"/>
                      <a:gd name="T20" fmla="*/ 1 w 72"/>
                      <a:gd name="T21" fmla="*/ 0 h 37"/>
                      <a:gd name="T22" fmla="*/ 1 w 72"/>
                      <a:gd name="T23" fmla="*/ 0 h 37"/>
                      <a:gd name="T24" fmla="*/ 1 w 72"/>
                      <a:gd name="T25" fmla="*/ 0 h 37"/>
                      <a:gd name="T26" fmla="*/ 1 w 72"/>
                      <a:gd name="T27" fmla="*/ 0 h 37"/>
                      <a:gd name="T28" fmla="*/ 1 w 72"/>
                      <a:gd name="T29" fmla="*/ 0 h 37"/>
                      <a:gd name="T30" fmla="*/ 1 w 72"/>
                      <a:gd name="T31" fmla="*/ 0 h 37"/>
                      <a:gd name="T32" fmla="*/ 1 w 72"/>
                      <a:gd name="T33" fmla="*/ 0 h 37"/>
                      <a:gd name="T34" fmla="*/ 0 w 72"/>
                      <a:gd name="T35" fmla="*/ 0 h 37"/>
                      <a:gd name="T36" fmla="*/ 1 w 72"/>
                      <a:gd name="T37" fmla="*/ 0 h 37"/>
                      <a:gd name="T38" fmla="*/ 1 w 72"/>
                      <a:gd name="T39" fmla="*/ 0 h 37"/>
                      <a:gd name="T40" fmla="*/ 1 w 72"/>
                      <a:gd name="T41" fmla="*/ 0 h 37"/>
                      <a:gd name="T42" fmla="*/ 1 w 72"/>
                      <a:gd name="T43" fmla="*/ 0 h 37"/>
                      <a:gd name="T44" fmla="*/ 1 w 72"/>
                      <a:gd name="T45" fmla="*/ 0 h 37"/>
                      <a:gd name="T46" fmla="*/ 1 w 72"/>
                      <a:gd name="T47" fmla="*/ 0 h 37"/>
                      <a:gd name="T48" fmla="*/ 2 w 72"/>
                      <a:gd name="T49" fmla="*/ 0 h 37"/>
                      <a:gd name="T50" fmla="*/ 2 w 72"/>
                      <a:gd name="T51" fmla="*/ 0 h 37"/>
                      <a:gd name="T52" fmla="*/ 2 w 72"/>
                      <a:gd name="T53" fmla="*/ 0 h 37"/>
                      <a:gd name="T54" fmla="*/ 2 w 72"/>
                      <a:gd name="T55" fmla="*/ 0 h 37"/>
                      <a:gd name="T56" fmla="*/ 2 w 72"/>
                      <a:gd name="T57" fmla="*/ 0 h 37"/>
                      <a:gd name="T58" fmla="*/ 2 w 72"/>
                      <a:gd name="T59" fmla="*/ 0 h 37"/>
                      <a:gd name="T60" fmla="*/ 2 w 72"/>
                      <a:gd name="T61" fmla="*/ 0 h 37"/>
                      <a:gd name="T62" fmla="*/ 2 w 72"/>
                      <a:gd name="T63" fmla="*/ 0 h 37"/>
                      <a:gd name="T64" fmla="*/ 3 w 72"/>
                      <a:gd name="T65" fmla="*/ 1 h 37"/>
                      <a:gd name="T66" fmla="*/ 3 w 72"/>
                      <a:gd name="T67" fmla="*/ 1 h 37"/>
                      <a:gd name="T68" fmla="*/ 3 w 72"/>
                      <a:gd name="T69" fmla="*/ 1 h 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
                      <a:gd name="T106" fmla="*/ 0 h 37"/>
                      <a:gd name="T107" fmla="*/ 72 w 72"/>
                      <a:gd name="T108" fmla="*/ 37 h 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 h="37">
                        <a:moveTo>
                          <a:pt x="72" y="36"/>
                        </a:moveTo>
                        <a:lnTo>
                          <a:pt x="71" y="36"/>
                        </a:lnTo>
                        <a:lnTo>
                          <a:pt x="64" y="29"/>
                        </a:lnTo>
                        <a:lnTo>
                          <a:pt x="60" y="26"/>
                        </a:lnTo>
                        <a:lnTo>
                          <a:pt x="55" y="24"/>
                        </a:lnTo>
                        <a:lnTo>
                          <a:pt x="51" y="21"/>
                        </a:lnTo>
                        <a:lnTo>
                          <a:pt x="46" y="19"/>
                        </a:lnTo>
                        <a:lnTo>
                          <a:pt x="43" y="16"/>
                        </a:lnTo>
                        <a:lnTo>
                          <a:pt x="38" y="14"/>
                        </a:lnTo>
                        <a:lnTo>
                          <a:pt x="33" y="11"/>
                        </a:lnTo>
                        <a:lnTo>
                          <a:pt x="29" y="10"/>
                        </a:lnTo>
                        <a:lnTo>
                          <a:pt x="24" y="9"/>
                        </a:lnTo>
                        <a:lnTo>
                          <a:pt x="19" y="6"/>
                        </a:lnTo>
                        <a:lnTo>
                          <a:pt x="14" y="5"/>
                        </a:lnTo>
                        <a:lnTo>
                          <a:pt x="10" y="3"/>
                        </a:lnTo>
                        <a:lnTo>
                          <a:pt x="5" y="2"/>
                        </a:lnTo>
                        <a:lnTo>
                          <a:pt x="1" y="0"/>
                        </a:lnTo>
                        <a:lnTo>
                          <a:pt x="0" y="3"/>
                        </a:lnTo>
                        <a:lnTo>
                          <a:pt x="5" y="4"/>
                        </a:lnTo>
                        <a:lnTo>
                          <a:pt x="10" y="5"/>
                        </a:lnTo>
                        <a:lnTo>
                          <a:pt x="13" y="8"/>
                        </a:lnTo>
                        <a:lnTo>
                          <a:pt x="18" y="9"/>
                        </a:lnTo>
                        <a:lnTo>
                          <a:pt x="23" y="10"/>
                        </a:lnTo>
                        <a:lnTo>
                          <a:pt x="28" y="13"/>
                        </a:lnTo>
                        <a:lnTo>
                          <a:pt x="33" y="14"/>
                        </a:lnTo>
                        <a:lnTo>
                          <a:pt x="37" y="16"/>
                        </a:lnTo>
                        <a:lnTo>
                          <a:pt x="42" y="19"/>
                        </a:lnTo>
                        <a:lnTo>
                          <a:pt x="45" y="21"/>
                        </a:lnTo>
                        <a:lnTo>
                          <a:pt x="50" y="23"/>
                        </a:lnTo>
                        <a:lnTo>
                          <a:pt x="54" y="25"/>
                        </a:lnTo>
                        <a:lnTo>
                          <a:pt x="59" y="29"/>
                        </a:lnTo>
                        <a:lnTo>
                          <a:pt x="63" y="31"/>
                        </a:lnTo>
                        <a:lnTo>
                          <a:pt x="66" y="35"/>
                        </a:lnTo>
                        <a:lnTo>
                          <a:pt x="70" y="37"/>
                        </a:lnTo>
                        <a:lnTo>
                          <a:pt x="72" y="3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0" name="Freeform 274"/>
                  <p:cNvSpPr>
                    <a:spLocks/>
                  </p:cNvSpPr>
                  <p:nvPr/>
                </p:nvSpPr>
                <p:spPr bwMode="auto">
                  <a:xfrm>
                    <a:off x="4502" y="3528"/>
                    <a:ext cx="15" cy="4"/>
                  </a:xfrm>
                  <a:custGeom>
                    <a:avLst/>
                    <a:gdLst>
                      <a:gd name="T0" fmla="*/ 0 w 31"/>
                      <a:gd name="T1" fmla="*/ 0 h 8"/>
                      <a:gd name="T2" fmla="*/ 0 w 31"/>
                      <a:gd name="T3" fmla="*/ 1 h 8"/>
                      <a:gd name="T4" fmla="*/ 0 w 31"/>
                      <a:gd name="T5" fmla="*/ 1 h 8"/>
                      <a:gd name="T6" fmla="*/ 0 w 31"/>
                      <a:gd name="T7" fmla="*/ 1 h 8"/>
                      <a:gd name="T8" fmla="*/ 0 w 31"/>
                      <a:gd name="T9" fmla="*/ 1 h 8"/>
                      <a:gd name="T10" fmla="*/ 0 w 31"/>
                      <a:gd name="T11" fmla="*/ 1 h 8"/>
                      <a:gd name="T12" fmla="*/ 0 w 31"/>
                      <a:gd name="T13" fmla="*/ 1 h 8"/>
                      <a:gd name="T14" fmla="*/ 0 w 31"/>
                      <a:gd name="T15" fmla="*/ 1 h 8"/>
                      <a:gd name="T16" fmla="*/ 0 w 31"/>
                      <a:gd name="T17" fmla="*/ 1 h 8"/>
                      <a:gd name="T18" fmla="*/ 0 w 31"/>
                      <a:gd name="T19" fmla="*/ 1 h 8"/>
                      <a:gd name="T20" fmla="*/ 0 w 31"/>
                      <a:gd name="T21" fmla="*/ 1 h 8"/>
                      <a:gd name="T22" fmla="*/ 0 w 31"/>
                      <a:gd name="T23" fmla="*/ 1 h 8"/>
                      <a:gd name="T24" fmla="*/ 0 w 31"/>
                      <a:gd name="T25" fmla="*/ 1 h 8"/>
                      <a:gd name="T26" fmla="*/ 0 w 31"/>
                      <a:gd name="T27" fmla="*/ 1 h 8"/>
                      <a:gd name="T28" fmla="*/ 0 w 31"/>
                      <a:gd name="T29" fmla="*/ 1 h 8"/>
                      <a:gd name="T30" fmla="*/ 0 w 31"/>
                      <a:gd name="T31" fmla="*/ 1 h 8"/>
                      <a:gd name="T32" fmla="*/ 0 w 31"/>
                      <a:gd name="T33" fmla="*/ 0 h 8"/>
                      <a:gd name="T34" fmla="*/ 0 w 31"/>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8"/>
                      <a:gd name="T56" fmla="*/ 31 w 31"/>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8">
                        <a:moveTo>
                          <a:pt x="31" y="0"/>
                        </a:moveTo>
                        <a:lnTo>
                          <a:pt x="31" y="1"/>
                        </a:lnTo>
                        <a:lnTo>
                          <a:pt x="26" y="1"/>
                        </a:lnTo>
                        <a:lnTo>
                          <a:pt x="24" y="3"/>
                        </a:lnTo>
                        <a:lnTo>
                          <a:pt x="22" y="3"/>
                        </a:lnTo>
                        <a:lnTo>
                          <a:pt x="22" y="4"/>
                        </a:lnTo>
                        <a:lnTo>
                          <a:pt x="21" y="4"/>
                        </a:lnTo>
                        <a:lnTo>
                          <a:pt x="18" y="5"/>
                        </a:lnTo>
                        <a:lnTo>
                          <a:pt x="0" y="8"/>
                        </a:lnTo>
                        <a:lnTo>
                          <a:pt x="2" y="6"/>
                        </a:lnTo>
                        <a:lnTo>
                          <a:pt x="6" y="5"/>
                        </a:lnTo>
                        <a:lnTo>
                          <a:pt x="10" y="4"/>
                        </a:lnTo>
                        <a:lnTo>
                          <a:pt x="13" y="4"/>
                        </a:lnTo>
                        <a:lnTo>
                          <a:pt x="17" y="3"/>
                        </a:lnTo>
                        <a:lnTo>
                          <a:pt x="21" y="1"/>
                        </a:lnTo>
                        <a:lnTo>
                          <a:pt x="28" y="1"/>
                        </a:lnTo>
                        <a:lnTo>
                          <a:pt x="29" y="0"/>
                        </a:lnTo>
                        <a:lnTo>
                          <a:pt x="31"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1" name="Freeform 275"/>
                  <p:cNvSpPr>
                    <a:spLocks/>
                  </p:cNvSpPr>
                  <p:nvPr/>
                </p:nvSpPr>
                <p:spPr bwMode="auto">
                  <a:xfrm>
                    <a:off x="4517" y="3528"/>
                    <a:ext cx="1" cy="2"/>
                  </a:xfrm>
                  <a:custGeom>
                    <a:avLst/>
                    <a:gdLst>
                      <a:gd name="T0" fmla="*/ 0 w 3"/>
                      <a:gd name="T1" fmla="*/ 1 h 4"/>
                      <a:gd name="T2" fmla="*/ 0 w 3"/>
                      <a:gd name="T3" fmla="*/ 1 h 4"/>
                      <a:gd name="T4" fmla="*/ 0 w 3"/>
                      <a:gd name="T5" fmla="*/ 0 h 4"/>
                      <a:gd name="T6" fmla="*/ 0 w 3"/>
                      <a:gd name="T7" fmla="*/ 0 h 4"/>
                      <a:gd name="T8" fmla="*/ 0 w 3"/>
                      <a:gd name="T9" fmla="*/ 1 h 4"/>
                      <a:gd name="T10" fmla="*/ 0 w 3"/>
                      <a:gd name="T11" fmla="*/ 0 h 4"/>
                      <a:gd name="T12" fmla="*/ 0 w 3"/>
                      <a:gd name="T13" fmla="*/ 1 h 4"/>
                      <a:gd name="T14" fmla="*/ 0 w 3"/>
                      <a:gd name="T15" fmla="*/ 1 h 4"/>
                      <a:gd name="T16" fmla="*/ 0 w 3"/>
                      <a:gd name="T17" fmla="*/ 1 h 4"/>
                      <a:gd name="T18" fmla="*/ 0 w 3"/>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2" y="3"/>
                        </a:moveTo>
                        <a:lnTo>
                          <a:pt x="3" y="1"/>
                        </a:lnTo>
                        <a:lnTo>
                          <a:pt x="3" y="0"/>
                        </a:lnTo>
                        <a:lnTo>
                          <a:pt x="0" y="0"/>
                        </a:lnTo>
                        <a:lnTo>
                          <a:pt x="0" y="1"/>
                        </a:lnTo>
                        <a:lnTo>
                          <a:pt x="2" y="0"/>
                        </a:lnTo>
                        <a:lnTo>
                          <a:pt x="2" y="3"/>
                        </a:lnTo>
                        <a:lnTo>
                          <a:pt x="3" y="4"/>
                        </a:lnTo>
                        <a:lnTo>
                          <a:pt x="3" y="1"/>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2" name="Freeform 276"/>
                  <p:cNvSpPr>
                    <a:spLocks/>
                  </p:cNvSpPr>
                  <p:nvPr/>
                </p:nvSpPr>
                <p:spPr bwMode="auto">
                  <a:xfrm>
                    <a:off x="4511" y="3528"/>
                    <a:ext cx="6" cy="3"/>
                  </a:xfrm>
                  <a:custGeom>
                    <a:avLst/>
                    <a:gdLst>
                      <a:gd name="T0" fmla="*/ 0 w 13"/>
                      <a:gd name="T1" fmla="*/ 1 h 6"/>
                      <a:gd name="T2" fmla="*/ 0 w 13"/>
                      <a:gd name="T3" fmla="*/ 1 h 6"/>
                      <a:gd name="T4" fmla="*/ 0 w 13"/>
                      <a:gd name="T5" fmla="*/ 1 h 6"/>
                      <a:gd name="T6" fmla="*/ 0 w 13"/>
                      <a:gd name="T7" fmla="*/ 1 h 6"/>
                      <a:gd name="T8" fmla="*/ 0 w 13"/>
                      <a:gd name="T9" fmla="*/ 1 h 6"/>
                      <a:gd name="T10" fmla="*/ 0 w 13"/>
                      <a:gd name="T11" fmla="*/ 1 h 6"/>
                      <a:gd name="T12" fmla="*/ 0 w 13"/>
                      <a:gd name="T13" fmla="*/ 1 h 6"/>
                      <a:gd name="T14" fmla="*/ 0 w 13"/>
                      <a:gd name="T15" fmla="*/ 0 h 6"/>
                      <a:gd name="T16" fmla="*/ 0 w 13"/>
                      <a:gd name="T17" fmla="*/ 0 h 6"/>
                      <a:gd name="T18" fmla="*/ 0 w 13"/>
                      <a:gd name="T19" fmla="*/ 1 h 6"/>
                      <a:gd name="T20" fmla="*/ 0 w 13"/>
                      <a:gd name="T21" fmla="*/ 1 h 6"/>
                      <a:gd name="T22" fmla="*/ 0 w 13"/>
                      <a:gd name="T23" fmla="*/ 1 h 6"/>
                      <a:gd name="T24" fmla="*/ 0 w 13"/>
                      <a:gd name="T25" fmla="*/ 1 h 6"/>
                      <a:gd name="T26" fmla="*/ 0 w 13"/>
                      <a:gd name="T27" fmla="*/ 1 h 6"/>
                      <a:gd name="T28" fmla="*/ 0 w 13"/>
                      <a:gd name="T29" fmla="*/ 1 h 6"/>
                      <a:gd name="T30" fmla="*/ 0 w 13"/>
                      <a:gd name="T31" fmla="*/ 1 h 6"/>
                      <a:gd name="T32" fmla="*/ 0 w 13"/>
                      <a:gd name="T33" fmla="*/ 1 h 6"/>
                      <a:gd name="T34" fmla="*/ 0 w 13"/>
                      <a:gd name="T35" fmla="*/ 1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
                      <a:gd name="T55" fmla="*/ 0 h 6"/>
                      <a:gd name="T56" fmla="*/ 13 w 13"/>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 h="6">
                        <a:moveTo>
                          <a:pt x="0" y="6"/>
                        </a:moveTo>
                        <a:lnTo>
                          <a:pt x="1" y="5"/>
                        </a:lnTo>
                        <a:lnTo>
                          <a:pt x="3" y="5"/>
                        </a:lnTo>
                        <a:lnTo>
                          <a:pt x="4" y="4"/>
                        </a:lnTo>
                        <a:lnTo>
                          <a:pt x="6" y="4"/>
                        </a:lnTo>
                        <a:lnTo>
                          <a:pt x="8" y="3"/>
                        </a:lnTo>
                        <a:lnTo>
                          <a:pt x="13" y="3"/>
                        </a:lnTo>
                        <a:lnTo>
                          <a:pt x="13" y="0"/>
                        </a:lnTo>
                        <a:lnTo>
                          <a:pt x="8" y="0"/>
                        </a:lnTo>
                        <a:lnTo>
                          <a:pt x="5" y="1"/>
                        </a:lnTo>
                        <a:lnTo>
                          <a:pt x="4" y="1"/>
                        </a:lnTo>
                        <a:lnTo>
                          <a:pt x="3" y="3"/>
                        </a:lnTo>
                        <a:lnTo>
                          <a:pt x="1" y="3"/>
                        </a:lnTo>
                        <a:lnTo>
                          <a:pt x="0" y="4"/>
                        </a:lnTo>
                        <a:lnTo>
                          <a:pt x="0" y="6"/>
                        </a:lnTo>
                        <a:lnTo>
                          <a:pt x="1" y="6"/>
                        </a:lnTo>
                        <a:lnTo>
                          <a:pt x="1" y="5"/>
                        </a:lnTo>
                        <a:lnTo>
                          <a:pt x="0"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3" name="Freeform 277"/>
                  <p:cNvSpPr>
                    <a:spLocks/>
                  </p:cNvSpPr>
                  <p:nvPr/>
                </p:nvSpPr>
                <p:spPr bwMode="auto">
                  <a:xfrm>
                    <a:off x="4501" y="3530"/>
                    <a:ext cx="10" cy="2"/>
                  </a:xfrm>
                  <a:custGeom>
                    <a:avLst/>
                    <a:gdLst>
                      <a:gd name="T0" fmla="*/ 0 w 20"/>
                      <a:gd name="T1" fmla="*/ 0 h 5"/>
                      <a:gd name="T2" fmla="*/ 1 w 20"/>
                      <a:gd name="T3" fmla="*/ 0 h 5"/>
                      <a:gd name="T4" fmla="*/ 1 w 20"/>
                      <a:gd name="T5" fmla="*/ 0 h 5"/>
                      <a:gd name="T6" fmla="*/ 1 w 20"/>
                      <a:gd name="T7" fmla="*/ 0 h 5"/>
                      <a:gd name="T8" fmla="*/ 1 w 20"/>
                      <a:gd name="T9" fmla="*/ 0 h 5"/>
                      <a:gd name="T10" fmla="*/ 1 w 20"/>
                      <a:gd name="T11" fmla="*/ 0 h 5"/>
                      <a:gd name="T12" fmla="*/ 0 w 20"/>
                      <a:gd name="T13" fmla="*/ 0 h 5"/>
                      <a:gd name="T14" fmla="*/ 0 60000 65536"/>
                      <a:gd name="T15" fmla="*/ 0 60000 65536"/>
                      <a:gd name="T16" fmla="*/ 0 60000 65536"/>
                      <a:gd name="T17" fmla="*/ 0 60000 65536"/>
                      <a:gd name="T18" fmla="*/ 0 60000 65536"/>
                      <a:gd name="T19" fmla="*/ 0 60000 65536"/>
                      <a:gd name="T20" fmla="*/ 0 60000 65536"/>
                      <a:gd name="T21" fmla="*/ 0 w 20"/>
                      <a:gd name="T22" fmla="*/ 0 h 5"/>
                      <a:gd name="T23" fmla="*/ 20 w 20"/>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5">
                        <a:moveTo>
                          <a:pt x="0" y="2"/>
                        </a:moveTo>
                        <a:lnTo>
                          <a:pt x="2" y="5"/>
                        </a:lnTo>
                        <a:lnTo>
                          <a:pt x="20" y="2"/>
                        </a:lnTo>
                        <a:lnTo>
                          <a:pt x="20" y="0"/>
                        </a:lnTo>
                        <a:lnTo>
                          <a:pt x="2" y="2"/>
                        </a:lnTo>
                        <a:lnTo>
                          <a:pt x="2" y="5"/>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4" name="Freeform 278"/>
                  <p:cNvSpPr>
                    <a:spLocks/>
                  </p:cNvSpPr>
                  <p:nvPr/>
                </p:nvSpPr>
                <p:spPr bwMode="auto">
                  <a:xfrm>
                    <a:off x="4501" y="3528"/>
                    <a:ext cx="16" cy="4"/>
                  </a:xfrm>
                  <a:custGeom>
                    <a:avLst/>
                    <a:gdLst>
                      <a:gd name="T0" fmla="*/ 1 w 31"/>
                      <a:gd name="T1" fmla="*/ 0 h 9"/>
                      <a:gd name="T2" fmla="*/ 1 w 31"/>
                      <a:gd name="T3" fmla="*/ 0 h 9"/>
                      <a:gd name="T4" fmla="*/ 1 w 31"/>
                      <a:gd name="T5" fmla="*/ 0 h 9"/>
                      <a:gd name="T6" fmla="*/ 1 w 31"/>
                      <a:gd name="T7" fmla="*/ 0 h 9"/>
                      <a:gd name="T8" fmla="*/ 1 w 31"/>
                      <a:gd name="T9" fmla="*/ 0 h 9"/>
                      <a:gd name="T10" fmla="*/ 1 w 31"/>
                      <a:gd name="T11" fmla="*/ 0 h 9"/>
                      <a:gd name="T12" fmla="*/ 1 w 31"/>
                      <a:gd name="T13" fmla="*/ 0 h 9"/>
                      <a:gd name="T14" fmla="*/ 0 w 31"/>
                      <a:gd name="T15" fmla="*/ 0 h 9"/>
                      <a:gd name="T16" fmla="*/ 1 w 31"/>
                      <a:gd name="T17" fmla="*/ 0 h 9"/>
                      <a:gd name="T18" fmla="*/ 1 w 31"/>
                      <a:gd name="T19" fmla="*/ 0 h 9"/>
                      <a:gd name="T20" fmla="*/ 1 w 31"/>
                      <a:gd name="T21" fmla="*/ 0 h 9"/>
                      <a:gd name="T22" fmla="*/ 1 w 31"/>
                      <a:gd name="T23" fmla="*/ 0 h 9"/>
                      <a:gd name="T24" fmla="*/ 1 w 31"/>
                      <a:gd name="T25" fmla="*/ 0 h 9"/>
                      <a:gd name="T26" fmla="*/ 1 w 31"/>
                      <a:gd name="T27" fmla="*/ 0 h 9"/>
                      <a:gd name="T28" fmla="*/ 1 w 31"/>
                      <a:gd name="T29" fmla="*/ 0 h 9"/>
                      <a:gd name="T30" fmla="*/ 1 w 31"/>
                      <a:gd name="T31" fmla="*/ 0 h 9"/>
                      <a:gd name="T32" fmla="*/ 1 w 31"/>
                      <a:gd name="T33" fmla="*/ 0 h 9"/>
                      <a:gd name="T34" fmla="*/ 1 w 31"/>
                      <a:gd name="T35" fmla="*/ 0 h 9"/>
                      <a:gd name="T36" fmla="*/ 1 w 31"/>
                      <a:gd name="T37" fmla="*/ 0 h 9"/>
                      <a:gd name="T38" fmla="*/ 1 w 31"/>
                      <a:gd name="T39" fmla="*/ 0 h 9"/>
                      <a:gd name="T40" fmla="*/ 1 w 31"/>
                      <a:gd name="T41" fmla="*/ 0 h 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1"/>
                      <a:gd name="T64" fmla="*/ 0 h 9"/>
                      <a:gd name="T65" fmla="*/ 31 w 31"/>
                      <a:gd name="T66" fmla="*/ 9 h 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1" h="9">
                        <a:moveTo>
                          <a:pt x="30" y="0"/>
                        </a:moveTo>
                        <a:lnTo>
                          <a:pt x="23" y="0"/>
                        </a:lnTo>
                        <a:lnTo>
                          <a:pt x="19" y="1"/>
                        </a:lnTo>
                        <a:lnTo>
                          <a:pt x="15" y="3"/>
                        </a:lnTo>
                        <a:lnTo>
                          <a:pt x="12" y="4"/>
                        </a:lnTo>
                        <a:lnTo>
                          <a:pt x="8" y="4"/>
                        </a:lnTo>
                        <a:lnTo>
                          <a:pt x="4" y="5"/>
                        </a:lnTo>
                        <a:lnTo>
                          <a:pt x="0" y="6"/>
                        </a:lnTo>
                        <a:lnTo>
                          <a:pt x="2" y="9"/>
                        </a:lnTo>
                        <a:lnTo>
                          <a:pt x="4" y="8"/>
                        </a:lnTo>
                        <a:lnTo>
                          <a:pt x="8" y="6"/>
                        </a:lnTo>
                        <a:lnTo>
                          <a:pt x="12" y="5"/>
                        </a:lnTo>
                        <a:lnTo>
                          <a:pt x="15" y="5"/>
                        </a:lnTo>
                        <a:lnTo>
                          <a:pt x="19" y="4"/>
                        </a:lnTo>
                        <a:lnTo>
                          <a:pt x="23" y="3"/>
                        </a:lnTo>
                        <a:lnTo>
                          <a:pt x="30" y="3"/>
                        </a:lnTo>
                        <a:lnTo>
                          <a:pt x="31" y="1"/>
                        </a:lnTo>
                        <a:lnTo>
                          <a:pt x="30" y="3"/>
                        </a:lnTo>
                        <a:lnTo>
                          <a:pt x="31" y="3"/>
                        </a:lnTo>
                        <a:lnTo>
                          <a:pt x="31" y="1"/>
                        </a:lnTo>
                        <a:lnTo>
                          <a:pt x="3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5" name="Freeform 279"/>
                  <p:cNvSpPr>
                    <a:spLocks/>
                  </p:cNvSpPr>
                  <p:nvPr/>
                </p:nvSpPr>
                <p:spPr bwMode="auto">
                  <a:xfrm>
                    <a:off x="4516" y="3528"/>
                    <a:ext cx="2" cy="1"/>
                  </a:xfrm>
                  <a:custGeom>
                    <a:avLst/>
                    <a:gdLst>
                      <a:gd name="T0" fmla="*/ 1 w 4"/>
                      <a:gd name="T1" fmla="*/ 1 h 2"/>
                      <a:gd name="T2" fmla="*/ 1 w 4"/>
                      <a:gd name="T3" fmla="*/ 0 h 2"/>
                      <a:gd name="T4" fmla="*/ 0 w 4"/>
                      <a:gd name="T5" fmla="*/ 0 h 2"/>
                      <a:gd name="T6" fmla="*/ 0 w 4"/>
                      <a:gd name="T7" fmla="*/ 1 h 2"/>
                      <a:gd name="T8" fmla="*/ 1 w 4"/>
                      <a:gd name="T9" fmla="*/ 1 h 2"/>
                      <a:gd name="T10" fmla="*/ 1 w 4"/>
                      <a:gd name="T11" fmla="*/ 1 h 2"/>
                      <a:gd name="T12" fmla="*/ 1 w 4"/>
                      <a:gd name="T13" fmla="*/ 1 h 2"/>
                      <a:gd name="T14" fmla="*/ 1 w 4"/>
                      <a:gd name="T15" fmla="*/ 0 h 2"/>
                      <a:gd name="T16" fmla="*/ 1 w 4"/>
                      <a:gd name="T17" fmla="*/ 1 h 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2"/>
                      <a:gd name="T29" fmla="*/ 4 w 4"/>
                      <a:gd name="T30" fmla="*/ 2 h 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2">
                        <a:moveTo>
                          <a:pt x="4" y="1"/>
                        </a:moveTo>
                        <a:lnTo>
                          <a:pt x="4" y="0"/>
                        </a:lnTo>
                        <a:lnTo>
                          <a:pt x="0" y="0"/>
                        </a:lnTo>
                        <a:lnTo>
                          <a:pt x="0" y="1"/>
                        </a:lnTo>
                        <a:lnTo>
                          <a:pt x="1" y="2"/>
                        </a:lnTo>
                        <a:lnTo>
                          <a:pt x="1" y="1"/>
                        </a:lnTo>
                        <a:lnTo>
                          <a:pt x="4" y="1"/>
                        </a:lnTo>
                        <a:lnTo>
                          <a:pt x="4" y="0"/>
                        </a:lnTo>
                        <a:lnTo>
                          <a:pt x="4"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6" name="Freeform 280"/>
                  <p:cNvSpPr>
                    <a:spLocks/>
                  </p:cNvSpPr>
                  <p:nvPr/>
                </p:nvSpPr>
                <p:spPr bwMode="auto">
                  <a:xfrm>
                    <a:off x="4369" y="3528"/>
                    <a:ext cx="8" cy="14"/>
                  </a:xfrm>
                  <a:custGeom>
                    <a:avLst/>
                    <a:gdLst>
                      <a:gd name="T0" fmla="*/ 1 w 16"/>
                      <a:gd name="T1" fmla="*/ 0 h 29"/>
                      <a:gd name="T2" fmla="*/ 1 w 16"/>
                      <a:gd name="T3" fmla="*/ 0 h 29"/>
                      <a:gd name="T4" fmla="*/ 1 w 16"/>
                      <a:gd name="T5" fmla="*/ 0 h 29"/>
                      <a:gd name="T6" fmla="*/ 1 w 16"/>
                      <a:gd name="T7" fmla="*/ 0 h 29"/>
                      <a:gd name="T8" fmla="*/ 0 w 16"/>
                      <a:gd name="T9" fmla="*/ 0 h 29"/>
                      <a:gd name="T10" fmla="*/ 1 w 16"/>
                      <a:gd name="T11" fmla="*/ 0 h 29"/>
                      <a:gd name="T12" fmla="*/ 1 w 16"/>
                      <a:gd name="T13" fmla="*/ 0 h 29"/>
                      <a:gd name="T14" fmla="*/ 1 w 16"/>
                      <a:gd name="T15" fmla="*/ 0 h 29"/>
                      <a:gd name="T16" fmla="*/ 1 w 16"/>
                      <a:gd name="T17" fmla="*/ 0 h 29"/>
                      <a:gd name="T18" fmla="*/ 1 w 16"/>
                      <a:gd name="T19" fmla="*/ 0 h 29"/>
                      <a:gd name="T20" fmla="*/ 1 w 16"/>
                      <a:gd name="T21" fmla="*/ 0 h 29"/>
                      <a:gd name="T22" fmla="*/ 1 w 16"/>
                      <a:gd name="T23" fmla="*/ 0 h 29"/>
                      <a:gd name="T24" fmla="*/ 1 w 16"/>
                      <a:gd name="T25" fmla="*/ 0 h 29"/>
                      <a:gd name="T26" fmla="*/ 1 w 16"/>
                      <a:gd name="T27" fmla="*/ 0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
                      <a:gd name="T43" fmla="*/ 0 h 29"/>
                      <a:gd name="T44" fmla="*/ 16 w 16"/>
                      <a:gd name="T45" fmla="*/ 29 h 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 h="29">
                        <a:moveTo>
                          <a:pt x="16" y="29"/>
                        </a:moveTo>
                        <a:lnTo>
                          <a:pt x="16" y="25"/>
                        </a:lnTo>
                        <a:lnTo>
                          <a:pt x="13" y="22"/>
                        </a:lnTo>
                        <a:lnTo>
                          <a:pt x="12" y="19"/>
                        </a:lnTo>
                        <a:lnTo>
                          <a:pt x="0" y="6"/>
                        </a:lnTo>
                        <a:lnTo>
                          <a:pt x="5" y="0"/>
                        </a:lnTo>
                        <a:lnTo>
                          <a:pt x="7" y="4"/>
                        </a:lnTo>
                        <a:lnTo>
                          <a:pt x="9" y="6"/>
                        </a:lnTo>
                        <a:lnTo>
                          <a:pt x="11" y="10"/>
                        </a:lnTo>
                        <a:lnTo>
                          <a:pt x="12" y="14"/>
                        </a:lnTo>
                        <a:lnTo>
                          <a:pt x="13" y="18"/>
                        </a:lnTo>
                        <a:lnTo>
                          <a:pt x="14" y="21"/>
                        </a:lnTo>
                        <a:lnTo>
                          <a:pt x="16" y="25"/>
                        </a:lnTo>
                        <a:lnTo>
                          <a:pt x="16" y="2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7" name="Freeform 281"/>
                  <p:cNvSpPr>
                    <a:spLocks/>
                  </p:cNvSpPr>
                  <p:nvPr/>
                </p:nvSpPr>
                <p:spPr bwMode="auto">
                  <a:xfrm>
                    <a:off x="4368" y="3531"/>
                    <a:ext cx="9" cy="11"/>
                  </a:xfrm>
                  <a:custGeom>
                    <a:avLst/>
                    <a:gdLst>
                      <a:gd name="T0" fmla="*/ 0 w 19"/>
                      <a:gd name="T1" fmla="*/ 0 h 24"/>
                      <a:gd name="T2" fmla="*/ 0 w 19"/>
                      <a:gd name="T3" fmla="*/ 0 h 24"/>
                      <a:gd name="T4" fmla="*/ 0 w 19"/>
                      <a:gd name="T5" fmla="*/ 0 h 24"/>
                      <a:gd name="T6" fmla="*/ 0 w 19"/>
                      <a:gd name="T7" fmla="*/ 0 h 24"/>
                      <a:gd name="T8" fmla="*/ 0 w 19"/>
                      <a:gd name="T9" fmla="*/ 0 h 24"/>
                      <a:gd name="T10" fmla="*/ 0 w 19"/>
                      <a:gd name="T11" fmla="*/ 0 h 24"/>
                      <a:gd name="T12" fmla="*/ 0 w 19"/>
                      <a:gd name="T13" fmla="*/ 0 h 24"/>
                      <a:gd name="T14" fmla="*/ 0 w 19"/>
                      <a:gd name="T15" fmla="*/ 0 h 24"/>
                      <a:gd name="T16" fmla="*/ 0 w 19"/>
                      <a:gd name="T17" fmla="*/ 0 h 24"/>
                      <a:gd name="T18" fmla="*/ 0 w 19"/>
                      <a:gd name="T19" fmla="*/ 0 h 24"/>
                      <a:gd name="T20" fmla="*/ 0 w 19"/>
                      <a:gd name="T21" fmla="*/ 0 h 24"/>
                      <a:gd name="T22" fmla="*/ 0 w 19"/>
                      <a:gd name="T23" fmla="*/ 0 h 24"/>
                      <a:gd name="T24" fmla="*/ 0 w 19"/>
                      <a:gd name="T25" fmla="*/ 0 h 24"/>
                      <a:gd name="T26" fmla="*/ 0 w 19"/>
                      <a:gd name="T27" fmla="*/ 0 h 24"/>
                      <a:gd name="T28" fmla="*/ 0 w 19"/>
                      <a:gd name="T29" fmla="*/ 0 h 24"/>
                      <a:gd name="T30" fmla="*/ 0 w 19"/>
                      <a:gd name="T31" fmla="*/ 0 h 24"/>
                      <a:gd name="T32" fmla="*/ 0 w 19"/>
                      <a:gd name="T33" fmla="*/ 0 h 24"/>
                      <a:gd name="T34" fmla="*/ 0 w 19"/>
                      <a:gd name="T35" fmla="*/ 0 h 24"/>
                      <a:gd name="T36" fmla="*/ 0 w 19"/>
                      <a:gd name="T37" fmla="*/ 0 h 24"/>
                      <a:gd name="T38" fmla="*/ 0 w 19"/>
                      <a:gd name="T39" fmla="*/ 0 h 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
                      <a:gd name="T61" fmla="*/ 0 h 24"/>
                      <a:gd name="T62" fmla="*/ 19 w 19"/>
                      <a:gd name="T63" fmla="*/ 24 h 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 h="24">
                        <a:moveTo>
                          <a:pt x="0" y="1"/>
                        </a:moveTo>
                        <a:lnTo>
                          <a:pt x="0" y="3"/>
                        </a:lnTo>
                        <a:lnTo>
                          <a:pt x="4" y="5"/>
                        </a:lnTo>
                        <a:lnTo>
                          <a:pt x="9" y="10"/>
                        </a:lnTo>
                        <a:lnTo>
                          <a:pt x="10" y="13"/>
                        </a:lnTo>
                        <a:lnTo>
                          <a:pt x="13" y="15"/>
                        </a:lnTo>
                        <a:lnTo>
                          <a:pt x="14" y="17"/>
                        </a:lnTo>
                        <a:lnTo>
                          <a:pt x="16" y="20"/>
                        </a:lnTo>
                        <a:lnTo>
                          <a:pt x="16" y="24"/>
                        </a:lnTo>
                        <a:lnTo>
                          <a:pt x="19" y="24"/>
                        </a:lnTo>
                        <a:lnTo>
                          <a:pt x="19" y="20"/>
                        </a:lnTo>
                        <a:lnTo>
                          <a:pt x="16" y="16"/>
                        </a:lnTo>
                        <a:lnTo>
                          <a:pt x="15" y="14"/>
                        </a:lnTo>
                        <a:lnTo>
                          <a:pt x="10" y="9"/>
                        </a:lnTo>
                        <a:lnTo>
                          <a:pt x="8" y="5"/>
                        </a:lnTo>
                        <a:lnTo>
                          <a:pt x="3" y="0"/>
                        </a:lnTo>
                        <a:lnTo>
                          <a:pt x="3" y="3"/>
                        </a:lnTo>
                        <a:lnTo>
                          <a:pt x="0" y="1"/>
                        </a:lnTo>
                        <a:lnTo>
                          <a:pt x="0" y="3"/>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8" name="Freeform 282"/>
                  <p:cNvSpPr>
                    <a:spLocks/>
                  </p:cNvSpPr>
                  <p:nvPr/>
                </p:nvSpPr>
                <p:spPr bwMode="auto">
                  <a:xfrm>
                    <a:off x="4368" y="3527"/>
                    <a:ext cx="4" cy="5"/>
                  </a:xfrm>
                  <a:custGeom>
                    <a:avLst/>
                    <a:gdLst>
                      <a:gd name="T0" fmla="*/ 1 w 8"/>
                      <a:gd name="T1" fmla="*/ 1 h 10"/>
                      <a:gd name="T2" fmla="*/ 1 w 8"/>
                      <a:gd name="T3" fmla="*/ 1 h 10"/>
                      <a:gd name="T4" fmla="*/ 0 w 8"/>
                      <a:gd name="T5" fmla="*/ 1 h 10"/>
                      <a:gd name="T6" fmla="*/ 1 w 8"/>
                      <a:gd name="T7" fmla="*/ 1 h 10"/>
                      <a:gd name="T8" fmla="*/ 1 w 8"/>
                      <a:gd name="T9" fmla="*/ 1 h 10"/>
                      <a:gd name="T10" fmla="*/ 1 w 8"/>
                      <a:gd name="T11" fmla="*/ 1 h 10"/>
                      <a:gd name="T12" fmla="*/ 1 w 8"/>
                      <a:gd name="T13" fmla="*/ 1 h 10"/>
                      <a:gd name="T14" fmla="*/ 1 w 8"/>
                      <a:gd name="T15" fmla="*/ 0 h 10"/>
                      <a:gd name="T16" fmla="*/ 1 w 8"/>
                      <a:gd name="T17" fmla="*/ 1 h 10"/>
                      <a:gd name="T18" fmla="*/ 1 w 8"/>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10"/>
                      <a:gd name="T32" fmla="*/ 8 w 8"/>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10">
                        <a:moveTo>
                          <a:pt x="8" y="2"/>
                        </a:moveTo>
                        <a:lnTo>
                          <a:pt x="5" y="1"/>
                        </a:lnTo>
                        <a:lnTo>
                          <a:pt x="0" y="8"/>
                        </a:lnTo>
                        <a:lnTo>
                          <a:pt x="3" y="10"/>
                        </a:lnTo>
                        <a:lnTo>
                          <a:pt x="8" y="3"/>
                        </a:lnTo>
                        <a:lnTo>
                          <a:pt x="5" y="3"/>
                        </a:lnTo>
                        <a:lnTo>
                          <a:pt x="8" y="2"/>
                        </a:lnTo>
                        <a:lnTo>
                          <a:pt x="7" y="0"/>
                        </a:lnTo>
                        <a:lnTo>
                          <a:pt x="5" y="1"/>
                        </a:lnTo>
                        <a:lnTo>
                          <a:pt x="8"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9" name="Freeform 283"/>
                  <p:cNvSpPr>
                    <a:spLocks/>
                  </p:cNvSpPr>
                  <p:nvPr/>
                </p:nvSpPr>
                <p:spPr bwMode="auto">
                  <a:xfrm>
                    <a:off x="4371" y="3528"/>
                    <a:ext cx="7" cy="20"/>
                  </a:xfrm>
                  <a:custGeom>
                    <a:avLst/>
                    <a:gdLst>
                      <a:gd name="T0" fmla="*/ 0 w 15"/>
                      <a:gd name="T1" fmla="*/ 0 h 41"/>
                      <a:gd name="T2" fmla="*/ 0 w 15"/>
                      <a:gd name="T3" fmla="*/ 0 h 41"/>
                      <a:gd name="T4" fmla="*/ 0 w 15"/>
                      <a:gd name="T5" fmla="*/ 0 h 41"/>
                      <a:gd name="T6" fmla="*/ 0 w 15"/>
                      <a:gd name="T7" fmla="*/ 0 h 41"/>
                      <a:gd name="T8" fmla="*/ 0 w 15"/>
                      <a:gd name="T9" fmla="*/ 0 h 41"/>
                      <a:gd name="T10" fmla="*/ 0 w 15"/>
                      <a:gd name="T11" fmla="*/ 0 h 41"/>
                      <a:gd name="T12" fmla="*/ 0 w 15"/>
                      <a:gd name="T13" fmla="*/ 0 h 41"/>
                      <a:gd name="T14" fmla="*/ 0 w 15"/>
                      <a:gd name="T15" fmla="*/ 0 h 41"/>
                      <a:gd name="T16" fmla="*/ 0 w 15"/>
                      <a:gd name="T17" fmla="*/ 0 h 41"/>
                      <a:gd name="T18" fmla="*/ 0 w 15"/>
                      <a:gd name="T19" fmla="*/ 0 h 41"/>
                      <a:gd name="T20" fmla="*/ 0 w 15"/>
                      <a:gd name="T21" fmla="*/ 0 h 41"/>
                      <a:gd name="T22" fmla="*/ 0 w 15"/>
                      <a:gd name="T23" fmla="*/ 0 h 41"/>
                      <a:gd name="T24" fmla="*/ 0 w 15"/>
                      <a:gd name="T25" fmla="*/ 0 h 41"/>
                      <a:gd name="T26" fmla="*/ 0 w 15"/>
                      <a:gd name="T27" fmla="*/ 0 h 41"/>
                      <a:gd name="T28" fmla="*/ 0 w 15"/>
                      <a:gd name="T29" fmla="*/ 0 h 41"/>
                      <a:gd name="T30" fmla="*/ 0 w 15"/>
                      <a:gd name="T31" fmla="*/ 0 h 41"/>
                      <a:gd name="T32" fmla="*/ 0 w 15"/>
                      <a:gd name="T33" fmla="*/ 0 h 41"/>
                      <a:gd name="T34" fmla="*/ 0 w 15"/>
                      <a:gd name="T35" fmla="*/ 0 h 41"/>
                      <a:gd name="T36" fmla="*/ 0 w 15"/>
                      <a:gd name="T37" fmla="*/ 0 h 41"/>
                      <a:gd name="T38" fmla="*/ 0 w 15"/>
                      <a:gd name="T39" fmla="*/ 0 h 41"/>
                      <a:gd name="T40" fmla="*/ 0 w 15"/>
                      <a:gd name="T41" fmla="*/ 0 h 41"/>
                      <a:gd name="T42" fmla="*/ 0 w 15"/>
                      <a:gd name="T43" fmla="*/ 1 h 41"/>
                      <a:gd name="T44" fmla="*/ 0 w 15"/>
                      <a:gd name="T45" fmla="*/ 0 h 41"/>
                      <a:gd name="T46" fmla="*/ 0 w 15"/>
                      <a:gd name="T47" fmla="*/ 0 h 4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
                      <a:gd name="T73" fmla="*/ 0 h 41"/>
                      <a:gd name="T74" fmla="*/ 15 w 15"/>
                      <a:gd name="T75" fmla="*/ 41 h 4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 h="41">
                        <a:moveTo>
                          <a:pt x="11" y="29"/>
                        </a:moveTo>
                        <a:lnTo>
                          <a:pt x="14" y="29"/>
                        </a:lnTo>
                        <a:lnTo>
                          <a:pt x="14" y="25"/>
                        </a:lnTo>
                        <a:lnTo>
                          <a:pt x="13" y="21"/>
                        </a:lnTo>
                        <a:lnTo>
                          <a:pt x="11" y="18"/>
                        </a:lnTo>
                        <a:lnTo>
                          <a:pt x="10" y="14"/>
                        </a:lnTo>
                        <a:lnTo>
                          <a:pt x="9" y="10"/>
                        </a:lnTo>
                        <a:lnTo>
                          <a:pt x="6" y="6"/>
                        </a:lnTo>
                        <a:lnTo>
                          <a:pt x="5" y="3"/>
                        </a:lnTo>
                        <a:lnTo>
                          <a:pt x="3" y="0"/>
                        </a:lnTo>
                        <a:lnTo>
                          <a:pt x="0" y="1"/>
                        </a:lnTo>
                        <a:lnTo>
                          <a:pt x="3" y="4"/>
                        </a:lnTo>
                        <a:lnTo>
                          <a:pt x="5" y="8"/>
                        </a:lnTo>
                        <a:lnTo>
                          <a:pt x="6" y="10"/>
                        </a:lnTo>
                        <a:lnTo>
                          <a:pt x="8" y="14"/>
                        </a:lnTo>
                        <a:lnTo>
                          <a:pt x="9" y="18"/>
                        </a:lnTo>
                        <a:lnTo>
                          <a:pt x="10" y="21"/>
                        </a:lnTo>
                        <a:lnTo>
                          <a:pt x="11" y="25"/>
                        </a:lnTo>
                        <a:lnTo>
                          <a:pt x="11" y="29"/>
                        </a:lnTo>
                        <a:lnTo>
                          <a:pt x="14" y="29"/>
                        </a:lnTo>
                        <a:lnTo>
                          <a:pt x="11" y="29"/>
                        </a:lnTo>
                        <a:lnTo>
                          <a:pt x="15" y="41"/>
                        </a:lnTo>
                        <a:lnTo>
                          <a:pt x="14" y="29"/>
                        </a:lnTo>
                        <a:lnTo>
                          <a:pt x="11" y="2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0" name="Freeform 284"/>
                  <p:cNvSpPr>
                    <a:spLocks/>
                  </p:cNvSpPr>
                  <p:nvPr/>
                </p:nvSpPr>
                <p:spPr bwMode="auto">
                  <a:xfrm>
                    <a:off x="4472" y="3529"/>
                    <a:ext cx="28" cy="6"/>
                  </a:xfrm>
                  <a:custGeom>
                    <a:avLst/>
                    <a:gdLst>
                      <a:gd name="T0" fmla="*/ 2 w 55"/>
                      <a:gd name="T1" fmla="*/ 0 h 13"/>
                      <a:gd name="T2" fmla="*/ 2 w 55"/>
                      <a:gd name="T3" fmla="*/ 0 h 13"/>
                      <a:gd name="T4" fmla="*/ 2 w 55"/>
                      <a:gd name="T5" fmla="*/ 0 h 13"/>
                      <a:gd name="T6" fmla="*/ 2 w 55"/>
                      <a:gd name="T7" fmla="*/ 0 h 13"/>
                      <a:gd name="T8" fmla="*/ 2 w 55"/>
                      <a:gd name="T9" fmla="*/ 0 h 13"/>
                      <a:gd name="T10" fmla="*/ 2 w 55"/>
                      <a:gd name="T11" fmla="*/ 0 h 13"/>
                      <a:gd name="T12" fmla="*/ 2 w 55"/>
                      <a:gd name="T13" fmla="*/ 0 h 13"/>
                      <a:gd name="T14" fmla="*/ 2 w 55"/>
                      <a:gd name="T15" fmla="*/ 0 h 13"/>
                      <a:gd name="T16" fmla="*/ 1 w 55"/>
                      <a:gd name="T17" fmla="*/ 0 h 13"/>
                      <a:gd name="T18" fmla="*/ 1 w 55"/>
                      <a:gd name="T19" fmla="*/ 0 h 13"/>
                      <a:gd name="T20" fmla="*/ 1 w 55"/>
                      <a:gd name="T21" fmla="*/ 0 h 13"/>
                      <a:gd name="T22" fmla="*/ 1 w 55"/>
                      <a:gd name="T23" fmla="*/ 0 h 13"/>
                      <a:gd name="T24" fmla="*/ 1 w 55"/>
                      <a:gd name="T25" fmla="*/ 0 h 13"/>
                      <a:gd name="T26" fmla="*/ 1 w 55"/>
                      <a:gd name="T27" fmla="*/ 0 h 13"/>
                      <a:gd name="T28" fmla="*/ 1 w 55"/>
                      <a:gd name="T29" fmla="*/ 0 h 13"/>
                      <a:gd name="T30" fmla="*/ 1 w 55"/>
                      <a:gd name="T31" fmla="*/ 0 h 13"/>
                      <a:gd name="T32" fmla="*/ 1 w 55"/>
                      <a:gd name="T33" fmla="*/ 0 h 13"/>
                      <a:gd name="T34" fmla="*/ 1 w 55"/>
                      <a:gd name="T35" fmla="*/ 0 h 13"/>
                      <a:gd name="T36" fmla="*/ 1 w 55"/>
                      <a:gd name="T37" fmla="*/ 0 h 13"/>
                      <a:gd name="T38" fmla="*/ 1 w 55"/>
                      <a:gd name="T39" fmla="*/ 0 h 13"/>
                      <a:gd name="T40" fmla="*/ 1 w 55"/>
                      <a:gd name="T41" fmla="*/ 0 h 13"/>
                      <a:gd name="T42" fmla="*/ 1 w 55"/>
                      <a:gd name="T43" fmla="*/ 0 h 13"/>
                      <a:gd name="T44" fmla="*/ 1 w 55"/>
                      <a:gd name="T45" fmla="*/ 0 h 13"/>
                      <a:gd name="T46" fmla="*/ 0 w 55"/>
                      <a:gd name="T47" fmla="*/ 0 h 13"/>
                      <a:gd name="T48" fmla="*/ 0 w 55"/>
                      <a:gd name="T49" fmla="*/ 0 h 13"/>
                      <a:gd name="T50" fmla="*/ 1 w 55"/>
                      <a:gd name="T51" fmla="*/ 0 h 13"/>
                      <a:gd name="T52" fmla="*/ 1 w 55"/>
                      <a:gd name="T53" fmla="*/ 0 h 13"/>
                      <a:gd name="T54" fmla="*/ 1 w 55"/>
                      <a:gd name="T55" fmla="*/ 0 h 13"/>
                      <a:gd name="T56" fmla="*/ 1 w 55"/>
                      <a:gd name="T57" fmla="*/ 0 h 13"/>
                      <a:gd name="T58" fmla="*/ 1 w 55"/>
                      <a:gd name="T59" fmla="*/ 0 h 13"/>
                      <a:gd name="T60" fmla="*/ 1 w 55"/>
                      <a:gd name="T61" fmla="*/ 0 h 13"/>
                      <a:gd name="T62" fmla="*/ 1 w 55"/>
                      <a:gd name="T63" fmla="*/ 0 h 13"/>
                      <a:gd name="T64" fmla="*/ 1 w 55"/>
                      <a:gd name="T65" fmla="*/ 0 h 13"/>
                      <a:gd name="T66" fmla="*/ 1 w 55"/>
                      <a:gd name="T67" fmla="*/ 0 h 13"/>
                      <a:gd name="T68" fmla="*/ 2 w 55"/>
                      <a:gd name="T69" fmla="*/ 0 h 13"/>
                      <a:gd name="T70" fmla="*/ 2 w 55"/>
                      <a:gd name="T71" fmla="*/ 0 h 13"/>
                      <a:gd name="T72" fmla="*/ 2 w 55"/>
                      <a:gd name="T73" fmla="*/ 0 h 13"/>
                      <a:gd name="T74" fmla="*/ 2 w 55"/>
                      <a:gd name="T75" fmla="*/ 0 h 1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5"/>
                      <a:gd name="T115" fmla="*/ 0 h 13"/>
                      <a:gd name="T116" fmla="*/ 55 w 55"/>
                      <a:gd name="T117" fmla="*/ 13 h 1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5" h="13">
                        <a:moveTo>
                          <a:pt x="55" y="2"/>
                        </a:moveTo>
                        <a:lnTo>
                          <a:pt x="53" y="2"/>
                        </a:lnTo>
                        <a:lnTo>
                          <a:pt x="50" y="3"/>
                        </a:lnTo>
                        <a:lnTo>
                          <a:pt x="44" y="3"/>
                        </a:lnTo>
                        <a:lnTo>
                          <a:pt x="41" y="4"/>
                        </a:lnTo>
                        <a:lnTo>
                          <a:pt x="39" y="4"/>
                        </a:lnTo>
                        <a:lnTo>
                          <a:pt x="37" y="5"/>
                        </a:lnTo>
                        <a:lnTo>
                          <a:pt x="34" y="7"/>
                        </a:lnTo>
                        <a:lnTo>
                          <a:pt x="32" y="7"/>
                        </a:lnTo>
                        <a:lnTo>
                          <a:pt x="29" y="8"/>
                        </a:lnTo>
                        <a:lnTo>
                          <a:pt x="27" y="9"/>
                        </a:lnTo>
                        <a:lnTo>
                          <a:pt x="23" y="9"/>
                        </a:lnTo>
                        <a:lnTo>
                          <a:pt x="21" y="10"/>
                        </a:lnTo>
                        <a:lnTo>
                          <a:pt x="18" y="12"/>
                        </a:lnTo>
                        <a:lnTo>
                          <a:pt x="16" y="12"/>
                        </a:lnTo>
                        <a:lnTo>
                          <a:pt x="13" y="13"/>
                        </a:lnTo>
                        <a:lnTo>
                          <a:pt x="9" y="13"/>
                        </a:lnTo>
                        <a:lnTo>
                          <a:pt x="8" y="12"/>
                        </a:lnTo>
                        <a:lnTo>
                          <a:pt x="6" y="12"/>
                        </a:lnTo>
                        <a:lnTo>
                          <a:pt x="6" y="13"/>
                        </a:lnTo>
                        <a:lnTo>
                          <a:pt x="5" y="13"/>
                        </a:lnTo>
                        <a:lnTo>
                          <a:pt x="3" y="12"/>
                        </a:lnTo>
                        <a:lnTo>
                          <a:pt x="2" y="12"/>
                        </a:lnTo>
                        <a:lnTo>
                          <a:pt x="0" y="10"/>
                        </a:lnTo>
                        <a:lnTo>
                          <a:pt x="0" y="8"/>
                        </a:lnTo>
                        <a:lnTo>
                          <a:pt x="3" y="8"/>
                        </a:lnTo>
                        <a:lnTo>
                          <a:pt x="6" y="9"/>
                        </a:lnTo>
                        <a:lnTo>
                          <a:pt x="9" y="8"/>
                        </a:lnTo>
                        <a:lnTo>
                          <a:pt x="13" y="8"/>
                        </a:lnTo>
                        <a:lnTo>
                          <a:pt x="17" y="7"/>
                        </a:lnTo>
                        <a:lnTo>
                          <a:pt x="21" y="5"/>
                        </a:lnTo>
                        <a:lnTo>
                          <a:pt x="24" y="4"/>
                        </a:lnTo>
                        <a:lnTo>
                          <a:pt x="27" y="3"/>
                        </a:lnTo>
                        <a:lnTo>
                          <a:pt x="30" y="3"/>
                        </a:lnTo>
                        <a:lnTo>
                          <a:pt x="34" y="2"/>
                        </a:lnTo>
                        <a:lnTo>
                          <a:pt x="38" y="0"/>
                        </a:lnTo>
                        <a:lnTo>
                          <a:pt x="51" y="0"/>
                        </a:lnTo>
                        <a:lnTo>
                          <a:pt x="55"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1" name="Freeform 285"/>
                  <p:cNvSpPr>
                    <a:spLocks/>
                  </p:cNvSpPr>
                  <p:nvPr/>
                </p:nvSpPr>
                <p:spPr bwMode="auto">
                  <a:xfrm>
                    <a:off x="4479" y="3529"/>
                    <a:ext cx="21" cy="7"/>
                  </a:xfrm>
                  <a:custGeom>
                    <a:avLst/>
                    <a:gdLst>
                      <a:gd name="T0" fmla="*/ 0 w 42"/>
                      <a:gd name="T1" fmla="*/ 1 h 14"/>
                      <a:gd name="T2" fmla="*/ 1 w 42"/>
                      <a:gd name="T3" fmla="*/ 1 h 14"/>
                      <a:gd name="T4" fmla="*/ 1 w 42"/>
                      <a:gd name="T5" fmla="*/ 1 h 14"/>
                      <a:gd name="T6" fmla="*/ 1 w 42"/>
                      <a:gd name="T7" fmla="*/ 1 h 14"/>
                      <a:gd name="T8" fmla="*/ 1 w 42"/>
                      <a:gd name="T9" fmla="*/ 1 h 14"/>
                      <a:gd name="T10" fmla="*/ 1 w 42"/>
                      <a:gd name="T11" fmla="*/ 1 h 14"/>
                      <a:gd name="T12" fmla="*/ 1 w 42"/>
                      <a:gd name="T13" fmla="*/ 1 h 14"/>
                      <a:gd name="T14" fmla="*/ 1 w 42"/>
                      <a:gd name="T15" fmla="*/ 1 h 14"/>
                      <a:gd name="T16" fmla="*/ 1 w 42"/>
                      <a:gd name="T17" fmla="*/ 1 h 14"/>
                      <a:gd name="T18" fmla="*/ 1 w 42"/>
                      <a:gd name="T19" fmla="*/ 1 h 14"/>
                      <a:gd name="T20" fmla="*/ 1 w 42"/>
                      <a:gd name="T21" fmla="*/ 1 h 14"/>
                      <a:gd name="T22" fmla="*/ 1 w 42"/>
                      <a:gd name="T23" fmla="*/ 1 h 14"/>
                      <a:gd name="T24" fmla="*/ 1 w 42"/>
                      <a:gd name="T25" fmla="*/ 1 h 14"/>
                      <a:gd name="T26" fmla="*/ 2 w 42"/>
                      <a:gd name="T27" fmla="*/ 1 h 14"/>
                      <a:gd name="T28" fmla="*/ 2 w 42"/>
                      <a:gd name="T29" fmla="*/ 1 h 14"/>
                      <a:gd name="T30" fmla="*/ 2 w 42"/>
                      <a:gd name="T31" fmla="*/ 1 h 14"/>
                      <a:gd name="T32" fmla="*/ 2 w 42"/>
                      <a:gd name="T33" fmla="*/ 0 h 14"/>
                      <a:gd name="T34" fmla="*/ 2 w 42"/>
                      <a:gd name="T35" fmla="*/ 0 h 14"/>
                      <a:gd name="T36" fmla="*/ 2 w 42"/>
                      <a:gd name="T37" fmla="*/ 1 h 14"/>
                      <a:gd name="T38" fmla="*/ 1 w 42"/>
                      <a:gd name="T39" fmla="*/ 1 h 14"/>
                      <a:gd name="T40" fmla="*/ 1 w 42"/>
                      <a:gd name="T41" fmla="*/ 1 h 14"/>
                      <a:gd name="T42" fmla="*/ 1 w 42"/>
                      <a:gd name="T43" fmla="*/ 1 h 14"/>
                      <a:gd name="T44" fmla="*/ 1 w 42"/>
                      <a:gd name="T45" fmla="*/ 1 h 14"/>
                      <a:gd name="T46" fmla="*/ 1 w 42"/>
                      <a:gd name="T47" fmla="*/ 1 h 14"/>
                      <a:gd name="T48" fmla="*/ 1 w 42"/>
                      <a:gd name="T49" fmla="*/ 1 h 14"/>
                      <a:gd name="T50" fmla="*/ 1 w 42"/>
                      <a:gd name="T51" fmla="*/ 1 h 14"/>
                      <a:gd name="T52" fmla="*/ 1 w 42"/>
                      <a:gd name="T53" fmla="*/ 1 h 14"/>
                      <a:gd name="T54" fmla="*/ 1 w 42"/>
                      <a:gd name="T55" fmla="*/ 1 h 14"/>
                      <a:gd name="T56" fmla="*/ 1 w 42"/>
                      <a:gd name="T57" fmla="*/ 1 h 14"/>
                      <a:gd name="T58" fmla="*/ 1 w 42"/>
                      <a:gd name="T59" fmla="*/ 1 h 14"/>
                      <a:gd name="T60" fmla="*/ 1 w 42"/>
                      <a:gd name="T61" fmla="*/ 1 h 14"/>
                      <a:gd name="T62" fmla="*/ 0 w 42"/>
                      <a:gd name="T63" fmla="*/ 1 h 14"/>
                      <a:gd name="T64" fmla="*/ 0 w 42"/>
                      <a:gd name="T65" fmla="*/ 1 h 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2"/>
                      <a:gd name="T100" fmla="*/ 0 h 14"/>
                      <a:gd name="T101" fmla="*/ 42 w 42"/>
                      <a:gd name="T102" fmla="*/ 14 h 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2" h="14">
                        <a:moveTo>
                          <a:pt x="0" y="14"/>
                        </a:moveTo>
                        <a:lnTo>
                          <a:pt x="4" y="13"/>
                        </a:lnTo>
                        <a:lnTo>
                          <a:pt x="6" y="13"/>
                        </a:lnTo>
                        <a:lnTo>
                          <a:pt x="9" y="12"/>
                        </a:lnTo>
                        <a:lnTo>
                          <a:pt x="11" y="10"/>
                        </a:lnTo>
                        <a:lnTo>
                          <a:pt x="14" y="10"/>
                        </a:lnTo>
                        <a:lnTo>
                          <a:pt x="16" y="9"/>
                        </a:lnTo>
                        <a:lnTo>
                          <a:pt x="19" y="8"/>
                        </a:lnTo>
                        <a:lnTo>
                          <a:pt x="21" y="8"/>
                        </a:lnTo>
                        <a:lnTo>
                          <a:pt x="24" y="7"/>
                        </a:lnTo>
                        <a:lnTo>
                          <a:pt x="26" y="5"/>
                        </a:lnTo>
                        <a:lnTo>
                          <a:pt x="28" y="5"/>
                        </a:lnTo>
                        <a:lnTo>
                          <a:pt x="32" y="4"/>
                        </a:lnTo>
                        <a:lnTo>
                          <a:pt x="33" y="4"/>
                        </a:lnTo>
                        <a:lnTo>
                          <a:pt x="37" y="3"/>
                        </a:lnTo>
                        <a:lnTo>
                          <a:pt x="42" y="3"/>
                        </a:lnTo>
                        <a:lnTo>
                          <a:pt x="42" y="0"/>
                        </a:lnTo>
                        <a:lnTo>
                          <a:pt x="40" y="0"/>
                        </a:lnTo>
                        <a:lnTo>
                          <a:pt x="37" y="2"/>
                        </a:lnTo>
                        <a:lnTo>
                          <a:pt x="31" y="2"/>
                        </a:lnTo>
                        <a:lnTo>
                          <a:pt x="28" y="3"/>
                        </a:lnTo>
                        <a:lnTo>
                          <a:pt x="26" y="3"/>
                        </a:lnTo>
                        <a:lnTo>
                          <a:pt x="24" y="4"/>
                        </a:lnTo>
                        <a:lnTo>
                          <a:pt x="20" y="5"/>
                        </a:lnTo>
                        <a:lnTo>
                          <a:pt x="17" y="5"/>
                        </a:lnTo>
                        <a:lnTo>
                          <a:pt x="15" y="7"/>
                        </a:lnTo>
                        <a:lnTo>
                          <a:pt x="12" y="8"/>
                        </a:lnTo>
                        <a:lnTo>
                          <a:pt x="10" y="9"/>
                        </a:lnTo>
                        <a:lnTo>
                          <a:pt x="8" y="9"/>
                        </a:lnTo>
                        <a:lnTo>
                          <a:pt x="5" y="10"/>
                        </a:lnTo>
                        <a:lnTo>
                          <a:pt x="3" y="10"/>
                        </a:lnTo>
                        <a:lnTo>
                          <a:pt x="0" y="12"/>
                        </a:lnTo>
                        <a:lnTo>
                          <a:pt x="0"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2" name="Freeform 286"/>
                  <p:cNvSpPr>
                    <a:spLocks/>
                  </p:cNvSpPr>
                  <p:nvPr/>
                </p:nvSpPr>
                <p:spPr bwMode="auto">
                  <a:xfrm>
                    <a:off x="4474" y="3534"/>
                    <a:ext cx="5" cy="2"/>
                  </a:xfrm>
                  <a:custGeom>
                    <a:avLst/>
                    <a:gdLst>
                      <a:gd name="T0" fmla="*/ 0 w 10"/>
                      <a:gd name="T1" fmla="*/ 0 h 5"/>
                      <a:gd name="T2" fmla="*/ 1 w 10"/>
                      <a:gd name="T3" fmla="*/ 0 h 5"/>
                      <a:gd name="T4" fmla="*/ 1 w 10"/>
                      <a:gd name="T5" fmla="*/ 0 h 5"/>
                      <a:gd name="T6" fmla="*/ 1 w 10"/>
                      <a:gd name="T7" fmla="*/ 0 h 5"/>
                      <a:gd name="T8" fmla="*/ 1 w 10"/>
                      <a:gd name="T9" fmla="*/ 0 h 5"/>
                      <a:gd name="T10" fmla="*/ 1 w 10"/>
                      <a:gd name="T11" fmla="*/ 0 h 5"/>
                      <a:gd name="T12" fmla="*/ 1 w 10"/>
                      <a:gd name="T13" fmla="*/ 0 h 5"/>
                      <a:gd name="T14" fmla="*/ 1 w 10"/>
                      <a:gd name="T15" fmla="*/ 0 h 5"/>
                      <a:gd name="T16" fmla="*/ 1 w 10"/>
                      <a:gd name="T17" fmla="*/ 0 h 5"/>
                      <a:gd name="T18" fmla="*/ 1 w 10"/>
                      <a:gd name="T19" fmla="*/ 0 h 5"/>
                      <a:gd name="T20" fmla="*/ 1 w 10"/>
                      <a:gd name="T21" fmla="*/ 0 h 5"/>
                      <a:gd name="T22" fmla="*/ 0 w 10"/>
                      <a:gd name="T23" fmla="*/ 0 h 5"/>
                      <a:gd name="T24" fmla="*/ 1 w 10"/>
                      <a:gd name="T25" fmla="*/ 0 h 5"/>
                      <a:gd name="T26" fmla="*/ 0 w 10"/>
                      <a:gd name="T27" fmla="*/ 0 h 5"/>
                      <a:gd name="T28" fmla="*/ 1 w 10"/>
                      <a:gd name="T29" fmla="*/ 0 h 5"/>
                      <a:gd name="T30" fmla="*/ 1 w 10"/>
                      <a:gd name="T31" fmla="*/ 0 h 5"/>
                      <a:gd name="T32" fmla="*/ 0 w 10"/>
                      <a:gd name="T33" fmla="*/ 0 h 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
                      <a:gd name="T52" fmla="*/ 0 h 5"/>
                      <a:gd name="T53" fmla="*/ 10 w 10"/>
                      <a:gd name="T54" fmla="*/ 5 h 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 h="5">
                        <a:moveTo>
                          <a:pt x="0" y="4"/>
                        </a:moveTo>
                        <a:lnTo>
                          <a:pt x="3" y="4"/>
                        </a:lnTo>
                        <a:lnTo>
                          <a:pt x="4" y="3"/>
                        </a:lnTo>
                        <a:lnTo>
                          <a:pt x="5" y="3"/>
                        </a:lnTo>
                        <a:lnTo>
                          <a:pt x="6" y="4"/>
                        </a:lnTo>
                        <a:lnTo>
                          <a:pt x="10" y="4"/>
                        </a:lnTo>
                        <a:lnTo>
                          <a:pt x="10" y="2"/>
                        </a:lnTo>
                        <a:lnTo>
                          <a:pt x="6" y="2"/>
                        </a:lnTo>
                        <a:lnTo>
                          <a:pt x="5" y="0"/>
                        </a:lnTo>
                        <a:lnTo>
                          <a:pt x="3" y="0"/>
                        </a:lnTo>
                        <a:lnTo>
                          <a:pt x="2" y="2"/>
                        </a:lnTo>
                        <a:lnTo>
                          <a:pt x="0" y="2"/>
                        </a:lnTo>
                        <a:lnTo>
                          <a:pt x="3" y="2"/>
                        </a:lnTo>
                        <a:lnTo>
                          <a:pt x="0" y="4"/>
                        </a:lnTo>
                        <a:lnTo>
                          <a:pt x="2" y="5"/>
                        </a:lnTo>
                        <a:lnTo>
                          <a:pt x="3" y="4"/>
                        </a:lnTo>
                        <a:lnTo>
                          <a:pt x="0"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3" name="Freeform 287"/>
                  <p:cNvSpPr>
                    <a:spLocks/>
                  </p:cNvSpPr>
                  <p:nvPr/>
                </p:nvSpPr>
                <p:spPr bwMode="auto">
                  <a:xfrm>
                    <a:off x="4472" y="3533"/>
                    <a:ext cx="3" cy="3"/>
                  </a:xfrm>
                  <a:custGeom>
                    <a:avLst/>
                    <a:gdLst>
                      <a:gd name="T0" fmla="*/ 0 w 8"/>
                      <a:gd name="T1" fmla="*/ 0 h 5"/>
                      <a:gd name="T2" fmla="*/ 0 w 8"/>
                      <a:gd name="T3" fmla="*/ 1 h 5"/>
                      <a:gd name="T4" fmla="*/ 0 w 8"/>
                      <a:gd name="T5" fmla="*/ 1 h 5"/>
                      <a:gd name="T6" fmla="*/ 0 w 8"/>
                      <a:gd name="T7" fmla="*/ 1 h 5"/>
                      <a:gd name="T8" fmla="*/ 0 w 8"/>
                      <a:gd name="T9" fmla="*/ 1 h 5"/>
                      <a:gd name="T10" fmla="*/ 0 w 8"/>
                      <a:gd name="T11" fmla="*/ 1 h 5"/>
                      <a:gd name="T12" fmla="*/ 0 w 8"/>
                      <a:gd name="T13" fmla="*/ 1 h 5"/>
                      <a:gd name="T14" fmla="*/ 0 w 8"/>
                      <a:gd name="T15" fmla="*/ 1 h 5"/>
                      <a:gd name="T16" fmla="*/ 0 w 8"/>
                      <a:gd name="T17" fmla="*/ 0 h 5"/>
                      <a:gd name="T18" fmla="*/ 0 w 8"/>
                      <a:gd name="T19" fmla="*/ 0 h 5"/>
                      <a:gd name="T20" fmla="*/ 0 w 8"/>
                      <a:gd name="T21" fmla="*/ 1 h 5"/>
                      <a:gd name="T22" fmla="*/ 0 w 8"/>
                      <a:gd name="T23" fmla="*/ 0 h 5"/>
                      <a:gd name="T24" fmla="*/ 0 w 8"/>
                      <a:gd name="T25" fmla="*/ 1 h 5"/>
                      <a:gd name="T26" fmla="*/ 0 w 8"/>
                      <a:gd name="T27" fmla="*/ 0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
                      <a:gd name="T43" fmla="*/ 0 h 5"/>
                      <a:gd name="T44" fmla="*/ 8 w 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 h="5">
                        <a:moveTo>
                          <a:pt x="0" y="0"/>
                        </a:moveTo>
                        <a:lnTo>
                          <a:pt x="0" y="1"/>
                        </a:lnTo>
                        <a:lnTo>
                          <a:pt x="3" y="4"/>
                        </a:lnTo>
                        <a:lnTo>
                          <a:pt x="4" y="4"/>
                        </a:lnTo>
                        <a:lnTo>
                          <a:pt x="5" y="5"/>
                        </a:lnTo>
                        <a:lnTo>
                          <a:pt x="8" y="3"/>
                        </a:lnTo>
                        <a:lnTo>
                          <a:pt x="5" y="1"/>
                        </a:lnTo>
                        <a:lnTo>
                          <a:pt x="4" y="1"/>
                        </a:lnTo>
                        <a:lnTo>
                          <a:pt x="3" y="0"/>
                        </a:lnTo>
                        <a:lnTo>
                          <a:pt x="2" y="0"/>
                        </a:lnTo>
                        <a:lnTo>
                          <a:pt x="2" y="1"/>
                        </a:lnTo>
                        <a:lnTo>
                          <a:pt x="0" y="0"/>
                        </a:lnTo>
                        <a:lnTo>
                          <a:pt x="0" y="1"/>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4" name="Freeform 288"/>
                  <p:cNvSpPr>
                    <a:spLocks/>
                  </p:cNvSpPr>
                  <p:nvPr/>
                </p:nvSpPr>
                <p:spPr bwMode="auto">
                  <a:xfrm>
                    <a:off x="4472" y="3532"/>
                    <a:ext cx="1" cy="2"/>
                  </a:xfrm>
                  <a:custGeom>
                    <a:avLst/>
                    <a:gdLst>
                      <a:gd name="T0" fmla="*/ 0 w 3"/>
                      <a:gd name="T1" fmla="*/ 0 h 3"/>
                      <a:gd name="T2" fmla="*/ 0 w 3"/>
                      <a:gd name="T3" fmla="*/ 1 h 3"/>
                      <a:gd name="T4" fmla="*/ 0 w 3"/>
                      <a:gd name="T5" fmla="*/ 1 h 3"/>
                      <a:gd name="T6" fmla="*/ 0 w 3"/>
                      <a:gd name="T7" fmla="*/ 1 h 3"/>
                      <a:gd name="T8" fmla="*/ 0 w 3"/>
                      <a:gd name="T9" fmla="*/ 1 h 3"/>
                      <a:gd name="T10" fmla="*/ 0 w 3"/>
                      <a:gd name="T11" fmla="*/ 1 h 3"/>
                      <a:gd name="T12" fmla="*/ 0 w 3"/>
                      <a:gd name="T13" fmla="*/ 0 h 3"/>
                      <a:gd name="T14" fmla="*/ 0 w 3"/>
                      <a:gd name="T15" fmla="*/ 1 h 3"/>
                      <a:gd name="T16" fmla="*/ 0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0" y="1"/>
                        </a:lnTo>
                        <a:lnTo>
                          <a:pt x="0" y="2"/>
                        </a:lnTo>
                        <a:lnTo>
                          <a:pt x="2" y="3"/>
                        </a:lnTo>
                        <a:lnTo>
                          <a:pt x="3" y="1"/>
                        </a:lnTo>
                        <a:lnTo>
                          <a:pt x="2" y="2"/>
                        </a:lnTo>
                        <a:lnTo>
                          <a:pt x="2" y="0"/>
                        </a:lnTo>
                        <a:lnTo>
                          <a:pt x="0" y="1"/>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5" name="Freeform 289"/>
                  <p:cNvSpPr>
                    <a:spLocks/>
                  </p:cNvSpPr>
                  <p:nvPr/>
                </p:nvSpPr>
                <p:spPr bwMode="auto">
                  <a:xfrm>
                    <a:off x="4472" y="3528"/>
                    <a:ext cx="32" cy="6"/>
                  </a:xfrm>
                  <a:custGeom>
                    <a:avLst/>
                    <a:gdLst>
                      <a:gd name="T0" fmla="*/ 2 w 62"/>
                      <a:gd name="T1" fmla="*/ 1 h 11"/>
                      <a:gd name="T2" fmla="*/ 2 w 62"/>
                      <a:gd name="T3" fmla="*/ 1 h 11"/>
                      <a:gd name="T4" fmla="*/ 2 w 62"/>
                      <a:gd name="T5" fmla="*/ 0 h 11"/>
                      <a:gd name="T6" fmla="*/ 2 w 62"/>
                      <a:gd name="T7" fmla="*/ 0 h 11"/>
                      <a:gd name="T8" fmla="*/ 2 w 62"/>
                      <a:gd name="T9" fmla="*/ 1 h 11"/>
                      <a:gd name="T10" fmla="*/ 1 w 62"/>
                      <a:gd name="T11" fmla="*/ 1 h 11"/>
                      <a:gd name="T12" fmla="*/ 1 w 62"/>
                      <a:gd name="T13" fmla="*/ 1 h 11"/>
                      <a:gd name="T14" fmla="*/ 1 w 62"/>
                      <a:gd name="T15" fmla="*/ 1 h 11"/>
                      <a:gd name="T16" fmla="*/ 1 w 62"/>
                      <a:gd name="T17" fmla="*/ 1 h 11"/>
                      <a:gd name="T18" fmla="*/ 1 w 62"/>
                      <a:gd name="T19" fmla="*/ 1 h 11"/>
                      <a:gd name="T20" fmla="*/ 1 w 62"/>
                      <a:gd name="T21" fmla="*/ 1 h 11"/>
                      <a:gd name="T22" fmla="*/ 0 w 62"/>
                      <a:gd name="T23" fmla="*/ 1 h 11"/>
                      <a:gd name="T24" fmla="*/ 0 w 62"/>
                      <a:gd name="T25" fmla="*/ 1 h 11"/>
                      <a:gd name="T26" fmla="*/ 1 w 62"/>
                      <a:gd name="T27" fmla="*/ 1 h 11"/>
                      <a:gd name="T28" fmla="*/ 1 w 62"/>
                      <a:gd name="T29" fmla="*/ 1 h 11"/>
                      <a:gd name="T30" fmla="*/ 1 w 62"/>
                      <a:gd name="T31" fmla="*/ 1 h 11"/>
                      <a:gd name="T32" fmla="*/ 1 w 62"/>
                      <a:gd name="T33" fmla="*/ 1 h 11"/>
                      <a:gd name="T34" fmla="*/ 1 w 62"/>
                      <a:gd name="T35" fmla="*/ 1 h 11"/>
                      <a:gd name="T36" fmla="*/ 1 w 62"/>
                      <a:gd name="T37" fmla="*/ 1 h 11"/>
                      <a:gd name="T38" fmla="*/ 1 w 62"/>
                      <a:gd name="T39" fmla="*/ 1 h 11"/>
                      <a:gd name="T40" fmla="*/ 1 w 62"/>
                      <a:gd name="T41" fmla="*/ 1 h 11"/>
                      <a:gd name="T42" fmla="*/ 1 w 62"/>
                      <a:gd name="T43" fmla="*/ 1 h 11"/>
                      <a:gd name="T44" fmla="*/ 2 w 62"/>
                      <a:gd name="T45" fmla="*/ 1 h 11"/>
                      <a:gd name="T46" fmla="*/ 2 w 62"/>
                      <a:gd name="T47" fmla="*/ 1 h 11"/>
                      <a:gd name="T48" fmla="*/ 2 w 62"/>
                      <a:gd name="T49" fmla="*/ 1 h 11"/>
                      <a:gd name="T50" fmla="*/ 2 w 62"/>
                      <a:gd name="T51" fmla="*/ 1 h 11"/>
                      <a:gd name="T52" fmla="*/ 2 w 62"/>
                      <a:gd name="T53" fmla="*/ 1 h 11"/>
                      <a:gd name="T54" fmla="*/ 2 w 62"/>
                      <a:gd name="T55" fmla="*/ 1 h 11"/>
                      <a:gd name="T56" fmla="*/ 3 w 62"/>
                      <a:gd name="T57" fmla="*/ 1 h 11"/>
                      <a:gd name="T58" fmla="*/ 2 w 62"/>
                      <a:gd name="T59" fmla="*/ 1 h 11"/>
                      <a:gd name="T60" fmla="*/ 2 w 62"/>
                      <a:gd name="T61" fmla="*/ 1 h 1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2"/>
                      <a:gd name="T94" fmla="*/ 0 h 11"/>
                      <a:gd name="T95" fmla="*/ 62 w 62"/>
                      <a:gd name="T96" fmla="*/ 11 h 1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2" h="11">
                        <a:moveTo>
                          <a:pt x="55" y="4"/>
                        </a:moveTo>
                        <a:lnTo>
                          <a:pt x="56" y="1"/>
                        </a:lnTo>
                        <a:lnTo>
                          <a:pt x="53" y="0"/>
                        </a:lnTo>
                        <a:lnTo>
                          <a:pt x="38" y="0"/>
                        </a:lnTo>
                        <a:lnTo>
                          <a:pt x="34" y="1"/>
                        </a:lnTo>
                        <a:lnTo>
                          <a:pt x="30" y="3"/>
                        </a:lnTo>
                        <a:lnTo>
                          <a:pt x="27" y="4"/>
                        </a:lnTo>
                        <a:lnTo>
                          <a:pt x="23" y="4"/>
                        </a:lnTo>
                        <a:lnTo>
                          <a:pt x="19" y="5"/>
                        </a:lnTo>
                        <a:lnTo>
                          <a:pt x="17" y="6"/>
                        </a:lnTo>
                        <a:lnTo>
                          <a:pt x="13" y="8"/>
                        </a:lnTo>
                        <a:lnTo>
                          <a:pt x="0" y="8"/>
                        </a:lnTo>
                        <a:lnTo>
                          <a:pt x="0" y="10"/>
                        </a:lnTo>
                        <a:lnTo>
                          <a:pt x="3" y="10"/>
                        </a:lnTo>
                        <a:lnTo>
                          <a:pt x="6" y="11"/>
                        </a:lnTo>
                        <a:lnTo>
                          <a:pt x="9" y="10"/>
                        </a:lnTo>
                        <a:lnTo>
                          <a:pt x="13" y="10"/>
                        </a:lnTo>
                        <a:lnTo>
                          <a:pt x="17" y="9"/>
                        </a:lnTo>
                        <a:lnTo>
                          <a:pt x="21" y="8"/>
                        </a:lnTo>
                        <a:lnTo>
                          <a:pt x="24" y="6"/>
                        </a:lnTo>
                        <a:lnTo>
                          <a:pt x="27" y="5"/>
                        </a:lnTo>
                        <a:lnTo>
                          <a:pt x="30" y="5"/>
                        </a:lnTo>
                        <a:lnTo>
                          <a:pt x="34" y="4"/>
                        </a:lnTo>
                        <a:lnTo>
                          <a:pt x="38" y="3"/>
                        </a:lnTo>
                        <a:lnTo>
                          <a:pt x="51" y="3"/>
                        </a:lnTo>
                        <a:lnTo>
                          <a:pt x="55" y="4"/>
                        </a:lnTo>
                        <a:lnTo>
                          <a:pt x="55" y="1"/>
                        </a:lnTo>
                        <a:lnTo>
                          <a:pt x="55" y="4"/>
                        </a:lnTo>
                        <a:lnTo>
                          <a:pt x="62" y="4"/>
                        </a:lnTo>
                        <a:lnTo>
                          <a:pt x="56" y="1"/>
                        </a:lnTo>
                        <a:lnTo>
                          <a:pt x="55"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6" name="Freeform 290"/>
                  <p:cNvSpPr>
                    <a:spLocks/>
                  </p:cNvSpPr>
                  <p:nvPr/>
                </p:nvSpPr>
                <p:spPr bwMode="auto">
                  <a:xfrm>
                    <a:off x="4324" y="3529"/>
                    <a:ext cx="25" cy="2"/>
                  </a:xfrm>
                  <a:custGeom>
                    <a:avLst/>
                    <a:gdLst>
                      <a:gd name="T0" fmla="*/ 1 w 50"/>
                      <a:gd name="T1" fmla="*/ 0 h 5"/>
                      <a:gd name="T2" fmla="*/ 2 w 50"/>
                      <a:gd name="T3" fmla="*/ 0 h 5"/>
                      <a:gd name="T4" fmla="*/ 2 w 50"/>
                      <a:gd name="T5" fmla="*/ 0 h 5"/>
                      <a:gd name="T6" fmla="*/ 2 w 50"/>
                      <a:gd name="T7" fmla="*/ 0 h 5"/>
                      <a:gd name="T8" fmla="*/ 2 w 50"/>
                      <a:gd name="T9" fmla="*/ 0 h 5"/>
                      <a:gd name="T10" fmla="*/ 2 w 50"/>
                      <a:gd name="T11" fmla="*/ 0 h 5"/>
                      <a:gd name="T12" fmla="*/ 2 w 50"/>
                      <a:gd name="T13" fmla="*/ 0 h 5"/>
                      <a:gd name="T14" fmla="*/ 1 w 50"/>
                      <a:gd name="T15" fmla="*/ 0 h 5"/>
                      <a:gd name="T16" fmla="*/ 1 w 50"/>
                      <a:gd name="T17" fmla="*/ 0 h 5"/>
                      <a:gd name="T18" fmla="*/ 1 w 50"/>
                      <a:gd name="T19" fmla="*/ 0 h 5"/>
                      <a:gd name="T20" fmla="*/ 0 w 50"/>
                      <a:gd name="T21" fmla="*/ 0 h 5"/>
                      <a:gd name="T22" fmla="*/ 0 w 50"/>
                      <a:gd name="T23" fmla="*/ 0 h 5"/>
                      <a:gd name="T24" fmla="*/ 1 w 50"/>
                      <a:gd name="T25" fmla="*/ 0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
                      <a:gd name="T40" fmla="*/ 0 h 5"/>
                      <a:gd name="T41" fmla="*/ 50 w 50"/>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 h="5">
                        <a:moveTo>
                          <a:pt x="2" y="2"/>
                        </a:moveTo>
                        <a:lnTo>
                          <a:pt x="49" y="2"/>
                        </a:lnTo>
                        <a:lnTo>
                          <a:pt x="50" y="3"/>
                        </a:lnTo>
                        <a:lnTo>
                          <a:pt x="50" y="5"/>
                        </a:lnTo>
                        <a:lnTo>
                          <a:pt x="48" y="4"/>
                        </a:lnTo>
                        <a:lnTo>
                          <a:pt x="45" y="4"/>
                        </a:lnTo>
                        <a:lnTo>
                          <a:pt x="44" y="3"/>
                        </a:lnTo>
                        <a:lnTo>
                          <a:pt x="7" y="3"/>
                        </a:lnTo>
                        <a:lnTo>
                          <a:pt x="5" y="4"/>
                        </a:lnTo>
                        <a:lnTo>
                          <a:pt x="1" y="4"/>
                        </a:lnTo>
                        <a:lnTo>
                          <a:pt x="0" y="3"/>
                        </a:lnTo>
                        <a:lnTo>
                          <a:pt x="0" y="0"/>
                        </a:lnTo>
                        <a:lnTo>
                          <a:pt x="2"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7" name="Freeform 291"/>
                  <p:cNvSpPr>
                    <a:spLocks/>
                  </p:cNvSpPr>
                  <p:nvPr/>
                </p:nvSpPr>
                <p:spPr bwMode="auto">
                  <a:xfrm>
                    <a:off x="4325" y="3528"/>
                    <a:ext cx="25" cy="2"/>
                  </a:xfrm>
                  <a:custGeom>
                    <a:avLst/>
                    <a:gdLst>
                      <a:gd name="T0" fmla="*/ 2 w 49"/>
                      <a:gd name="T1" fmla="*/ 1 h 4"/>
                      <a:gd name="T2" fmla="*/ 2 w 49"/>
                      <a:gd name="T3" fmla="*/ 1 h 4"/>
                      <a:gd name="T4" fmla="*/ 1 w 49"/>
                      <a:gd name="T5" fmla="*/ 1 h 4"/>
                      <a:gd name="T6" fmla="*/ 1 w 49"/>
                      <a:gd name="T7" fmla="*/ 0 h 4"/>
                      <a:gd name="T8" fmla="*/ 1 w 49"/>
                      <a:gd name="T9" fmla="*/ 1 h 4"/>
                      <a:gd name="T10" fmla="*/ 0 w 49"/>
                      <a:gd name="T11" fmla="*/ 1 h 4"/>
                      <a:gd name="T12" fmla="*/ 0 w 49"/>
                      <a:gd name="T13" fmla="*/ 1 h 4"/>
                      <a:gd name="T14" fmla="*/ 2 w 49"/>
                      <a:gd name="T15" fmla="*/ 1 h 4"/>
                      <a:gd name="T16" fmla="*/ 2 w 49"/>
                      <a:gd name="T17" fmla="*/ 1 h 4"/>
                      <a:gd name="T18" fmla="*/ 2 w 49"/>
                      <a:gd name="T19" fmla="*/ 1 h 4"/>
                      <a:gd name="T20" fmla="*/ 2 w 49"/>
                      <a:gd name="T21" fmla="*/ 1 h 4"/>
                      <a:gd name="T22" fmla="*/ 2 w 49"/>
                      <a:gd name="T23" fmla="*/ 1 h 4"/>
                      <a:gd name="T24" fmla="*/ 2 w 49"/>
                      <a:gd name="T25" fmla="*/ 1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9"/>
                      <a:gd name="T40" fmla="*/ 0 h 4"/>
                      <a:gd name="T41" fmla="*/ 49 w 49"/>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9" h="4">
                        <a:moveTo>
                          <a:pt x="49" y="3"/>
                        </a:moveTo>
                        <a:lnTo>
                          <a:pt x="47" y="1"/>
                        </a:lnTo>
                        <a:lnTo>
                          <a:pt x="27" y="1"/>
                        </a:lnTo>
                        <a:lnTo>
                          <a:pt x="25" y="0"/>
                        </a:lnTo>
                        <a:lnTo>
                          <a:pt x="21" y="1"/>
                        </a:lnTo>
                        <a:lnTo>
                          <a:pt x="0" y="1"/>
                        </a:lnTo>
                        <a:lnTo>
                          <a:pt x="0" y="4"/>
                        </a:lnTo>
                        <a:lnTo>
                          <a:pt x="47" y="4"/>
                        </a:lnTo>
                        <a:lnTo>
                          <a:pt x="46" y="4"/>
                        </a:lnTo>
                        <a:lnTo>
                          <a:pt x="49" y="3"/>
                        </a:lnTo>
                        <a:lnTo>
                          <a:pt x="48" y="1"/>
                        </a:lnTo>
                        <a:lnTo>
                          <a:pt x="47" y="1"/>
                        </a:lnTo>
                        <a:lnTo>
                          <a:pt x="49"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8" name="Freeform 292"/>
                  <p:cNvSpPr>
                    <a:spLocks/>
                  </p:cNvSpPr>
                  <p:nvPr/>
                </p:nvSpPr>
                <p:spPr bwMode="auto">
                  <a:xfrm>
                    <a:off x="4348" y="3529"/>
                    <a:ext cx="2" cy="3"/>
                  </a:xfrm>
                  <a:custGeom>
                    <a:avLst/>
                    <a:gdLst>
                      <a:gd name="T0" fmla="*/ 1 w 3"/>
                      <a:gd name="T1" fmla="*/ 1 h 5"/>
                      <a:gd name="T2" fmla="*/ 1 w 3"/>
                      <a:gd name="T3" fmla="*/ 1 h 5"/>
                      <a:gd name="T4" fmla="*/ 1 w 3"/>
                      <a:gd name="T5" fmla="*/ 0 h 5"/>
                      <a:gd name="T6" fmla="*/ 0 w 3"/>
                      <a:gd name="T7" fmla="*/ 1 h 5"/>
                      <a:gd name="T8" fmla="*/ 1 w 3"/>
                      <a:gd name="T9" fmla="*/ 1 h 5"/>
                      <a:gd name="T10" fmla="*/ 1 w 3"/>
                      <a:gd name="T11" fmla="*/ 1 h 5"/>
                      <a:gd name="T12" fmla="*/ 1 w 3"/>
                      <a:gd name="T13" fmla="*/ 1 h 5"/>
                      <a:gd name="T14" fmla="*/ 1 w 3"/>
                      <a:gd name="T15" fmla="*/ 1 h 5"/>
                      <a:gd name="T16" fmla="*/ 1 w 3"/>
                      <a:gd name="T17" fmla="*/ 1 h 5"/>
                      <a:gd name="T18" fmla="*/ 1 w 3"/>
                      <a:gd name="T19" fmla="*/ 1 h 5"/>
                      <a:gd name="T20" fmla="*/ 1 w 3"/>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5"/>
                      <a:gd name="T35" fmla="*/ 3 w 3"/>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5">
                        <a:moveTo>
                          <a:pt x="2" y="5"/>
                        </a:moveTo>
                        <a:lnTo>
                          <a:pt x="3" y="3"/>
                        </a:lnTo>
                        <a:lnTo>
                          <a:pt x="3" y="0"/>
                        </a:lnTo>
                        <a:lnTo>
                          <a:pt x="0" y="1"/>
                        </a:lnTo>
                        <a:lnTo>
                          <a:pt x="1" y="1"/>
                        </a:lnTo>
                        <a:lnTo>
                          <a:pt x="1" y="3"/>
                        </a:lnTo>
                        <a:lnTo>
                          <a:pt x="3" y="2"/>
                        </a:lnTo>
                        <a:lnTo>
                          <a:pt x="2" y="5"/>
                        </a:lnTo>
                        <a:lnTo>
                          <a:pt x="3" y="5"/>
                        </a:lnTo>
                        <a:lnTo>
                          <a:pt x="3" y="3"/>
                        </a:lnTo>
                        <a:lnTo>
                          <a:pt x="2"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9" name="Freeform 293"/>
                  <p:cNvSpPr>
                    <a:spLocks/>
                  </p:cNvSpPr>
                  <p:nvPr/>
                </p:nvSpPr>
                <p:spPr bwMode="auto">
                  <a:xfrm>
                    <a:off x="4329" y="3529"/>
                    <a:ext cx="21" cy="3"/>
                  </a:xfrm>
                  <a:custGeom>
                    <a:avLst/>
                    <a:gdLst>
                      <a:gd name="T0" fmla="*/ 0 w 40"/>
                      <a:gd name="T1" fmla="*/ 1 h 5"/>
                      <a:gd name="T2" fmla="*/ 2 w 40"/>
                      <a:gd name="T3" fmla="*/ 1 h 5"/>
                      <a:gd name="T4" fmla="*/ 2 w 40"/>
                      <a:gd name="T5" fmla="*/ 1 h 5"/>
                      <a:gd name="T6" fmla="*/ 2 w 40"/>
                      <a:gd name="T7" fmla="*/ 1 h 5"/>
                      <a:gd name="T8" fmla="*/ 2 w 40"/>
                      <a:gd name="T9" fmla="*/ 1 h 5"/>
                      <a:gd name="T10" fmla="*/ 2 w 40"/>
                      <a:gd name="T11" fmla="*/ 1 h 5"/>
                      <a:gd name="T12" fmla="*/ 2 w 40"/>
                      <a:gd name="T13" fmla="*/ 1 h 5"/>
                      <a:gd name="T14" fmla="*/ 2 w 40"/>
                      <a:gd name="T15" fmla="*/ 1 h 5"/>
                      <a:gd name="T16" fmla="*/ 1 w 40"/>
                      <a:gd name="T17" fmla="*/ 0 h 5"/>
                      <a:gd name="T18" fmla="*/ 0 w 40"/>
                      <a:gd name="T19" fmla="*/ 0 h 5"/>
                      <a:gd name="T20" fmla="*/ 0 w 40"/>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5"/>
                      <a:gd name="T35" fmla="*/ 40 w 40"/>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5">
                        <a:moveTo>
                          <a:pt x="0" y="2"/>
                        </a:moveTo>
                        <a:lnTo>
                          <a:pt x="32" y="2"/>
                        </a:lnTo>
                        <a:lnTo>
                          <a:pt x="34" y="3"/>
                        </a:lnTo>
                        <a:lnTo>
                          <a:pt x="37" y="3"/>
                        </a:lnTo>
                        <a:lnTo>
                          <a:pt x="39" y="5"/>
                        </a:lnTo>
                        <a:lnTo>
                          <a:pt x="40" y="2"/>
                        </a:lnTo>
                        <a:lnTo>
                          <a:pt x="37" y="1"/>
                        </a:lnTo>
                        <a:lnTo>
                          <a:pt x="33" y="1"/>
                        </a:lnTo>
                        <a:lnTo>
                          <a:pt x="31" y="0"/>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0" name="Freeform 294"/>
                  <p:cNvSpPr>
                    <a:spLocks/>
                  </p:cNvSpPr>
                  <p:nvPr/>
                </p:nvSpPr>
                <p:spPr bwMode="auto">
                  <a:xfrm>
                    <a:off x="4323" y="3529"/>
                    <a:ext cx="6" cy="2"/>
                  </a:xfrm>
                  <a:custGeom>
                    <a:avLst/>
                    <a:gdLst>
                      <a:gd name="T0" fmla="*/ 0 w 13"/>
                      <a:gd name="T1" fmla="*/ 1 h 3"/>
                      <a:gd name="T2" fmla="*/ 0 w 13"/>
                      <a:gd name="T3" fmla="*/ 1 h 3"/>
                      <a:gd name="T4" fmla="*/ 0 w 13"/>
                      <a:gd name="T5" fmla="*/ 1 h 3"/>
                      <a:gd name="T6" fmla="*/ 0 w 13"/>
                      <a:gd name="T7" fmla="*/ 1 h 3"/>
                      <a:gd name="T8" fmla="*/ 0 w 13"/>
                      <a:gd name="T9" fmla="*/ 1 h 3"/>
                      <a:gd name="T10" fmla="*/ 0 w 13"/>
                      <a:gd name="T11" fmla="*/ 1 h 3"/>
                      <a:gd name="T12" fmla="*/ 0 w 13"/>
                      <a:gd name="T13" fmla="*/ 0 h 3"/>
                      <a:gd name="T14" fmla="*/ 0 w 13"/>
                      <a:gd name="T15" fmla="*/ 0 h 3"/>
                      <a:gd name="T16" fmla="*/ 0 w 13"/>
                      <a:gd name="T17" fmla="*/ 1 h 3"/>
                      <a:gd name="T18" fmla="*/ 0 w 13"/>
                      <a:gd name="T19" fmla="*/ 1 h 3"/>
                      <a:gd name="T20" fmla="*/ 0 w 13"/>
                      <a:gd name="T21" fmla="*/ 0 h 3"/>
                      <a:gd name="T22" fmla="*/ 0 w 13"/>
                      <a:gd name="T23" fmla="*/ 1 h 3"/>
                      <a:gd name="T24" fmla="*/ 0 w 13"/>
                      <a:gd name="T25" fmla="*/ 1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
                      <a:gd name="T40" fmla="*/ 0 h 3"/>
                      <a:gd name="T41" fmla="*/ 13 w 13"/>
                      <a:gd name="T42" fmla="*/ 3 h 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 h="3">
                        <a:moveTo>
                          <a:pt x="0" y="1"/>
                        </a:moveTo>
                        <a:lnTo>
                          <a:pt x="2" y="2"/>
                        </a:lnTo>
                        <a:lnTo>
                          <a:pt x="4" y="3"/>
                        </a:lnTo>
                        <a:lnTo>
                          <a:pt x="8" y="3"/>
                        </a:lnTo>
                        <a:lnTo>
                          <a:pt x="9" y="2"/>
                        </a:lnTo>
                        <a:lnTo>
                          <a:pt x="13" y="2"/>
                        </a:lnTo>
                        <a:lnTo>
                          <a:pt x="13" y="0"/>
                        </a:lnTo>
                        <a:lnTo>
                          <a:pt x="10" y="0"/>
                        </a:lnTo>
                        <a:lnTo>
                          <a:pt x="8" y="1"/>
                        </a:lnTo>
                        <a:lnTo>
                          <a:pt x="4" y="1"/>
                        </a:lnTo>
                        <a:lnTo>
                          <a:pt x="3" y="0"/>
                        </a:lnTo>
                        <a:lnTo>
                          <a:pt x="3" y="1"/>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1" name="Freeform 295"/>
                  <p:cNvSpPr>
                    <a:spLocks/>
                  </p:cNvSpPr>
                  <p:nvPr/>
                </p:nvSpPr>
                <p:spPr bwMode="auto">
                  <a:xfrm>
                    <a:off x="4323" y="3527"/>
                    <a:ext cx="1" cy="3"/>
                  </a:xfrm>
                  <a:custGeom>
                    <a:avLst/>
                    <a:gdLst>
                      <a:gd name="T0" fmla="*/ 0 w 3"/>
                      <a:gd name="T1" fmla="*/ 1 h 6"/>
                      <a:gd name="T2" fmla="*/ 0 w 3"/>
                      <a:gd name="T3" fmla="*/ 1 h 6"/>
                      <a:gd name="T4" fmla="*/ 0 w 3"/>
                      <a:gd name="T5" fmla="*/ 1 h 6"/>
                      <a:gd name="T6" fmla="*/ 0 w 3"/>
                      <a:gd name="T7" fmla="*/ 1 h 6"/>
                      <a:gd name="T8" fmla="*/ 0 w 3"/>
                      <a:gd name="T9" fmla="*/ 1 h 6"/>
                      <a:gd name="T10" fmla="*/ 0 w 3"/>
                      <a:gd name="T11" fmla="*/ 1 h 6"/>
                      <a:gd name="T12" fmla="*/ 0 w 3"/>
                      <a:gd name="T13" fmla="*/ 1 h 6"/>
                      <a:gd name="T14" fmla="*/ 0 w 3"/>
                      <a:gd name="T15" fmla="*/ 0 h 6"/>
                      <a:gd name="T16" fmla="*/ 0 w 3"/>
                      <a:gd name="T17" fmla="*/ 1 h 6"/>
                      <a:gd name="T18" fmla="*/ 0 w 3"/>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6"/>
                      <a:gd name="T32" fmla="*/ 3 w 3"/>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6">
                        <a:moveTo>
                          <a:pt x="3" y="2"/>
                        </a:moveTo>
                        <a:lnTo>
                          <a:pt x="0" y="3"/>
                        </a:lnTo>
                        <a:lnTo>
                          <a:pt x="0" y="6"/>
                        </a:lnTo>
                        <a:lnTo>
                          <a:pt x="3" y="6"/>
                        </a:lnTo>
                        <a:lnTo>
                          <a:pt x="3" y="3"/>
                        </a:lnTo>
                        <a:lnTo>
                          <a:pt x="0" y="3"/>
                        </a:lnTo>
                        <a:lnTo>
                          <a:pt x="3" y="2"/>
                        </a:lnTo>
                        <a:lnTo>
                          <a:pt x="0" y="0"/>
                        </a:lnTo>
                        <a:lnTo>
                          <a:pt x="0" y="3"/>
                        </a:lnTo>
                        <a:lnTo>
                          <a:pt x="3"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2" name="Freeform 296"/>
                  <p:cNvSpPr>
                    <a:spLocks/>
                  </p:cNvSpPr>
                  <p:nvPr/>
                </p:nvSpPr>
                <p:spPr bwMode="auto">
                  <a:xfrm>
                    <a:off x="4323" y="3528"/>
                    <a:ext cx="3" cy="2"/>
                  </a:xfrm>
                  <a:custGeom>
                    <a:avLst/>
                    <a:gdLst>
                      <a:gd name="T0" fmla="*/ 1 w 5"/>
                      <a:gd name="T1" fmla="*/ 1 h 4"/>
                      <a:gd name="T2" fmla="*/ 1 w 5"/>
                      <a:gd name="T3" fmla="*/ 1 h 4"/>
                      <a:gd name="T4" fmla="*/ 1 w 5"/>
                      <a:gd name="T5" fmla="*/ 0 h 4"/>
                      <a:gd name="T6" fmla="*/ 0 w 5"/>
                      <a:gd name="T7" fmla="*/ 1 h 4"/>
                      <a:gd name="T8" fmla="*/ 1 w 5"/>
                      <a:gd name="T9" fmla="*/ 1 h 4"/>
                      <a:gd name="T10" fmla="*/ 1 w 5"/>
                      <a:gd name="T11" fmla="*/ 1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4" y="1"/>
                        </a:moveTo>
                        <a:lnTo>
                          <a:pt x="5" y="3"/>
                        </a:lnTo>
                        <a:lnTo>
                          <a:pt x="3" y="0"/>
                        </a:lnTo>
                        <a:lnTo>
                          <a:pt x="0" y="1"/>
                        </a:lnTo>
                        <a:lnTo>
                          <a:pt x="4" y="4"/>
                        </a:lnTo>
                        <a:lnTo>
                          <a:pt x="4"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3" name="Freeform 297"/>
                  <p:cNvSpPr>
                    <a:spLocks/>
                  </p:cNvSpPr>
                  <p:nvPr/>
                </p:nvSpPr>
                <p:spPr bwMode="auto">
                  <a:xfrm>
                    <a:off x="4455" y="3530"/>
                    <a:ext cx="154" cy="69"/>
                  </a:xfrm>
                  <a:custGeom>
                    <a:avLst/>
                    <a:gdLst>
                      <a:gd name="T0" fmla="*/ 7 w 308"/>
                      <a:gd name="T1" fmla="*/ 1 h 138"/>
                      <a:gd name="T2" fmla="*/ 8 w 308"/>
                      <a:gd name="T3" fmla="*/ 1 h 138"/>
                      <a:gd name="T4" fmla="*/ 9 w 308"/>
                      <a:gd name="T5" fmla="*/ 2 h 138"/>
                      <a:gd name="T6" fmla="*/ 9 w 308"/>
                      <a:gd name="T7" fmla="*/ 3 h 138"/>
                      <a:gd name="T8" fmla="*/ 10 w 308"/>
                      <a:gd name="T9" fmla="*/ 4 h 138"/>
                      <a:gd name="T10" fmla="*/ 10 w 308"/>
                      <a:gd name="T11" fmla="*/ 4 h 138"/>
                      <a:gd name="T12" fmla="*/ 9 w 308"/>
                      <a:gd name="T13" fmla="*/ 4 h 138"/>
                      <a:gd name="T14" fmla="*/ 9 w 308"/>
                      <a:gd name="T15" fmla="*/ 4 h 138"/>
                      <a:gd name="T16" fmla="*/ 8 w 308"/>
                      <a:gd name="T17" fmla="*/ 5 h 138"/>
                      <a:gd name="T18" fmla="*/ 7 w 308"/>
                      <a:gd name="T19" fmla="*/ 5 h 138"/>
                      <a:gd name="T20" fmla="*/ 7 w 308"/>
                      <a:gd name="T21" fmla="*/ 5 h 138"/>
                      <a:gd name="T22" fmla="*/ 6 w 308"/>
                      <a:gd name="T23" fmla="*/ 5 h 138"/>
                      <a:gd name="T24" fmla="*/ 5 w 308"/>
                      <a:gd name="T25" fmla="*/ 5 h 138"/>
                      <a:gd name="T26" fmla="*/ 5 w 308"/>
                      <a:gd name="T27" fmla="*/ 5 h 138"/>
                      <a:gd name="T28" fmla="*/ 5 w 308"/>
                      <a:gd name="T29" fmla="*/ 4 h 138"/>
                      <a:gd name="T30" fmla="*/ 5 w 308"/>
                      <a:gd name="T31" fmla="*/ 4 h 138"/>
                      <a:gd name="T32" fmla="*/ 4 w 308"/>
                      <a:gd name="T33" fmla="*/ 3 h 138"/>
                      <a:gd name="T34" fmla="*/ 3 w 308"/>
                      <a:gd name="T35" fmla="*/ 3 h 138"/>
                      <a:gd name="T36" fmla="*/ 3 w 308"/>
                      <a:gd name="T37" fmla="*/ 3 h 138"/>
                      <a:gd name="T38" fmla="*/ 3 w 308"/>
                      <a:gd name="T39" fmla="*/ 3 h 138"/>
                      <a:gd name="T40" fmla="*/ 2 w 308"/>
                      <a:gd name="T41" fmla="*/ 2 h 138"/>
                      <a:gd name="T42" fmla="*/ 2 w 308"/>
                      <a:gd name="T43" fmla="*/ 2 h 138"/>
                      <a:gd name="T44" fmla="*/ 2 w 308"/>
                      <a:gd name="T45" fmla="*/ 2 h 138"/>
                      <a:gd name="T46" fmla="*/ 2 w 308"/>
                      <a:gd name="T47" fmla="*/ 2 h 138"/>
                      <a:gd name="T48" fmla="*/ 1 w 308"/>
                      <a:gd name="T49" fmla="*/ 1 h 138"/>
                      <a:gd name="T50" fmla="*/ 2 w 308"/>
                      <a:gd name="T51" fmla="*/ 1 h 138"/>
                      <a:gd name="T52" fmla="*/ 2 w 308"/>
                      <a:gd name="T53" fmla="*/ 1 h 138"/>
                      <a:gd name="T54" fmla="*/ 3 w 308"/>
                      <a:gd name="T55" fmla="*/ 1 h 138"/>
                      <a:gd name="T56" fmla="*/ 4 w 308"/>
                      <a:gd name="T57" fmla="*/ 1 h 138"/>
                      <a:gd name="T58" fmla="*/ 5 w 308"/>
                      <a:gd name="T59" fmla="*/ 1 h 138"/>
                      <a:gd name="T60" fmla="*/ 5 w 308"/>
                      <a:gd name="T61" fmla="*/ 1 h 138"/>
                      <a:gd name="T62" fmla="*/ 6 w 308"/>
                      <a:gd name="T63" fmla="*/ 1 h 138"/>
                      <a:gd name="T64" fmla="*/ 6 w 308"/>
                      <a:gd name="T65" fmla="*/ 1 h 138"/>
                      <a:gd name="T66" fmla="*/ 7 w 308"/>
                      <a:gd name="T67" fmla="*/ 1 h 138"/>
                      <a:gd name="T68" fmla="*/ 7 w 308"/>
                      <a:gd name="T69" fmla="*/ 1 h 138"/>
                      <a:gd name="T70" fmla="*/ 6 w 308"/>
                      <a:gd name="T71" fmla="*/ 1 h 138"/>
                      <a:gd name="T72" fmla="*/ 5 w 308"/>
                      <a:gd name="T73" fmla="*/ 1 h 138"/>
                      <a:gd name="T74" fmla="*/ 5 w 308"/>
                      <a:gd name="T75" fmla="*/ 1 h 138"/>
                      <a:gd name="T76" fmla="*/ 4 w 308"/>
                      <a:gd name="T77" fmla="*/ 1 h 138"/>
                      <a:gd name="T78" fmla="*/ 3 w 308"/>
                      <a:gd name="T79" fmla="*/ 1 h 138"/>
                      <a:gd name="T80" fmla="*/ 3 w 308"/>
                      <a:gd name="T81" fmla="*/ 1 h 138"/>
                      <a:gd name="T82" fmla="*/ 2 w 308"/>
                      <a:gd name="T83" fmla="*/ 1 h 138"/>
                      <a:gd name="T84" fmla="*/ 2 w 308"/>
                      <a:gd name="T85" fmla="*/ 1 h 138"/>
                      <a:gd name="T86" fmla="*/ 1 w 308"/>
                      <a:gd name="T87" fmla="*/ 1 h 138"/>
                      <a:gd name="T88" fmla="*/ 1 w 308"/>
                      <a:gd name="T89" fmla="*/ 1 h 138"/>
                      <a:gd name="T90" fmla="*/ 1 w 308"/>
                      <a:gd name="T91" fmla="*/ 1 h 138"/>
                      <a:gd name="T92" fmla="*/ 1 w 308"/>
                      <a:gd name="T93" fmla="*/ 1 h 138"/>
                      <a:gd name="T94" fmla="*/ 1 w 308"/>
                      <a:gd name="T95" fmla="*/ 1 h 138"/>
                      <a:gd name="T96" fmla="*/ 1 w 308"/>
                      <a:gd name="T97" fmla="*/ 1 h 138"/>
                      <a:gd name="T98" fmla="*/ 2 w 308"/>
                      <a:gd name="T99" fmla="*/ 1 h 138"/>
                      <a:gd name="T100" fmla="*/ 2 w 308"/>
                      <a:gd name="T101" fmla="*/ 1 h 138"/>
                      <a:gd name="T102" fmla="*/ 2 w 308"/>
                      <a:gd name="T103" fmla="*/ 1 h 138"/>
                      <a:gd name="T104" fmla="*/ 3 w 308"/>
                      <a:gd name="T105" fmla="*/ 1 h 138"/>
                      <a:gd name="T106" fmla="*/ 3 w 308"/>
                      <a:gd name="T107" fmla="*/ 1 h 138"/>
                      <a:gd name="T108" fmla="*/ 3 w 308"/>
                      <a:gd name="T109" fmla="*/ 1 h 138"/>
                      <a:gd name="T110" fmla="*/ 4 w 308"/>
                      <a:gd name="T111" fmla="*/ 1 h 138"/>
                      <a:gd name="T112" fmla="*/ 5 w 308"/>
                      <a:gd name="T113" fmla="*/ 1 h 138"/>
                      <a:gd name="T114" fmla="*/ 5 w 308"/>
                      <a:gd name="T115" fmla="*/ 1 h 138"/>
                      <a:gd name="T116" fmla="*/ 5 w 308"/>
                      <a:gd name="T117" fmla="*/ 1 h 138"/>
                      <a:gd name="T118" fmla="*/ 6 w 308"/>
                      <a:gd name="T119" fmla="*/ 1 h 138"/>
                      <a:gd name="T120" fmla="*/ 6 w 308"/>
                      <a:gd name="T121" fmla="*/ 1 h 138"/>
                      <a:gd name="T122" fmla="*/ 7 w 308"/>
                      <a:gd name="T123" fmla="*/ 0 h 138"/>
                      <a:gd name="T124" fmla="*/ 7 w 308"/>
                      <a:gd name="T125" fmla="*/ 1 h 13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08"/>
                      <a:gd name="T190" fmla="*/ 0 h 138"/>
                      <a:gd name="T191" fmla="*/ 308 w 308"/>
                      <a:gd name="T192" fmla="*/ 138 h 13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08" h="138">
                        <a:moveTo>
                          <a:pt x="211" y="6"/>
                        </a:moveTo>
                        <a:lnTo>
                          <a:pt x="211" y="9"/>
                        </a:lnTo>
                        <a:lnTo>
                          <a:pt x="218" y="15"/>
                        </a:lnTo>
                        <a:lnTo>
                          <a:pt x="224" y="22"/>
                        </a:lnTo>
                        <a:lnTo>
                          <a:pt x="232" y="28"/>
                        </a:lnTo>
                        <a:lnTo>
                          <a:pt x="238" y="36"/>
                        </a:lnTo>
                        <a:lnTo>
                          <a:pt x="251" y="49"/>
                        </a:lnTo>
                        <a:lnTo>
                          <a:pt x="258" y="57"/>
                        </a:lnTo>
                        <a:lnTo>
                          <a:pt x="264" y="64"/>
                        </a:lnTo>
                        <a:lnTo>
                          <a:pt x="270" y="71"/>
                        </a:lnTo>
                        <a:lnTo>
                          <a:pt x="277" y="78"/>
                        </a:lnTo>
                        <a:lnTo>
                          <a:pt x="282" y="86"/>
                        </a:lnTo>
                        <a:lnTo>
                          <a:pt x="288" y="94"/>
                        </a:lnTo>
                        <a:lnTo>
                          <a:pt x="293" y="101"/>
                        </a:lnTo>
                        <a:lnTo>
                          <a:pt x="299" y="108"/>
                        </a:lnTo>
                        <a:lnTo>
                          <a:pt x="304" y="116"/>
                        </a:lnTo>
                        <a:lnTo>
                          <a:pt x="308" y="124"/>
                        </a:lnTo>
                        <a:lnTo>
                          <a:pt x="298" y="124"/>
                        </a:lnTo>
                        <a:lnTo>
                          <a:pt x="293" y="126"/>
                        </a:lnTo>
                        <a:lnTo>
                          <a:pt x="288" y="126"/>
                        </a:lnTo>
                        <a:lnTo>
                          <a:pt x="283" y="127"/>
                        </a:lnTo>
                        <a:lnTo>
                          <a:pt x="278" y="127"/>
                        </a:lnTo>
                        <a:lnTo>
                          <a:pt x="274" y="128"/>
                        </a:lnTo>
                        <a:lnTo>
                          <a:pt x="264" y="128"/>
                        </a:lnTo>
                        <a:lnTo>
                          <a:pt x="259" y="129"/>
                        </a:lnTo>
                        <a:lnTo>
                          <a:pt x="249" y="129"/>
                        </a:lnTo>
                        <a:lnTo>
                          <a:pt x="245" y="131"/>
                        </a:lnTo>
                        <a:lnTo>
                          <a:pt x="239" y="131"/>
                        </a:lnTo>
                        <a:lnTo>
                          <a:pt x="235" y="132"/>
                        </a:lnTo>
                        <a:lnTo>
                          <a:pt x="230" y="132"/>
                        </a:lnTo>
                        <a:lnTo>
                          <a:pt x="224" y="133"/>
                        </a:lnTo>
                        <a:lnTo>
                          <a:pt x="216" y="133"/>
                        </a:lnTo>
                        <a:lnTo>
                          <a:pt x="211" y="134"/>
                        </a:lnTo>
                        <a:lnTo>
                          <a:pt x="206" y="134"/>
                        </a:lnTo>
                        <a:lnTo>
                          <a:pt x="201" y="136"/>
                        </a:lnTo>
                        <a:lnTo>
                          <a:pt x="186" y="136"/>
                        </a:lnTo>
                        <a:lnTo>
                          <a:pt x="181" y="137"/>
                        </a:lnTo>
                        <a:lnTo>
                          <a:pt x="161" y="137"/>
                        </a:lnTo>
                        <a:lnTo>
                          <a:pt x="157" y="138"/>
                        </a:lnTo>
                        <a:lnTo>
                          <a:pt x="152" y="138"/>
                        </a:lnTo>
                        <a:lnTo>
                          <a:pt x="150" y="134"/>
                        </a:lnTo>
                        <a:lnTo>
                          <a:pt x="148" y="131"/>
                        </a:lnTo>
                        <a:lnTo>
                          <a:pt x="144" y="128"/>
                        </a:lnTo>
                        <a:lnTo>
                          <a:pt x="142" y="124"/>
                        </a:lnTo>
                        <a:lnTo>
                          <a:pt x="138" y="122"/>
                        </a:lnTo>
                        <a:lnTo>
                          <a:pt x="136" y="120"/>
                        </a:lnTo>
                        <a:lnTo>
                          <a:pt x="132" y="117"/>
                        </a:lnTo>
                        <a:lnTo>
                          <a:pt x="129" y="113"/>
                        </a:lnTo>
                        <a:lnTo>
                          <a:pt x="125" y="111"/>
                        </a:lnTo>
                        <a:lnTo>
                          <a:pt x="121" y="108"/>
                        </a:lnTo>
                        <a:lnTo>
                          <a:pt x="113" y="101"/>
                        </a:lnTo>
                        <a:lnTo>
                          <a:pt x="110" y="99"/>
                        </a:lnTo>
                        <a:lnTo>
                          <a:pt x="106" y="95"/>
                        </a:lnTo>
                        <a:lnTo>
                          <a:pt x="102" y="92"/>
                        </a:lnTo>
                        <a:lnTo>
                          <a:pt x="92" y="83"/>
                        </a:lnTo>
                        <a:lnTo>
                          <a:pt x="89" y="80"/>
                        </a:lnTo>
                        <a:lnTo>
                          <a:pt x="84" y="76"/>
                        </a:lnTo>
                        <a:lnTo>
                          <a:pt x="81" y="74"/>
                        </a:lnTo>
                        <a:lnTo>
                          <a:pt x="76" y="71"/>
                        </a:lnTo>
                        <a:lnTo>
                          <a:pt x="73" y="68"/>
                        </a:lnTo>
                        <a:lnTo>
                          <a:pt x="69" y="65"/>
                        </a:lnTo>
                        <a:lnTo>
                          <a:pt x="67" y="64"/>
                        </a:lnTo>
                        <a:lnTo>
                          <a:pt x="63" y="62"/>
                        </a:lnTo>
                        <a:lnTo>
                          <a:pt x="60" y="60"/>
                        </a:lnTo>
                        <a:lnTo>
                          <a:pt x="56" y="55"/>
                        </a:lnTo>
                        <a:lnTo>
                          <a:pt x="53" y="54"/>
                        </a:lnTo>
                        <a:lnTo>
                          <a:pt x="49" y="52"/>
                        </a:lnTo>
                        <a:lnTo>
                          <a:pt x="47" y="49"/>
                        </a:lnTo>
                        <a:lnTo>
                          <a:pt x="44" y="48"/>
                        </a:lnTo>
                        <a:lnTo>
                          <a:pt x="42" y="46"/>
                        </a:lnTo>
                        <a:lnTo>
                          <a:pt x="40" y="44"/>
                        </a:lnTo>
                        <a:lnTo>
                          <a:pt x="36" y="42"/>
                        </a:lnTo>
                        <a:lnTo>
                          <a:pt x="33" y="41"/>
                        </a:lnTo>
                        <a:lnTo>
                          <a:pt x="28" y="36"/>
                        </a:lnTo>
                        <a:lnTo>
                          <a:pt x="26" y="34"/>
                        </a:lnTo>
                        <a:lnTo>
                          <a:pt x="31" y="33"/>
                        </a:lnTo>
                        <a:lnTo>
                          <a:pt x="35" y="32"/>
                        </a:lnTo>
                        <a:lnTo>
                          <a:pt x="41" y="32"/>
                        </a:lnTo>
                        <a:lnTo>
                          <a:pt x="46" y="31"/>
                        </a:lnTo>
                        <a:lnTo>
                          <a:pt x="49" y="31"/>
                        </a:lnTo>
                        <a:lnTo>
                          <a:pt x="56" y="30"/>
                        </a:lnTo>
                        <a:lnTo>
                          <a:pt x="75" y="30"/>
                        </a:lnTo>
                        <a:lnTo>
                          <a:pt x="80" y="28"/>
                        </a:lnTo>
                        <a:lnTo>
                          <a:pt x="90" y="28"/>
                        </a:lnTo>
                        <a:lnTo>
                          <a:pt x="95" y="27"/>
                        </a:lnTo>
                        <a:lnTo>
                          <a:pt x="105" y="27"/>
                        </a:lnTo>
                        <a:lnTo>
                          <a:pt x="112" y="26"/>
                        </a:lnTo>
                        <a:lnTo>
                          <a:pt x="118" y="25"/>
                        </a:lnTo>
                        <a:lnTo>
                          <a:pt x="125" y="25"/>
                        </a:lnTo>
                        <a:lnTo>
                          <a:pt x="131" y="23"/>
                        </a:lnTo>
                        <a:lnTo>
                          <a:pt x="137" y="23"/>
                        </a:lnTo>
                        <a:lnTo>
                          <a:pt x="143" y="22"/>
                        </a:lnTo>
                        <a:lnTo>
                          <a:pt x="149" y="21"/>
                        </a:lnTo>
                        <a:lnTo>
                          <a:pt x="155" y="21"/>
                        </a:lnTo>
                        <a:lnTo>
                          <a:pt x="161" y="20"/>
                        </a:lnTo>
                        <a:lnTo>
                          <a:pt x="168" y="20"/>
                        </a:lnTo>
                        <a:lnTo>
                          <a:pt x="174" y="18"/>
                        </a:lnTo>
                        <a:lnTo>
                          <a:pt x="180" y="17"/>
                        </a:lnTo>
                        <a:lnTo>
                          <a:pt x="186" y="17"/>
                        </a:lnTo>
                        <a:lnTo>
                          <a:pt x="192" y="16"/>
                        </a:lnTo>
                        <a:lnTo>
                          <a:pt x="198" y="16"/>
                        </a:lnTo>
                        <a:lnTo>
                          <a:pt x="206" y="15"/>
                        </a:lnTo>
                        <a:lnTo>
                          <a:pt x="207" y="14"/>
                        </a:lnTo>
                        <a:lnTo>
                          <a:pt x="207" y="12"/>
                        </a:lnTo>
                        <a:lnTo>
                          <a:pt x="206" y="10"/>
                        </a:lnTo>
                        <a:lnTo>
                          <a:pt x="198" y="11"/>
                        </a:lnTo>
                        <a:lnTo>
                          <a:pt x="191" y="11"/>
                        </a:lnTo>
                        <a:lnTo>
                          <a:pt x="184" y="12"/>
                        </a:lnTo>
                        <a:lnTo>
                          <a:pt x="177" y="12"/>
                        </a:lnTo>
                        <a:lnTo>
                          <a:pt x="170" y="14"/>
                        </a:lnTo>
                        <a:lnTo>
                          <a:pt x="164" y="15"/>
                        </a:lnTo>
                        <a:lnTo>
                          <a:pt x="157" y="16"/>
                        </a:lnTo>
                        <a:lnTo>
                          <a:pt x="149" y="16"/>
                        </a:lnTo>
                        <a:lnTo>
                          <a:pt x="143" y="17"/>
                        </a:lnTo>
                        <a:lnTo>
                          <a:pt x="136" y="18"/>
                        </a:lnTo>
                        <a:lnTo>
                          <a:pt x="129" y="20"/>
                        </a:lnTo>
                        <a:lnTo>
                          <a:pt x="122" y="20"/>
                        </a:lnTo>
                        <a:lnTo>
                          <a:pt x="116" y="21"/>
                        </a:lnTo>
                        <a:lnTo>
                          <a:pt x="108" y="22"/>
                        </a:lnTo>
                        <a:lnTo>
                          <a:pt x="96" y="22"/>
                        </a:lnTo>
                        <a:lnTo>
                          <a:pt x="94" y="23"/>
                        </a:lnTo>
                        <a:lnTo>
                          <a:pt x="91" y="23"/>
                        </a:lnTo>
                        <a:lnTo>
                          <a:pt x="89" y="25"/>
                        </a:lnTo>
                        <a:lnTo>
                          <a:pt x="58" y="25"/>
                        </a:lnTo>
                        <a:lnTo>
                          <a:pt x="54" y="26"/>
                        </a:lnTo>
                        <a:lnTo>
                          <a:pt x="51" y="26"/>
                        </a:lnTo>
                        <a:lnTo>
                          <a:pt x="49" y="27"/>
                        </a:lnTo>
                        <a:lnTo>
                          <a:pt x="41" y="27"/>
                        </a:lnTo>
                        <a:lnTo>
                          <a:pt x="40" y="28"/>
                        </a:lnTo>
                        <a:lnTo>
                          <a:pt x="22" y="28"/>
                        </a:lnTo>
                        <a:lnTo>
                          <a:pt x="21" y="31"/>
                        </a:lnTo>
                        <a:lnTo>
                          <a:pt x="19" y="30"/>
                        </a:lnTo>
                        <a:lnTo>
                          <a:pt x="16" y="28"/>
                        </a:lnTo>
                        <a:lnTo>
                          <a:pt x="14" y="27"/>
                        </a:lnTo>
                        <a:lnTo>
                          <a:pt x="11" y="25"/>
                        </a:lnTo>
                        <a:lnTo>
                          <a:pt x="9" y="23"/>
                        </a:lnTo>
                        <a:lnTo>
                          <a:pt x="6" y="21"/>
                        </a:lnTo>
                        <a:lnTo>
                          <a:pt x="4" y="20"/>
                        </a:lnTo>
                        <a:lnTo>
                          <a:pt x="0" y="18"/>
                        </a:lnTo>
                        <a:lnTo>
                          <a:pt x="3" y="17"/>
                        </a:lnTo>
                        <a:lnTo>
                          <a:pt x="5" y="16"/>
                        </a:lnTo>
                        <a:lnTo>
                          <a:pt x="15" y="16"/>
                        </a:lnTo>
                        <a:lnTo>
                          <a:pt x="17" y="17"/>
                        </a:lnTo>
                        <a:lnTo>
                          <a:pt x="23" y="17"/>
                        </a:lnTo>
                        <a:lnTo>
                          <a:pt x="26" y="20"/>
                        </a:lnTo>
                        <a:lnTo>
                          <a:pt x="27" y="20"/>
                        </a:lnTo>
                        <a:lnTo>
                          <a:pt x="31" y="23"/>
                        </a:lnTo>
                        <a:lnTo>
                          <a:pt x="32" y="26"/>
                        </a:lnTo>
                        <a:lnTo>
                          <a:pt x="33" y="27"/>
                        </a:lnTo>
                        <a:lnTo>
                          <a:pt x="37" y="27"/>
                        </a:lnTo>
                        <a:lnTo>
                          <a:pt x="41" y="26"/>
                        </a:lnTo>
                        <a:lnTo>
                          <a:pt x="44" y="23"/>
                        </a:lnTo>
                        <a:lnTo>
                          <a:pt x="48" y="21"/>
                        </a:lnTo>
                        <a:lnTo>
                          <a:pt x="52" y="20"/>
                        </a:lnTo>
                        <a:lnTo>
                          <a:pt x="56" y="17"/>
                        </a:lnTo>
                        <a:lnTo>
                          <a:pt x="59" y="17"/>
                        </a:lnTo>
                        <a:lnTo>
                          <a:pt x="64" y="18"/>
                        </a:lnTo>
                        <a:lnTo>
                          <a:pt x="68" y="17"/>
                        </a:lnTo>
                        <a:lnTo>
                          <a:pt x="72" y="16"/>
                        </a:lnTo>
                        <a:lnTo>
                          <a:pt x="76" y="16"/>
                        </a:lnTo>
                        <a:lnTo>
                          <a:pt x="80" y="15"/>
                        </a:lnTo>
                        <a:lnTo>
                          <a:pt x="84" y="15"/>
                        </a:lnTo>
                        <a:lnTo>
                          <a:pt x="89" y="14"/>
                        </a:lnTo>
                        <a:lnTo>
                          <a:pt x="96" y="14"/>
                        </a:lnTo>
                        <a:lnTo>
                          <a:pt x="101" y="12"/>
                        </a:lnTo>
                        <a:lnTo>
                          <a:pt x="105" y="12"/>
                        </a:lnTo>
                        <a:lnTo>
                          <a:pt x="110" y="11"/>
                        </a:lnTo>
                        <a:lnTo>
                          <a:pt x="117" y="11"/>
                        </a:lnTo>
                        <a:lnTo>
                          <a:pt x="122" y="10"/>
                        </a:lnTo>
                        <a:lnTo>
                          <a:pt x="126" y="10"/>
                        </a:lnTo>
                        <a:lnTo>
                          <a:pt x="129" y="9"/>
                        </a:lnTo>
                        <a:lnTo>
                          <a:pt x="138" y="9"/>
                        </a:lnTo>
                        <a:lnTo>
                          <a:pt x="143" y="7"/>
                        </a:lnTo>
                        <a:lnTo>
                          <a:pt x="147" y="7"/>
                        </a:lnTo>
                        <a:lnTo>
                          <a:pt x="150" y="6"/>
                        </a:lnTo>
                        <a:lnTo>
                          <a:pt x="159" y="6"/>
                        </a:lnTo>
                        <a:lnTo>
                          <a:pt x="163" y="5"/>
                        </a:lnTo>
                        <a:lnTo>
                          <a:pt x="168" y="5"/>
                        </a:lnTo>
                        <a:lnTo>
                          <a:pt x="171" y="4"/>
                        </a:lnTo>
                        <a:lnTo>
                          <a:pt x="175" y="4"/>
                        </a:lnTo>
                        <a:lnTo>
                          <a:pt x="180" y="2"/>
                        </a:lnTo>
                        <a:lnTo>
                          <a:pt x="184" y="2"/>
                        </a:lnTo>
                        <a:lnTo>
                          <a:pt x="187" y="1"/>
                        </a:lnTo>
                        <a:lnTo>
                          <a:pt x="191" y="1"/>
                        </a:lnTo>
                        <a:lnTo>
                          <a:pt x="196" y="0"/>
                        </a:lnTo>
                        <a:lnTo>
                          <a:pt x="202" y="0"/>
                        </a:lnTo>
                        <a:lnTo>
                          <a:pt x="205" y="1"/>
                        </a:lnTo>
                        <a:lnTo>
                          <a:pt x="208" y="5"/>
                        </a:lnTo>
                        <a:lnTo>
                          <a:pt x="211"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4" name="Freeform 298"/>
                  <p:cNvSpPr>
                    <a:spLocks/>
                  </p:cNvSpPr>
                  <p:nvPr/>
                </p:nvSpPr>
                <p:spPr bwMode="auto">
                  <a:xfrm>
                    <a:off x="4560" y="3533"/>
                    <a:ext cx="1" cy="2"/>
                  </a:xfrm>
                  <a:custGeom>
                    <a:avLst/>
                    <a:gdLst>
                      <a:gd name="T0" fmla="*/ 0 w 3"/>
                      <a:gd name="T1" fmla="*/ 1 h 4"/>
                      <a:gd name="T2" fmla="*/ 0 w 3"/>
                      <a:gd name="T3" fmla="*/ 1 h 4"/>
                      <a:gd name="T4" fmla="*/ 0 w 3"/>
                      <a:gd name="T5" fmla="*/ 0 h 4"/>
                      <a:gd name="T6" fmla="*/ 0 w 3"/>
                      <a:gd name="T7" fmla="*/ 1 h 4"/>
                      <a:gd name="T8" fmla="*/ 0 w 3"/>
                      <a:gd name="T9" fmla="*/ 1 h 4"/>
                      <a:gd name="T10" fmla="*/ 0 w 3"/>
                      <a:gd name="T11" fmla="*/ 1 h 4"/>
                      <a:gd name="T12" fmla="*/ 0 w 3"/>
                      <a:gd name="T13" fmla="*/ 1 h 4"/>
                      <a:gd name="T14" fmla="*/ 0 w 3"/>
                      <a:gd name="T15" fmla="*/ 1 h 4"/>
                      <a:gd name="T16" fmla="*/ 0 w 3"/>
                      <a:gd name="T17" fmla="*/ 1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4"/>
                      <a:gd name="T29" fmla="*/ 3 w 3"/>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4">
                        <a:moveTo>
                          <a:pt x="3" y="1"/>
                        </a:moveTo>
                        <a:lnTo>
                          <a:pt x="3" y="3"/>
                        </a:lnTo>
                        <a:lnTo>
                          <a:pt x="2" y="0"/>
                        </a:lnTo>
                        <a:lnTo>
                          <a:pt x="0" y="1"/>
                        </a:lnTo>
                        <a:lnTo>
                          <a:pt x="0" y="4"/>
                        </a:lnTo>
                        <a:lnTo>
                          <a:pt x="2" y="4"/>
                        </a:lnTo>
                        <a:lnTo>
                          <a:pt x="0" y="4"/>
                        </a:lnTo>
                        <a:lnTo>
                          <a:pt x="2" y="4"/>
                        </a:lnTo>
                        <a:lnTo>
                          <a:pt x="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5" name="Freeform 299"/>
                  <p:cNvSpPr>
                    <a:spLocks/>
                  </p:cNvSpPr>
                  <p:nvPr/>
                </p:nvSpPr>
                <p:spPr bwMode="auto">
                  <a:xfrm>
                    <a:off x="4560" y="3534"/>
                    <a:ext cx="50" cy="59"/>
                  </a:xfrm>
                  <a:custGeom>
                    <a:avLst/>
                    <a:gdLst>
                      <a:gd name="T0" fmla="*/ 4 w 100"/>
                      <a:gd name="T1" fmla="*/ 3 h 119"/>
                      <a:gd name="T2" fmla="*/ 4 w 100"/>
                      <a:gd name="T3" fmla="*/ 3 h 119"/>
                      <a:gd name="T4" fmla="*/ 3 w 100"/>
                      <a:gd name="T5" fmla="*/ 3 h 119"/>
                      <a:gd name="T6" fmla="*/ 3 w 100"/>
                      <a:gd name="T7" fmla="*/ 3 h 119"/>
                      <a:gd name="T8" fmla="*/ 3 w 100"/>
                      <a:gd name="T9" fmla="*/ 2 h 119"/>
                      <a:gd name="T10" fmla="*/ 3 w 100"/>
                      <a:gd name="T11" fmla="*/ 2 h 119"/>
                      <a:gd name="T12" fmla="*/ 3 w 100"/>
                      <a:gd name="T13" fmla="*/ 2 h 119"/>
                      <a:gd name="T14" fmla="*/ 3 w 100"/>
                      <a:gd name="T15" fmla="*/ 2 h 119"/>
                      <a:gd name="T16" fmla="*/ 2 w 100"/>
                      <a:gd name="T17" fmla="*/ 1 h 119"/>
                      <a:gd name="T18" fmla="*/ 2 w 100"/>
                      <a:gd name="T19" fmla="*/ 1 h 119"/>
                      <a:gd name="T20" fmla="*/ 2 w 100"/>
                      <a:gd name="T21" fmla="*/ 1 h 119"/>
                      <a:gd name="T22" fmla="*/ 1 w 100"/>
                      <a:gd name="T23" fmla="*/ 0 h 119"/>
                      <a:gd name="T24" fmla="*/ 1 w 100"/>
                      <a:gd name="T25" fmla="*/ 0 h 119"/>
                      <a:gd name="T26" fmla="*/ 0 w 100"/>
                      <a:gd name="T27" fmla="*/ 0 h 119"/>
                      <a:gd name="T28" fmla="*/ 1 w 100"/>
                      <a:gd name="T29" fmla="*/ 0 h 119"/>
                      <a:gd name="T30" fmla="*/ 1 w 100"/>
                      <a:gd name="T31" fmla="*/ 0 h 119"/>
                      <a:gd name="T32" fmla="*/ 1 w 100"/>
                      <a:gd name="T33" fmla="*/ 0 h 119"/>
                      <a:gd name="T34" fmla="*/ 2 w 100"/>
                      <a:gd name="T35" fmla="*/ 1 h 119"/>
                      <a:gd name="T36" fmla="*/ 2 w 100"/>
                      <a:gd name="T37" fmla="*/ 1 h 119"/>
                      <a:gd name="T38" fmla="*/ 2 w 100"/>
                      <a:gd name="T39" fmla="*/ 1 h 119"/>
                      <a:gd name="T40" fmla="*/ 2 w 100"/>
                      <a:gd name="T41" fmla="*/ 2 h 119"/>
                      <a:gd name="T42" fmla="*/ 3 w 100"/>
                      <a:gd name="T43" fmla="*/ 2 h 119"/>
                      <a:gd name="T44" fmla="*/ 3 w 100"/>
                      <a:gd name="T45" fmla="*/ 2 h 119"/>
                      <a:gd name="T46" fmla="*/ 3 w 100"/>
                      <a:gd name="T47" fmla="*/ 2 h 119"/>
                      <a:gd name="T48" fmla="*/ 3 w 100"/>
                      <a:gd name="T49" fmla="*/ 2 h 119"/>
                      <a:gd name="T50" fmla="*/ 3 w 100"/>
                      <a:gd name="T51" fmla="*/ 3 h 119"/>
                      <a:gd name="T52" fmla="*/ 3 w 100"/>
                      <a:gd name="T53" fmla="*/ 3 h 119"/>
                      <a:gd name="T54" fmla="*/ 3 w 100"/>
                      <a:gd name="T55" fmla="*/ 3 h 119"/>
                      <a:gd name="T56" fmla="*/ 4 w 100"/>
                      <a:gd name="T57" fmla="*/ 3 h 119"/>
                      <a:gd name="T58" fmla="*/ 4 w 100"/>
                      <a:gd name="T59" fmla="*/ 3 h 119"/>
                      <a:gd name="T60" fmla="*/ 4 w 100"/>
                      <a:gd name="T61" fmla="*/ 3 h 119"/>
                      <a:gd name="T62" fmla="*/ 4 w 100"/>
                      <a:gd name="T63" fmla="*/ 3 h 119"/>
                      <a:gd name="T64" fmla="*/ 4 w 100"/>
                      <a:gd name="T65" fmla="*/ 3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00"/>
                      <a:gd name="T100" fmla="*/ 0 h 119"/>
                      <a:gd name="T101" fmla="*/ 100 w 100"/>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00" h="119">
                        <a:moveTo>
                          <a:pt x="97" y="119"/>
                        </a:moveTo>
                        <a:lnTo>
                          <a:pt x="98" y="116"/>
                        </a:lnTo>
                        <a:lnTo>
                          <a:pt x="95" y="109"/>
                        </a:lnTo>
                        <a:lnTo>
                          <a:pt x="88" y="101"/>
                        </a:lnTo>
                        <a:lnTo>
                          <a:pt x="83" y="93"/>
                        </a:lnTo>
                        <a:lnTo>
                          <a:pt x="79" y="85"/>
                        </a:lnTo>
                        <a:lnTo>
                          <a:pt x="72" y="78"/>
                        </a:lnTo>
                        <a:lnTo>
                          <a:pt x="66" y="71"/>
                        </a:lnTo>
                        <a:lnTo>
                          <a:pt x="60" y="63"/>
                        </a:lnTo>
                        <a:lnTo>
                          <a:pt x="54" y="56"/>
                        </a:lnTo>
                        <a:lnTo>
                          <a:pt x="48" y="48"/>
                        </a:lnTo>
                        <a:lnTo>
                          <a:pt x="7" y="8"/>
                        </a:lnTo>
                        <a:lnTo>
                          <a:pt x="1" y="0"/>
                        </a:lnTo>
                        <a:lnTo>
                          <a:pt x="0" y="3"/>
                        </a:lnTo>
                        <a:lnTo>
                          <a:pt x="6" y="9"/>
                        </a:lnTo>
                        <a:lnTo>
                          <a:pt x="12" y="16"/>
                        </a:lnTo>
                        <a:lnTo>
                          <a:pt x="19" y="23"/>
                        </a:lnTo>
                        <a:lnTo>
                          <a:pt x="33" y="36"/>
                        </a:lnTo>
                        <a:lnTo>
                          <a:pt x="39" y="43"/>
                        </a:lnTo>
                        <a:lnTo>
                          <a:pt x="45" y="51"/>
                        </a:lnTo>
                        <a:lnTo>
                          <a:pt x="59" y="64"/>
                        </a:lnTo>
                        <a:lnTo>
                          <a:pt x="65" y="72"/>
                        </a:lnTo>
                        <a:lnTo>
                          <a:pt x="70" y="79"/>
                        </a:lnTo>
                        <a:lnTo>
                          <a:pt x="76" y="87"/>
                        </a:lnTo>
                        <a:lnTo>
                          <a:pt x="81" y="94"/>
                        </a:lnTo>
                        <a:lnTo>
                          <a:pt x="87" y="101"/>
                        </a:lnTo>
                        <a:lnTo>
                          <a:pt x="92" y="110"/>
                        </a:lnTo>
                        <a:lnTo>
                          <a:pt x="96" y="117"/>
                        </a:lnTo>
                        <a:lnTo>
                          <a:pt x="97" y="116"/>
                        </a:lnTo>
                        <a:lnTo>
                          <a:pt x="97" y="119"/>
                        </a:lnTo>
                        <a:lnTo>
                          <a:pt x="100" y="119"/>
                        </a:lnTo>
                        <a:lnTo>
                          <a:pt x="98" y="116"/>
                        </a:lnTo>
                        <a:lnTo>
                          <a:pt x="97" y="11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6" name="Freeform 300"/>
                  <p:cNvSpPr>
                    <a:spLocks/>
                  </p:cNvSpPr>
                  <p:nvPr/>
                </p:nvSpPr>
                <p:spPr bwMode="auto">
                  <a:xfrm>
                    <a:off x="4530" y="3592"/>
                    <a:ext cx="79" cy="8"/>
                  </a:xfrm>
                  <a:custGeom>
                    <a:avLst/>
                    <a:gdLst>
                      <a:gd name="T0" fmla="*/ 0 w 158"/>
                      <a:gd name="T1" fmla="*/ 1 h 16"/>
                      <a:gd name="T2" fmla="*/ 1 w 158"/>
                      <a:gd name="T3" fmla="*/ 1 h 16"/>
                      <a:gd name="T4" fmla="*/ 1 w 158"/>
                      <a:gd name="T5" fmla="*/ 1 h 16"/>
                      <a:gd name="T6" fmla="*/ 1 w 158"/>
                      <a:gd name="T7" fmla="*/ 1 h 16"/>
                      <a:gd name="T8" fmla="*/ 1 w 158"/>
                      <a:gd name="T9" fmla="*/ 1 h 16"/>
                      <a:gd name="T10" fmla="*/ 2 w 158"/>
                      <a:gd name="T11" fmla="*/ 1 h 16"/>
                      <a:gd name="T12" fmla="*/ 2 w 158"/>
                      <a:gd name="T13" fmla="*/ 1 h 16"/>
                      <a:gd name="T14" fmla="*/ 2 w 158"/>
                      <a:gd name="T15" fmla="*/ 1 h 16"/>
                      <a:gd name="T16" fmla="*/ 2 w 158"/>
                      <a:gd name="T17" fmla="*/ 1 h 16"/>
                      <a:gd name="T18" fmla="*/ 3 w 158"/>
                      <a:gd name="T19" fmla="*/ 1 h 16"/>
                      <a:gd name="T20" fmla="*/ 3 w 158"/>
                      <a:gd name="T21" fmla="*/ 1 h 16"/>
                      <a:gd name="T22" fmla="*/ 3 w 158"/>
                      <a:gd name="T23" fmla="*/ 1 h 16"/>
                      <a:gd name="T24" fmla="*/ 3 w 158"/>
                      <a:gd name="T25" fmla="*/ 1 h 16"/>
                      <a:gd name="T26" fmla="*/ 3 w 158"/>
                      <a:gd name="T27" fmla="*/ 1 h 16"/>
                      <a:gd name="T28" fmla="*/ 3 w 158"/>
                      <a:gd name="T29" fmla="*/ 1 h 16"/>
                      <a:gd name="T30" fmla="*/ 3 w 158"/>
                      <a:gd name="T31" fmla="*/ 1 h 16"/>
                      <a:gd name="T32" fmla="*/ 4 w 158"/>
                      <a:gd name="T33" fmla="*/ 1 h 16"/>
                      <a:gd name="T34" fmla="*/ 4 w 158"/>
                      <a:gd name="T35" fmla="*/ 1 h 16"/>
                      <a:gd name="T36" fmla="*/ 4 w 158"/>
                      <a:gd name="T37" fmla="*/ 1 h 16"/>
                      <a:gd name="T38" fmla="*/ 4 w 158"/>
                      <a:gd name="T39" fmla="*/ 1 h 16"/>
                      <a:gd name="T40" fmla="*/ 5 w 158"/>
                      <a:gd name="T41" fmla="*/ 1 h 16"/>
                      <a:gd name="T42" fmla="*/ 5 w 158"/>
                      <a:gd name="T43" fmla="*/ 1 h 16"/>
                      <a:gd name="T44" fmla="*/ 5 w 158"/>
                      <a:gd name="T45" fmla="*/ 1 h 16"/>
                      <a:gd name="T46" fmla="*/ 5 w 158"/>
                      <a:gd name="T47" fmla="*/ 1 h 16"/>
                      <a:gd name="T48" fmla="*/ 5 w 158"/>
                      <a:gd name="T49" fmla="*/ 1 h 16"/>
                      <a:gd name="T50" fmla="*/ 5 w 158"/>
                      <a:gd name="T51" fmla="*/ 0 h 16"/>
                      <a:gd name="T52" fmla="*/ 5 w 158"/>
                      <a:gd name="T53" fmla="*/ 0 h 16"/>
                      <a:gd name="T54" fmla="*/ 5 w 158"/>
                      <a:gd name="T55" fmla="*/ 1 h 16"/>
                      <a:gd name="T56" fmla="*/ 5 w 158"/>
                      <a:gd name="T57" fmla="*/ 1 h 16"/>
                      <a:gd name="T58" fmla="*/ 5 w 158"/>
                      <a:gd name="T59" fmla="*/ 1 h 16"/>
                      <a:gd name="T60" fmla="*/ 4 w 158"/>
                      <a:gd name="T61" fmla="*/ 1 h 16"/>
                      <a:gd name="T62" fmla="*/ 4 w 158"/>
                      <a:gd name="T63" fmla="*/ 1 h 16"/>
                      <a:gd name="T64" fmla="*/ 4 w 158"/>
                      <a:gd name="T65" fmla="*/ 1 h 16"/>
                      <a:gd name="T66" fmla="*/ 4 w 158"/>
                      <a:gd name="T67" fmla="*/ 1 h 16"/>
                      <a:gd name="T68" fmla="*/ 3 w 158"/>
                      <a:gd name="T69" fmla="*/ 1 h 16"/>
                      <a:gd name="T70" fmla="*/ 3 w 158"/>
                      <a:gd name="T71" fmla="*/ 1 h 16"/>
                      <a:gd name="T72" fmla="*/ 3 w 158"/>
                      <a:gd name="T73" fmla="*/ 1 h 16"/>
                      <a:gd name="T74" fmla="*/ 3 w 158"/>
                      <a:gd name="T75" fmla="*/ 1 h 16"/>
                      <a:gd name="T76" fmla="*/ 3 w 158"/>
                      <a:gd name="T77" fmla="*/ 1 h 16"/>
                      <a:gd name="T78" fmla="*/ 3 w 158"/>
                      <a:gd name="T79" fmla="*/ 1 h 16"/>
                      <a:gd name="T80" fmla="*/ 3 w 158"/>
                      <a:gd name="T81" fmla="*/ 1 h 16"/>
                      <a:gd name="T82" fmla="*/ 2 w 158"/>
                      <a:gd name="T83" fmla="*/ 1 h 16"/>
                      <a:gd name="T84" fmla="*/ 2 w 158"/>
                      <a:gd name="T85" fmla="*/ 1 h 16"/>
                      <a:gd name="T86" fmla="*/ 2 w 158"/>
                      <a:gd name="T87" fmla="*/ 1 h 16"/>
                      <a:gd name="T88" fmla="*/ 2 w 158"/>
                      <a:gd name="T89" fmla="*/ 1 h 16"/>
                      <a:gd name="T90" fmla="*/ 2 w 158"/>
                      <a:gd name="T91" fmla="*/ 1 h 16"/>
                      <a:gd name="T92" fmla="*/ 1 w 158"/>
                      <a:gd name="T93" fmla="*/ 1 h 16"/>
                      <a:gd name="T94" fmla="*/ 1 w 158"/>
                      <a:gd name="T95" fmla="*/ 1 h 16"/>
                      <a:gd name="T96" fmla="*/ 1 w 158"/>
                      <a:gd name="T97" fmla="*/ 1 h 16"/>
                      <a:gd name="T98" fmla="*/ 1 w 158"/>
                      <a:gd name="T99" fmla="*/ 1 h 16"/>
                      <a:gd name="T100" fmla="*/ 0 w 158"/>
                      <a:gd name="T101" fmla="*/ 1 h 16"/>
                      <a:gd name="T102" fmla="*/ 1 w 158"/>
                      <a:gd name="T103" fmla="*/ 1 h 16"/>
                      <a:gd name="T104" fmla="*/ 0 w 158"/>
                      <a:gd name="T105" fmla="*/ 1 h 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8"/>
                      <a:gd name="T160" fmla="*/ 0 h 16"/>
                      <a:gd name="T161" fmla="*/ 158 w 158"/>
                      <a:gd name="T162" fmla="*/ 16 h 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8" h="16">
                        <a:moveTo>
                          <a:pt x="0" y="15"/>
                        </a:moveTo>
                        <a:lnTo>
                          <a:pt x="2" y="16"/>
                        </a:lnTo>
                        <a:lnTo>
                          <a:pt x="7" y="16"/>
                        </a:lnTo>
                        <a:lnTo>
                          <a:pt x="11" y="15"/>
                        </a:lnTo>
                        <a:lnTo>
                          <a:pt x="31" y="15"/>
                        </a:lnTo>
                        <a:lnTo>
                          <a:pt x="36" y="14"/>
                        </a:lnTo>
                        <a:lnTo>
                          <a:pt x="46" y="14"/>
                        </a:lnTo>
                        <a:lnTo>
                          <a:pt x="51" y="13"/>
                        </a:lnTo>
                        <a:lnTo>
                          <a:pt x="61" y="13"/>
                        </a:lnTo>
                        <a:lnTo>
                          <a:pt x="66" y="11"/>
                        </a:lnTo>
                        <a:lnTo>
                          <a:pt x="74" y="11"/>
                        </a:lnTo>
                        <a:lnTo>
                          <a:pt x="80" y="10"/>
                        </a:lnTo>
                        <a:lnTo>
                          <a:pt x="85" y="10"/>
                        </a:lnTo>
                        <a:lnTo>
                          <a:pt x="89" y="9"/>
                        </a:lnTo>
                        <a:lnTo>
                          <a:pt x="95" y="9"/>
                        </a:lnTo>
                        <a:lnTo>
                          <a:pt x="99" y="8"/>
                        </a:lnTo>
                        <a:lnTo>
                          <a:pt x="109" y="8"/>
                        </a:lnTo>
                        <a:lnTo>
                          <a:pt x="114" y="6"/>
                        </a:lnTo>
                        <a:lnTo>
                          <a:pt x="119" y="6"/>
                        </a:lnTo>
                        <a:lnTo>
                          <a:pt x="124" y="5"/>
                        </a:lnTo>
                        <a:lnTo>
                          <a:pt x="133" y="5"/>
                        </a:lnTo>
                        <a:lnTo>
                          <a:pt x="138" y="4"/>
                        </a:lnTo>
                        <a:lnTo>
                          <a:pt x="143" y="4"/>
                        </a:lnTo>
                        <a:lnTo>
                          <a:pt x="148" y="3"/>
                        </a:lnTo>
                        <a:lnTo>
                          <a:pt x="158" y="3"/>
                        </a:lnTo>
                        <a:lnTo>
                          <a:pt x="158" y="0"/>
                        </a:lnTo>
                        <a:lnTo>
                          <a:pt x="148" y="0"/>
                        </a:lnTo>
                        <a:lnTo>
                          <a:pt x="143" y="1"/>
                        </a:lnTo>
                        <a:lnTo>
                          <a:pt x="138" y="1"/>
                        </a:lnTo>
                        <a:lnTo>
                          <a:pt x="133" y="3"/>
                        </a:lnTo>
                        <a:lnTo>
                          <a:pt x="128" y="3"/>
                        </a:lnTo>
                        <a:lnTo>
                          <a:pt x="124" y="4"/>
                        </a:lnTo>
                        <a:lnTo>
                          <a:pt x="114" y="4"/>
                        </a:lnTo>
                        <a:lnTo>
                          <a:pt x="109" y="5"/>
                        </a:lnTo>
                        <a:lnTo>
                          <a:pt x="99" y="5"/>
                        </a:lnTo>
                        <a:lnTo>
                          <a:pt x="95" y="6"/>
                        </a:lnTo>
                        <a:lnTo>
                          <a:pt x="89" y="6"/>
                        </a:lnTo>
                        <a:lnTo>
                          <a:pt x="85" y="8"/>
                        </a:lnTo>
                        <a:lnTo>
                          <a:pt x="80" y="8"/>
                        </a:lnTo>
                        <a:lnTo>
                          <a:pt x="74" y="9"/>
                        </a:lnTo>
                        <a:lnTo>
                          <a:pt x="66" y="9"/>
                        </a:lnTo>
                        <a:lnTo>
                          <a:pt x="61" y="10"/>
                        </a:lnTo>
                        <a:lnTo>
                          <a:pt x="56" y="10"/>
                        </a:lnTo>
                        <a:lnTo>
                          <a:pt x="51" y="11"/>
                        </a:lnTo>
                        <a:lnTo>
                          <a:pt x="41" y="11"/>
                        </a:lnTo>
                        <a:lnTo>
                          <a:pt x="36" y="13"/>
                        </a:lnTo>
                        <a:lnTo>
                          <a:pt x="11" y="13"/>
                        </a:lnTo>
                        <a:lnTo>
                          <a:pt x="7" y="14"/>
                        </a:lnTo>
                        <a:lnTo>
                          <a:pt x="2" y="14"/>
                        </a:lnTo>
                        <a:lnTo>
                          <a:pt x="3" y="14"/>
                        </a:lnTo>
                        <a:lnTo>
                          <a:pt x="0" y="15"/>
                        </a:lnTo>
                        <a:lnTo>
                          <a:pt x="2" y="16"/>
                        </a:lnTo>
                        <a:lnTo>
                          <a:pt x="0" y="1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7" name="Freeform 301"/>
                  <p:cNvSpPr>
                    <a:spLocks/>
                  </p:cNvSpPr>
                  <p:nvPr/>
                </p:nvSpPr>
                <p:spPr bwMode="auto">
                  <a:xfrm>
                    <a:off x="4519" y="3587"/>
                    <a:ext cx="12" cy="12"/>
                  </a:xfrm>
                  <a:custGeom>
                    <a:avLst/>
                    <a:gdLst>
                      <a:gd name="T0" fmla="*/ 0 w 25"/>
                      <a:gd name="T1" fmla="*/ 0 h 25"/>
                      <a:gd name="T2" fmla="*/ 0 w 25"/>
                      <a:gd name="T3" fmla="*/ 0 h 25"/>
                      <a:gd name="T4" fmla="*/ 0 w 25"/>
                      <a:gd name="T5" fmla="*/ 0 h 25"/>
                      <a:gd name="T6" fmla="*/ 0 w 25"/>
                      <a:gd name="T7" fmla="*/ 0 h 25"/>
                      <a:gd name="T8" fmla="*/ 0 w 25"/>
                      <a:gd name="T9" fmla="*/ 0 h 25"/>
                      <a:gd name="T10" fmla="*/ 0 w 25"/>
                      <a:gd name="T11" fmla="*/ 0 h 25"/>
                      <a:gd name="T12" fmla="*/ 0 w 25"/>
                      <a:gd name="T13" fmla="*/ 0 h 25"/>
                      <a:gd name="T14" fmla="*/ 0 w 25"/>
                      <a:gd name="T15" fmla="*/ 0 h 25"/>
                      <a:gd name="T16" fmla="*/ 0 w 25"/>
                      <a:gd name="T17" fmla="*/ 0 h 25"/>
                      <a:gd name="T18" fmla="*/ 0 w 25"/>
                      <a:gd name="T19" fmla="*/ 0 h 25"/>
                      <a:gd name="T20" fmla="*/ 0 w 25"/>
                      <a:gd name="T21" fmla="*/ 0 h 25"/>
                      <a:gd name="T22" fmla="*/ 0 w 25"/>
                      <a:gd name="T23" fmla="*/ 0 h 25"/>
                      <a:gd name="T24" fmla="*/ 0 w 25"/>
                      <a:gd name="T25" fmla="*/ 0 h 25"/>
                      <a:gd name="T26" fmla="*/ 0 w 25"/>
                      <a:gd name="T27" fmla="*/ 0 h 25"/>
                      <a:gd name="T28" fmla="*/ 0 w 25"/>
                      <a:gd name="T29" fmla="*/ 0 h 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5"/>
                      <a:gd name="T46" fmla="*/ 0 h 25"/>
                      <a:gd name="T47" fmla="*/ 25 w 25"/>
                      <a:gd name="T48" fmla="*/ 25 h 2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5" h="25">
                        <a:moveTo>
                          <a:pt x="0" y="2"/>
                        </a:moveTo>
                        <a:lnTo>
                          <a:pt x="9" y="10"/>
                        </a:lnTo>
                        <a:lnTo>
                          <a:pt x="13" y="13"/>
                        </a:lnTo>
                        <a:lnTo>
                          <a:pt x="16" y="15"/>
                        </a:lnTo>
                        <a:lnTo>
                          <a:pt x="19" y="19"/>
                        </a:lnTo>
                        <a:lnTo>
                          <a:pt x="21" y="23"/>
                        </a:lnTo>
                        <a:lnTo>
                          <a:pt x="22" y="25"/>
                        </a:lnTo>
                        <a:lnTo>
                          <a:pt x="25" y="24"/>
                        </a:lnTo>
                        <a:lnTo>
                          <a:pt x="22" y="21"/>
                        </a:lnTo>
                        <a:lnTo>
                          <a:pt x="20" y="16"/>
                        </a:lnTo>
                        <a:lnTo>
                          <a:pt x="15" y="11"/>
                        </a:lnTo>
                        <a:lnTo>
                          <a:pt x="11" y="9"/>
                        </a:lnTo>
                        <a:lnTo>
                          <a:pt x="5" y="3"/>
                        </a:lnTo>
                        <a:lnTo>
                          <a:pt x="1"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8" name="Freeform 302"/>
                  <p:cNvSpPr>
                    <a:spLocks/>
                  </p:cNvSpPr>
                  <p:nvPr/>
                </p:nvSpPr>
                <p:spPr bwMode="auto">
                  <a:xfrm>
                    <a:off x="4489" y="3562"/>
                    <a:ext cx="31" cy="25"/>
                  </a:xfrm>
                  <a:custGeom>
                    <a:avLst/>
                    <a:gdLst>
                      <a:gd name="T0" fmla="*/ 0 w 61"/>
                      <a:gd name="T1" fmla="*/ 0 h 51"/>
                      <a:gd name="T2" fmla="*/ 1 w 61"/>
                      <a:gd name="T3" fmla="*/ 0 h 51"/>
                      <a:gd name="T4" fmla="*/ 1 w 61"/>
                      <a:gd name="T5" fmla="*/ 0 h 51"/>
                      <a:gd name="T6" fmla="*/ 1 w 61"/>
                      <a:gd name="T7" fmla="*/ 0 h 51"/>
                      <a:gd name="T8" fmla="*/ 1 w 61"/>
                      <a:gd name="T9" fmla="*/ 0 h 51"/>
                      <a:gd name="T10" fmla="*/ 1 w 61"/>
                      <a:gd name="T11" fmla="*/ 0 h 51"/>
                      <a:gd name="T12" fmla="*/ 1 w 61"/>
                      <a:gd name="T13" fmla="*/ 0 h 51"/>
                      <a:gd name="T14" fmla="*/ 1 w 61"/>
                      <a:gd name="T15" fmla="*/ 0 h 51"/>
                      <a:gd name="T16" fmla="*/ 1 w 61"/>
                      <a:gd name="T17" fmla="*/ 0 h 51"/>
                      <a:gd name="T18" fmla="*/ 2 w 61"/>
                      <a:gd name="T19" fmla="*/ 0 h 51"/>
                      <a:gd name="T20" fmla="*/ 2 w 61"/>
                      <a:gd name="T21" fmla="*/ 1 h 51"/>
                      <a:gd name="T22" fmla="*/ 2 w 61"/>
                      <a:gd name="T23" fmla="*/ 1 h 51"/>
                      <a:gd name="T24" fmla="*/ 2 w 61"/>
                      <a:gd name="T25" fmla="*/ 1 h 51"/>
                      <a:gd name="T26" fmla="*/ 2 w 61"/>
                      <a:gd name="T27" fmla="*/ 1 h 51"/>
                      <a:gd name="T28" fmla="*/ 2 w 61"/>
                      <a:gd name="T29" fmla="*/ 1 h 51"/>
                      <a:gd name="T30" fmla="*/ 2 w 61"/>
                      <a:gd name="T31" fmla="*/ 1 h 51"/>
                      <a:gd name="T32" fmla="*/ 2 w 61"/>
                      <a:gd name="T33" fmla="*/ 1 h 51"/>
                      <a:gd name="T34" fmla="*/ 2 w 61"/>
                      <a:gd name="T35" fmla="*/ 1 h 51"/>
                      <a:gd name="T36" fmla="*/ 2 w 61"/>
                      <a:gd name="T37" fmla="*/ 1 h 51"/>
                      <a:gd name="T38" fmla="*/ 2 w 61"/>
                      <a:gd name="T39" fmla="*/ 1 h 51"/>
                      <a:gd name="T40" fmla="*/ 2 w 61"/>
                      <a:gd name="T41" fmla="*/ 1 h 51"/>
                      <a:gd name="T42" fmla="*/ 2 w 61"/>
                      <a:gd name="T43" fmla="*/ 0 h 51"/>
                      <a:gd name="T44" fmla="*/ 2 w 61"/>
                      <a:gd name="T45" fmla="*/ 0 h 51"/>
                      <a:gd name="T46" fmla="*/ 1 w 61"/>
                      <a:gd name="T47" fmla="*/ 0 h 51"/>
                      <a:gd name="T48" fmla="*/ 1 w 61"/>
                      <a:gd name="T49" fmla="*/ 0 h 51"/>
                      <a:gd name="T50" fmla="*/ 1 w 61"/>
                      <a:gd name="T51" fmla="*/ 0 h 51"/>
                      <a:gd name="T52" fmla="*/ 1 w 61"/>
                      <a:gd name="T53" fmla="*/ 0 h 51"/>
                      <a:gd name="T54" fmla="*/ 1 w 61"/>
                      <a:gd name="T55" fmla="*/ 0 h 51"/>
                      <a:gd name="T56" fmla="*/ 1 w 61"/>
                      <a:gd name="T57" fmla="*/ 0 h 51"/>
                      <a:gd name="T58" fmla="*/ 1 w 61"/>
                      <a:gd name="T59" fmla="*/ 0 h 51"/>
                      <a:gd name="T60" fmla="*/ 1 w 61"/>
                      <a:gd name="T61" fmla="*/ 0 h 51"/>
                      <a:gd name="T62" fmla="*/ 1 w 61"/>
                      <a:gd name="T63" fmla="*/ 0 h 51"/>
                      <a:gd name="T64" fmla="*/ 1 w 61"/>
                      <a:gd name="T65" fmla="*/ 0 h 51"/>
                      <a:gd name="T66" fmla="*/ 0 w 61"/>
                      <a:gd name="T67" fmla="*/ 0 h 5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1"/>
                      <a:gd name="T103" fmla="*/ 0 h 51"/>
                      <a:gd name="T104" fmla="*/ 61 w 61"/>
                      <a:gd name="T105" fmla="*/ 51 h 5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1" h="51">
                        <a:moveTo>
                          <a:pt x="0" y="3"/>
                        </a:moveTo>
                        <a:lnTo>
                          <a:pt x="5" y="5"/>
                        </a:lnTo>
                        <a:lnTo>
                          <a:pt x="8" y="7"/>
                        </a:lnTo>
                        <a:lnTo>
                          <a:pt x="12" y="10"/>
                        </a:lnTo>
                        <a:lnTo>
                          <a:pt x="16" y="14"/>
                        </a:lnTo>
                        <a:lnTo>
                          <a:pt x="20" y="16"/>
                        </a:lnTo>
                        <a:lnTo>
                          <a:pt x="23" y="20"/>
                        </a:lnTo>
                        <a:lnTo>
                          <a:pt x="27" y="22"/>
                        </a:lnTo>
                        <a:lnTo>
                          <a:pt x="31" y="26"/>
                        </a:lnTo>
                        <a:lnTo>
                          <a:pt x="34" y="28"/>
                        </a:lnTo>
                        <a:lnTo>
                          <a:pt x="42" y="36"/>
                        </a:lnTo>
                        <a:lnTo>
                          <a:pt x="45" y="38"/>
                        </a:lnTo>
                        <a:lnTo>
                          <a:pt x="49" y="42"/>
                        </a:lnTo>
                        <a:lnTo>
                          <a:pt x="53" y="44"/>
                        </a:lnTo>
                        <a:lnTo>
                          <a:pt x="57" y="48"/>
                        </a:lnTo>
                        <a:lnTo>
                          <a:pt x="60" y="51"/>
                        </a:lnTo>
                        <a:lnTo>
                          <a:pt x="61" y="49"/>
                        </a:lnTo>
                        <a:lnTo>
                          <a:pt x="58" y="46"/>
                        </a:lnTo>
                        <a:lnTo>
                          <a:pt x="54" y="43"/>
                        </a:lnTo>
                        <a:lnTo>
                          <a:pt x="50" y="40"/>
                        </a:lnTo>
                        <a:lnTo>
                          <a:pt x="47" y="37"/>
                        </a:lnTo>
                        <a:lnTo>
                          <a:pt x="39" y="30"/>
                        </a:lnTo>
                        <a:lnTo>
                          <a:pt x="36" y="27"/>
                        </a:lnTo>
                        <a:lnTo>
                          <a:pt x="32" y="23"/>
                        </a:lnTo>
                        <a:lnTo>
                          <a:pt x="28" y="21"/>
                        </a:lnTo>
                        <a:lnTo>
                          <a:pt x="24" y="17"/>
                        </a:lnTo>
                        <a:lnTo>
                          <a:pt x="21" y="15"/>
                        </a:lnTo>
                        <a:lnTo>
                          <a:pt x="17" y="11"/>
                        </a:lnTo>
                        <a:lnTo>
                          <a:pt x="13" y="9"/>
                        </a:lnTo>
                        <a:lnTo>
                          <a:pt x="10" y="6"/>
                        </a:lnTo>
                        <a:lnTo>
                          <a:pt x="6" y="4"/>
                        </a:lnTo>
                        <a:lnTo>
                          <a:pt x="1" y="0"/>
                        </a:lnTo>
                        <a:lnTo>
                          <a:pt x="1" y="1"/>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9" name="Freeform 303"/>
                  <p:cNvSpPr>
                    <a:spLocks/>
                  </p:cNvSpPr>
                  <p:nvPr/>
                </p:nvSpPr>
                <p:spPr bwMode="auto">
                  <a:xfrm>
                    <a:off x="4466" y="3547"/>
                    <a:ext cx="24" cy="16"/>
                  </a:xfrm>
                  <a:custGeom>
                    <a:avLst/>
                    <a:gdLst>
                      <a:gd name="T0" fmla="*/ 1 w 47"/>
                      <a:gd name="T1" fmla="*/ 0 h 34"/>
                      <a:gd name="T2" fmla="*/ 1 w 47"/>
                      <a:gd name="T3" fmla="*/ 0 h 34"/>
                      <a:gd name="T4" fmla="*/ 1 w 47"/>
                      <a:gd name="T5" fmla="*/ 0 h 34"/>
                      <a:gd name="T6" fmla="*/ 1 w 47"/>
                      <a:gd name="T7" fmla="*/ 0 h 34"/>
                      <a:gd name="T8" fmla="*/ 1 w 47"/>
                      <a:gd name="T9" fmla="*/ 0 h 34"/>
                      <a:gd name="T10" fmla="*/ 1 w 47"/>
                      <a:gd name="T11" fmla="*/ 0 h 34"/>
                      <a:gd name="T12" fmla="*/ 1 w 47"/>
                      <a:gd name="T13" fmla="*/ 0 h 34"/>
                      <a:gd name="T14" fmla="*/ 1 w 47"/>
                      <a:gd name="T15" fmla="*/ 0 h 34"/>
                      <a:gd name="T16" fmla="*/ 1 w 47"/>
                      <a:gd name="T17" fmla="*/ 0 h 34"/>
                      <a:gd name="T18" fmla="*/ 1 w 47"/>
                      <a:gd name="T19" fmla="*/ 0 h 34"/>
                      <a:gd name="T20" fmla="*/ 1 w 47"/>
                      <a:gd name="T21" fmla="*/ 0 h 34"/>
                      <a:gd name="T22" fmla="*/ 1 w 47"/>
                      <a:gd name="T23" fmla="*/ 0 h 34"/>
                      <a:gd name="T24" fmla="*/ 2 w 47"/>
                      <a:gd name="T25" fmla="*/ 0 h 34"/>
                      <a:gd name="T26" fmla="*/ 2 w 47"/>
                      <a:gd name="T27" fmla="*/ 0 h 34"/>
                      <a:gd name="T28" fmla="*/ 2 w 47"/>
                      <a:gd name="T29" fmla="*/ 0 h 34"/>
                      <a:gd name="T30" fmla="*/ 2 w 47"/>
                      <a:gd name="T31" fmla="*/ 1 h 34"/>
                      <a:gd name="T32" fmla="*/ 2 w 47"/>
                      <a:gd name="T33" fmla="*/ 0 h 34"/>
                      <a:gd name="T34" fmla="*/ 2 w 47"/>
                      <a:gd name="T35" fmla="*/ 0 h 34"/>
                      <a:gd name="T36" fmla="*/ 2 w 47"/>
                      <a:gd name="T37" fmla="*/ 0 h 34"/>
                      <a:gd name="T38" fmla="*/ 2 w 47"/>
                      <a:gd name="T39" fmla="*/ 0 h 34"/>
                      <a:gd name="T40" fmla="*/ 2 w 47"/>
                      <a:gd name="T41" fmla="*/ 0 h 34"/>
                      <a:gd name="T42" fmla="*/ 1 w 47"/>
                      <a:gd name="T43" fmla="*/ 0 h 34"/>
                      <a:gd name="T44" fmla="*/ 1 w 47"/>
                      <a:gd name="T45" fmla="*/ 0 h 34"/>
                      <a:gd name="T46" fmla="*/ 1 w 47"/>
                      <a:gd name="T47" fmla="*/ 0 h 34"/>
                      <a:gd name="T48" fmla="*/ 1 w 47"/>
                      <a:gd name="T49" fmla="*/ 0 h 34"/>
                      <a:gd name="T50" fmla="*/ 1 w 47"/>
                      <a:gd name="T51" fmla="*/ 0 h 34"/>
                      <a:gd name="T52" fmla="*/ 1 w 47"/>
                      <a:gd name="T53" fmla="*/ 0 h 34"/>
                      <a:gd name="T54" fmla="*/ 1 w 47"/>
                      <a:gd name="T55" fmla="*/ 0 h 34"/>
                      <a:gd name="T56" fmla="*/ 1 w 47"/>
                      <a:gd name="T57" fmla="*/ 0 h 34"/>
                      <a:gd name="T58" fmla="*/ 1 w 47"/>
                      <a:gd name="T59" fmla="*/ 0 h 34"/>
                      <a:gd name="T60" fmla="*/ 1 w 47"/>
                      <a:gd name="T61" fmla="*/ 0 h 34"/>
                      <a:gd name="T62" fmla="*/ 1 w 47"/>
                      <a:gd name="T63" fmla="*/ 0 h 34"/>
                      <a:gd name="T64" fmla="*/ 1 w 47"/>
                      <a:gd name="T65" fmla="*/ 0 h 34"/>
                      <a:gd name="T66" fmla="*/ 1 w 47"/>
                      <a:gd name="T67" fmla="*/ 0 h 34"/>
                      <a:gd name="T68" fmla="*/ 0 w 47"/>
                      <a:gd name="T69" fmla="*/ 0 h 34"/>
                      <a:gd name="T70" fmla="*/ 1 w 47"/>
                      <a:gd name="T71" fmla="*/ 0 h 34"/>
                      <a:gd name="T72" fmla="*/ 1 w 47"/>
                      <a:gd name="T73" fmla="*/ 0 h 3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7"/>
                      <a:gd name="T112" fmla="*/ 0 h 34"/>
                      <a:gd name="T113" fmla="*/ 47 w 47"/>
                      <a:gd name="T114" fmla="*/ 34 h 3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7" h="34">
                        <a:moveTo>
                          <a:pt x="3" y="0"/>
                        </a:moveTo>
                        <a:lnTo>
                          <a:pt x="3" y="3"/>
                        </a:lnTo>
                        <a:lnTo>
                          <a:pt x="5" y="4"/>
                        </a:lnTo>
                        <a:lnTo>
                          <a:pt x="8" y="6"/>
                        </a:lnTo>
                        <a:lnTo>
                          <a:pt x="11" y="8"/>
                        </a:lnTo>
                        <a:lnTo>
                          <a:pt x="14" y="10"/>
                        </a:lnTo>
                        <a:lnTo>
                          <a:pt x="16" y="11"/>
                        </a:lnTo>
                        <a:lnTo>
                          <a:pt x="19" y="14"/>
                        </a:lnTo>
                        <a:lnTo>
                          <a:pt x="21" y="15"/>
                        </a:lnTo>
                        <a:lnTo>
                          <a:pt x="25" y="17"/>
                        </a:lnTo>
                        <a:lnTo>
                          <a:pt x="27" y="20"/>
                        </a:lnTo>
                        <a:lnTo>
                          <a:pt x="30" y="21"/>
                        </a:lnTo>
                        <a:lnTo>
                          <a:pt x="35" y="26"/>
                        </a:lnTo>
                        <a:lnTo>
                          <a:pt x="38" y="27"/>
                        </a:lnTo>
                        <a:lnTo>
                          <a:pt x="43" y="32"/>
                        </a:lnTo>
                        <a:lnTo>
                          <a:pt x="46" y="34"/>
                        </a:lnTo>
                        <a:lnTo>
                          <a:pt x="47" y="32"/>
                        </a:lnTo>
                        <a:lnTo>
                          <a:pt x="42" y="27"/>
                        </a:lnTo>
                        <a:lnTo>
                          <a:pt x="40" y="26"/>
                        </a:lnTo>
                        <a:lnTo>
                          <a:pt x="37" y="24"/>
                        </a:lnTo>
                        <a:lnTo>
                          <a:pt x="34" y="21"/>
                        </a:lnTo>
                        <a:lnTo>
                          <a:pt x="32" y="20"/>
                        </a:lnTo>
                        <a:lnTo>
                          <a:pt x="29" y="17"/>
                        </a:lnTo>
                        <a:lnTo>
                          <a:pt x="26" y="15"/>
                        </a:lnTo>
                        <a:lnTo>
                          <a:pt x="24" y="14"/>
                        </a:lnTo>
                        <a:lnTo>
                          <a:pt x="21" y="11"/>
                        </a:lnTo>
                        <a:lnTo>
                          <a:pt x="19" y="10"/>
                        </a:lnTo>
                        <a:lnTo>
                          <a:pt x="15" y="8"/>
                        </a:lnTo>
                        <a:lnTo>
                          <a:pt x="13" y="6"/>
                        </a:lnTo>
                        <a:lnTo>
                          <a:pt x="10" y="4"/>
                        </a:lnTo>
                        <a:lnTo>
                          <a:pt x="6" y="1"/>
                        </a:lnTo>
                        <a:lnTo>
                          <a:pt x="4" y="0"/>
                        </a:lnTo>
                        <a:lnTo>
                          <a:pt x="4" y="3"/>
                        </a:lnTo>
                        <a:lnTo>
                          <a:pt x="3" y="0"/>
                        </a:lnTo>
                        <a:lnTo>
                          <a:pt x="0" y="0"/>
                        </a:lnTo>
                        <a:lnTo>
                          <a:pt x="3" y="3"/>
                        </a:lnTo>
                        <a:lnTo>
                          <a:pt x="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0" name="Freeform 304"/>
                  <p:cNvSpPr>
                    <a:spLocks/>
                  </p:cNvSpPr>
                  <p:nvPr/>
                </p:nvSpPr>
                <p:spPr bwMode="auto">
                  <a:xfrm>
                    <a:off x="4467" y="3543"/>
                    <a:ext cx="41" cy="5"/>
                  </a:xfrm>
                  <a:custGeom>
                    <a:avLst/>
                    <a:gdLst>
                      <a:gd name="T0" fmla="*/ 3 w 81"/>
                      <a:gd name="T1" fmla="*/ 0 h 10"/>
                      <a:gd name="T2" fmla="*/ 3 w 81"/>
                      <a:gd name="T3" fmla="*/ 0 h 10"/>
                      <a:gd name="T4" fmla="*/ 3 w 81"/>
                      <a:gd name="T5" fmla="*/ 1 h 10"/>
                      <a:gd name="T6" fmla="*/ 2 w 81"/>
                      <a:gd name="T7" fmla="*/ 1 h 10"/>
                      <a:gd name="T8" fmla="*/ 2 w 81"/>
                      <a:gd name="T9" fmla="*/ 1 h 10"/>
                      <a:gd name="T10" fmla="*/ 1 w 81"/>
                      <a:gd name="T11" fmla="*/ 1 h 10"/>
                      <a:gd name="T12" fmla="*/ 1 w 81"/>
                      <a:gd name="T13" fmla="*/ 1 h 10"/>
                      <a:gd name="T14" fmla="*/ 1 w 81"/>
                      <a:gd name="T15" fmla="*/ 1 h 10"/>
                      <a:gd name="T16" fmla="*/ 1 w 81"/>
                      <a:gd name="T17" fmla="*/ 1 h 10"/>
                      <a:gd name="T18" fmla="*/ 1 w 81"/>
                      <a:gd name="T19" fmla="*/ 1 h 10"/>
                      <a:gd name="T20" fmla="*/ 1 w 81"/>
                      <a:gd name="T21" fmla="*/ 1 h 10"/>
                      <a:gd name="T22" fmla="*/ 0 w 81"/>
                      <a:gd name="T23" fmla="*/ 1 h 10"/>
                      <a:gd name="T24" fmla="*/ 1 w 81"/>
                      <a:gd name="T25" fmla="*/ 1 h 10"/>
                      <a:gd name="T26" fmla="*/ 1 w 81"/>
                      <a:gd name="T27" fmla="*/ 1 h 10"/>
                      <a:gd name="T28" fmla="*/ 1 w 81"/>
                      <a:gd name="T29" fmla="*/ 1 h 10"/>
                      <a:gd name="T30" fmla="*/ 1 w 81"/>
                      <a:gd name="T31" fmla="*/ 1 h 10"/>
                      <a:gd name="T32" fmla="*/ 1 w 81"/>
                      <a:gd name="T33" fmla="*/ 1 h 10"/>
                      <a:gd name="T34" fmla="*/ 1 w 81"/>
                      <a:gd name="T35" fmla="*/ 1 h 10"/>
                      <a:gd name="T36" fmla="*/ 2 w 81"/>
                      <a:gd name="T37" fmla="*/ 1 h 10"/>
                      <a:gd name="T38" fmla="*/ 2 w 81"/>
                      <a:gd name="T39" fmla="*/ 1 h 10"/>
                      <a:gd name="T40" fmla="*/ 2 w 81"/>
                      <a:gd name="T41" fmla="*/ 1 h 10"/>
                      <a:gd name="T42" fmla="*/ 3 w 81"/>
                      <a:gd name="T43" fmla="*/ 1 h 10"/>
                      <a:gd name="T44" fmla="*/ 3 w 81"/>
                      <a:gd name="T45" fmla="*/ 1 h 10"/>
                      <a:gd name="T46" fmla="*/ 3 w 81"/>
                      <a:gd name="T47" fmla="*/ 1 h 10"/>
                      <a:gd name="T48" fmla="*/ 3 w 81"/>
                      <a:gd name="T49" fmla="*/ 1 h 10"/>
                      <a:gd name="T50" fmla="*/ 3 w 81"/>
                      <a:gd name="T51" fmla="*/ 1 h 10"/>
                      <a:gd name="T52" fmla="*/ 3 w 81"/>
                      <a:gd name="T53" fmla="*/ 0 h 1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1"/>
                      <a:gd name="T82" fmla="*/ 0 h 10"/>
                      <a:gd name="T83" fmla="*/ 81 w 81"/>
                      <a:gd name="T84" fmla="*/ 10 h 1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1" h="10">
                        <a:moveTo>
                          <a:pt x="80" y="0"/>
                        </a:moveTo>
                        <a:lnTo>
                          <a:pt x="75" y="0"/>
                        </a:lnTo>
                        <a:lnTo>
                          <a:pt x="70" y="1"/>
                        </a:lnTo>
                        <a:lnTo>
                          <a:pt x="55" y="1"/>
                        </a:lnTo>
                        <a:lnTo>
                          <a:pt x="50" y="2"/>
                        </a:lnTo>
                        <a:lnTo>
                          <a:pt x="31" y="2"/>
                        </a:lnTo>
                        <a:lnTo>
                          <a:pt x="24" y="4"/>
                        </a:lnTo>
                        <a:lnTo>
                          <a:pt x="21" y="4"/>
                        </a:lnTo>
                        <a:lnTo>
                          <a:pt x="16" y="5"/>
                        </a:lnTo>
                        <a:lnTo>
                          <a:pt x="10" y="5"/>
                        </a:lnTo>
                        <a:lnTo>
                          <a:pt x="5" y="6"/>
                        </a:lnTo>
                        <a:lnTo>
                          <a:pt x="0" y="7"/>
                        </a:lnTo>
                        <a:lnTo>
                          <a:pt x="1" y="10"/>
                        </a:lnTo>
                        <a:lnTo>
                          <a:pt x="6" y="8"/>
                        </a:lnTo>
                        <a:lnTo>
                          <a:pt x="11" y="7"/>
                        </a:lnTo>
                        <a:lnTo>
                          <a:pt x="16" y="7"/>
                        </a:lnTo>
                        <a:lnTo>
                          <a:pt x="21" y="6"/>
                        </a:lnTo>
                        <a:lnTo>
                          <a:pt x="31" y="6"/>
                        </a:lnTo>
                        <a:lnTo>
                          <a:pt x="35" y="5"/>
                        </a:lnTo>
                        <a:lnTo>
                          <a:pt x="50" y="5"/>
                        </a:lnTo>
                        <a:lnTo>
                          <a:pt x="55" y="4"/>
                        </a:lnTo>
                        <a:lnTo>
                          <a:pt x="65" y="4"/>
                        </a:lnTo>
                        <a:lnTo>
                          <a:pt x="70" y="2"/>
                        </a:lnTo>
                        <a:lnTo>
                          <a:pt x="75" y="2"/>
                        </a:lnTo>
                        <a:lnTo>
                          <a:pt x="81" y="1"/>
                        </a:lnTo>
                        <a:lnTo>
                          <a:pt x="80" y="1"/>
                        </a:lnTo>
                        <a:lnTo>
                          <a:pt x="8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1" name="Freeform 305"/>
                  <p:cNvSpPr>
                    <a:spLocks/>
                  </p:cNvSpPr>
                  <p:nvPr/>
                </p:nvSpPr>
                <p:spPr bwMode="auto">
                  <a:xfrm>
                    <a:off x="4507" y="3537"/>
                    <a:ext cx="52" cy="7"/>
                  </a:xfrm>
                  <a:custGeom>
                    <a:avLst/>
                    <a:gdLst>
                      <a:gd name="T0" fmla="*/ 4 w 102"/>
                      <a:gd name="T1" fmla="*/ 1 h 13"/>
                      <a:gd name="T2" fmla="*/ 4 w 102"/>
                      <a:gd name="T3" fmla="*/ 0 h 13"/>
                      <a:gd name="T4" fmla="*/ 3 w 102"/>
                      <a:gd name="T5" fmla="*/ 1 h 13"/>
                      <a:gd name="T6" fmla="*/ 3 w 102"/>
                      <a:gd name="T7" fmla="*/ 1 h 13"/>
                      <a:gd name="T8" fmla="*/ 3 w 102"/>
                      <a:gd name="T9" fmla="*/ 1 h 13"/>
                      <a:gd name="T10" fmla="*/ 3 w 102"/>
                      <a:gd name="T11" fmla="*/ 1 h 13"/>
                      <a:gd name="T12" fmla="*/ 3 w 102"/>
                      <a:gd name="T13" fmla="*/ 1 h 13"/>
                      <a:gd name="T14" fmla="*/ 2 w 102"/>
                      <a:gd name="T15" fmla="*/ 1 h 13"/>
                      <a:gd name="T16" fmla="*/ 2 w 102"/>
                      <a:gd name="T17" fmla="*/ 1 h 13"/>
                      <a:gd name="T18" fmla="*/ 2 w 102"/>
                      <a:gd name="T19" fmla="*/ 1 h 13"/>
                      <a:gd name="T20" fmla="*/ 2 w 102"/>
                      <a:gd name="T21" fmla="*/ 1 h 13"/>
                      <a:gd name="T22" fmla="*/ 2 w 102"/>
                      <a:gd name="T23" fmla="*/ 1 h 13"/>
                      <a:gd name="T24" fmla="*/ 1 w 102"/>
                      <a:gd name="T25" fmla="*/ 1 h 13"/>
                      <a:gd name="T26" fmla="*/ 1 w 102"/>
                      <a:gd name="T27" fmla="*/ 1 h 13"/>
                      <a:gd name="T28" fmla="*/ 1 w 102"/>
                      <a:gd name="T29" fmla="*/ 1 h 13"/>
                      <a:gd name="T30" fmla="*/ 1 w 102"/>
                      <a:gd name="T31" fmla="*/ 1 h 13"/>
                      <a:gd name="T32" fmla="*/ 1 w 102"/>
                      <a:gd name="T33" fmla="*/ 1 h 13"/>
                      <a:gd name="T34" fmla="*/ 0 w 102"/>
                      <a:gd name="T35" fmla="*/ 1 h 13"/>
                      <a:gd name="T36" fmla="*/ 0 w 102"/>
                      <a:gd name="T37" fmla="*/ 1 h 13"/>
                      <a:gd name="T38" fmla="*/ 1 w 102"/>
                      <a:gd name="T39" fmla="*/ 1 h 13"/>
                      <a:gd name="T40" fmla="*/ 1 w 102"/>
                      <a:gd name="T41" fmla="*/ 1 h 13"/>
                      <a:gd name="T42" fmla="*/ 1 w 102"/>
                      <a:gd name="T43" fmla="*/ 1 h 13"/>
                      <a:gd name="T44" fmla="*/ 1 w 102"/>
                      <a:gd name="T45" fmla="*/ 1 h 13"/>
                      <a:gd name="T46" fmla="*/ 1 w 102"/>
                      <a:gd name="T47" fmla="*/ 1 h 13"/>
                      <a:gd name="T48" fmla="*/ 2 w 102"/>
                      <a:gd name="T49" fmla="*/ 1 h 13"/>
                      <a:gd name="T50" fmla="*/ 2 w 102"/>
                      <a:gd name="T51" fmla="*/ 1 h 13"/>
                      <a:gd name="T52" fmla="*/ 2 w 102"/>
                      <a:gd name="T53" fmla="*/ 1 h 13"/>
                      <a:gd name="T54" fmla="*/ 2 w 102"/>
                      <a:gd name="T55" fmla="*/ 1 h 13"/>
                      <a:gd name="T56" fmla="*/ 2 w 102"/>
                      <a:gd name="T57" fmla="*/ 1 h 13"/>
                      <a:gd name="T58" fmla="*/ 3 w 102"/>
                      <a:gd name="T59" fmla="*/ 1 h 13"/>
                      <a:gd name="T60" fmla="*/ 3 w 102"/>
                      <a:gd name="T61" fmla="*/ 1 h 13"/>
                      <a:gd name="T62" fmla="*/ 3 w 102"/>
                      <a:gd name="T63" fmla="*/ 1 h 13"/>
                      <a:gd name="T64" fmla="*/ 3 w 102"/>
                      <a:gd name="T65" fmla="*/ 1 h 13"/>
                      <a:gd name="T66" fmla="*/ 4 w 102"/>
                      <a:gd name="T67" fmla="*/ 1 h 13"/>
                      <a:gd name="T68" fmla="*/ 4 w 102"/>
                      <a:gd name="T69" fmla="*/ 1 h 13"/>
                      <a:gd name="T70" fmla="*/ 4 w 102"/>
                      <a:gd name="T71" fmla="*/ 1 h 13"/>
                      <a:gd name="T72" fmla="*/ 4 w 102"/>
                      <a:gd name="T73" fmla="*/ 1 h 13"/>
                      <a:gd name="T74" fmla="*/ 4 w 102"/>
                      <a:gd name="T75" fmla="*/ 1 h 1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13"/>
                      <a:gd name="T116" fmla="*/ 102 w 102"/>
                      <a:gd name="T117" fmla="*/ 13 h 1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13">
                        <a:moveTo>
                          <a:pt x="100" y="1"/>
                        </a:moveTo>
                        <a:lnTo>
                          <a:pt x="101" y="0"/>
                        </a:lnTo>
                        <a:lnTo>
                          <a:pt x="93" y="1"/>
                        </a:lnTo>
                        <a:lnTo>
                          <a:pt x="87" y="1"/>
                        </a:lnTo>
                        <a:lnTo>
                          <a:pt x="81" y="2"/>
                        </a:lnTo>
                        <a:lnTo>
                          <a:pt x="75" y="2"/>
                        </a:lnTo>
                        <a:lnTo>
                          <a:pt x="69" y="3"/>
                        </a:lnTo>
                        <a:lnTo>
                          <a:pt x="63" y="4"/>
                        </a:lnTo>
                        <a:lnTo>
                          <a:pt x="56" y="4"/>
                        </a:lnTo>
                        <a:lnTo>
                          <a:pt x="50" y="6"/>
                        </a:lnTo>
                        <a:lnTo>
                          <a:pt x="44" y="6"/>
                        </a:lnTo>
                        <a:lnTo>
                          <a:pt x="38" y="7"/>
                        </a:lnTo>
                        <a:lnTo>
                          <a:pt x="32" y="8"/>
                        </a:lnTo>
                        <a:lnTo>
                          <a:pt x="26" y="8"/>
                        </a:lnTo>
                        <a:lnTo>
                          <a:pt x="20" y="9"/>
                        </a:lnTo>
                        <a:lnTo>
                          <a:pt x="13" y="9"/>
                        </a:lnTo>
                        <a:lnTo>
                          <a:pt x="7" y="11"/>
                        </a:lnTo>
                        <a:lnTo>
                          <a:pt x="0" y="12"/>
                        </a:lnTo>
                        <a:lnTo>
                          <a:pt x="0" y="13"/>
                        </a:lnTo>
                        <a:lnTo>
                          <a:pt x="7" y="13"/>
                        </a:lnTo>
                        <a:lnTo>
                          <a:pt x="13" y="12"/>
                        </a:lnTo>
                        <a:lnTo>
                          <a:pt x="20" y="12"/>
                        </a:lnTo>
                        <a:lnTo>
                          <a:pt x="26" y="11"/>
                        </a:lnTo>
                        <a:lnTo>
                          <a:pt x="32" y="11"/>
                        </a:lnTo>
                        <a:lnTo>
                          <a:pt x="38" y="9"/>
                        </a:lnTo>
                        <a:lnTo>
                          <a:pt x="44" y="8"/>
                        </a:lnTo>
                        <a:lnTo>
                          <a:pt x="50" y="8"/>
                        </a:lnTo>
                        <a:lnTo>
                          <a:pt x="56" y="7"/>
                        </a:lnTo>
                        <a:lnTo>
                          <a:pt x="63" y="6"/>
                        </a:lnTo>
                        <a:lnTo>
                          <a:pt x="75" y="6"/>
                        </a:lnTo>
                        <a:lnTo>
                          <a:pt x="81" y="4"/>
                        </a:lnTo>
                        <a:lnTo>
                          <a:pt x="87" y="3"/>
                        </a:lnTo>
                        <a:lnTo>
                          <a:pt x="93" y="3"/>
                        </a:lnTo>
                        <a:lnTo>
                          <a:pt x="101" y="2"/>
                        </a:lnTo>
                        <a:lnTo>
                          <a:pt x="102" y="2"/>
                        </a:lnTo>
                        <a:lnTo>
                          <a:pt x="101" y="2"/>
                        </a:lnTo>
                        <a:lnTo>
                          <a:pt x="102" y="2"/>
                        </a:lnTo>
                        <a:lnTo>
                          <a:pt x="10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2" name="Freeform 306"/>
                  <p:cNvSpPr>
                    <a:spLocks/>
                  </p:cNvSpPr>
                  <p:nvPr/>
                </p:nvSpPr>
                <p:spPr bwMode="auto">
                  <a:xfrm>
                    <a:off x="4557" y="3536"/>
                    <a:ext cx="2" cy="2"/>
                  </a:xfrm>
                  <a:custGeom>
                    <a:avLst/>
                    <a:gdLst>
                      <a:gd name="T0" fmla="*/ 1 w 3"/>
                      <a:gd name="T1" fmla="*/ 0 h 5"/>
                      <a:gd name="T2" fmla="*/ 1 w 3"/>
                      <a:gd name="T3" fmla="*/ 0 h 5"/>
                      <a:gd name="T4" fmla="*/ 1 w 3"/>
                      <a:gd name="T5" fmla="*/ 0 h 5"/>
                      <a:gd name="T6" fmla="*/ 0 w 3"/>
                      <a:gd name="T7" fmla="*/ 0 h 5"/>
                      <a:gd name="T8" fmla="*/ 1 w 3"/>
                      <a:gd name="T9" fmla="*/ 0 h 5"/>
                      <a:gd name="T10" fmla="*/ 1 w 3"/>
                      <a:gd name="T11" fmla="*/ 0 h 5"/>
                      <a:gd name="T12" fmla="*/ 1 w 3"/>
                      <a:gd name="T13" fmla="*/ 0 h 5"/>
                      <a:gd name="T14" fmla="*/ 1 w 3"/>
                      <a:gd name="T15" fmla="*/ 0 h 5"/>
                      <a:gd name="T16" fmla="*/ 1 w 3"/>
                      <a:gd name="T17" fmla="*/ 0 h 5"/>
                      <a:gd name="T18" fmla="*/ 1 w 3"/>
                      <a:gd name="T19" fmla="*/ 0 h 5"/>
                      <a:gd name="T20" fmla="*/ 1 w 3"/>
                      <a:gd name="T21" fmla="*/ 0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5"/>
                      <a:gd name="T35" fmla="*/ 3 w 3"/>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5">
                        <a:moveTo>
                          <a:pt x="2" y="3"/>
                        </a:moveTo>
                        <a:lnTo>
                          <a:pt x="1" y="1"/>
                        </a:lnTo>
                        <a:lnTo>
                          <a:pt x="1" y="3"/>
                        </a:lnTo>
                        <a:lnTo>
                          <a:pt x="0" y="4"/>
                        </a:lnTo>
                        <a:lnTo>
                          <a:pt x="2" y="5"/>
                        </a:lnTo>
                        <a:lnTo>
                          <a:pt x="2" y="4"/>
                        </a:lnTo>
                        <a:lnTo>
                          <a:pt x="3" y="4"/>
                        </a:lnTo>
                        <a:lnTo>
                          <a:pt x="3" y="0"/>
                        </a:lnTo>
                        <a:lnTo>
                          <a:pt x="3" y="1"/>
                        </a:lnTo>
                        <a:lnTo>
                          <a:pt x="3" y="0"/>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3" name="Freeform 307"/>
                  <p:cNvSpPr>
                    <a:spLocks/>
                  </p:cNvSpPr>
                  <p:nvPr/>
                </p:nvSpPr>
                <p:spPr bwMode="auto">
                  <a:xfrm>
                    <a:off x="4557" y="3534"/>
                    <a:ext cx="2" cy="3"/>
                  </a:xfrm>
                  <a:custGeom>
                    <a:avLst/>
                    <a:gdLst>
                      <a:gd name="T0" fmla="*/ 1 w 3"/>
                      <a:gd name="T1" fmla="*/ 1 h 5"/>
                      <a:gd name="T2" fmla="*/ 0 w 3"/>
                      <a:gd name="T3" fmla="*/ 1 h 5"/>
                      <a:gd name="T4" fmla="*/ 1 w 3"/>
                      <a:gd name="T5" fmla="*/ 1 h 5"/>
                      <a:gd name="T6" fmla="*/ 1 w 3"/>
                      <a:gd name="T7" fmla="*/ 1 h 5"/>
                      <a:gd name="T8" fmla="*/ 1 w 3"/>
                      <a:gd name="T9" fmla="*/ 0 h 5"/>
                      <a:gd name="T10" fmla="*/ 1 w 3"/>
                      <a:gd name="T11" fmla="*/ 1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1" y="2"/>
                        </a:moveTo>
                        <a:lnTo>
                          <a:pt x="0" y="2"/>
                        </a:lnTo>
                        <a:lnTo>
                          <a:pt x="2" y="5"/>
                        </a:lnTo>
                        <a:lnTo>
                          <a:pt x="3" y="2"/>
                        </a:lnTo>
                        <a:lnTo>
                          <a:pt x="1" y="0"/>
                        </a:lnTo>
                        <a:lnTo>
                          <a:pt x="1"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4" name="Freeform 308"/>
                  <p:cNvSpPr>
                    <a:spLocks/>
                  </p:cNvSpPr>
                  <p:nvPr/>
                </p:nvSpPr>
                <p:spPr bwMode="auto">
                  <a:xfrm>
                    <a:off x="4503" y="3534"/>
                    <a:ext cx="55" cy="8"/>
                  </a:xfrm>
                  <a:custGeom>
                    <a:avLst/>
                    <a:gdLst>
                      <a:gd name="T0" fmla="*/ 0 w 110"/>
                      <a:gd name="T1" fmla="*/ 1 h 14"/>
                      <a:gd name="T2" fmla="*/ 1 w 110"/>
                      <a:gd name="T3" fmla="*/ 1 h 14"/>
                      <a:gd name="T4" fmla="*/ 1 w 110"/>
                      <a:gd name="T5" fmla="*/ 1 h 14"/>
                      <a:gd name="T6" fmla="*/ 1 w 110"/>
                      <a:gd name="T7" fmla="*/ 1 h 14"/>
                      <a:gd name="T8" fmla="*/ 2 w 110"/>
                      <a:gd name="T9" fmla="*/ 1 h 14"/>
                      <a:gd name="T10" fmla="*/ 2 w 110"/>
                      <a:gd name="T11" fmla="*/ 1 h 14"/>
                      <a:gd name="T12" fmla="*/ 2 w 110"/>
                      <a:gd name="T13" fmla="*/ 1 h 14"/>
                      <a:gd name="T14" fmla="*/ 2 w 110"/>
                      <a:gd name="T15" fmla="*/ 1 h 14"/>
                      <a:gd name="T16" fmla="*/ 2 w 110"/>
                      <a:gd name="T17" fmla="*/ 1 h 14"/>
                      <a:gd name="T18" fmla="*/ 3 w 110"/>
                      <a:gd name="T19" fmla="*/ 1 h 14"/>
                      <a:gd name="T20" fmla="*/ 3 w 110"/>
                      <a:gd name="T21" fmla="*/ 1 h 14"/>
                      <a:gd name="T22" fmla="*/ 3 w 110"/>
                      <a:gd name="T23" fmla="*/ 1 h 14"/>
                      <a:gd name="T24" fmla="*/ 3 w 110"/>
                      <a:gd name="T25" fmla="*/ 1 h 14"/>
                      <a:gd name="T26" fmla="*/ 3 w 110"/>
                      <a:gd name="T27" fmla="*/ 1 h 14"/>
                      <a:gd name="T28" fmla="*/ 4 w 110"/>
                      <a:gd name="T29" fmla="*/ 1 h 14"/>
                      <a:gd name="T30" fmla="*/ 4 w 110"/>
                      <a:gd name="T31" fmla="*/ 1 h 14"/>
                      <a:gd name="T32" fmla="*/ 4 w 110"/>
                      <a:gd name="T33" fmla="*/ 0 h 14"/>
                      <a:gd name="T34" fmla="*/ 4 w 110"/>
                      <a:gd name="T35" fmla="*/ 1 h 14"/>
                      <a:gd name="T36" fmla="*/ 3 w 110"/>
                      <a:gd name="T37" fmla="*/ 1 h 14"/>
                      <a:gd name="T38" fmla="*/ 3 w 110"/>
                      <a:gd name="T39" fmla="*/ 1 h 14"/>
                      <a:gd name="T40" fmla="*/ 3 w 110"/>
                      <a:gd name="T41" fmla="*/ 1 h 14"/>
                      <a:gd name="T42" fmla="*/ 3 w 110"/>
                      <a:gd name="T43" fmla="*/ 1 h 14"/>
                      <a:gd name="T44" fmla="*/ 3 w 110"/>
                      <a:gd name="T45" fmla="*/ 1 h 14"/>
                      <a:gd name="T46" fmla="*/ 2 w 110"/>
                      <a:gd name="T47" fmla="*/ 1 h 14"/>
                      <a:gd name="T48" fmla="*/ 2 w 110"/>
                      <a:gd name="T49" fmla="*/ 1 h 14"/>
                      <a:gd name="T50" fmla="*/ 2 w 110"/>
                      <a:gd name="T51" fmla="*/ 1 h 14"/>
                      <a:gd name="T52" fmla="*/ 2 w 110"/>
                      <a:gd name="T53" fmla="*/ 1 h 14"/>
                      <a:gd name="T54" fmla="*/ 2 w 110"/>
                      <a:gd name="T55" fmla="*/ 1 h 14"/>
                      <a:gd name="T56" fmla="*/ 1 w 110"/>
                      <a:gd name="T57" fmla="*/ 1 h 14"/>
                      <a:gd name="T58" fmla="*/ 1 w 110"/>
                      <a:gd name="T59" fmla="*/ 1 h 14"/>
                      <a:gd name="T60" fmla="*/ 1 w 110"/>
                      <a:gd name="T61" fmla="*/ 1 h 14"/>
                      <a:gd name="T62" fmla="*/ 0 w 110"/>
                      <a:gd name="T63" fmla="*/ 1 h 14"/>
                      <a:gd name="T64" fmla="*/ 0 w 110"/>
                      <a:gd name="T65" fmla="*/ 1 h 1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0"/>
                      <a:gd name="T100" fmla="*/ 0 h 14"/>
                      <a:gd name="T101" fmla="*/ 110 w 110"/>
                      <a:gd name="T102" fmla="*/ 14 h 1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0" h="14">
                        <a:moveTo>
                          <a:pt x="0" y="14"/>
                        </a:moveTo>
                        <a:lnTo>
                          <a:pt x="12" y="14"/>
                        </a:lnTo>
                        <a:lnTo>
                          <a:pt x="20" y="13"/>
                        </a:lnTo>
                        <a:lnTo>
                          <a:pt x="26" y="12"/>
                        </a:lnTo>
                        <a:lnTo>
                          <a:pt x="33" y="12"/>
                        </a:lnTo>
                        <a:lnTo>
                          <a:pt x="40" y="11"/>
                        </a:lnTo>
                        <a:lnTo>
                          <a:pt x="47" y="9"/>
                        </a:lnTo>
                        <a:lnTo>
                          <a:pt x="53" y="8"/>
                        </a:lnTo>
                        <a:lnTo>
                          <a:pt x="61" y="8"/>
                        </a:lnTo>
                        <a:lnTo>
                          <a:pt x="68" y="7"/>
                        </a:lnTo>
                        <a:lnTo>
                          <a:pt x="74" y="6"/>
                        </a:lnTo>
                        <a:lnTo>
                          <a:pt x="81" y="5"/>
                        </a:lnTo>
                        <a:lnTo>
                          <a:pt x="88" y="5"/>
                        </a:lnTo>
                        <a:lnTo>
                          <a:pt x="95" y="3"/>
                        </a:lnTo>
                        <a:lnTo>
                          <a:pt x="102" y="3"/>
                        </a:lnTo>
                        <a:lnTo>
                          <a:pt x="110" y="2"/>
                        </a:lnTo>
                        <a:lnTo>
                          <a:pt x="110" y="0"/>
                        </a:lnTo>
                        <a:lnTo>
                          <a:pt x="102" y="1"/>
                        </a:lnTo>
                        <a:lnTo>
                          <a:pt x="95" y="1"/>
                        </a:lnTo>
                        <a:lnTo>
                          <a:pt x="88" y="2"/>
                        </a:lnTo>
                        <a:lnTo>
                          <a:pt x="81" y="2"/>
                        </a:lnTo>
                        <a:lnTo>
                          <a:pt x="74" y="3"/>
                        </a:lnTo>
                        <a:lnTo>
                          <a:pt x="68" y="5"/>
                        </a:lnTo>
                        <a:lnTo>
                          <a:pt x="61" y="6"/>
                        </a:lnTo>
                        <a:lnTo>
                          <a:pt x="53" y="6"/>
                        </a:lnTo>
                        <a:lnTo>
                          <a:pt x="47" y="7"/>
                        </a:lnTo>
                        <a:lnTo>
                          <a:pt x="40" y="8"/>
                        </a:lnTo>
                        <a:lnTo>
                          <a:pt x="33" y="9"/>
                        </a:lnTo>
                        <a:lnTo>
                          <a:pt x="26" y="11"/>
                        </a:lnTo>
                        <a:lnTo>
                          <a:pt x="20" y="11"/>
                        </a:lnTo>
                        <a:lnTo>
                          <a:pt x="12" y="12"/>
                        </a:lnTo>
                        <a:lnTo>
                          <a:pt x="0" y="12"/>
                        </a:lnTo>
                        <a:lnTo>
                          <a:pt x="0" y="1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5" name="Freeform 309"/>
                  <p:cNvSpPr>
                    <a:spLocks/>
                  </p:cNvSpPr>
                  <p:nvPr/>
                </p:nvSpPr>
                <p:spPr bwMode="auto">
                  <a:xfrm>
                    <a:off x="4482" y="3540"/>
                    <a:ext cx="21" cy="4"/>
                  </a:xfrm>
                  <a:custGeom>
                    <a:avLst/>
                    <a:gdLst>
                      <a:gd name="T0" fmla="*/ 1 w 42"/>
                      <a:gd name="T1" fmla="*/ 1 h 6"/>
                      <a:gd name="T2" fmla="*/ 0 w 42"/>
                      <a:gd name="T3" fmla="*/ 1 h 6"/>
                      <a:gd name="T4" fmla="*/ 1 w 42"/>
                      <a:gd name="T5" fmla="*/ 1 h 6"/>
                      <a:gd name="T6" fmla="*/ 2 w 42"/>
                      <a:gd name="T7" fmla="*/ 1 h 6"/>
                      <a:gd name="T8" fmla="*/ 2 w 42"/>
                      <a:gd name="T9" fmla="*/ 1 h 6"/>
                      <a:gd name="T10" fmla="*/ 2 w 42"/>
                      <a:gd name="T11" fmla="*/ 1 h 6"/>
                      <a:gd name="T12" fmla="*/ 2 w 42"/>
                      <a:gd name="T13" fmla="*/ 1 h 6"/>
                      <a:gd name="T14" fmla="*/ 2 w 42"/>
                      <a:gd name="T15" fmla="*/ 0 h 6"/>
                      <a:gd name="T16" fmla="*/ 2 w 42"/>
                      <a:gd name="T17" fmla="*/ 1 h 6"/>
                      <a:gd name="T18" fmla="*/ 2 w 42"/>
                      <a:gd name="T19" fmla="*/ 1 h 6"/>
                      <a:gd name="T20" fmla="*/ 2 w 42"/>
                      <a:gd name="T21" fmla="*/ 1 h 6"/>
                      <a:gd name="T22" fmla="*/ 1 w 42"/>
                      <a:gd name="T23" fmla="*/ 1 h 6"/>
                      <a:gd name="T24" fmla="*/ 0 w 42"/>
                      <a:gd name="T25" fmla="*/ 1 h 6"/>
                      <a:gd name="T26" fmla="*/ 1 w 42"/>
                      <a:gd name="T27" fmla="*/ 1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6"/>
                      <a:gd name="T44" fmla="*/ 42 w 42"/>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6">
                        <a:moveTo>
                          <a:pt x="2" y="6"/>
                        </a:moveTo>
                        <a:lnTo>
                          <a:pt x="0" y="6"/>
                        </a:lnTo>
                        <a:lnTo>
                          <a:pt x="4" y="5"/>
                        </a:lnTo>
                        <a:lnTo>
                          <a:pt x="35" y="5"/>
                        </a:lnTo>
                        <a:lnTo>
                          <a:pt x="37" y="4"/>
                        </a:lnTo>
                        <a:lnTo>
                          <a:pt x="40" y="4"/>
                        </a:lnTo>
                        <a:lnTo>
                          <a:pt x="42" y="2"/>
                        </a:lnTo>
                        <a:lnTo>
                          <a:pt x="42" y="0"/>
                        </a:lnTo>
                        <a:lnTo>
                          <a:pt x="38" y="1"/>
                        </a:lnTo>
                        <a:lnTo>
                          <a:pt x="36" y="1"/>
                        </a:lnTo>
                        <a:lnTo>
                          <a:pt x="35" y="2"/>
                        </a:lnTo>
                        <a:lnTo>
                          <a:pt x="4" y="2"/>
                        </a:lnTo>
                        <a:lnTo>
                          <a:pt x="0" y="4"/>
                        </a:lnTo>
                        <a:lnTo>
                          <a:pt x="2"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6" name="Freeform 310"/>
                  <p:cNvSpPr>
                    <a:spLocks/>
                  </p:cNvSpPr>
                  <p:nvPr/>
                </p:nvSpPr>
                <p:spPr bwMode="auto">
                  <a:xfrm>
                    <a:off x="4466" y="3542"/>
                    <a:ext cx="17" cy="3"/>
                  </a:xfrm>
                  <a:custGeom>
                    <a:avLst/>
                    <a:gdLst>
                      <a:gd name="T0" fmla="*/ 1 w 34"/>
                      <a:gd name="T1" fmla="*/ 1 h 5"/>
                      <a:gd name="T2" fmla="*/ 0 w 34"/>
                      <a:gd name="T3" fmla="*/ 1 h 5"/>
                      <a:gd name="T4" fmla="*/ 1 w 34"/>
                      <a:gd name="T5" fmla="*/ 1 h 5"/>
                      <a:gd name="T6" fmla="*/ 1 w 34"/>
                      <a:gd name="T7" fmla="*/ 1 h 5"/>
                      <a:gd name="T8" fmla="*/ 1 w 34"/>
                      <a:gd name="T9" fmla="*/ 1 h 5"/>
                      <a:gd name="T10" fmla="*/ 1 w 34"/>
                      <a:gd name="T11" fmla="*/ 1 h 5"/>
                      <a:gd name="T12" fmla="*/ 1 w 34"/>
                      <a:gd name="T13" fmla="*/ 1 h 5"/>
                      <a:gd name="T14" fmla="*/ 1 w 34"/>
                      <a:gd name="T15" fmla="*/ 0 h 5"/>
                      <a:gd name="T16" fmla="*/ 1 w 34"/>
                      <a:gd name="T17" fmla="*/ 0 h 5"/>
                      <a:gd name="T18" fmla="*/ 1 w 34"/>
                      <a:gd name="T19" fmla="*/ 1 h 5"/>
                      <a:gd name="T20" fmla="*/ 1 w 34"/>
                      <a:gd name="T21" fmla="*/ 1 h 5"/>
                      <a:gd name="T22" fmla="*/ 1 w 34"/>
                      <a:gd name="T23" fmla="*/ 1 h 5"/>
                      <a:gd name="T24" fmla="*/ 0 w 34"/>
                      <a:gd name="T25" fmla="*/ 1 h 5"/>
                      <a:gd name="T26" fmla="*/ 1 w 34"/>
                      <a:gd name="T27" fmla="*/ 1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
                      <a:gd name="T43" fmla="*/ 0 h 5"/>
                      <a:gd name="T44" fmla="*/ 34 w 34"/>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 h="5">
                        <a:moveTo>
                          <a:pt x="1" y="5"/>
                        </a:moveTo>
                        <a:lnTo>
                          <a:pt x="0" y="5"/>
                        </a:lnTo>
                        <a:lnTo>
                          <a:pt x="18" y="5"/>
                        </a:lnTo>
                        <a:lnTo>
                          <a:pt x="19" y="3"/>
                        </a:lnTo>
                        <a:lnTo>
                          <a:pt x="24" y="3"/>
                        </a:lnTo>
                        <a:lnTo>
                          <a:pt x="25" y="2"/>
                        </a:lnTo>
                        <a:lnTo>
                          <a:pt x="34" y="2"/>
                        </a:lnTo>
                        <a:lnTo>
                          <a:pt x="32" y="0"/>
                        </a:lnTo>
                        <a:lnTo>
                          <a:pt x="29" y="0"/>
                        </a:lnTo>
                        <a:lnTo>
                          <a:pt x="26" y="1"/>
                        </a:lnTo>
                        <a:lnTo>
                          <a:pt x="21" y="1"/>
                        </a:lnTo>
                        <a:lnTo>
                          <a:pt x="19" y="2"/>
                        </a:lnTo>
                        <a:lnTo>
                          <a:pt x="0" y="2"/>
                        </a:lnTo>
                        <a:lnTo>
                          <a:pt x="1"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7" name="Freeform 311"/>
                  <p:cNvSpPr>
                    <a:spLocks/>
                  </p:cNvSpPr>
                  <p:nvPr/>
                </p:nvSpPr>
                <p:spPr bwMode="auto">
                  <a:xfrm>
                    <a:off x="4465" y="3544"/>
                    <a:ext cx="2" cy="3"/>
                  </a:xfrm>
                  <a:custGeom>
                    <a:avLst/>
                    <a:gdLst>
                      <a:gd name="T0" fmla="*/ 1 w 3"/>
                      <a:gd name="T1" fmla="*/ 1 h 6"/>
                      <a:gd name="T2" fmla="*/ 1 w 3"/>
                      <a:gd name="T3" fmla="*/ 1 h 6"/>
                      <a:gd name="T4" fmla="*/ 1 w 3"/>
                      <a:gd name="T5" fmla="*/ 1 h 6"/>
                      <a:gd name="T6" fmla="*/ 1 w 3"/>
                      <a:gd name="T7" fmla="*/ 0 h 6"/>
                      <a:gd name="T8" fmla="*/ 0 w 3"/>
                      <a:gd name="T9" fmla="*/ 1 h 6"/>
                      <a:gd name="T10" fmla="*/ 1 w 3"/>
                      <a:gd name="T11" fmla="*/ 1 h 6"/>
                      <a:gd name="T12" fmla="*/ 1 w 3"/>
                      <a:gd name="T13" fmla="*/ 1 h 6"/>
                      <a:gd name="T14" fmla="*/ 1 w 3"/>
                      <a:gd name="T15" fmla="*/ 1 h 6"/>
                      <a:gd name="T16" fmla="*/ 1 w 3"/>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6"/>
                      <a:gd name="T29" fmla="*/ 3 w 3"/>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6">
                        <a:moveTo>
                          <a:pt x="1" y="5"/>
                        </a:moveTo>
                        <a:lnTo>
                          <a:pt x="2" y="5"/>
                        </a:lnTo>
                        <a:lnTo>
                          <a:pt x="3" y="3"/>
                        </a:lnTo>
                        <a:lnTo>
                          <a:pt x="2" y="0"/>
                        </a:lnTo>
                        <a:lnTo>
                          <a:pt x="0" y="3"/>
                        </a:lnTo>
                        <a:lnTo>
                          <a:pt x="1" y="3"/>
                        </a:lnTo>
                        <a:lnTo>
                          <a:pt x="1" y="6"/>
                        </a:lnTo>
                        <a:lnTo>
                          <a:pt x="2" y="5"/>
                        </a:lnTo>
                        <a:lnTo>
                          <a:pt x="1"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8" name="Freeform 312"/>
                  <p:cNvSpPr>
                    <a:spLocks/>
                  </p:cNvSpPr>
                  <p:nvPr/>
                </p:nvSpPr>
                <p:spPr bwMode="auto">
                  <a:xfrm>
                    <a:off x="4454" y="3539"/>
                    <a:ext cx="12" cy="7"/>
                  </a:xfrm>
                  <a:custGeom>
                    <a:avLst/>
                    <a:gdLst>
                      <a:gd name="T0" fmla="*/ 1 w 23"/>
                      <a:gd name="T1" fmla="*/ 0 h 15"/>
                      <a:gd name="T2" fmla="*/ 1 w 23"/>
                      <a:gd name="T3" fmla="*/ 0 h 15"/>
                      <a:gd name="T4" fmla="*/ 1 w 23"/>
                      <a:gd name="T5" fmla="*/ 0 h 15"/>
                      <a:gd name="T6" fmla="*/ 1 w 23"/>
                      <a:gd name="T7" fmla="*/ 0 h 15"/>
                      <a:gd name="T8" fmla="*/ 1 w 23"/>
                      <a:gd name="T9" fmla="*/ 0 h 15"/>
                      <a:gd name="T10" fmla="*/ 1 w 23"/>
                      <a:gd name="T11" fmla="*/ 0 h 15"/>
                      <a:gd name="T12" fmla="*/ 1 w 23"/>
                      <a:gd name="T13" fmla="*/ 0 h 15"/>
                      <a:gd name="T14" fmla="*/ 1 w 23"/>
                      <a:gd name="T15" fmla="*/ 0 h 15"/>
                      <a:gd name="T16" fmla="*/ 1 w 23"/>
                      <a:gd name="T17" fmla="*/ 0 h 15"/>
                      <a:gd name="T18" fmla="*/ 1 w 23"/>
                      <a:gd name="T19" fmla="*/ 0 h 15"/>
                      <a:gd name="T20" fmla="*/ 1 w 23"/>
                      <a:gd name="T21" fmla="*/ 0 h 15"/>
                      <a:gd name="T22" fmla="*/ 1 w 23"/>
                      <a:gd name="T23" fmla="*/ 0 h 15"/>
                      <a:gd name="T24" fmla="*/ 1 w 23"/>
                      <a:gd name="T25" fmla="*/ 0 h 15"/>
                      <a:gd name="T26" fmla="*/ 1 w 23"/>
                      <a:gd name="T27" fmla="*/ 0 h 15"/>
                      <a:gd name="T28" fmla="*/ 1 w 23"/>
                      <a:gd name="T29" fmla="*/ 0 h 15"/>
                      <a:gd name="T30" fmla="*/ 1 w 23"/>
                      <a:gd name="T31" fmla="*/ 0 h 15"/>
                      <a:gd name="T32" fmla="*/ 1 w 23"/>
                      <a:gd name="T33" fmla="*/ 0 h 15"/>
                      <a:gd name="T34" fmla="*/ 1 w 23"/>
                      <a:gd name="T35" fmla="*/ 0 h 15"/>
                      <a:gd name="T36" fmla="*/ 1 w 23"/>
                      <a:gd name="T37" fmla="*/ 0 h 15"/>
                      <a:gd name="T38" fmla="*/ 1 w 23"/>
                      <a:gd name="T39" fmla="*/ 0 h 15"/>
                      <a:gd name="T40" fmla="*/ 1 w 23"/>
                      <a:gd name="T41" fmla="*/ 0 h 15"/>
                      <a:gd name="T42" fmla="*/ 0 w 23"/>
                      <a:gd name="T43" fmla="*/ 0 h 15"/>
                      <a:gd name="T44" fmla="*/ 1 w 23"/>
                      <a:gd name="T45" fmla="*/ 0 h 15"/>
                      <a:gd name="T46" fmla="*/ 1 w 23"/>
                      <a:gd name="T47" fmla="*/ 0 h 1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3"/>
                      <a:gd name="T73" fmla="*/ 0 h 15"/>
                      <a:gd name="T74" fmla="*/ 23 w 23"/>
                      <a:gd name="T75" fmla="*/ 15 h 1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3" h="15">
                        <a:moveTo>
                          <a:pt x="2" y="1"/>
                        </a:moveTo>
                        <a:lnTo>
                          <a:pt x="2" y="3"/>
                        </a:lnTo>
                        <a:lnTo>
                          <a:pt x="5" y="4"/>
                        </a:lnTo>
                        <a:lnTo>
                          <a:pt x="7" y="5"/>
                        </a:lnTo>
                        <a:lnTo>
                          <a:pt x="9" y="8"/>
                        </a:lnTo>
                        <a:lnTo>
                          <a:pt x="12" y="9"/>
                        </a:lnTo>
                        <a:lnTo>
                          <a:pt x="16" y="10"/>
                        </a:lnTo>
                        <a:lnTo>
                          <a:pt x="18" y="13"/>
                        </a:lnTo>
                        <a:lnTo>
                          <a:pt x="21" y="14"/>
                        </a:lnTo>
                        <a:lnTo>
                          <a:pt x="23" y="15"/>
                        </a:lnTo>
                        <a:lnTo>
                          <a:pt x="23" y="13"/>
                        </a:lnTo>
                        <a:lnTo>
                          <a:pt x="22" y="11"/>
                        </a:lnTo>
                        <a:lnTo>
                          <a:pt x="19" y="10"/>
                        </a:lnTo>
                        <a:lnTo>
                          <a:pt x="16" y="9"/>
                        </a:lnTo>
                        <a:lnTo>
                          <a:pt x="13" y="8"/>
                        </a:lnTo>
                        <a:lnTo>
                          <a:pt x="11" y="5"/>
                        </a:lnTo>
                        <a:lnTo>
                          <a:pt x="8" y="4"/>
                        </a:lnTo>
                        <a:lnTo>
                          <a:pt x="6" y="1"/>
                        </a:lnTo>
                        <a:lnTo>
                          <a:pt x="3" y="0"/>
                        </a:lnTo>
                        <a:lnTo>
                          <a:pt x="3" y="3"/>
                        </a:lnTo>
                        <a:lnTo>
                          <a:pt x="2" y="1"/>
                        </a:lnTo>
                        <a:lnTo>
                          <a:pt x="0" y="3"/>
                        </a:lnTo>
                        <a:lnTo>
                          <a:pt x="2" y="3"/>
                        </a:lnTo>
                        <a:lnTo>
                          <a:pt x="2"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9" name="Freeform 313"/>
                  <p:cNvSpPr>
                    <a:spLocks/>
                  </p:cNvSpPr>
                  <p:nvPr/>
                </p:nvSpPr>
                <p:spPr bwMode="auto">
                  <a:xfrm>
                    <a:off x="4455" y="3537"/>
                    <a:ext cx="12" cy="3"/>
                  </a:xfrm>
                  <a:custGeom>
                    <a:avLst/>
                    <a:gdLst>
                      <a:gd name="T0" fmla="*/ 1 w 23"/>
                      <a:gd name="T1" fmla="*/ 1 h 5"/>
                      <a:gd name="T2" fmla="*/ 1 w 23"/>
                      <a:gd name="T3" fmla="*/ 1 h 5"/>
                      <a:gd name="T4" fmla="*/ 1 w 23"/>
                      <a:gd name="T5" fmla="*/ 0 h 5"/>
                      <a:gd name="T6" fmla="*/ 1 w 23"/>
                      <a:gd name="T7" fmla="*/ 0 h 5"/>
                      <a:gd name="T8" fmla="*/ 1 w 23"/>
                      <a:gd name="T9" fmla="*/ 1 h 5"/>
                      <a:gd name="T10" fmla="*/ 0 w 23"/>
                      <a:gd name="T11" fmla="*/ 1 h 5"/>
                      <a:gd name="T12" fmla="*/ 1 w 23"/>
                      <a:gd name="T13" fmla="*/ 1 h 5"/>
                      <a:gd name="T14" fmla="*/ 1 w 23"/>
                      <a:gd name="T15" fmla="*/ 1 h 5"/>
                      <a:gd name="T16" fmla="*/ 1 w 23"/>
                      <a:gd name="T17" fmla="*/ 1 h 5"/>
                      <a:gd name="T18" fmla="*/ 1 w 23"/>
                      <a:gd name="T19" fmla="*/ 1 h 5"/>
                      <a:gd name="T20" fmla="*/ 1 w 23"/>
                      <a:gd name="T21" fmla="*/ 1 h 5"/>
                      <a:gd name="T22" fmla="*/ 1 w 23"/>
                      <a:gd name="T23" fmla="*/ 1 h 5"/>
                      <a:gd name="T24" fmla="*/ 1 w 23"/>
                      <a:gd name="T25" fmla="*/ 1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3"/>
                      <a:gd name="T40" fmla="*/ 0 h 5"/>
                      <a:gd name="T41" fmla="*/ 23 w 23"/>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3" h="5">
                        <a:moveTo>
                          <a:pt x="23" y="1"/>
                        </a:moveTo>
                        <a:lnTo>
                          <a:pt x="17" y="1"/>
                        </a:lnTo>
                        <a:lnTo>
                          <a:pt x="15" y="0"/>
                        </a:lnTo>
                        <a:lnTo>
                          <a:pt x="5" y="0"/>
                        </a:lnTo>
                        <a:lnTo>
                          <a:pt x="3" y="1"/>
                        </a:lnTo>
                        <a:lnTo>
                          <a:pt x="0" y="3"/>
                        </a:lnTo>
                        <a:lnTo>
                          <a:pt x="1" y="5"/>
                        </a:lnTo>
                        <a:lnTo>
                          <a:pt x="4" y="3"/>
                        </a:lnTo>
                        <a:lnTo>
                          <a:pt x="6" y="2"/>
                        </a:lnTo>
                        <a:lnTo>
                          <a:pt x="15" y="2"/>
                        </a:lnTo>
                        <a:lnTo>
                          <a:pt x="17" y="3"/>
                        </a:lnTo>
                        <a:lnTo>
                          <a:pt x="23" y="3"/>
                        </a:lnTo>
                        <a:lnTo>
                          <a:pt x="2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0" name="Freeform 314"/>
                  <p:cNvSpPr>
                    <a:spLocks/>
                  </p:cNvSpPr>
                  <p:nvPr/>
                </p:nvSpPr>
                <p:spPr bwMode="auto">
                  <a:xfrm>
                    <a:off x="4467" y="3538"/>
                    <a:ext cx="5" cy="6"/>
                  </a:xfrm>
                  <a:custGeom>
                    <a:avLst/>
                    <a:gdLst>
                      <a:gd name="T0" fmla="*/ 0 w 12"/>
                      <a:gd name="T1" fmla="*/ 1 h 11"/>
                      <a:gd name="T2" fmla="*/ 0 w 12"/>
                      <a:gd name="T3" fmla="*/ 1 h 11"/>
                      <a:gd name="T4" fmla="*/ 0 w 12"/>
                      <a:gd name="T5" fmla="*/ 1 h 11"/>
                      <a:gd name="T6" fmla="*/ 0 w 12"/>
                      <a:gd name="T7" fmla="*/ 1 h 11"/>
                      <a:gd name="T8" fmla="*/ 0 w 12"/>
                      <a:gd name="T9" fmla="*/ 1 h 11"/>
                      <a:gd name="T10" fmla="*/ 0 w 12"/>
                      <a:gd name="T11" fmla="*/ 0 h 11"/>
                      <a:gd name="T12" fmla="*/ 0 w 12"/>
                      <a:gd name="T13" fmla="*/ 1 h 11"/>
                      <a:gd name="T14" fmla="*/ 0 w 12"/>
                      <a:gd name="T15" fmla="*/ 1 h 11"/>
                      <a:gd name="T16" fmla="*/ 0 w 12"/>
                      <a:gd name="T17" fmla="*/ 1 h 11"/>
                      <a:gd name="T18" fmla="*/ 0 w 12"/>
                      <a:gd name="T19" fmla="*/ 1 h 11"/>
                      <a:gd name="T20" fmla="*/ 0 w 12"/>
                      <a:gd name="T21" fmla="*/ 1 h 11"/>
                      <a:gd name="T22" fmla="*/ 0 w 12"/>
                      <a:gd name="T23" fmla="*/ 1 h 11"/>
                      <a:gd name="T24" fmla="*/ 0 w 12"/>
                      <a:gd name="T25" fmla="*/ 1 h 11"/>
                      <a:gd name="T26" fmla="*/ 0 w 12"/>
                      <a:gd name="T27" fmla="*/ 1 h 11"/>
                      <a:gd name="T28" fmla="*/ 0 w 12"/>
                      <a:gd name="T29" fmla="*/ 1 h 11"/>
                      <a:gd name="T30" fmla="*/ 0 w 12"/>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11"/>
                      <a:gd name="T50" fmla="*/ 12 w 12"/>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11">
                        <a:moveTo>
                          <a:pt x="10" y="10"/>
                        </a:moveTo>
                        <a:lnTo>
                          <a:pt x="12" y="10"/>
                        </a:lnTo>
                        <a:lnTo>
                          <a:pt x="9" y="9"/>
                        </a:lnTo>
                        <a:lnTo>
                          <a:pt x="9" y="7"/>
                        </a:lnTo>
                        <a:lnTo>
                          <a:pt x="3" y="1"/>
                        </a:lnTo>
                        <a:lnTo>
                          <a:pt x="0" y="0"/>
                        </a:lnTo>
                        <a:lnTo>
                          <a:pt x="0" y="2"/>
                        </a:lnTo>
                        <a:lnTo>
                          <a:pt x="2" y="4"/>
                        </a:lnTo>
                        <a:lnTo>
                          <a:pt x="3" y="4"/>
                        </a:lnTo>
                        <a:lnTo>
                          <a:pt x="4" y="5"/>
                        </a:lnTo>
                        <a:lnTo>
                          <a:pt x="4" y="6"/>
                        </a:lnTo>
                        <a:lnTo>
                          <a:pt x="9" y="11"/>
                        </a:lnTo>
                        <a:lnTo>
                          <a:pt x="10" y="11"/>
                        </a:lnTo>
                        <a:lnTo>
                          <a:pt x="9" y="11"/>
                        </a:lnTo>
                        <a:lnTo>
                          <a:pt x="10" y="11"/>
                        </a:lnTo>
                        <a:lnTo>
                          <a:pt x="10" y="1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1" name="Freeform 315"/>
                  <p:cNvSpPr>
                    <a:spLocks/>
                  </p:cNvSpPr>
                  <p:nvPr/>
                </p:nvSpPr>
                <p:spPr bwMode="auto">
                  <a:xfrm>
                    <a:off x="4472" y="3538"/>
                    <a:ext cx="15" cy="6"/>
                  </a:xfrm>
                  <a:custGeom>
                    <a:avLst/>
                    <a:gdLst>
                      <a:gd name="T0" fmla="*/ 0 w 31"/>
                      <a:gd name="T1" fmla="*/ 1 h 11"/>
                      <a:gd name="T2" fmla="*/ 0 w 31"/>
                      <a:gd name="T3" fmla="*/ 0 h 11"/>
                      <a:gd name="T4" fmla="*/ 0 w 31"/>
                      <a:gd name="T5" fmla="*/ 0 h 11"/>
                      <a:gd name="T6" fmla="*/ 0 w 31"/>
                      <a:gd name="T7" fmla="*/ 1 h 11"/>
                      <a:gd name="T8" fmla="*/ 0 w 31"/>
                      <a:gd name="T9" fmla="*/ 1 h 11"/>
                      <a:gd name="T10" fmla="*/ 0 w 31"/>
                      <a:gd name="T11" fmla="*/ 1 h 11"/>
                      <a:gd name="T12" fmla="*/ 0 w 31"/>
                      <a:gd name="T13" fmla="*/ 1 h 11"/>
                      <a:gd name="T14" fmla="*/ 0 w 31"/>
                      <a:gd name="T15" fmla="*/ 1 h 11"/>
                      <a:gd name="T16" fmla="*/ 0 w 31"/>
                      <a:gd name="T17" fmla="*/ 1 h 11"/>
                      <a:gd name="T18" fmla="*/ 0 w 31"/>
                      <a:gd name="T19" fmla="*/ 1 h 11"/>
                      <a:gd name="T20" fmla="*/ 0 w 31"/>
                      <a:gd name="T21" fmla="*/ 1 h 11"/>
                      <a:gd name="T22" fmla="*/ 0 w 31"/>
                      <a:gd name="T23" fmla="*/ 1 h 11"/>
                      <a:gd name="T24" fmla="*/ 0 w 31"/>
                      <a:gd name="T25" fmla="*/ 1 h 11"/>
                      <a:gd name="T26" fmla="*/ 0 w 31"/>
                      <a:gd name="T27" fmla="*/ 1 h 11"/>
                      <a:gd name="T28" fmla="*/ 0 w 31"/>
                      <a:gd name="T29" fmla="*/ 1 h 11"/>
                      <a:gd name="T30" fmla="*/ 0 w 31"/>
                      <a:gd name="T31" fmla="*/ 1 h 11"/>
                      <a:gd name="T32" fmla="*/ 0 w 31"/>
                      <a:gd name="T33" fmla="*/ 1 h 11"/>
                      <a:gd name="T34" fmla="*/ 0 w 31"/>
                      <a:gd name="T35" fmla="*/ 1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
                      <a:gd name="T55" fmla="*/ 0 h 11"/>
                      <a:gd name="T56" fmla="*/ 31 w 31"/>
                      <a:gd name="T57" fmla="*/ 11 h 1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 h="11">
                        <a:moveTo>
                          <a:pt x="31" y="1"/>
                        </a:moveTo>
                        <a:lnTo>
                          <a:pt x="26" y="0"/>
                        </a:lnTo>
                        <a:lnTo>
                          <a:pt x="23" y="0"/>
                        </a:lnTo>
                        <a:lnTo>
                          <a:pt x="19" y="2"/>
                        </a:lnTo>
                        <a:lnTo>
                          <a:pt x="15" y="4"/>
                        </a:lnTo>
                        <a:lnTo>
                          <a:pt x="11" y="6"/>
                        </a:lnTo>
                        <a:lnTo>
                          <a:pt x="8" y="9"/>
                        </a:lnTo>
                        <a:lnTo>
                          <a:pt x="4" y="10"/>
                        </a:lnTo>
                        <a:lnTo>
                          <a:pt x="0" y="10"/>
                        </a:lnTo>
                        <a:lnTo>
                          <a:pt x="0" y="11"/>
                        </a:lnTo>
                        <a:lnTo>
                          <a:pt x="9" y="11"/>
                        </a:lnTo>
                        <a:lnTo>
                          <a:pt x="13" y="9"/>
                        </a:lnTo>
                        <a:lnTo>
                          <a:pt x="15" y="6"/>
                        </a:lnTo>
                        <a:lnTo>
                          <a:pt x="19" y="4"/>
                        </a:lnTo>
                        <a:lnTo>
                          <a:pt x="23" y="2"/>
                        </a:lnTo>
                        <a:lnTo>
                          <a:pt x="26" y="2"/>
                        </a:lnTo>
                        <a:lnTo>
                          <a:pt x="31" y="4"/>
                        </a:lnTo>
                        <a:lnTo>
                          <a:pt x="3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2" name="Freeform 316"/>
                  <p:cNvSpPr>
                    <a:spLocks/>
                  </p:cNvSpPr>
                  <p:nvPr/>
                </p:nvSpPr>
                <p:spPr bwMode="auto">
                  <a:xfrm>
                    <a:off x="4487" y="3529"/>
                    <a:ext cx="66" cy="11"/>
                  </a:xfrm>
                  <a:custGeom>
                    <a:avLst/>
                    <a:gdLst>
                      <a:gd name="T0" fmla="*/ 5 w 132"/>
                      <a:gd name="T1" fmla="*/ 0 h 21"/>
                      <a:gd name="T2" fmla="*/ 4 w 132"/>
                      <a:gd name="T3" fmla="*/ 1 h 21"/>
                      <a:gd name="T4" fmla="*/ 4 w 132"/>
                      <a:gd name="T5" fmla="*/ 1 h 21"/>
                      <a:gd name="T6" fmla="*/ 4 w 132"/>
                      <a:gd name="T7" fmla="*/ 1 h 21"/>
                      <a:gd name="T8" fmla="*/ 4 w 132"/>
                      <a:gd name="T9" fmla="*/ 1 h 21"/>
                      <a:gd name="T10" fmla="*/ 4 w 132"/>
                      <a:gd name="T11" fmla="*/ 1 h 21"/>
                      <a:gd name="T12" fmla="*/ 4 w 132"/>
                      <a:gd name="T13" fmla="*/ 1 h 21"/>
                      <a:gd name="T14" fmla="*/ 4 w 132"/>
                      <a:gd name="T15" fmla="*/ 1 h 21"/>
                      <a:gd name="T16" fmla="*/ 3 w 132"/>
                      <a:gd name="T17" fmla="*/ 1 h 21"/>
                      <a:gd name="T18" fmla="*/ 3 w 132"/>
                      <a:gd name="T19" fmla="*/ 1 h 21"/>
                      <a:gd name="T20" fmla="*/ 3 w 132"/>
                      <a:gd name="T21" fmla="*/ 1 h 21"/>
                      <a:gd name="T22" fmla="*/ 3 w 132"/>
                      <a:gd name="T23" fmla="*/ 1 h 21"/>
                      <a:gd name="T24" fmla="*/ 3 w 132"/>
                      <a:gd name="T25" fmla="*/ 1 h 21"/>
                      <a:gd name="T26" fmla="*/ 3 w 132"/>
                      <a:gd name="T27" fmla="*/ 1 h 21"/>
                      <a:gd name="T28" fmla="*/ 2 w 132"/>
                      <a:gd name="T29" fmla="*/ 1 h 21"/>
                      <a:gd name="T30" fmla="*/ 2 w 132"/>
                      <a:gd name="T31" fmla="*/ 1 h 21"/>
                      <a:gd name="T32" fmla="*/ 2 w 132"/>
                      <a:gd name="T33" fmla="*/ 1 h 21"/>
                      <a:gd name="T34" fmla="*/ 2 w 132"/>
                      <a:gd name="T35" fmla="*/ 1 h 21"/>
                      <a:gd name="T36" fmla="*/ 2 w 132"/>
                      <a:gd name="T37" fmla="*/ 1 h 21"/>
                      <a:gd name="T38" fmla="*/ 2 w 132"/>
                      <a:gd name="T39" fmla="*/ 1 h 21"/>
                      <a:gd name="T40" fmla="*/ 1 w 132"/>
                      <a:gd name="T41" fmla="*/ 1 h 21"/>
                      <a:gd name="T42" fmla="*/ 1 w 132"/>
                      <a:gd name="T43" fmla="*/ 1 h 21"/>
                      <a:gd name="T44" fmla="*/ 1 w 132"/>
                      <a:gd name="T45" fmla="*/ 1 h 21"/>
                      <a:gd name="T46" fmla="*/ 1 w 132"/>
                      <a:gd name="T47" fmla="*/ 1 h 21"/>
                      <a:gd name="T48" fmla="*/ 1 w 132"/>
                      <a:gd name="T49" fmla="*/ 1 h 21"/>
                      <a:gd name="T50" fmla="*/ 1 w 132"/>
                      <a:gd name="T51" fmla="*/ 1 h 21"/>
                      <a:gd name="T52" fmla="*/ 1 w 132"/>
                      <a:gd name="T53" fmla="*/ 1 h 21"/>
                      <a:gd name="T54" fmla="*/ 1 w 132"/>
                      <a:gd name="T55" fmla="*/ 1 h 21"/>
                      <a:gd name="T56" fmla="*/ 0 w 132"/>
                      <a:gd name="T57" fmla="*/ 1 h 21"/>
                      <a:gd name="T58" fmla="*/ 0 w 132"/>
                      <a:gd name="T59" fmla="*/ 1 h 21"/>
                      <a:gd name="T60" fmla="*/ 1 w 132"/>
                      <a:gd name="T61" fmla="*/ 1 h 21"/>
                      <a:gd name="T62" fmla="*/ 1 w 132"/>
                      <a:gd name="T63" fmla="*/ 1 h 21"/>
                      <a:gd name="T64" fmla="*/ 1 w 132"/>
                      <a:gd name="T65" fmla="*/ 1 h 21"/>
                      <a:gd name="T66" fmla="*/ 1 w 132"/>
                      <a:gd name="T67" fmla="*/ 1 h 21"/>
                      <a:gd name="T68" fmla="*/ 1 w 132"/>
                      <a:gd name="T69" fmla="*/ 1 h 21"/>
                      <a:gd name="T70" fmla="*/ 1 w 132"/>
                      <a:gd name="T71" fmla="*/ 1 h 21"/>
                      <a:gd name="T72" fmla="*/ 1 w 132"/>
                      <a:gd name="T73" fmla="*/ 1 h 21"/>
                      <a:gd name="T74" fmla="*/ 1 w 132"/>
                      <a:gd name="T75" fmla="*/ 1 h 21"/>
                      <a:gd name="T76" fmla="*/ 2 w 132"/>
                      <a:gd name="T77" fmla="*/ 1 h 21"/>
                      <a:gd name="T78" fmla="*/ 2 w 132"/>
                      <a:gd name="T79" fmla="*/ 1 h 21"/>
                      <a:gd name="T80" fmla="*/ 2 w 132"/>
                      <a:gd name="T81" fmla="*/ 1 h 21"/>
                      <a:gd name="T82" fmla="*/ 2 w 132"/>
                      <a:gd name="T83" fmla="*/ 1 h 21"/>
                      <a:gd name="T84" fmla="*/ 2 w 132"/>
                      <a:gd name="T85" fmla="*/ 1 h 21"/>
                      <a:gd name="T86" fmla="*/ 2 w 132"/>
                      <a:gd name="T87" fmla="*/ 1 h 21"/>
                      <a:gd name="T88" fmla="*/ 3 w 132"/>
                      <a:gd name="T89" fmla="*/ 1 h 21"/>
                      <a:gd name="T90" fmla="*/ 3 w 132"/>
                      <a:gd name="T91" fmla="*/ 1 h 21"/>
                      <a:gd name="T92" fmla="*/ 3 w 132"/>
                      <a:gd name="T93" fmla="*/ 1 h 21"/>
                      <a:gd name="T94" fmla="*/ 3 w 132"/>
                      <a:gd name="T95" fmla="*/ 1 h 21"/>
                      <a:gd name="T96" fmla="*/ 3 w 132"/>
                      <a:gd name="T97" fmla="*/ 1 h 21"/>
                      <a:gd name="T98" fmla="*/ 3 w 132"/>
                      <a:gd name="T99" fmla="*/ 1 h 21"/>
                      <a:gd name="T100" fmla="*/ 4 w 132"/>
                      <a:gd name="T101" fmla="*/ 1 h 21"/>
                      <a:gd name="T102" fmla="*/ 4 w 132"/>
                      <a:gd name="T103" fmla="*/ 1 h 21"/>
                      <a:gd name="T104" fmla="*/ 4 w 132"/>
                      <a:gd name="T105" fmla="*/ 1 h 21"/>
                      <a:gd name="T106" fmla="*/ 4 w 132"/>
                      <a:gd name="T107" fmla="*/ 1 h 21"/>
                      <a:gd name="T108" fmla="*/ 4 w 132"/>
                      <a:gd name="T109" fmla="*/ 1 h 21"/>
                      <a:gd name="T110" fmla="*/ 4 w 132"/>
                      <a:gd name="T111" fmla="*/ 1 h 21"/>
                      <a:gd name="T112" fmla="*/ 4 w 132"/>
                      <a:gd name="T113" fmla="*/ 1 h 21"/>
                      <a:gd name="T114" fmla="*/ 5 w 132"/>
                      <a:gd name="T115" fmla="*/ 1 h 21"/>
                      <a:gd name="T116" fmla="*/ 5 w 132"/>
                      <a:gd name="T117" fmla="*/ 0 h 21"/>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2"/>
                      <a:gd name="T178" fmla="*/ 0 h 21"/>
                      <a:gd name="T179" fmla="*/ 132 w 132"/>
                      <a:gd name="T180" fmla="*/ 21 h 21"/>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2" h="21">
                        <a:moveTo>
                          <a:pt x="132" y="0"/>
                        </a:moveTo>
                        <a:lnTo>
                          <a:pt x="127" y="1"/>
                        </a:lnTo>
                        <a:lnTo>
                          <a:pt x="123" y="1"/>
                        </a:lnTo>
                        <a:lnTo>
                          <a:pt x="120" y="2"/>
                        </a:lnTo>
                        <a:lnTo>
                          <a:pt x="116" y="2"/>
                        </a:lnTo>
                        <a:lnTo>
                          <a:pt x="111" y="3"/>
                        </a:lnTo>
                        <a:lnTo>
                          <a:pt x="107" y="3"/>
                        </a:lnTo>
                        <a:lnTo>
                          <a:pt x="104" y="5"/>
                        </a:lnTo>
                        <a:lnTo>
                          <a:pt x="99" y="5"/>
                        </a:lnTo>
                        <a:lnTo>
                          <a:pt x="95" y="6"/>
                        </a:lnTo>
                        <a:lnTo>
                          <a:pt x="91" y="6"/>
                        </a:lnTo>
                        <a:lnTo>
                          <a:pt x="86" y="7"/>
                        </a:lnTo>
                        <a:lnTo>
                          <a:pt x="79" y="7"/>
                        </a:lnTo>
                        <a:lnTo>
                          <a:pt x="74" y="8"/>
                        </a:lnTo>
                        <a:lnTo>
                          <a:pt x="65" y="8"/>
                        </a:lnTo>
                        <a:lnTo>
                          <a:pt x="62" y="10"/>
                        </a:lnTo>
                        <a:lnTo>
                          <a:pt x="58" y="10"/>
                        </a:lnTo>
                        <a:lnTo>
                          <a:pt x="53" y="11"/>
                        </a:lnTo>
                        <a:lnTo>
                          <a:pt x="46" y="11"/>
                        </a:lnTo>
                        <a:lnTo>
                          <a:pt x="41" y="12"/>
                        </a:lnTo>
                        <a:lnTo>
                          <a:pt x="37" y="12"/>
                        </a:lnTo>
                        <a:lnTo>
                          <a:pt x="32" y="13"/>
                        </a:lnTo>
                        <a:lnTo>
                          <a:pt x="28" y="13"/>
                        </a:lnTo>
                        <a:lnTo>
                          <a:pt x="25" y="15"/>
                        </a:lnTo>
                        <a:lnTo>
                          <a:pt x="16" y="15"/>
                        </a:lnTo>
                        <a:lnTo>
                          <a:pt x="12" y="16"/>
                        </a:lnTo>
                        <a:lnTo>
                          <a:pt x="8" y="16"/>
                        </a:lnTo>
                        <a:lnTo>
                          <a:pt x="4" y="17"/>
                        </a:lnTo>
                        <a:lnTo>
                          <a:pt x="0" y="18"/>
                        </a:lnTo>
                        <a:lnTo>
                          <a:pt x="0" y="21"/>
                        </a:lnTo>
                        <a:lnTo>
                          <a:pt x="4" y="19"/>
                        </a:lnTo>
                        <a:lnTo>
                          <a:pt x="9" y="18"/>
                        </a:lnTo>
                        <a:lnTo>
                          <a:pt x="12" y="18"/>
                        </a:lnTo>
                        <a:lnTo>
                          <a:pt x="16" y="17"/>
                        </a:lnTo>
                        <a:lnTo>
                          <a:pt x="20" y="17"/>
                        </a:lnTo>
                        <a:lnTo>
                          <a:pt x="25" y="16"/>
                        </a:lnTo>
                        <a:lnTo>
                          <a:pt x="28" y="16"/>
                        </a:lnTo>
                        <a:lnTo>
                          <a:pt x="32" y="15"/>
                        </a:lnTo>
                        <a:lnTo>
                          <a:pt x="41" y="15"/>
                        </a:lnTo>
                        <a:lnTo>
                          <a:pt x="46" y="13"/>
                        </a:lnTo>
                        <a:lnTo>
                          <a:pt x="53" y="13"/>
                        </a:lnTo>
                        <a:lnTo>
                          <a:pt x="58" y="12"/>
                        </a:lnTo>
                        <a:lnTo>
                          <a:pt x="62" y="12"/>
                        </a:lnTo>
                        <a:lnTo>
                          <a:pt x="65" y="11"/>
                        </a:lnTo>
                        <a:lnTo>
                          <a:pt x="74" y="11"/>
                        </a:lnTo>
                        <a:lnTo>
                          <a:pt x="79" y="10"/>
                        </a:lnTo>
                        <a:lnTo>
                          <a:pt x="83" y="10"/>
                        </a:lnTo>
                        <a:lnTo>
                          <a:pt x="86" y="8"/>
                        </a:lnTo>
                        <a:lnTo>
                          <a:pt x="95" y="8"/>
                        </a:lnTo>
                        <a:lnTo>
                          <a:pt x="99" y="7"/>
                        </a:lnTo>
                        <a:lnTo>
                          <a:pt x="104" y="7"/>
                        </a:lnTo>
                        <a:lnTo>
                          <a:pt x="107" y="6"/>
                        </a:lnTo>
                        <a:lnTo>
                          <a:pt x="111" y="6"/>
                        </a:lnTo>
                        <a:lnTo>
                          <a:pt x="116" y="5"/>
                        </a:lnTo>
                        <a:lnTo>
                          <a:pt x="120" y="5"/>
                        </a:lnTo>
                        <a:lnTo>
                          <a:pt x="123" y="3"/>
                        </a:lnTo>
                        <a:lnTo>
                          <a:pt x="128" y="3"/>
                        </a:lnTo>
                        <a:lnTo>
                          <a:pt x="132" y="2"/>
                        </a:lnTo>
                        <a:lnTo>
                          <a:pt x="13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3" name="Freeform 317"/>
                  <p:cNvSpPr>
                    <a:spLocks/>
                  </p:cNvSpPr>
                  <p:nvPr/>
                </p:nvSpPr>
                <p:spPr bwMode="auto">
                  <a:xfrm>
                    <a:off x="4553" y="3529"/>
                    <a:ext cx="7" cy="5"/>
                  </a:xfrm>
                  <a:custGeom>
                    <a:avLst/>
                    <a:gdLst>
                      <a:gd name="T0" fmla="*/ 0 w 15"/>
                      <a:gd name="T1" fmla="*/ 1 h 8"/>
                      <a:gd name="T2" fmla="*/ 0 w 15"/>
                      <a:gd name="T3" fmla="*/ 1 h 8"/>
                      <a:gd name="T4" fmla="*/ 0 w 15"/>
                      <a:gd name="T5" fmla="*/ 1 h 8"/>
                      <a:gd name="T6" fmla="*/ 0 w 15"/>
                      <a:gd name="T7" fmla="*/ 1 h 8"/>
                      <a:gd name="T8" fmla="*/ 0 w 15"/>
                      <a:gd name="T9" fmla="*/ 1 h 8"/>
                      <a:gd name="T10" fmla="*/ 0 w 15"/>
                      <a:gd name="T11" fmla="*/ 1 h 8"/>
                      <a:gd name="T12" fmla="*/ 0 w 15"/>
                      <a:gd name="T13" fmla="*/ 0 h 8"/>
                      <a:gd name="T14" fmla="*/ 0 w 15"/>
                      <a:gd name="T15" fmla="*/ 0 h 8"/>
                      <a:gd name="T16" fmla="*/ 0 w 15"/>
                      <a:gd name="T17" fmla="*/ 1 h 8"/>
                      <a:gd name="T18" fmla="*/ 0 w 15"/>
                      <a:gd name="T19" fmla="*/ 1 h 8"/>
                      <a:gd name="T20" fmla="*/ 0 w 15"/>
                      <a:gd name="T21" fmla="*/ 1 h 8"/>
                      <a:gd name="T22" fmla="*/ 0 w 15"/>
                      <a:gd name="T23" fmla="*/ 1 h 8"/>
                      <a:gd name="T24" fmla="*/ 0 w 15"/>
                      <a:gd name="T25" fmla="*/ 1 h 8"/>
                      <a:gd name="T26" fmla="*/ 0 w 15"/>
                      <a:gd name="T27" fmla="*/ 1 h 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8"/>
                      <a:gd name="T44" fmla="*/ 15 w 15"/>
                      <a:gd name="T45" fmla="*/ 8 h 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8">
                        <a:moveTo>
                          <a:pt x="15" y="7"/>
                        </a:moveTo>
                        <a:lnTo>
                          <a:pt x="13" y="6"/>
                        </a:lnTo>
                        <a:lnTo>
                          <a:pt x="12" y="3"/>
                        </a:lnTo>
                        <a:lnTo>
                          <a:pt x="11" y="2"/>
                        </a:lnTo>
                        <a:lnTo>
                          <a:pt x="9" y="1"/>
                        </a:lnTo>
                        <a:lnTo>
                          <a:pt x="6" y="1"/>
                        </a:lnTo>
                        <a:lnTo>
                          <a:pt x="4" y="0"/>
                        </a:lnTo>
                        <a:lnTo>
                          <a:pt x="0" y="0"/>
                        </a:lnTo>
                        <a:lnTo>
                          <a:pt x="0" y="2"/>
                        </a:lnTo>
                        <a:lnTo>
                          <a:pt x="6" y="2"/>
                        </a:lnTo>
                        <a:lnTo>
                          <a:pt x="9" y="5"/>
                        </a:lnTo>
                        <a:lnTo>
                          <a:pt x="11" y="6"/>
                        </a:lnTo>
                        <a:lnTo>
                          <a:pt x="13" y="8"/>
                        </a:lnTo>
                        <a:lnTo>
                          <a:pt x="15" y="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4" name="Freeform 318"/>
                  <p:cNvSpPr>
                    <a:spLocks/>
                  </p:cNvSpPr>
                  <p:nvPr/>
                </p:nvSpPr>
                <p:spPr bwMode="auto">
                  <a:xfrm>
                    <a:off x="4177" y="3531"/>
                    <a:ext cx="15" cy="53"/>
                  </a:xfrm>
                  <a:custGeom>
                    <a:avLst/>
                    <a:gdLst>
                      <a:gd name="T0" fmla="*/ 0 w 31"/>
                      <a:gd name="T1" fmla="*/ 1 h 106"/>
                      <a:gd name="T2" fmla="*/ 0 w 31"/>
                      <a:gd name="T3" fmla="*/ 1 h 106"/>
                      <a:gd name="T4" fmla="*/ 0 w 31"/>
                      <a:gd name="T5" fmla="*/ 1 h 106"/>
                      <a:gd name="T6" fmla="*/ 0 w 31"/>
                      <a:gd name="T7" fmla="*/ 1 h 106"/>
                      <a:gd name="T8" fmla="*/ 0 w 31"/>
                      <a:gd name="T9" fmla="*/ 1 h 106"/>
                      <a:gd name="T10" fmla="*/ 0 w 31"/>
                      <a:gd name="T11" fmla="*/ 2 h 106"/>
                      <a:gd name="T12" fmla="*/ 0 w 31"/>
                      <a:gd name="T13" fmla="*/ 2 h 106"/>
                      <a:gd name="T14" fmla="*/ 0 w 31"/>
                      <a:gd name="T15" fmla="*/ 2 h 106"/>
                      <a:gd name="T16" fmla="*/ 0 w 31"/>
                      <a:gd name="T17" fmla="*/ 3 h 106"/>
                      <a:gd name="T18" fmla="*/ 0 w 31"/>
                      <a:gd name="T19" fmla="*/ 3 h 106"/>
                      <a:gd name="T20" fmla="*/ 0 w 31"/>
                      <a:gd name="T21" fmla="*/ 3 h 106"/>
                      <a:gd name="T22" fmla="*/ 0 w 31"/>
                      <a:gd name="T23" fmla="*/ 3 h 106"/>
                      <a:gd name="T24" fmla="*/ 0 w 31"/>
                      <a:gd name="T25" fmla="*/ 3 h 106"/>
                      <a:gd name="T26" fmla="*/ 0 w 31"/>
                      <a:gd name="T27" fmla="*/ 3 h 106"/>
                      <a:gd name="T28" fmla="*/ 0 w 31"/>
                      <a:gd name="T29" fmla="*/ 4 h 106"/>
                      <a:gd name="T30" fmla="*/ 0 w 31"/>
                      <a:gd name="T31" fmla="*/ 4 h 106"/>
                      <a:gd name="T32" fmla="*/ 0 w 31"/>
                      <a:gd name="T33" fmla="*/ 4 h 106"/>
                      <a:gd name="T34" fmla="*/ 0 w 31"/>
                      <a:gd name="T35" fmla="*/ 4 h 106"/>
                      <a:gd name="T36" fmla="*/ 0 w 31"/>
                      <a:gd name="T37" fmla="*/ 4 h 106"/>
                      <a:gd name="T38" fmla="*/ 0 w 31"/>
                      <a:gd name="T39" fmla="*/ 4 h 106"/>
                      <a:gd name="T40" fmla="*/ 0 w 31"/>
                      <a:gd name="T41" fmla="*/ 4 h 106"/>
                      <a:gd name="T42" fmla="*/ 0 w 31"/>
                      <a:gd name="T43" fmla="*/ 4 h 106"/>
                      <a:gd name="T44" fmla="*/ 0 w 31"/>
                      <a:gd name="T45" fmla="*/ 4 h 106"/>
                      <a:gd name="T46" fmla="*/ 0 w 31"/>
                      <a:gd name="T47" fmla="*/ 3 h 106"/>
                      <a:gd name="T48" fmla="*/ 0 w 31"/>
                      <a:gd name="T49" fmla="*/ 3 h 106"/>
                      <a:gd name="T50" fmla="*/ 0 w 31"/>
                      <a:gd name="T51" fmla="*/ 3 h 106"/>
                      <a:gd name="T52" fmla="*/ 0 w 31"/>
                      <a:gd name="T53" fmla="*/ 3 h 106"/>
                      <a:gd name="T54" fmla="*/ 0 w 31"/>
                      <a:gd name="T55" fmla="*/ 3 h 106"/>
                      <a:gd name="T56" fmla="*/ 0 w 31"/>
                      <a:gd name="T57" fmla="*/ 3 h 106"/>
                      <a:gd name="T58" fmla="*/ 0 w 31"/>
                      <a:gd name="T59" fmla="*/ 2 h 106"/>
                      <a:gd name="T60" fmla="*/ 0 w 31"/>
                      <a:gd name="T61" fmla="*/ 2 h 106"/>
                      <a:gd name="T62" fmla="*/ 0 w 31"/>
                      <a:gd name="T63" fmla="*/ 2 h 106"/>
                      <a:gd name="T64" fmla="*/ 0 w 31"/>
                      <a:gd name="T65" fmla="*/ 2 h 106"/>
                      <a:gd name="T66" fmla="*/ 0 w 31"/>
                      <a:gd name="T67" fmla="*/ 1 h 106"/>
                      <a:gd name="T68" fmla="*/ 0 w 31"/>
                      <a:gd name="T69" fmla="*/ 1 h 106"/>
                      <a:gd name="T70" fmla="*/ 0 w 31"/>
                      <a:gd name="T71" fmla="*/ 1 h 106"/>
                      <a:gd name="T72" fmla="*/ 0 w 31"/>
                      <a:gd name="T73" fmla="*/ 1 h 106"/>
                      <a:gd name="T74" fmla="*/ 0 w 31"/>
                      <a:gd name="T75" fmla="*/ 0 h 106"/>
                      <a:gd name="T76" fmla="*/ 0 w 31"/>
                      <a:gd name="T77" fmla="*/ 0 h 106"/>
                      <a:gd name="T78" fmla="*/ 0 w 31"/>
                      <a:gd name="T79" fmla="*/ 1 h 106"/>
                      <a:gd name="T80" fmla="*/ 0 w 31"/>
                      <a:gd name="T81" fmla="*/ 1 h 10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1"/>
                      <a:gd name="T124" fmla="*/ 0 h 106"/>
                      <a:gd name="T125" fmla="*/ 31 w 31"/>
                      <a:gd name="T126" fmla="*/ 106 h 10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1" h="106">
                        <a:moveTo>
                          <a:pt x="22" y="3"/>
                        </a:moveTo>
                        <a:lnTo>
                          <a:pt x="16" y="10"/>
                        </a:lnTo>
                        <a:lnTo>
                          <a:pt x="13" y="16"/>
                        </a:lnTo>
                        <a:lnTo>
                          <a:pt x="9" y="25"/>
                        </a:lnTo>
                        <a:lnTo>
                          <a:pt x="8" y="32"/>
                        </a:lnTo>
                        <a:lnTo>
                          <a:pt x="6" y="41"/>
                        </a:lnTo>
                        <a:lnTo>
                          <a:pt x="6" y="51"/>
                        </a:lnTo>
                        <a:lnTo>
                          <a:pt x="8" y="59"/>
                        </a:lnTo>
                        <a:lnTo>
                          <a:pt x="8" y="68"/>
                        </a:lnTo>
                        <a:lnTo>
                          <a:pt x="10" y="73"/>
                        </a:lnTo>
                        <a:lnTo>
                          <a:pt x="13" y="78"/>
                        </a:lnTo>
                        <a:lnTo>
                          <a:pt x="15" y="84"/>
                        </a:lnTo>
                        <a:lnTo>
                          <a:pt x="18" y="89"/>
                        </a:lnTo>
                        <a:lnTo>
                          <a:pt x="20" y="94"/>
                        </a:lnTo>
                        <a:lnTo>
                          <a:pt x="24" y="98"/>
                        </a:lnTo>
                        <a:lnTo>
                          <a:pt x="27" y="103"/>
                        </a:lnTo>
                        <a:lnTo>
                          <a:pt x="31" y="106"/>
                        </a:lnTo>
                        <a:lnTo>
                          <a:pt x="26" y="106"/>
                        </a:lnTo>
                        <a:lnTo>
                          <a:pt x="24" y="105"/>
                        </a:lnTo>
                        <a:lnTo>
                          <a:pt x="22" y="105"/>
                        </a:lnTo>
                        <a:lnTo>
                          <a:pt x="21" y="104"/>
                        </a:lnTo>
                        <a:lnTo>
                          <a:pt x="19" y="103"/>
                        </a:lnTo>
                        <a:lnTo>
                          <a:pt x="14" y="98"/>
                        </a:lnTo>
                        <a:lnTo>
                          <a:pt x="11" y="94"/>
                        </a:lnTo>
                        <a:lnTo>
                          <a:pt x="9" y="89"/>
                        </a:lnTo>
                        <a:lnTo>
                          <a:pt x="8" y="84"/>
                        </a:lnTo>
                        <a:lnTo>
                          <a:pt x="5" y="79"/>
                        </a:lnTo>
                        <a:lnTo>
                          <a:pt x="4" y="74"/>
                        </a:lnTo>
                        <a:lnTo>
                          <a:pt x="3" y="69"/>
                        </a:lnTo>
                        <a:lnTo>
                          <a:pt x="2" y="64"/>
                        </a:lnTo>
                        <a:lnTo>
                          <a:pt x="0" y="56"/>
                        </a:lnTo>
                        <a:lnTo>
                          <a:pt x="0" y="47"/>
                        </a:lnTo>
                        <a:lnTo>
                          <a:pt x="2" y="38"/>
                        </a:lnTo>
                        <a:lnTo>
                          <a:pt x="3" y="30"/>
                        </a:lnTo>
                        <a:lnTo>
                          <a:pt x="6" y="21"/>
                        </a:lnTo>
                        <a:lnTo>
                          <a:pt x="10" y="14"/>
                        </a:lnTo>
                        <a:lnTo>
                          <a:pt x="14" y="6"/>
                        </a:lnTo>
                        <a:lnTo>
                          <a:pt x="20" y="0"/>
                        </a:lnTo>
                        <a:lnTo>
                          <a:pt x="21" y="0"/>
                        </a:lnTo>
                        <a:lnTo>
                          <a:pt x="21" y="1"/>
                        </a:lnTo>
                        <a:lnTo>
                          <a:pt x="2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5" name="Freeform 319"/>
                  <p:cNvSpPr>
                    <a:spLocks/>
                  </p:cNvSpPr>
                  <p:nvPr/>
                </p:nvSpPr>
                <p:spPr bwMode="auto">
                  <a:xfrm>
                    <a:off x="4179" y="3532"/>
                    <a:ext cx="9" cy="32"/>
                  </a:xfrm>
                  <a:custGeom>
                    <a:avLst/>
                    <a:gdLst>
                      <a:gd name="T0" fmla="*/ 0 w 19"/>
                      <a:gd name="T1" fmla="*/ 2 h 65"/>
                      <a:gd name="T2" fmla="*/ 0 w 19"/>
                      <a:gd name="T3" fmla="*/ 2 h 65"/>
                      <a:gd name="T4" fmla="*/ 0 w 19"/>
                      <a:gd name="T5" fmla="*/ 1 h 65"/>
                      <a:gd name="T6" fmla="*/ 0 w 19"/>
                      <a:gd name="T7" fmla="*/ 1 h 65"/>
                      <a:gd name="T8" fmla="*/ 0 w 19"/>
                      <a:gd name="T9" fmla="*/ 0 h 65"/>
                      <a:gd name="T10" fmla="*/ 0 w 19"/>
                      <a:gd name="T11" fmla="*/ 0 h 65"/>
                      <a:gd name="T12" fmla="*/ 0 w 19"/>
                      <a:gd name="T13" fmla="*/ 0 h 65"/>
                      <a:gd name="T14" fmla="*/ 0 w 19"/>
                      <a:gd name="T15" fmla="*/ 0 h 65"/>
                      <a:gd name="T16" fmla="*/ 0 w 19"/>
                      <a:gd name="T17" fmla="*/ 0 h 65"/>
                      <a:gd name="T18" fmla="*/ 0 w 19"/>
                      <a:gd name="T19" fmla="*/ 0 h 65"/>
                      <a:gd name="T20" fmla="*/ 0 w 19"/>
                      <a:gd name="T21" fmla="*/ 0 h 65"/>
                      <a:gd name="T22" fmla="*/ 0 w 19"/>
                      <a:gd name="T23" fmla="*/ 0 h 65"/>
                      <a:gd name="T24" fmla="*/ 0 w 19"/>
                      <a:gd name="T25" fmla="*/ 0 h 65"/>
                      <a:gd name="T26" fmla="*/ 0 w 19"/>
                      <a:gd name="T27" fmla="*/ 0 h 65"/>
                      <a:gd name="T28" fmla="*/ 0 w 19"/>
                      <a:gd name="T29" fmla="*/ 1 h 65"/>
                      <a:gd name="T30" fmla="*/ 0 w 19"/>
                      <a:gd name="T31" fmla="*/ 1 h 65"/>
                      <a:gd name="T32" fmla="*/ 0 w 19"/>
                      <a:gd name="T33" fmla="*/ 1 h 65"/>
                      <a:gd name="T34" fmla="*/ 0 w 19"/>
                      <a:gd name="T35" fmla="*/ 2 h 65"/>
                      <a:gd name="T36" fmla="*/ 0 w 19"/>
                      <a:gd name="T37" fmla="*/ 2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
                      <a:gd name="T58" fmla="*/ 0 h 65"/>
                      <a:gd name="T59" fmla="*/ 19 w 19"/>
                      <a:gd name="T60" fmla="*/ 65 h 6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 h="65">
                        <a:moveTo>
                          <a:pt x="4" y="64"/>
                        </a:moveTo>
                        <a:lnTo>
                          <a:pt x="4" y="65"/>
                        </a:lnTo>
                        <a:lnTo>
                          <a:pt x="3" y="56"/>
                        </a:lnTo>
                        <a:lnTo>
                          <a:pt x="3" y="38"/>
                        </a:lnTo>
                        <a:lnTo>
                          <a:pt x="4" y="30"/>
                        </a:lnTo>
                        <a:lnTo>
                          <a:pt x="5" y="22"/>
                        </a:lnTo>
                        <a:lnTo>
                          <a:pt x="9" y="14"/>
                        </a:lnTo>
                        <a:lnTo>
                          <a:pt x="13" y="7"/>
                        </a:lnTo>
                        <a:lnTo>
                          <a:pt x="19" y="1"/>
                        </a:lnTo>
                        <a:lnTo>
                          <a:pt x="17" y="0"/>
                        </a:lnTo>
                        <a:lnTo>
                          <a:pt x="11" y="6"/>
                        </a:lnTo>
                        <a:lnTo>
                          <a:pt x="6" y="13"/>
                        </a:lnTo>
                        <a:lnTo>
                          <a:pt x="3" y="21"/>
                        </a:lnTo>
                        <a:lnTo>
                          <a:pt x="1" y="29"/>
                        </a:lnTo>
                        <a:lnTo>
                          <a:pt x="0" y="38"/>
                        </a:lnTo>
                        <a:lnTo>
                          <a:pt x="0" y="48"/>
                        </a:lnTo>
                        <a:lnTo>
                          <a:pt x="1" y="56"/>
                        </a:lnTo>
                        <a:lnTo>
                          <a:pt x="3" y="65"/>
                        </a:lnTo>
                        <a:lnTo>
                          <a:pt x="4" y="6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6" name="Freeform 320"/>
                  <p:cNvSpPr>
                    <a:spLocks/>
                  </p:cNvSpPr>
                  <p:nvPr/>
                </p:nvSpPr>
                <p:spPr bwMode="auto">
                  <a:xfrm>
                    <a:off x="4180" y="3564"/>
                    <a:ext cx="14" cy="20"/>
                  </a:xfrm>
                  <a:custGeom>
                    <a:avLst/>
                    <a:gdLst>
                      <a:gd name="T0" fmla="*/ 1 w 27"/>
                      <a:gd name="T1" fmla="*/ 2 h 40"/>
                      <a:gd name="T2" fmla="*/ 1 w 27"/>
                      <a:gd name="T3" fmla="*/ 2 h 40"/>
                      <a:gd name="T4" fmla="*/ 1 w 27"/>
                      <a:gd name="T5" fmla="*/ 2 h 40"/>
                      <a:gd name="T6" fmla="*/ 1 w 27"/>
                      <a:gd name="T7" fmla="*/ 1 h 40"/>
                      <a:gd name="T8" fmla="*/ 1 w 27"/>
                      <a:gd name="T9" fmla="*/ 1 h 40"/>
                      <a:gd name="T10" fmla="*/ 1 w 27"/>
                      <a:gd name="T11" fmla="*/ 1 h 40"/>
                      <a:gd name="T12" fmla="*/ 1 w 27"/>
                      <a:gd name="T13" fmla="*/ 1 h 40"/>
                      <a:gd name="T14" fmla="*/ 1 w 27"/>
                      <a:gd name="T15" fmla="*/ 1 h 40"/>
                      <a:gd name="T16" fmla="*/ 1 w 27"/>
                      <a:gd name="T17" fmla="*/ 1 h 40"/>
                      <a:gd name="T18" fmla="*/ 1 w 27"/>
                      <a:gd name="T19" fmla="*/ 0 h 40"/>
                      <a:gd name="T20" fmla="*/ 0 w 27"/>
                      <a:gd name="T21" fmla="*/ 1 h 40"/>
                      <a:gd name="T22" fmla="*/ 1 w 27"/>
                      <a:gd name="T23" fmla="*/ 1 h 40"/>
                      <a:gd name="T24" fmla="*/ 1 w 27"/>
                      <a:gd name="T25" fmla="*/ 1 h 40"/>
                      <a:gd name="T26" fmla="*/ 1 w 27"/>
                      <a:gd name="T27" fmla="*/ 1 h 40"/>
                      <a:gd name="T28" fmla="*/ 1 w 27"/>
                      <a:gd name="T29" fmla="*/ 1 h 40"/>
                      <a:gd name="T30" fmla="*/ 1 w 27"/>
                      <a:gd name="T31" fmla="*/ 1 h 40"/>
                      <a:gd name="T32" fmla="*/ 1 w 27"/>
                      <a:gd name="T33" fmla="*/ 1 h 40"/>
                      <a:gd name="T34" fmla="*/ 1 w 27"/>
                      <a:gd name="T35" fmla="*/ 2 h 40"/>
                      <a:gd name="T36" fmla="*/ 1 w 27"/>
                      <a:gd name="T37" fmla="*/ 2 h 40"/>
                      <a:gd name="T38" fmla="*/ 1 w 27"/>
                      <a:gd name="T39" fmla="*/ 2 h 40"/>
                      <a:gd name="T40" fmla="*/ 1 w 27"/>
                      <a:gd name="T41" fmla="*/ 2 h 40"/>
                      <a:gd name="T42" fmla="*/ 1 w 27"/>
                      <a:gd name="T43" fmla="*/ 2 h 40"/>
                      <a:gd name="T44" fmla="*/ 1 w 27"/>
                      <a:gd name="T45" fmla="*/ 2 h 40"/>
                      <a:gd name="T46" fmla="*/ 1 w 27"/>
                      <a:gd name="T47" fmla="*/ 2 h 4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
                      <a:gd name="T73" fmla="*/ 0 h 40"/>
                      <a:gd name="T74" fmla="*/ 27 w 27"/>
                      <a:gd name="T75" fmla="*/ 40 h 4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 h="40">
                        <a:moveTo>
                          <a:pt x="23" y="40"/>
                        </a:moveTo>
                        <a:lnTo>
                          <a:pt x="24" y="38"/>
                        </a:lnTo>
                        <a:lnTo>
                          <a:pt x="19" y="34"/>
                        </a:lnTo>
                        <a:lnTo>
                          <a:pt x="17" y="31"/>
                        </a:lnTo>
                        <a:lnTo>
                          <a:pt x="13" y="26"/>
                        </a:lnTo>
                        <a:lnTo>
                          <a:pt x="11" y="21"/>
                        </a:lnTo>
                        <a:lnTo>
                          <a:pt x="8" y="16"/>
                        </a:lnTo>
                        <a:lnTo>
                          <a:pt x="6" y="11"/>
                        </a:lnTo>
                        <a:lnTo>
                          <a:pt x="3" y="6"/>
                        </a:lnTo>
                        <a:lnTo>
                          <a:pt x="1" y="0"/>
                        </a:lnTo>
                        <a:lnTo>
                          <a:pt x="0" y="1"/>
                        </a:lnTo>
                        <a:lnTo>
                          <a:pt x="1" y="6"/>
                        </a:lnTo>
                        <a:lnTo>
                          <a:pt x="3" y="12"/>
                        </a:lnTo>
                        <a:lnTo>
                          <a:pt x="6" y="17"/>
                        </a:lnTo>
                        <a:lnTo>
                          <a:pt x="8" y="22"/>
                        </a:lnTo>
                        <a:lnTo>
                          <a:pt x="11" y="27"/>
                        </a:lnTo>
                        <a:lnTo>
                          <a:pt x="14" y="32"/>
                        </a:lnTo>
                        <a:lnTo>
                          <a:pt x="18" y="36"/>
                        </a:lnTo>
                        <a:lnTo>
                          <a:pt x="22" y="40"/>
                        </a:lnTo>
                        <a:lnTo>
                          <a:pt x="23" y="38"/>
                        </a:lnTo>
                        <a:lnTo>
                          <a:pt x="23" y="40"/>
                        </a:lnTo>
                        <a:lnTo>
                          <a:pt x="27" y="40"/>
                        </a:lnTo>
                        <a:lnTo>
                          <a:pt x="24" y="38"/>
                        </a:lnTo>
                        <a:lnTo>
                          <a:pt x="23" y="4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7" name="Freeform 321"/>
                  <p:cNvSpPr>
                    <a:spLocks/>
                  </p:cNvSpPr>
                  <p:nvPr/>
                </p:nvSpPr>
                <p:spPr bwMode="auto">
                  <a:xfrm>
                    <a:off x="4185" y="3581"/>
                    <a:ext cx="7" cy="3"/>
                  </a:xfrm>
                  <a:custGeom>
                    <a:avLst/>
                    <a:gdLst>
                      <a:gd name="T0" fmla="*/ 0 w 15"/>
                      <a:gd name="T1" fmla="*/ 0 h 7"/>
                      <a:gd name="T2" fmla="*/ 0 w 15"/>
                      <a:gd name="T3" fmla="*/ 0 h 7"/>
                      <a:gd name="T4" fmla="*/ 0 w 15"/>
                      <a:gd name="T5" fmla="*/ 0 h 7"/>
                      <a:gd name="T6" fmla="*/ 0 w 15"/>
                      <a:gd name="T7" fmla="*/ 0 h 7"/>
                      <a:gd name="T8" fmla="*/ 0 w 15"/>
                      <a:gd name="T9" fmla="*/ 0 h 7"/>
                      <a:gd name="T10" fmla="*/ 0 w 15"/>
                      <a:gd name="T11" fmla="*/ 0 h 7"/>
                      <a:gd name="T12" fmla="*/ 0 w 15"/>
                      <a:gd name="T13" fmla="*/ 0 h 7"/>
                      <a:gd name="T14" fmla="*/ 0 w 15"/>
                      <a:gd name="T15" fmla="*/ 0 h 7"/>
                      <a:gd name="T16" fmla="*/ 0 w 15"/>
                      <a:gd name="T17" fmla="*/ 0 h 7"/>
                      <a:gd name="T18" fmla="*/ 0 w 15"/>
                      <a:gd name="T19" fmla="*/ 0 h 7"/>
                      <a:gd name="T20" fmla="*/ 0 w 15"/>
                      <a:gd name="T21" fmla="*/ 0 h 7"/>
                      <a:gd name="T22" fmla="*/ 0 w 15"/>
                      <a:gd name="T23" fmla="*/ 0 h 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7"/>
                      <a:gd name="T38" fmla="*/ 15 w 15"/>
                      <a:gd name="T39" fmla="*/ 7 h 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7">
                        <a:moveTo>
                          <a:pt x="0" y="3"/>
                        </a:moveTo>
                        <a:lnTo>
                          <a:pt x="2" y="4"/>
                        </a:lnTo>
                        <a:lnTo>
                          <a:pt x="4" y="5"/>
                        </a:lnTo>
                        <a:lnTo>
                          <a:pt x="5" y="6"/>
                        </a:lnTo>
                        <a:lnTo>
                          <a:pt x="8" y="7"/>
                        </a:lnTo>
                        <a:lnTo>
                          <a:pt x="15" y="7"/>
                        </a:lnTo>
                        <a:lnTo>
                          <a:pt x="15" y="5"/>
                        </a:lnTo>
                        <a:lnTo>
                          <a:pt x="10" y="5"/>
                        </a:lnTo>
                        <a:lnTo>
                          <a:pt x="9" y="4"/>
                        </a:lnTo>
                        <a:lnTo>
                          <a:pt x="6" y="4"/>
                        </a:lnTo>
                        <a:lnTo>
                          <a:pt x="3" y="0"/>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8" name="Freeform 322"/>
                  <p:cNvSpPr>
                    <a:spLocks/>
                  </p:cNvSpPr>
                  <p:nvPr/>
                </p:nvSpPr>
                <p:spPr bwMode="auto">
                  <a:xfrm>
                    <a:off x="4177" y="3563"/>
                    <a:ext cx="9" cy="19"/>
                  </a:xfrm>
                  <a:custGeom>
                    <a:avLst/>
                    <a:gdLst>
                      <a:gd name="T0" fmla="*/ 0 w 19"/>
                      <a:gd name="T1" fmla="*/ 0 h 39"/>
                      <a:gd name="T2" fmla="*/ 0 w 19"/>
                      <a:gd name="T3" fmla="*/ 0 h 39"/>
                      <a:gd name="T4" fmla="*/ 0 w 19"/>
                      <a:gd name="T5" fmla="*/ 0 h 39"/>
                      <a:gd name="T6" fmla="*/ 0 w 19"/>
                      <a:gd name="T7" fmla="*/ 0 h 39"/>
                      <a:gd name="T8" fmla="*/ 0 w 19"/>
                      <a:gd name="T9" fmla="*/ 0 h 39"/>
                      <a:gd name="T10" fmla="*/ 0 w 19"/>
                      <a:gd name="T11" fmla="*/ 0 h 39"/>
                      <a:gd name="T12" fmla="*/ 0 w 19"/>
                      <a:gd name="T13" fmla="*/ 0 h 39"/>
                      <a:gd name="T14" fmla="*/ 0 w 19"/>
                      <a:gd name="T15" fmla="*/ 0 h 39"/>
                      <a:gd name="T16" fmla="*/ 0 w 19"/>
                      <a:gd name="T17" fmla="*/ 1 h 39"/>
                      <a:gd name="T18" fmla="*/ 0 w 19"/>
                      <a:gd name="T19" fmla="*/ 1 h 39"/>
                      <a:gd name="T20" fmla="*/ 0 w 19"/>
                      <a:gd name="T21" fmla="*/ 1 h 39"/>
                      <a:gd name="T22" fmla="*/ 0 w 19"/>
                      <a:gd name="T23" fmla="*/ 1 h 39"/>
                      <a:gd name="T24" fmla="*/ 0 w 19"/>
                      <a:gd name="T25" fmla="*/ 0 h 39"/>
                      <a:gd name="T26" fmla="*/ 0 w 19"/>
                      <a:gd name="T27" fmla="*/ 0 h 39"/>
                      <a:gd name="T28" fmla="*/ 0 w 19"/>
                      <a:gd name="T29" fmla="*/ 0 h 39"/>
                      <a:gd name="T30" fmla="*/ 0 w 19"/>
                      <a:gd name="T31" fmla="*/ 0 h 39"/>
                      <a:gd name="T32" fmla="*/ 0 w 19"/>
                      <a:gd name="T33" fmla="*/ 0 h 39"/>
                      <a:gd name="T34" fmla="*/ 0 w 19"/>
                      <a:gd name="T35" fmla="*/ 0 h 39"/>
                      <a:gd name="T36" fmla="*/ 0 w 19"/>
                      <a:gd name="T37" fmla="*/ 0 h 39"/>
                      <a:gd name="T38" fmla="*/ 0 w 19"/>
                      <a:gd name="T39" fmla="*/ 0 h 39"/>
                      <a:gd name="T40" fmla="*/ 0 w 19"/>
                      <a:gd name="T41" fmla="*/ 0 h 39"/>
                      <a:gd name="T42" fmla="*/ 0 w 19"/>
                      <a:gd name="T43" fmla="*/ 0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9"/>
                      <a:gd name="T67" fmla="*/ 0 h 39"/>
                      <a:gd name="T68" fmla="*/ 19 w 19"/>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9" h="39">
                        <a:moveTo>
                          <a:pt x="0" y="0"/>
                        </a:moveTo>
                        <a:lnTo>
                          <a:pt x="0" y="2"/>
                        </a:lnTo>
                        <a:lnTo>
                          <a:pt x="2" y="6"/>
                        </a:lnTo>
                        <a:lnTo>
                          <a:pt x="3" y="10"/>
                        </a:lnTo>
                        <a:lnTo>
                          <a:pt x="4" y="15"/>
                        </a:lnTo>
                        <a:lnTo>
                          <a:pt x="6" y="21"/>
                        </a:lnTo>
                        <a:lnTo>
                          <a:pt x="8" y="25"/>
                        </a:lnTo>
                        <a:lnTo>
                          <a:pt x="10" y="30"/>
                        </a:lnTo>
                        <a:lnTo>
                          <a:pt x="13" y="35"/>
                        </a:lnTo>
                        <a:lnTo>
                          <a:pt x="16" y="39"/>
                        </a:lnTo>
                        <a:lnTo>
                          <a:pt x="19" y="36"/>
                        </a:lnTo>
                        <a:lnTo>
                          <a:pt x="15" y="32"/>
                        </a:lnTo>
                        <a:lnTo>
                          <a:pt x="13" y="29"/>
                        </a:lnTo>
                        <a:lnTo>
                          <a:pt x="10" y="25"/>
                        </a:lnTo>
                        <a:lnTo>
                          <a:pt x="8" y="20"/>
                        </a:lnTo>
                        <a:lnTo>
                          <a:pt x="6" y="15"/>
                        </a:lnTo>
                        <a:lnTo>
                          <a:pt x="5" y="10"/>
                        </a:lnTo>
                        <a:lnTo>
                          <a:pt x="4" y="5"/>
                        </a:lnTo>
                        <a:lnTo>
                          <a:pt x="3" y="0"/>
                        </a:lnTo>
                        <a:lnTo>
                          <a:pt x="0" y="0"/>
                        </a:lnTo>
                        <a:lnTo>
                          <a:pt x="0" y="2"/>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9" name="Freeform 323"/>
                  <p:cNvSpPr>
                    <a:spLocks/>
                  </p:cNvSpPr>
                  <p:nvPr/>
                </p:nvSpPr>
                <p:spPr bwMode="auto">
                  <a:xfrm>
                    <a:off x="4176" y="3530"/>
                    <a:ext cx="11" cy="33"/>
                  </a:xfrm>
                  <a:custGeom>
                    <a:avLst/>
                    <a:gdLst>
                      <a:gd name="T0" fmla="*/ 1 w 22"/>
                      <a:gd name="T1" fmla="*/ 0 h 65"/>
                      <a:gd name="T2" fmla="*/ 1 w 22"/>
                      <a:gd name="T3" fmla="*/ 1 h 65"/>
                      <a:gd name="T4" fmla="*/ 1 w 22"/>
                      <a:gd name="T5" fmla="*/ 1 h 65"/>
                      <a:gd name="T6" fmla="*/ 1 w 22"/>
                      <a:gd name="T7" fmla="*/ 1 h 65"/>
                      <a:gd name="T8" fmla="*/ 1 w 22"/>
                      <a:gd name="T9" fmla="*/ 1 h 65"/>
                      <a:gd name="T10" fmla="*/ 1 w 22"/>
                      <a:gd name="T11" fmla="*/ 2 h 65"/>
                      <a:gd name="T12" fmla="*/ 0 w 22"/>
                      <a:gd name="T13" fmla="*/ 2 h 65"/>
                      <a:gd name="T14" fmla="*/ 0 w 22"/>
                      <a:gd name="T15" fmla="*/ 2 h 65"/>
                      <a:gd name="T16" fmla="*/ 1 w 22"/>
                      <a:gd name="T17" fmla="*/ 3 h 65"/>
                      <a:gd name="T18" fmla="*/ 1 w 22"/>
                      <a:gd name="T19" fmla="*/ 3 h 65"/>
                      <a:gd name="T20" fmla="*/ 1 w 22"/>
                      <a:gd name="T21" fmla="*/ 2 h 65"/>
                      <a:gd name="T22" fmla="*/ 1 w 22"/>
                      <a:gd name="T23" fmla="*/ 2 h 65"/>
                      <a:gd name="T24" fmla="*/ 1 w 22"/>
                      <a:gd name="T25" fmla="*/ 2 h 65"/>
                      <a:gd name="T26" fmla="*/ 1 w 22"/>
                      <a:gd name="T27" fmla="*/ 1 h 65"/>
                      <a:gd name="T28" fmla="*/ 1 w 22"/>
                      <a:gd name="T29" fmla="*/ 1 h 65"/>
                      <a:gd name="T30" fmla="*/ 1 w 22"/>
                      <a:gd name="T31" fmla="*/ 1 h 65"/>
                      <a:gd name="T32" fmla="*/ 1 w 22"/>
                      <a:gd name="T33" fmla="*/ 1 h 65"/>
                      <a:gd name="T34" fmla="*/ 1 w 22"/>
                      <a:gd name="T35" fmla="*/ 1 h 65"/>
                      <a:gd name="T36" fmla="*/ 1 w 22"/>
                      <a:gd name="T37" fmla="*/ 1 h 65"/>
                      <a:gd name="T38" fmla="*/ 1 w 22"/>
                      <a:gd name="T39" fmla="*/ 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
                      <a:gd name="T61" fmla="*/ 0 h 65"/>
                      <a:gd name="T62" fmla="*/ 22 w 22"/>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 h="65">
                        <a:moveTo>
                          <a:pt x="20" y="0"/>
                        </a:moveTo>
                        <a:lnTo>
                          <a:pt x="14" y="7"/>
                        </a:lnTo>
                        <a:lnTo>
                          <a:pt x="10" y="15"/>
                        </a:lnTo>
                        <a:lnTo>
                          <a:pt x="6" y="22"/>
                        </a:lnTo>
                        <a:lnTo>
                          <a:pt x="3" y="31"/>
                        </a:lnTo>
                        <a:lnTo>
                          <a:pt x="1" y="39"/>
                        </a:lnTo>
                        <a:lnTo>
                          <a:pt x="0" y="48"/>
                        </a:lnTo>
                        <a:lnTo>
                          <a:pt x="0" y="57"/>
                        </a:lnTo>
                        <a:lnTo>
                          <a:pt x="1" y="65"/>
                        </a:lnTo>
                        <a:lnTo>
                          <a:pt x="4" y="65"/>
                        </a:lnTo>
                        <a:lnTo>
                          <a:pt x="3" y="57"/>
                        </a:lnTo>
                        <a:lnTo>
                          <a:pt x="3" y="48"/>
                        </a:lnTo>
                        <a:lnTo>
                          <a:pt x="4" y="39"/>
                        </a:lnTo>
                        <a:lnTo>
                          <a:pt x="5" y="31"/>
                        </a:lnTo>
                        <a:lnTo>
                          <a:pt x="9" y="23"/>
                        </a:lnTo>
                        <a:lnTo>
                          <a:pt x="12" y="16"/>
                        </a:lnTo>
                        <a:lnTo>
                          <a:pt x="16" y="9"/>
                        </a:lnTo>
                        <a:lnTo>
                          <a:pt x="22" y="2"/>
                        </a:lnTo>
                        <a:lnTo>
                          <a:pt x="21" y="2"/>
                        </a:lnTo>
                        <a:lnTo>
                          <a:pt x="2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0" name="Freeform 324"/>
                  <p:cNvSpPr>
                    <a:spLocks/>
                  </p:cNvSpPr>
                  <p:nvPr/>
                </p:nvSpPr>
                <p:spPr bwMode="auto">
                  <a:xfrm>
                    <a:off x="4186" y="3530"/>
                    <a:ext cx="3" cy="2"/>
                  </a:xfrm>
                  <a:custGeom>
                    <a:avLst/>
                    <a:gdLst>
                      <a:gd name="T0" fmla="*/ 1 w 6"/>
                      <a:gd name="T1" fmla="*/ 0 h 5"/>
                      <a:gd name="T2" fmla="*/ 1 w 6"/>
                      <a:gd name="T3" fmla="*/ 0 h 5"/>
                      <a:gd name="T4" fmla="*/ 1 w 6"/>
                      <a:gd name="T5" fmla="*/ 0 h 5"/>
                      <a:gd name="T6" fmla="*/ 0 w 6"/>
                      <a:gd name="T7" fmla="*/ 0 h 5"/>
                      <a:gd name="T8" fmla="*/ 1 w 6"/>
                      <a:gd name="T9" fmla="*/ 0 h 5"/>
                      <a:gd name="T10" fmla="*/ 1 w 6"/>
                      <a:gd name="T11" fmla="*/ 0 h 5"/>
                      <a:gd name="T12" fmla="*/ 1 w 6"/>
                      <a:gd name="T13" fmla="*/ 0 h 5"/>
                      <a:gd name="T14" fmla="*/ 1 w 6"/>
                      <a:gd name="T15" fmla="*/ 0 h 5"/>
                      <a:gd name="T16" fmla="*/ 1 w 6"/>
                      <a:gd name="T17" fmla="*/ 0 h 5"/>
                      <a:gd name="T18" fmla="*/ 1 w 6"/>
                      <a:gd name="T19" fmla="*/ 0 h 5"/>
                      <a:gd name="T20" fmla="*/ 1 w 6"/>
                      <a:gd name="T21" fmla="*/ 0 h 5"/>
                      <a:gd name="T22" fmla="*/ 1 w 6"/>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5"/>
                      <a:gd name="T38" fmla="*/ 6 w 6"/>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5">
                        <a:moveTo>
                          <a:pt x="5" y="5"/>
                        </a:moveTo>
                        <a:lnTo>
                          <a:pt x="5" y="2"/>
                        </a:lnTo>
                        <a:lnTo>
                          <a:pt x="2" y="0"/>
                        </a:lnTo>
                        <a:lnTo>
                          <a:pt x="0" y="0"/>
                        </a:lnTo>
                        <a:lnTo>
                          <a:pt x="1" y="2"/>
                        </a:lnTo>
                        <a:lnTo>
                          <a:pt x="2" y="2"/>
                        </a:lnTo>
                        <a:lnTo>
                          <a:pt x="2" y="5"/>
                        </a:lnTo>
                        <a:lnTo>
                          <a:pt x="3" y="4"/>
                        </a:lnTo>
                        <a:lnTo>
                          <a:pt x="5" y="5"/>
                        </a:lnTo>
                        <a:lnTo>
                          <a:pt x="6" y="5"/>
                        </a:lnTo>
                        <a:lnTo>
                          <a:pt x="5" y="4"/>
                        </a:lnTo>
                        <a:lnTo>
                          <a:pt x="5"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1" name="Freeform 325"/>
                  <p:cNvSpPr>
                    <a:spLocks/>
                  </p:cNvSpPr>
                  <p:nvPr/>
                </p:nvSpPr>
                <p:spPr bwMode="auto">
                  <a:xfrm>
                    <a:off x="4586" y="3534"/>
                    <a:ext cx="30" cy="17"/>
                  </a:xfrm>
                  <a:custGeom>
                    <a:avLst/>
                    <a:gdLst>
                      <a:gd name="T0" fmla="*/ 1 w 61"/>
                      <a:gd name="T1" fmla="*/ 1 h 35"/>
                      <a:gd name="T2" fmla="*/ 1 w 61"/>
                      <a:gd name="T3" fmla="*/ 0 h 35"/>
                      <a:gd name="T4" fmla="*/ 1 w 61"/>
                      <a:gd name="T5" fmla="*/ 0 h 35"/>
                      <a:gd name="T6" fmla="*/ 1 w 61"/>
                      <a:gd name="T7" fmla="*/ 1 h 35"/>
                      <a:gd name="T8" fmla="*/ 1 w 61"/>
                      <a:gd name="T9" fmla="*/ 1 h 35"/>
                      <a:gd name="T10" fmla="*/ 1 w 61"/>
                      <a:gd name="T11" fmla="*/ 1 h 35"/>
                      <a:gd name="T12" fmla="*/ 1 w 61"/>
                      <a:gd name="T13" fmla="*/ 0 h 35"/>
                      <a:gd name="T14" fmla="*/ 1 w 61"/>
                      <a:gd name="T15" fmla="*/ 0 h 35"/>
                      <a:gd name="T16" fmla="*/ 1 w 61"/>
                      <a:gd name="T17" fmla="*/ 0 h 35"/>
                      <a:gd name="T18" fmla="*/ 1 w 61"/>
                      <a:gd name="T19" fmla="*/ 0 h 35"/>
                      <a:gd name="T20" fmla="*/ 1 w 61"/>
                      <a:gd name="T21" fmla="*/ 0 h 35"/>
                      <a:gd name="T22" fmla="*/ 1 w 61"/>
                      <a:gd name="T23" fmla="*/ 0 h 35"/>
                      <a:gd name="T24" fmla="*/ 0 w 61"/>
                      <a:gd name="T25" fmla="*/ 0 h 35"/>
                      <a:gd name="T26" fmla="*/ 0 w 61"/>
                      <a:gd name="T27" fmla="*/ 0 h 35"/>
                      <a:gd name="T28" fmla="*/ 0 w 61"/>
                      <a:gd name="T29" fmla="*/ 0 h 35"/>
                      <a:gd name="T30" fmla="*/ 0 w 61"/>
                      <a:gd name="T31" fmla="*/ 0 h 35"/>
                      <a:gd name="T32" fmla="*/ 0 w 61"/>
                      <a:gd name="T33" fmla="*/ 0 h 35"/>
                      <a:gd name="T34" fmla="*/ 0 w 61"/>
                      <a:gd name="T35" fmla="*/ 0 h 35"/>
                      <a:gd name="T36" fmla="*/ 0 w 61"/>
                      <a:gd name="T37" fmla="*/ 0 h 35"/>
                      <a:gd name="T38" fmla="*/ 0 w 61"/>
                      <a:gd name="T39" fmla="*/ 0 h 35"/>
                      <a:gd name="T40" fmla="*/ 0 w 61"/>
                      <a:gd name="T41" fmla="*/ 0 h 35"/>
                      <a:gd name="T42" fmla="*/ 0 w 61"/>
                      <a:gd name="T43" fmla="*/ 0 h 35"/>
                      <a:gd name="T44" fmla="*/ 0 w 61"/>
                      <a:gd name="T45" fmla="*/ 0 h 35"/>
                      <a:gd name="T46" fmla="*/ 0 w 61"/>
                      <a:gd name="T47" fmla="*/ 0 h 35"/>
                      <a:gd name="T48" fmla="*/ 0 w 61"/>
                      <a:gd name="T49" fmla="*/ 0 h 35"/>
                      <a:gd name="T50" fmla="*/ 0 w 61"/>
                      <a:gd name="T51" fmla="*/ 0 h 35"/>
                      <a:gd name="T52" fmla="*/ 0 w 61"/>
                      <a:gd name="T53" fmla="*/ 0 h 35"/>
                      <a:gd name="T54" fmla="*/ 0 w 61"/>
                      <a:gd name="T55" fmla="*/ 0 h 35"/>
                      <a:gd name="T56" fmla="*/ 0 w 61"/>
                      <a:gd name="T57" fmla="*/ 0 h 35"/>
                      <a:gd name="T58" fmla="*/ 0 w 61"/>
                      <a:gd name="T59" fmla="*/ 0 h 35"/>
                      <a:gd name="T60" fmla="*/ 0 w 61"/>
                      <a:gd name="T61" fmla="*/ 0 h 35"/>
                      <a:gd name="T62" fmla="*/ 0 w 61"/>
                      <a:gd name="T63" fmla="*/ 0 h 35"/>
                      <a:gd name="T64" fmla="*/ 1 w 61"/>
                      <a:gd name="T65" fmla="*/ 0 h 35"/>
                      <a:gd name="T66" fmla="*/ 1 w 61"/>
                      <a:gd name="T67" fmla="*/ 0 h 35"/>
                      <a:gd name="T68" fmla="*/ 1 w 61"/>
                      <a:gd name="T69" fmla="*/ 0 h 35"/>
                      <a:gd name="T70" fmla="*/ 1 w 61"/>
                      <a:gd name="T71" fmla="*/ 0 h 35"/>
                      <a:gd name="T72" fmla="*/ 1 w 61"/>
                      <a:gd name="T73" fmla="*/ 0 h 35"/>
                      <a:gd name="T74" fmla="*/ 1 w 61"/>
                      <a:gd name="T75" fmla="*/ 0 h 35"/>
                      <a:gd name="T76" fmla="*/ 1 w 61"/>
                      <a:gd name="T77" fmla="*/ 0 h 35"/>
                      <a:gd name="T78" fmla="*/ 1 w 61"/>
                      <a:gd name="T79" fmla="*/ 0 h 35"/>
                      <a:gd name="T80" fmla="*/ 1 w 61"/>
                      <a:gd name="T81" fmla="*/ 0 h 35"/>
                      <a:gd name="T82" fmla="*/ 1 w 61"/>
                      <a:gd name="T83" fmla="*/ 1 h 35"/>
                      <a:gd name="T84" fmla="*/ 1 w 61"/>
                      <a:gd name="T85" fmla="*/ 1 h 3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1"/>
                      <a:gd name="T130" fmla="*/ 0 h 35"/>
                      <a:gd name="T131" fmla="*/ 61 w 61"/>
                      <a:gd name="T132" fmla="*/ 35 h 3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1" h="35">
                        <a:moveTo>
                          <a:pt x="61" y="34"/>
                        </a:moveTo>
                        <a:lnTo>
                          <a:pt x="54" y="29"/>
                        </a:lnTo>
                        <a:lnTo>
                          <a:pt x="54" y="31"/>
                        </a:lnTo>
                        <a:lnTo>
                          <a:pt x="58" y="35"/>
                        </a:lnTo>
                        <a:lnTo>
                          <a:pt x="57" y="35"/>
                        </a:lnTo>
                        <a:lnTo>
                          <a:pt x="53" y="32"/>
                        </a:lnTo>
                        <a:lnTo>
                          <a:pt x="51" y="30"/>
                        </a:lnTo>
                        <a:lnTo>
                          <a:pt x="47" y="27"/>
                        </a:lnTo>
                        <a:lnTo>
                          <a:pt x="45" y="25"/>
                        </a:lnTo>
                        <a:lnTo>
                          <a:pt x="41" y="24"/>
                        </a:lnTo>
                        <a:lnTo>
                          <a:pt x="38" y="21"/>
                        </a:lnTo>
                        <a:lnTo>
                          <a:pt x="35" y="20"/>
                        </a:lnTo>
                        <a:lnTo>
                          <a:pt x="31" y="19"/>
                        </a:lnTo>
                        <a:lnTo>
                          <a:pt x="27" y="18"/>
                        </a:lnTo>
                        <a:lnTo>
                          <a:pt x="24" y="16"/>
                        </a:lnTo>
                        <a:lnTo>
                          <a:pt x="20" y="16"/>
                        </a:lnTo>
                        <a:lnTo>
                          <a:pt x="15" y="15"/>
                        </a:lnTo>
                        <a:lnTo>
                          <a:pt x="11" y="14"/>
                        </a:lnTo>
                        <a:lnTo>
                          <a:pt x="8" y="13"/>
                        </a:lnTo>
                        <a:lnTo>
                          <a:pt x="4" y="10"/>
                        </a:lnTo>
                        <a:lnTo>
                          <a:pt x="0" y="7"/>
                        </a:lnTo>
                        <a:lnTo>
                          <a:pt x="0" y="4"/>
                        </a:lnTo>
                        <a:lnTo>
                          <a:pt x="1" y="3"/>
                        </a:lnTo>
                        <a:lnTo>
                          <a:pt x="3" y="3"/>
                        </a:lnTo>
                        <a:lnTo>
                          <a:pt x="4" y="2"/>
                        </a:lnTo>
                        <a:lnTo>
                          <a:pt x="5" y="2"/>
                        </a:lnTo>
                        <a:lnTo>
                          <a:pt x="6" y="0"/>
                        </a:lnTo>
                        <a:lnTo>
                          <a:pt x="16" y="0"/>
                        </a:lnTo>
                        <a:lnTo>
                          <a:pt x="20" y="2"/>
                        </a:lnTo>
                        <a:lnTo>
                          <a:pt x="24" y="3"/>
                        </a:lnTo>
                        <a:lnTo>
                          <a:pt x="27" y="4"/>
                        </a:lnTo>
                        <a:lnTo>
                          <a:pt x="31" y="7"/>
                        </a:lnTo>
                        <a:lnTo>
                          <a:pt x="33" y="8"/>
                        </a:lnTo>
                        <a:lnTo>
                          <a:pt x="37" y="10"/>
                        </a:lnTo>
                        <a:lnTo>
                          <a:pt x="40" y="13"/>
                        </a:lnTo>
                        <a:lnTo>
                          <a:pt x="43" y="15"/>
                        </a:lnTo>
                        <a:lnTo>
                          <a:pt x="46" y="19"/>
                        </a:lnTo>
                        <a:lnTo>
                          <a:pt x="50" y="21"/>
                        </a:lnTo>
                        <a:lnTo>
                          <a:pt x="52" y="25"/>
                        </a:lnTo>
                        <a:lnTo>
                          <a:pt x="54" y="27"/>
                        </a:lnTo>
                        <a:lnTo>
                          <a:pt x="58" y="30"/>
                        </a:lnTo>
                        <a:lnTo>
                          <a:pt x="61" y="32"/>
                        </a:lnTo>
                        <a:lnTo>
                          <a:pt x="61" y="3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2" name="Freeform 326"/>
                  <p:cNvSpPr>
                    <a:spLocks/>
                  </p:cNvSpPr>
                  <p:nvPr/>
                </p:nvSpPr>
                <p:spPr bwMode="auto">
                  <a:xfrm>
                    <a:off x="4612" y="3547"/>
                    <a:ext cx="4" cy="4"/>
                  </a:xfrm>
                  <a:custGeom>
                    <a:avLst/>
                    <a:gdLst>
                      <a:gd name="T0" fmla="*/ 0 w 9"/>
                      <a:gd name="T1" fmla="*/ 1 h 8"/>
                      <a:gd name="T2" fmla="*/ 0 w 9"/>
                      <a:gd name="T3" fmla="*/ 1 h 8"/>
                      <a:gd name="T4" fmla="*/ 0 w 9"/>
                      <a:gd name="T5" fmla="*/ 1 h 8"/>
                      <a:gd name="T6" fmla="*/ 0 w 9"/>
                      <a:gd name="T7" fmla="*/ 1 h 8"/>
                      <a:gd name="T8" fmla="*/ 0 w 9"/>
                      <a:gd name="T9" fmla="*/ 1 h 8"/>
                      <a:gd name="T10" fmla="*/ 0 w 9"/>
                      <a:gd name="T11" fmla="*/ 1 h 8"/>
                      <a:gd name="T12" fmla="*/ 0 w 9"/>
                      <a:gd name="T13" fmla="*/ 1 h 8"/>
                      <a:gd name="T14" fmla="*/ 0 w 9"/>
                      <a:gd name="T15" fmla="*/ 0 h 8"/>
                      <a:gd name="T16" fmla="*/ 0 w 9"/>
                      <a:gd name="T17" fmla="*/ 1 h 8"/>
                      <a:gd name="T18" fmla="*/ 0 w 9"/>
                      <a:gd name="T19" fmla="*/ 1 h 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8"/>
                      <a:gd name="T32" fmla="*/ 9 w 9"/>
                      <a:gd name="T33" fmla="*/ 8 h 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8">
                        <a:moveTo>
                          <a:pt x="3" y="3"/>
                        </a:moveTo>
                        <a:lnTo>
                          <a:pt x="1" y="3"/>
                        </a:lnTo>
                        <a:lnTo>
                          <a:pt x="6" y="8"/>
                        </a:lnTo>
                        <a:lnTo>
                          <a:pt x="9" y="5"/>
                        </a:lnTo>
                        <a:lnTo>
                          <a:pt x="3" y="2"/>
                        </a:lnTo>
                        <a:lnTo>
                          <a:pt x="0" y="2"/>
                        </a:lnTo>
                        <a:lnTo>
                          <a:pt x="3" y="2"/>
                        </a:lnTo>
                        <a:lnTo>
                          <a:pt x="1" y="0"/>
                        </a:lnTo>
                        <a:lnTo>
                          <a:pt x="0" y="2"/>
                        </a:lnTo>
                        <a:lnTo>
                          <a:pt x="3"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3" name="Freeform 327"/>
                  <p:cNvSpPr>
                    <a:spLocks/>
                  </p:cNvSpPr>
                  <p:nvPr/>
                </p:nvSpPr>
                <p:spPr bwMode="auto">
                  <a:xfrm>
                    <a:off x="4612" y="3548"/>
                    <a:ext cx="3" cy="4"/>
                  </a:xfrm>
                  <a:custGeom>
                    <a:avLst/>
                    <a:gdLst>
                      <a:gd name="T0" fmla="*/ 1 w 6"/>
                      <a:gd name="T1" fmla="*/ 1 h 7"/>
                      <a:gd name="T2" fmla="*/ 1 w 6"/>
                      <a:gd name="T3" fmla="*/ 1 h 7"/>
                      <a:gd name="T4" fmla="*/ 1 w 6"/>
                      <a:gd name="T5" fmla="*/ 1 h 7"/>
                      <a:gd name="T6" fmla="*/ 1 w 6"/>
                      <a:gd name="T7" fmla="*/ 1 h 7"/>
                      <a:gd name="T8" fmla="*/ 1 w 6"/>
                      <a:gd name="T9" fmla="*/ 1 h 7"/>
                      <a:gd name="T10" fmla="*/ 1 w 6"/>
                      <a:gd name="T11" fmla="*/ 1 h 7"/>
                      <a:gd name="T12" fmla="*/ 0 w 6"/>
                      <a:gd name="T13" fmla="*/ 0 h 7"/>
                      <a:gd name="T14" fmla="*/ 0 w 6"/>
                      <a:gd name="T15" fmla="*/ 1 h 7"/>
                      <a:gd name="T16" fmla="*/ 1 w 6"/>
                      <a:gd name="T17" fmla="*/ 1 h 7"/>
                      <a:gd name="T18" fmla="*/ 1 w 6"/>
                      <a:gd name="T19" fmla="*/ 1 h 7"/>
                      <a:gd name="T20" fmla="*/ 1 w 6"/>
                      <a:gd name="T21" fmla="*/ 1 h 7"/>
                      <a:gd name="T22" fmla="*/ 1 w 6"/>
                      <a:gd name="T23" fmla="*/ 1 h 7"/>
                      <a:gd name="T24" fmla="*/ 1 w 6"/>
                      <a:gd name="T25" fmla="*/ 1 h 7"/>
                      <a:gd name="T26" fmla="*/ 1 w 6"/>
                      <a:gd name="T27" fmla="*/ 1 h 7"/>
                      <a:gd name="T28" fmla="*/ 1 w 6"/>
                      <a:gd name="T29" fmla="*/ 1 h 7"/>
                      <a:gd name="T30" fmla="*/ 1 w 6"/>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
                      <a:gd name="T49" fmla="*/ 0 h 7"/>
                      <a:gd name="T50" fmla="*/ 6 w 6"/>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 h="7">
                        <a:moveTo>
                          <a:pt x="5" y="7"/>
                        </a:moveTo>
                        <a:lnTo>
                          <a:pt x="6" y="6"/>
                        </a:lnTo>
                        <a:lnTo>
                          <a:pt x="5" y="3"/>
                        </a:lnTo>
                        <a:lnTo>
                          <a:pt x="4" y="2"/>
                        </a:lnTo>
                        <a:lnTo>
                          <a:pt x="3" y="2"/>
                        </a:lnTo>
                        <a:lnTo>
                          <a:pt x="3" y="1"/>
                        </a:lnTo>
                        <a:lnTo>
                          <a:pt x="0" y="0"/>
                        </a:lnTo>
                        <a:lnTo>
                          <a:pt x="0" y="2"/>
                        </a:lnTo>
                        <a:lnTo>
                          <a:pt x="1" y="5"/>
                        </a:lnTo>
                        <a:lnTo>
                          <a:pt x="3" y="5"/>
                        </a:lnTo>
                        <a:lnTo>
                          <a:pt x="4" y="6"/>
                        </a:lnTo>
                        <a:lnTo>
                          <a:pt x="5" y="5"/>
                        </a:lnTo>
                        <a:lnTo>
                          <a:pt x="5" y="7"/>
                        </a:lnTo>
                        <a:lnTo>
                          <a:pt x="6" y="7"/>
                        </a:lnTo>
                        <a:lnTo>
                          <a:pt x="6" y="6"/>
                        </a:lnTo>
                        <a:lnTo>
                          <a:pt x="5" y="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4" name="Freeform 328"/>
                  <p:cNvSpPr>
                    <a:spLocks/>
                  </p:cNvSpPr>
                  <p:nvPr/>
                </p:nvSpPr>
                <p:spPr bwMode="auto">
                  <a:xfrm>
                    <a:off x="4613" y="3550"/>
                    <a:ext cx="2" cy="2"/>
                  </a:xfrm>
                  <a:custGeom>
                    <a:avLst/>
                    <a:gdLst>
                      <a:gd name="T0" fmla="*/ 0 w 2"/>
                      <a:gd name="T1" fmla="*/ 2 h 2"/>
                      <a:gd name="T2" fmla="*/ 2 w 2"/>
                      <a:gd name="T3" fmla="*/ 2 h 2"/>
                      <a:gd name="T4" fmla="*/ 2 w 2"/>
                      <a:gd name="T5" fmla="*/ 0 h 2"/>
                      <a:gd name="T6" fmla="*/ 1 w 2"/>
                      <a:gd name="T7" fmla="*/ 0 h 2"/>
                      <a:gd name="T8" fmla="*/ 2 w 2"/>
                      <a:gd name="T9" fmla="*/ 0 h 2"/>
                      <a:gd name="T10" fmla="*/ 0 w 2"/>
                      <a:gd name="T11" fmla="*/ 2 h 2"/>
                      <a:gd name="T12" fmla="*/ 1 w 2"/>
                      <a:gd name="T13" fmla="*/ 2 h 2"/>
                      <a:gd name="T14" fmla="*/ 0 w 2"/>
                      <a:gd name="T15" fmla="*/ 2 h 2"/>
                      <a:gd name="T16" fmla="*/ 0 60000 65536"/>
                      <a:gd name="T17" fmla="*/ 0 60000 65536"/>
                      <a:gd name="T18" fmla="*/ 0 60000 65536"/>
                      <a:gd name="T19" fmla="*/ 0 60000 65536"/>
                      <a:gd name="T20" fmla="*/ 0 60000 65536"/>
                      <a:gd name="T21" fmla="*/ 0 60000 65536"/>
                      <a:gd name="T22" fmla="*/ 0 60000 65536"/>
                      <a:gd name="T23" fmla="*/ 0 60000 65536"/>
                      <a:gd name="T24" fmla="*/ 0 w 2"/>
                      <a:gd name="T25" fmla="*/ 0 h 2"/>
                      <a:gd name="T26" fmla="*/ 2 w 2"/>
                      <a:gd name="T27" fmla="*/ 2 h 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 h="2">
                        <a:moveTo>
                          <a:pt x="0" y="2"/>
                        </a:moveTo>
                        <a:lnTo>
                          <a:pt x="2" y="2"/>
                        </a:lnTo>
                        <a:lnTo>
                          <a:pt x="2" y="0"/>
                        </a:lnTo>
                        <a:lnTo>
                          <a:pt x="1" y="0"/>
                        </a:lnTo>
                        <a:lnTo>
                          <a:pt x="2" y="0"/>
                        </a:lnTo>
                        <a:lnTo>
                          <a:pt x="0" y="2"/>
                        </a:lnTo>
                        <a:lnTo>
                          <a:pt x="1" y="2"/>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5" name="Freeform 329"/>
                  <p:cNvSpPr>
                    <a:spLocks/>
                  </p:cNvSpPr>
                  <p:nvPr/>
                </p:nvSpPr>
                <p:spPr bwMode="auto">
                  <a:xfrm>
                    <a:off x="4601" y="3542"/>
                    <a:ext cx="14" cy="10"/>
                  </a:xfrm>
                  <a:custGeom>
                    <a:avLst/>
                    <a:gdLst>
                      <a:gd name="T0" fmla="*/ 0 w 27"/>
                      <a:gd name="T1" fmla="*/ 1 h 18"/>
                      <a:gd name="T2" fmla="*/ 1 w 27"/>
                      <a:gd name="T3" fmla="*/ 1 h 18"/>
                      <a:gd name="T4" fmla="*/ 1 w 27"/>
                      <a:gd name="T5" fmla="*/ 1 h 18"/>
                      <a:gd name="T6" fmla="*/ 1 w 27"/>
                      <a:gd name="T7" fmla="*/ 1 h 18"/>
                      <a:gd name="T8" fmla="*/ 1 w 27"/>
                      <a:gd name="T9" fmla="*/ 1 h 18"/>
                      <a:gd name="T10" fmla="*/ 1 w 27"/>
                      <a:gd name="T11" fmla="*/ 1 h 18"/>
                      <a:gd name="T12" fmla="*/ 1 w 27"/>
                      <a:gd name="T13" fmla="*/ 1 h 18"/>
                      <a:gd name="T14" fmla="*/ 1 w 27"/>
                      <a:gd name="T15" fmla="*/ 1 h 18"/>
                      <a:gd name="T16" fmla="*/ 1 w 27"/>
                      <a:gd name="T17" fmla="*/ 1 h 18"/>
                      <a:gd name="T18" fmla="*/ 1 w 27"/>
                      <a:gd name="T19" fmla="*/ 1 h 18"/>
                      <a:gd name="T20" fmla="*/ 1 w 27"/>
                      <a:gd name="T21" fmla="*/ 1 h 18"/>
                      <a:gd name="T22" fmla="*/ 1 w 27"/>
                      <a:gd name="T23" fmla="*/ 1 h 18"/>
                      <a:gd name="T24" fmla="*/ 1 w 27"/>
                      <a:gd name="T25" fmla="*/ 1 h 18"/>
                      <a:gd name="T26" fmla="*/ 1 w 27"/>
                      <a:gd name="T27" fmla="*/ 1 h 18"/>
                      <a:gd name="T28" fmla="*/ 1 w 27"/>
                      <a:gd name="T29" fmla="*/ 1 h 18"/>
                      <a:gd name="T30" fmla="*/ 1 w 27"/>
                      <a:gd name="T31" fmla="*/ 1 h 18"/>
                      <a:gd name="T32" fmla="*/ 0 w 27"/>
                      <a:gd name="T33" fmla="*/ 0 h 18"/>
                      <a:gd name="T34" fmla="*/ 0 w 27"/>
                      <a:gd name="T35" fmla="*/ 1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7"/>
                      <a:gd name="T55" fmla="*/ 0 h 18"/>
                      <a:gd name="T56" fmla="*/ 27 w 27"/>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7" h="18">
                        <a:moveTo>
                          <a:pt x="0" y="2"/>
                        </a:moveTo>
                        <a:lnTo>
                          <a:pt x="2" y="2"/>
                        </a:lnTo>
                        <a:lnTo>
                          <a:pt x="6" y="5"/>
                        </a:lnTo>
                        <a:lnTo>
                          <a:pt x="10" y="7"/>
                        </a:lnTo>
                        <a:lnTo>
                          <a:pt x="14" y="8"/>
                        </a:lnTo>
                        <a:lnTo>
                          <a:pt x="19" y="13"/>
                        </a:lnTo>
                        <a:lnTo>
                          <a:pt x="22" y="16"/>
                        </a:lnTo>
                        <a:lnTo>
                          <a:pt x="25" y="18"/>
                        </a:lnTo>
                        <a:lnTo>
                          <a:pt x="27" y="16"/>
                        </a:lnTo>
                        <a:lnTo>
                          <a:pt x="23" y="13"/>
                        </a:lnTo>
                        <a:lnTo>
                          <a:pt x="21" y="11"/>
                        </a:lnTo>
                        <a:lnTo>
                          <a:pt x="17" y="8"/>
                        </a:lnTo>
                        <a:lnTo>
                          <a:pt x="14" y="7"/>
                        </a:lnTo>
                        <a:lnTo>
                          <a:pt x="11" y="5"/>
                        </a:lnTo>
                        <a:lnTo>
                          <a:pt x="7" y="2"/>
                        </a:lnTo>
                        <a:lnTo>
                          <a:pt x="4" y="1"/>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6" name="Freeform 330"/>
                  <p:cNvSpPr>
                    <a:spLocks/>
                  </p:cNvSpPr>
                  <p:nvPr/>
                </p:nvSpPr>
                <p:spPr bwMode="auto">
                  <a:xfrm>
                    <a:off x="4586" y="3537"/>
                    <a:ext cx="15" cy="7"/>
                  </a:xfrm>
                  <a:custGeom>
                    <a:avLst/>
                    <a:gdLst>
                      <a:gd name="T0" fmla="*/ 0 w 31"/>
                      <a:gd name="T1" fmla="*/ 1 h 13"/>
                      <a:gd name="T2" fmla="*/ 0 w 31"/>
                      <a:gd name="T3" fmla="*/ 1 h 13"/>
                      <a:gd name="T4" fmla="*/ 0 w 31"/>
                      <a:gd name="T5" fmla="*/ 1 h 13"/>
                      <a:gd name="T6" fmla="*/ 0 w 31"/>
                      <a:gd name="T7" fmla="*/ 1 h 13"/>
                      <a:gd name="T8" fmla="*/ 0 w 31"/>
                      <a:gd name="T9" fmla="*/ 1 h 13"/>
                      <a:gd name="T10" fmla="*/ 0 w 31"/>
                      <a:gd name="T11" fmla="*/ 1 h 13"/>
                      <a:gd name="T12" fmla="*/ 0 w 31"/>
                      <a:gd name="T13" fmla="*/ 1 h 13"/>
                      <a:gd name="T14" fmla="*/ 0 w 31"/>
                      <a:gd name="T15" fmla="*/ 1 h 13"/>
                      <a:gd name="T16" fmla="*/ 0 w 31"/>
                      <a:gd name="T17" fmla="*/ 1 h 13"/>
                      <a:gd name="T18" fmla="*/ 0 w 31"/>
                      <a:gd name="T19" fmla="*/ 1 h 13"/>
                      <a:gd name="T20" fmla="*/ 0 w 31"/>
                      <a:gd name="T21" fmla="*/ 1 h 13"/>
                      <a:gd name="T22" fmla="*/ 0 w 31"/>
                      <a:gd name="T23" fmla="*/ 1 h 13"/>
                      <a:gd name="T24" fmla="*/ 0 w 31"/>
                      <a:gd name="T25" fmla="*/ 1 h 13"/>
                      <a:gd name="T26" fmla="*/ 0 w 31"/>
                      <a:gd name="T27" fmla="*/ 1 h 13"/>
                      <a:gd name="T28" fmla="*/ 0 w 31"/>
                      <a:gd name="T29" fmla="*/ 1 h 13"/>
                      <a:gd name="T30" fmla="*/ 0 w 31"/>
                      <a:gd name="T31" fmla="*/ 1 h 13"/>
                      <a:gd name="T32" fmla="*/ 0 w 31"/>
                      <a:gd name="T33" fmla="*/ 1 h 13"/>
                      <a:gd name="T34" fmla="*/ 0 w 31"/>
                      <a:gd name="T35" fmla="*/ 0 h 13"/>
                      <a:gd name="T36" fmla="*/ 0 w 31"/>
                      <a:gd name="T37" fmla="*/ 0 h 13"/>
                      <a:gd name="T38" fmla="*/ 0 w 31"/>
                      <a:gd name="T39" fmla="*/ 1 h 1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
                      <a:gd name="T61" fmla="*/ 0 h 13"/>
                      <a:gd name="T62" fmla="*/ 31 w 31"/>
                      <a:gd name="T63" fmla="*/ 13 h 1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 h="13">
                        <a:moveTo>
                          <a:pt x="0" y="1"/>
                        </a:moveTo>
                        <a:lnTo>
                          <a:pt x="4" y="4"/>
                        </a:lnTo>
                        <a:lnTo>
                          <a:pt x="8" y="7"/>
                        </a:lnTo>
                        <a:lnTo>
                          <a:pt x="11" y="8"/>
                        </a:lnTo>
                        <a:lnTo>
                          <a:pt x="15" y="9"/>
                        </a:lnTo>
                        <a:lnTo>
                          <a:pt x="19" y="11"/>
                        </a:lnTo>
                        <a:lnTo>
                          <a:pt x="24" y="11"/>
                        </a:lnTo>
                        <a:lnTo>
                          <a:pt x="27" y="12"/>
                        </a:lnTo>
                        <a:lnTo>
                          <a:pt x="31" y="13"/>
                        </a:lnTo>
                        <a:lnTo>
                          <a:pt x="31" y="11"/>
                        </a:lnTo>
                        <a:lnTo>
                          <a:pt x="27" y="9"/>
                        </a:lnTo>
                        <a:lnTo>
                          <a:pt x="24" y="8"/>
                        </a:lnTo>
                        <a:lnTo>
                          <a:pt x="20" y="8"/>
                        </a:lnTo>
                        <a:lnTo>
                          <a:pt x="16" y="7"/>
                        </a:lnTo>
                        <a:lnTo>
                          <a:pt x="11" y="6"/>
                        </a:lnTo>
                        <a:lnTo>
                          <a:pt x="9" y="4"/>
                        </a:lnTo>
                        <a:lnTo>
                          <a:pt x="5" y="2"/>
                        </a:lnTo>
                        <a:lnTo>
                          <a:pt x="1" y="0"/>
                        </a:lnTo>
                        <a:lnTo>
                          <a:pt x="3" y="0"/>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7" name="Freeform 331"/>
                  <p:cNvSpPr>
                    <a:spLocks/>
                  </p:cNvSpPr>
                  <p:nvPr/>
                </p:nvSpPr>
                <p:spPr bwMode="auto">
                  <a:xfrm>
                    <a:off x="4585" y="3533"/>
                    <a:ext cx="5" cy="4"/>
                  </a:xfrm>
                  <a:custGeom>
                    <a:avLst/>
                    <a:gdLst>
                      <a:gd name="T0" fmla="*/ 1 w 10"/>
                      <a:gd name="T1" fmla="*/ 0 h 9"/>
                      <a:gd name="T2" fmla="*/ 1 w 10"/>
                      <a:gd name="T3" fmla="*/ 0 h 9"/>
                      <a:gd name="T4" fmla="*/ 1 w 10"/>
                      <a:gd name="T5" fmla="*/ 0 h 9"/>
                      <a:gd name="T6" fmla="*/ 1 w 10"/>
                      <a:gd name="T7" fmla="*/ 0 h 9"/>
                      <a:gd name="T8" fmla="*/ 1 w 10"/>
                      <a:gd name="T9" fmla="*/ 0 h 9"/>
                      <a:gd name="T10" fmla="*/ 0 w 10"/>
                      <a:gd name="T11" fmla="*/ 0 h 9"/>
                      <a:gd name="T12" fmla="*/ 0 w 10"/>
                      <a:gd name="T13" fmla="*/ 0 h 9"/>
                      <a:gd name="T14" fmla="*/ 1 w 10"/>
                      <a:gd name="T15" fmla="*/ 0 h 9"/>
                      <a:gd name="T16" fmla="*/ 1 w 10"/>
                      <a:gd name="T17" fmla="*/ 0 h 9"/>
                      <a:gd name="T18" fmla="*/ 1 w 10"/>
                      <a:gd name="T19" fmla="*/ 0 h 9"/>
                      <a:gd name="T20" fmla="*/ 1 w 10"/>
                      <a:gd name="T21" fmla="*/ 0 h 9"/>
                      <a:gd name="T22" fmla="*/ 1 w 10"/>
                      <a:gd name="T23" fmla="*/ 0 h 9"/>
                      <a:gd name="T24" fmla="*/ 1 w 10"/>
                      <a:gd name="T25" fmla="*/ 0 h 9"/>
                      <a:gd name="T26" fmla="*/ 1 w 10"/>
                      <a:gd name="T27" fmla="*/ 0 h 9"/>
                      <a:gd name="T28" fmla="*/ 1 w 10"/>
                      <a:gd name="T29" fmla="*/ 0 h 9"/>
                      <a:gd name="T30" fmla="*/ 1 w 10"/>
                      <a:gd name="T31" fmla="*/ 0 h 9"/>
                      <a:gd name="T32" fmla="*/ 1 w 10"/>
                      <a:gd name="T33" fmla="*/ 0 h 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
                      <a:gd name="T52" fmla="*/ 0 h 9"/>
                      <a:gd name="T53" fmla="*/ 10 w 10"/>
                      <a:gd name="T54" fmla="*/ 9 h 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 h="9">
                        <a:moveTo>
                          <a:pt x="9" y="0"/>
                        </a:moveTo>
                        <a:lnTo>
                          <a:pt x="7" y="0"/>
                        </a:lnTo>
                        <a:lnTo>
                          <a:pt x="6" y="1"/>
                        </a:lnTo>
                        <a:lnTo>
                          <a:pt x="5" y="1"/>
                        </a:lnTo>
                        <a:lnTo>
                          <a:pt x="2" y="3"/>
                        </a:lnTo>
                        <a:lnTo>
                          <a:pt x="0" y="5"/>
                        </a:lnTo>
                        <a:lnTo>
                          <a:pt x="0" y="8"/>
                        </a:lnTo>
                        <a:lnTo>
                          <a:pt x="1" y="9"/>
                        </a:lnTo>
                        <a:lnTo>
                          <a:pt x="4" y="8"/>
                        </a:lnTo>
                        <a:lnTo>
                          <a:pt x="2" y="8"/>
                        </a:lnTo>
                        <a:lnTo>
                          <a:pt x="2" y="6"/>
                        </a:lnTo>
                        <a:lnTo>
                          <a:pt x="5" y="4"/>
                        </a:lnTo>
                        <a:lnTo>
                          <a:pt x="6" y="4"/>
                        </a:lnTo>
                        <a:lnTo>
                          <a:pt x="9" y="3"/>
                        </a:lnTo>
                        <a:lnTo>
                          <a:pt x="10" y="3"/>
                        </a:lnTo>
                        <a:lnTo>
                          <a:pt x="9" y="3"/>
                        </a:lnTo>
                        <a:lnTo>
                          <a:pt x="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8" name="Freeform 332"/>
                  <p:cNvSpPr>
                    <a:spLocks/>
                  </p:cNvSpPr>
                  <p:nvPr/>
                </p:nvSpPr>
                <p:spPr bwMode="auto">
                  <a:xfrm>
                    <a:off x="4589" y="3533"/>
                    <a:ext cx="27" cy="17"/>
                  </a:xfrm>
                  <a:custGeom>
                    <a:avLst/>
                    <a:gdLst>
                      <a:gd name="T0" fmla="*/ 2 w 54"/>
                      <a:gd name="T1" fmla="*/ 1 h 35"/>
                      <a:gd name="T2" fmla="*/ 2 w 54"/>
                      <a:gd name="T3" fmla="*/ 1 h 35"/>
                      <a:gd name="T4" fmla="*/ 2 w 54"/>
                      <a:gd name="T5" fmla="*/ 0 h 35"/>
                      <a:gd name="T6" fmla="*/ 2 w 54"/>
                      <a:gd name="T7" fmla="*/ 0 h 35"/>
                      <a:gd name="T8" fmla="*/ 2 w 54"/>
                      <a:gd name="T9" fmla="*/ 0 h 35"/>
                      <a:gd name="T10" fmla="*/ 1 w 54"/>
                      <a:gd name="T11" fmla="*/ 0 h 35"/>
                      <a:gd name="T12" fmla="*/ 1 w 54"/>
                      <a:gd name="T13" fmla="*/ 0 h 35"/>
                      <a:gd name="T14" fmla="*/ 1 w 54"/>
                      <a:gd name="T15" fmla="*/ 0 h 35"/>
                      <a:gd name="T16" fmla="*/ 1 w 54"/>
                      <a:gd name="T17" fmla="*/ 0 h 35"/>
                      <a:gd name="T18" fmla="*/ 1 w 54"/>
                      <a:gd name="T19" fmla="*/ 0 h 35"/>
                      <a:gd name="T20" fmla="*/ 1 w 54"/>
                      <a:gd name="T21" fmla="*/ 0 h 35"/>
                      <a:gd name="T22" fmla="*/ 0 w 54"/>
                      <a:gd name="T23" fmla="*/ 0 h 35"/>
                      <a:gd name="T24" fmla="*/ 0 w 54"/>
                      <a:gd name="T25" fmla="*/ 0 h 35"/>
                      <a:gd name="T26" fmla="*/ 1 w 54"/>
                      <a:gd name="T27" fmla="*/ 0 h 35"/>
                      <a:gd name="T28" fmla="*/ 1 w 54"/>
                      <a:gd name="T29" fmla="*/ 0 h 35"/>
                      <a:gd name="T30" fmla="*/ 1 w 54"/>
                      <a:gd name="T31" fmla="*/ 0 h 35"/>
                      <a:gd name="T32" fmla="*/ 1 w 54"/>
                      <a:gd name="T33" fmla="*/ 0 h 35"/>
                      <a:gd name="T34" fmla="*/ 1 w 54"/>
                      <a:gd name="T35" fmla="*/ 0 h 35"/>
                      <a:gd name="T36" fmla="*/ 1 w 54"/>
                      <a:gd name="T37" fmla="*/ 0 h 35"/>
                      <a:gd name="T38" fmla="*/ 1 w 54"/>
                      <a:gd name="T39" fmla="*/ 0 h 35"/>
                      <a:gd name="T40" fmla="*/ 2 w 54"/>
                      <a:gd name="T41" fmla="*/ 0 h 35"/>
                      <a:gd name="T42" fmla="*/ 2 w 54"/>
                      <a:gd name="T43" fmla="*/ 0 h 35"/>
                      <a:gd name="T44" fmla="*/ 2 w 54"/>
                      <a:gd name="T45" fmla="*/ 0 h 35"/>
                      <a:gd name="T46" fmla="*/ 2 w 54"/>
                      <a:gd name="T47" fmla="*/ 0 h 35"/>
                      <a:gd name="T48" fmla="*/ 2 w 54"/>
                      <a:gd name="T49" fmla="*/ 0 h 35"/>
                      <a:gd name="T50" fmla="*/ 2 w 54"/>
                      <a:gd name="T51" fmla="*/ 1 h 35"/>
                      <a:gd name="T52" fmla="*/ 2 w 54"/>
                      <a:gd name="T53" fmla="*/ 1 h 35"/>
                      <a:gd name="T54" fmla="*/ 2 w 54"/>
                      <a:gd name="T55" fmla="*/ 1 h 35"/>
                      <a:gd name="T56" fmla="*/ 2 w 54"/>
                      <a:gd name="T57" fmla="*/ 1 h 35"/>
                      <a:gd name="T58" fmla="*/ 2 w 54"/>
                      <a:gd name="T59" fmla="*/ 1 h 35"/>
                      <a:gd name="T60" fmla="*/ 2 w 54"/>
                      <a:gd name="T61" fmla="*/ 1 h 3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4"/>
                      <a:gd name="T94" fmla="*/ 0 h 35"/>
                      <a:gd name="T95" fmla="*/ 54 w 54"/>
                      <a:gd name="T96" fmla="*/ 35 h 3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4" h="35">
                        <a:moveTo>
                          <a:pt x="54" y="33"/>
                        </a:moveTo>
                        <a:lnTo>
                          <a:pt x="54" y="32"/>
                        </a:lnTo>
                        <a:lnTo>
                          <a:pt x="50" y="30"/>
                        </a:lnTo>
                        <a:lnTo>
                          <a:pt x="37" y="16"/>
                        </a:lnTo>
                        <a:lnTo>
                          <a:pt x="33" y="14"/>
                        </a:lnTo>
                        <a:lnTo>
                          <a:pt x="27" y="8"/>
                        </a:lnTo>
                        <a:lnTo>
                          <a:pt x="23" y="6"/>
                        </a:lnTo>
                        <a:lnTo>
                          <a:pt x="19" y="4"/>
                        </a:lnTo>
                        <a:lnTo>
                          <a:pt x="16" y="3"/>
                        </a:lnTo>
                        <a:lnTo>
                          <a:pt x="12" y="1"/>
                        </a:lnTo>
                        <a:lnTo>
                          <a:pt x="8" y="0"/>
                        </a:lnTo>
                        <a:lnTo>
                          <a:pt x="0" y="0"/>
                        </a:lnTo>
                        <a:lnTo>
                          <a:pt x="0" y="3"/>
                        </a:lnTo>
                        <a:lnTo>
                          <a:pt x="8" y="3"/>
                        </a:lnTo>
                        <a:lnTo>
                          <a:pt x="12" y="4"/>
                        </a:lnTo>
                        <a:lnTo>
                          <a:pt x="16" y="5"/>
                        </a:lnTo>
                        <a:lnTo>
                          <a:pt x="18" y="6"/>
                        </a:lnTo>
                        <a:lnTo>
                          <a:pt x="22" y="8"/>
                        </a:lnTo>
                        <a:lnTo>
                          <a:pt x="25" y="10"/>
                        </a:lnTo>
                        <a:lnTo>
                          <a:pt x="30" y="15"/>
                        </a:lnTo>
                        <a:lnTo>
                          <a:pt x="34" y="17"/>
                        </a:lnTo>
                        <a:lnTo>
                          <a:pt x="37" y="21"/>
                        </a:lnTo>
                        <a:lnTo>
                          <a:pt x="40" y="24"/>
                        </a:lnTo>
                        <a:lnTo>
                          <a:pt x="43" y="26"/>
                        </a:lnTo>
                        <a:lnTo>
                          <a:pt x="46" y="28"/>
                        </a:lnTo>
                        <a:lnTo>
                          <a:pt x="49" y="32"/>
                        </a:lnTo>
                        <a:lnTo>
                          <a:pt x="51" y="35"/>
                        </a:lnTo>
                        <a:lnTo>
                          <a:pt x="51" y="33"/>
                        </a:lnTo>
                        <a:lnTo>
                          <a:pt x="54" y="33"/>
                        </a:lnTo>
                        <a:lnTo>
                          <a:pt x="54" y="32"/>
                        </a:lnTo>
                        <a:lnTo>
                          <a:pt x="54" y="3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19" name="Freeform 333"/>
                  <p:cNvSpPr>
                    <a:spLocks/>
                  </p:cNvSpPr>
                  <p:nvPr/>
                </p:nvSpPr>
                <p:spPr bwMode="auto">
                  <a:xfrm>
                    <a:off x="4615" y="3550"/>
                    <a:ext cx="1" cy="2"/>
                  </a:xfrm>
                  <a:custGeom>
                    <a:avLst/>
                    <a:gdLst>
                      <a:gd name="T0" fmla="*/ 0 w 3"/>
                      <a:gd name="T1" fmla="*/ 1 h 4"/>
                      <a:gd name="T2" fmla="*/ 0 w 3"/>
                      <a:gd name="T3" fmla="*/ 1 h 4"/>
                      <a:gd name="T4" fmla="*/ 0 w 3"/>
                      <a:gd name="T5" fmla="*/ 0 h 4"/>
                      <a:gd name="T6" fmla="*/ 0 w 3"/>
                      <a:gd name="T7" fmla="*/ 0 h 4"/>
                      <a:gd name="T8" fmla="*/ 0 w 3"/>
                      <a:gd name="T9" fmla="*/ 1 h 4"/>
                      <a:gd name="T10" fmla="*/ 0 w 3"/>
                      <a:gd name="T11" fmla="*/ 0 h 4"/>
                      <a:gd name="T12" fmla="*/ 0 w 3"/>
                      <a:gd name="T13" fmla="*/ 1 h 4"/>
                      <a:gd name="T14" fmla="*/ 0 w 3"/>
                      <a:gd name="T15" fmla="*/ 1 h 4"/>
                      <a:gd name="T16" fmla="*/ 0 w 3"/>
                      <a:gd name="T17" fmla="*/ 1 h 4"/>
                      <a:gd name="T18" fmla="*/ 0 w 3"/>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0" y="3"/>
                        </a:moveTo>
                        <a:lnTo>
                          <a:pt x="3" y="2"/>
                        </a:lnTo>
                        <a:lnTo>
                          <a:pt x="3" y="0"/>
                        </a:lnTo>
                        <a:lnTo>
                          <a:pt x="0" y="0"/>
                        </a:lnTo>
                        <a:lnTo>
                          <a:pt x="0" y="2"/>
                        </a:lnTo>
                        <a:lnTo>
                          <a:pt x="3" y="0"/>
                        </a:lnTo>
                        <a:lnTo>
                          <a:pt x="0" y="3"/>
                        </a:lnTo>
                        <a:lnTo>
                          <a:pt x="3" y="4"/>
                        </a:lnTo>
                        <a:lnTo>
                          <a:pt x="3" y="2"/>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0" name="Freeform 334"/>
                  <p:cNvSpPr>
                    <a:spLocks/>
                  </p:cNvSpPr>
                  <p:nvPr/>
                </p:nvSpPr>
                <p:spPr bwMode="auto">
                  <a:xfrm>
                    <a:off x="4172" y="3534"/>
                    <a:ext cx="16" cy="52"/>
                  </a:xfrm>
                  <a:custGeom>
                    <a:avLst/>
                    <a:gdLst>
                      <a:gd name="T0" fmla="*/ 1 w 30"/>
                      <a:gd name="T1" fmla="*/ 0 h 105"/>
                      <a:gd name="T2" fmla="*/ 1 w 30"/>
                      <a:gd name="T3" fmla="*/ 0 h 105"/>
                      <a:gd name="T4" fmla="*/ 1 w 30"/>
                      <a:gd name="T5" fmla="*/ 0 h 105"/>
                      <a:gd name="T6" fmla="*/ 1 w 30"/>
                      <a:gd name="T7" fmla="*/ 1 h 105"/>
                      <a:gd name="T8" fmla="*/ 1 w 30"/>
                      <a:gd name="T9" fmla="*/ 1 h 105"/>
                      <a:gd name="T10" fmla="*/ 1 w 30"/>
                      <a:gd name="T11" fmla="*/ 1 h 105"/>
                      <a:gd name="T12" fmla="*/ 1 w 30"/>
                      <a:gd name="T13" fmla="*/ 2 h 105"/>
                      <a:gd name="T14" fmla="*/ 1 w 30"/>
                      <a:gd name="T15" fmla="*/ 2 h 105"/>
                      <a:gd name="T16" fmla="*/ 1 w 30"/>
                      <a:gd name="T17" fmla="*/ 2 h 105"/>
                      <a:gd name="T18" fmla="*/ 1 w 30"/>
                      <a:gd name="T19" fmla="*/ 3 h 105"/>
                      <a:gd name="T20" fmla="*/ 1 w 30"/>
                      <a:gd name="T21" fmla="*/ 3 h 105"/>
                      <a:gd name="T22" fmla="*/ 1 w 30"/>
                      <a:gd name="T23" fmla="*/ 3 h 105"/>
                      <a:gd name="T24" fmla="*/ 1 w 30"/>
                      <a:gd name="T25" fmla="*/ 3 h 105"/>
                      <a:gd name="T26" fmla="*/ 1 w 30"/>
                      <a:gd name="T27" fmla="*/ 3 h 105"/>
                      <a:gd name="T28" fmla="*/ 2 w 30"/>
                      <a:gd name="T29" fmla="*/ 3 h 105"/>
                      <a:gd name="T30" fmla="*/ 1 w 30"/>
                      <a:gd name="T31" fmla="*/ 3 h 105"/>
                      <a:gd name="T32" fmla="*/ 1 w 30"/>
                      <a:gd name="T33" fmla="*/ 3 h 105"/>
                      <a:gd name="T34" fmla="*/ 1 w 30"/>
                      <a:gd name="T35" fmla="*/ 3 h 105"/>
                      <a:gd name="T36" fmla="*/ 1 w 30"/>
                      <a:gd name="T37" fmla="*/ 2 h 105"/>
                      <a:gd name="T38" fmla="*/ 1 w 30"/>
                      <a:gd name="T39" fmla="*/ 2 h 105"/>
                      <a:gd name="T40" fmla="*/ 1 w 30"/>
                      <a:gd name="T41" fmla="*/ 2 h 105"/>
                      <a:gd name="T42" fmla="*/ 1 w 30"/>
                      <a:gd name="T43" fmla="*/ 2 h 105"/>
                      <a:gd name="T44" fmla="*/ 1 w 30"/>
                      <a:gd name="T45" fmla="*/ 2 h 105"/>
                      <a:gd name="T46" fmla="*/ 1 w 30"/>
                      <a:gd name="T47" fmla="*/ 1 h 105"/>
                      <a:gd name="T48" fmla="*/ 0 w 30"/>
                      <a:gd name="T49" fmla="*/ 1 h 105"/>
                      <a:gd name="T50" fmla="*/ 0 w 30"/>
                      <a:gd name="T51" fmla="*/ 1 h 105"/>
                      <a:gd name="T52" fmla="*/ 1 w 30"/>
                      <a:gd name="T53" fmla="*/ 0 h 105"/>
                      <a:gd name="T54" fmla="*/ 1 w 30"/>
                      <a:gd name="T55" fmla="*/ 0 h 105"/>
                      <a:gd name="T56" fmla="*/ 1 w 30"/>
                      <a:gd name="T57" fmla="*/ 0 h 105"/>
                      <a:gd name="T58" fmla="*/ 1 w 30"/>
                      <a:gd name="T59" fmla="*/ 0 h 105"/>
                      <a:gd name="T60" fmla="*/ 1 w 30"/>
                      <a:gd name="T61" fmla="*/ 0 h 105"/>
                      <a:gd name="T62" fmla="*/ 1 w 30"/>
                      <a:gd name="T63" fmla="*/ 0 h 105"/>
                      <a:gd name="T64" fmla="*/ 1 w 30"/>
                      <a:gd name="T65" fmla="*/ 0 h 105"/>
                      <a:gd name="T66" fmla="*/ 1 w 30"/>
                      <a:gd name="T67" fmla="*/ 0 h 1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
                      <a:gd name="T103" fmla="*/ 0 h 105"/>
                      <a:gd name="T104" fmla="*/ 30 w 30"/>
                      <a:gd name="T105" fmla="*/ 105 h 1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 h="105">
                        <a:moveTo>
                          <a:pt x="14" y="0"/>
                        </a:moveTo>
                        <a:lnTo>
                          <a:pt x="10" y="11"/>
                        </a:lnTo>
                        <a:lnTo>
                          <a:pt x="6" y="24"/>
                        </a:lnTo>
                        <a:lnTo>
                          <a:pt x="3" y="36"/>
                        </a:lnTo>
                        <a:lnTo>
                          <a:pt x="3" y="48"/>
                        </a:lnTo>
                        <a:lnTo>
                          <a:pt x="5" y="61"/>
                        </a:lnTo>
                        <a:lnTo>
                          <a:pt x="7" y="73"/>
                        </a:lnTo>
                        <a:lnTo>
                          <a:pt x="12" y="85"/>
                        </a:lnTo>
                        <a:lnTo>
                          <a:pt x="18" y="95"/>
                        </a:lnTo>
                        <a:lnTo>
                          <a:pt x="22" y="99"/>
                        </a:lnTo>
                        <a:lnTo>
                          <a:pt x="22" y="100"/>
                        </a:lnTo>
                        <a:lnTo>
                          <a:pt x="24" y="101"/>
                        </a:lnTo>
                        <a:lnTo>
                          <a:pt x="27" y="104"/>
                        </a:lnTo>
                        <a:lnTo>
                          <a:pt x="29" y="104"/>
                        </a:lnTo>
                        <a:lnTo>
                          <a:pt x="30" y="105"/>
                        </a:lnTo>
                        <a:lnTo>
                          <a:pt x="27" y="105"/>
                        </a:lnTo>
                        <a:lnTo>
                          <a:pt x="24" y="104"/>
                        </a:lnTo>
                        <a:lnTo>
                          <a:pt x="17" y="97"/>
                        </a:lnTo>
                        <a:lnTo>
                          <a:pt x="14" y="93"/>
                        </a:lnTo>
                        <a:lnTo>
                          <a:pt x="12" y="90"/>
                        </a:lnTo>
                        <a:lnTo>
                          <a:pt x="11" y="88"/>
                        </a:lnTo>
                        <a:lnTo>
                          <a:pt x="6" y="78"/>
                        </a:lnTo>
                        <a:lnTo>
                          <a:pt x="3" y="67"/>
                        </a:lnTo>
                        <a:lnTo>
                          <a:pt x="1" y="57"/>
                        </a:lnTo>
                        <a:lnTo>
                          <a:pt x="0" y="46"/>
                        </a:lnTo>
                        <a:lnTo>
                          <a:pt x="0" y="35"/>
                        </a:lnTo>
                        <a:lnTo>
                          <a:pt x="1" y="25"/>
                        </a:lnTo>
                        <a:lnTo>
                          <a:pt x="3" y="14"/>
                        </a:lnTo>
                        <a:lnTo>
                          <a:pt x="8" y="4"/>
                        </a:lnTo>
                        <a:lnTo>
                          <a:pt x="10" y="3"/>
                        </a:lnTo>
                        <a:lnTo>
                          <a:pt x="10" y="2"/>
                        </a:lnTo>
                        <a:lnTo>
                          <a:pt x="11" y="2"/>
                        </a:lnTo>
                        <a:lnTo>
                          <a:pt x="12" y="0"/>
                        </a:lnTo>
                        <a:lnTo>
                          <a:pt x="1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1" name="Freeform 335"/>
                  <p:cNvSpPr>
                    <a:spLocks/>
                  </p:cNvSpPr>
                  <p:nvPr/>
                </p:nvSpPr>
                <p:spPr bwMode="auto">
                  <a:xfrm>
                    <a:off x="4174" y="3534"/>
                    <a:ext cx="8" cy="48"/>
                  </a:xfrm>
                  <a:custGeom>
                    <a:avLst/>
                    <a:gdLst>
                      <a:gd name="T0" fmla="*/ 0 w 17"/>
                      <a:gd name="T1" fmla="*/ 2 h 97"/>
                      <a:gd name="T2" fmla="*/ 0 w 17"/>
                      <a:gd name="T3" fmla="*/ 2 h 97"/>
                      <a:gd name="T4" fmla="*/ 0 w 17"/>
                      <a:gd name="T5" fmla="*/ 2 h 97"/>
                      <a:gd name="T6" fmla="*/ 0 w 17"/>
                      <a:gd name="T7" fmla="*/ 1 h 97"/>
                      <a:gd name="T8" fmla="*/ 0 w 17"/>
                      <a:gd name="T9" fmla="*/ 1 h 97"/>
                      <a:gd name="T10" fmla="*/ 0 w 17"/>
                      <a:gd name="T11" fmla="*/ 1 h 97"/>
                      <a:gd name="T12" fmla="*/ 0 w 17"/>
                      <a:gd name="T13" fmla="*/ 0 h 97"/>
                      <a:gd name="T14" fmla="*/ 0 w 17"/>
                      <a:gd name="T15" fmla="*/ 0 h 97"/>
                      <a:gd name="T16" fmla="*/ 0 w 17"/>
                      <a:gd name="T17" fmla="*/ 0 h 97"/>
                      <a:gd name="T18" fmla="*/ 0 w 17"/>
                      <a:gd name="T19" fmla="*/ 0 h 97"/>
                      <a:gd name="T20" fmla="*/ 0 w 17"/>
                      <a:gd name="T21" fmla="*/ 0 h 97"/>
                      <a:gd name="T22" fmla="*/ 0 w 17"/>
                      <a:gd name="T23" fmla="*/ 0 h 97"/>
                      <a:gd name="T24" fmla="*/ 0 w 17"/>
                      <a:gd name="T25" fmla="*/ 1 h 97"/>
                      <a:gd name="T26" fmla="*/ 0 w 17"/>
                      <a:gd name="T27" fmla="*/ 1 h 97"/>
                      <a:gd name="T28" fmla="*/ 0 w 17"/>
                      <a:gd name="T29" fmla="*/ 1 h 97"/>
                      <a:gd name="T30" fmla="*/ 0 w 17"/>
                      <a:gd name="T31" fmla="*/ 2 h 97"/>
                      <a:gd name="T32" fmla="*/ 0 w 17"/>
                      <a:gd name="T33" fmla="*/ 2 h 97"/>
                      <a:gd name="T34" fmla="*/ 0 w 17"/>
                      <a:gd name="T35" fmla="*/ 3 h 97"/>
                      <a:gd name="T36" fmla="*/ 0 w 17"/>
                      <a:gd name="T37" fmla="*/ 2 h 9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7"/>
                      <a:gd name="T59" fmla="*/ 17 w 17"/>
                      <a:gd name="T60" fmla="*/ 97 h 9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7">
                        <a:moveTo>
                          <a:pt x="17" y="94"/>
                        </a:moveTo>
                        <a:lnTo>
                          <a:pt x="11" y="84"/>
                        </a:lnTo>
                        <a:lnTo>
                          <a:pt x="6" y="73"/>
                        </a:lnTo>
                        <a:lnTo>
                          <a:pt x="4" y="61"/>
                        </a:lnTo>
                        <a:lnTo>
                          <a:pt x="3" y="48"/>
                        </a:lnTo>
                        <a:lnTo>
                          <a:pt x="3" y="36"/>
                        </a:lnTo>
                        <a:lnTo>
                          <a:pt x="5" y="24"/>
                        </a:lnTo>
                        <a:lnTo>
                          <a:pt x="9" y="13"/>
                        </a:lnTo>
                        <a:lnTo>
                          <a:pt x="14" y="2"/>
                        </a:lnTo>
                        <a:lnTo>
                          <a:pt x="11" y="0"/>
                        </a:lnTo>
                        <a:lnTo>
                          <a:pt x="6" y="11"/>
                        </a:lnTo>
                        <a:lnTo>
                          <a:pt x="3" y="23"/>
                        </a:lnTo>
                        <a:lnTo>
                          <a:pt x="0" y="36"/>
                        </a:lnTo>
                        <a:lnTo>
                          <a:pt x="0" y="48"/>
                        </a:lnTo>
                        <a:lnTo>
                          <a:pt x="1" y="61"/>
                        </a:lnTo>
                        <a:lnTo>
                          <a:pt x="4" y="74"/>
                        </a:lnTo>
                        <a:lnTo>
                          <a:pt x="9" y="85"/>
                        </a:lnTo>
                        <a:lnTo>
                          <a:pt x="15" y="97"/>
                        </a:lnTo>
                        <a:lnTo>
                          <a:pt x="17" y="9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2" name="Freeform 336"/>
                  <p:cNvSpPr>
                    <a:spLocks/>
                  </p:cNvSpPr>
                  <p:nvPr/>
                </p:nvSpPr>
                <p:spPr bwMode="auto">
                  <a:xfrm>
                    <a:off x="4181" y="3581"/>
                    <a:ext cx="10" cy="6"/>
                  </a:xfrm>
                  <a:custGeom>
                    <a:avLst/>
                    <a:gdLst>
                      <a:gd name="T0" fmla="*/ 0 w 21"/>
                      <a:gd name="T1" fmla="*/ 1 h 12"/>
                      <a:gd name="T2" fmla="*/ 0 w 21"/>
                      <a:gd name="T3" fmla="*/ 1 h 12"/>
                      <a:gd name="T4" fmla="*/ 0 w 21"/>
                      <a:gd name="T5" fmla="*/ 1 h 12"/>
                      <a:gd name="T6" fmla="*/ 0 w 21"/>
                      <a:gd name="T7" fmla="*/ 1 h 12"/>
                      <a:gd name="T8" fmla="*/ 0 w 21"/>
                      <a:gd name="T9" fmla="*/ 1 h 12"/>
                      <a:gd name="T10" fmla="*/ 0 w 21"/>
                      <a:gd name="T11" fmla="*/ 1 h 12"/>
                      <a:gd name="T12" fmla="*/ 0 w 21"/>
                      <a:gd name="T13" fmla="*/ 0 h 12"/>
                      <a:gd name="T14" fmla="*/ 0 w 21"/>
                      <a:gd name="T15" fmla="*/ 1 h 12"/>
                      <a:gd name="T16" fmla="*/ 0 w 21"/>
                      <a:gd name="T17" fmla="*/ 1 h 12"/>
                      <a:gd name="T18" fmla="*/ 0 w 21"/>
                      <a:gd name="T19" fmla="*/ 1 h 12"/>
                      <a:gd name="T20" fmla="*/ 0 w 21"/>
                      <a:gd name="T21" fmla="*/ 1 h 12"/>
                      <a:gd name="T22" fmla="*/ 0 w 21"/>
                      <a:gd name="T23" fmla="*/ 1 h 12"/>
                      <a:gd name="T24" fmla="*/ 0 w 21"/>
                      <a:gd name="T25" fmla="*/ 1 h 12"/>
                      <a:gd name="T26" fmla="*/ 0 w 21"/>
                      <a:gd name="T27" fmla="*/ 1 h 12"/>
                      <a:gd name="T28" fmla="*/ 0 w 21"/>
                      <a:gd name="T29" fmla="*/ 1 h 12"/>
                      <a:gd name="T30" fmla="*/ 0 w 21"/>
                      <a:gd name="T31" fmla="*/ 1 h 12"/>
                      <a:gd name="T32" fmla="*/ 0 w 21"/>
                      <a:gd name="T33" fmla="*/ 1 h 12"/>
                      <a:gd name="T34" fmla="*/ 0 w 21"/>
                      <a:gd name="T35" fmla="*/ 1 h 12"/>
                      <a:gd name="T36" fmla="*/ 0 w 21"/>
                      <a:gd name="T37" fmla="*/ 1 h 12"/>
                      <a:gd name="T38" fmla="*/ 0 w 21"/>
                      <a:gd name="T39" fmla="*/ 1 h 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
                      <a:gd name="T61" fmla="*/ 0 h 12"/>
                      <a:gd name="T62" fmla="*/ 21 w 21"/>
                      <a:gd name="T63" fmla="*/ 12 h 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 h="12">
                        <a:moveTo>
                          <a:pt x="13" y="12"/>
                        </a:moveTo>
                        <a:lnTo>
                          <a:pt x="13" y="10"/>
                        </a:lnTo>
                        <a:lnTo>
                          <a:pt x="12" y="9"/>
                        </a:lnTo>
                        <a:lnTo>
                          <a:pt x="11" y="9"/>
                        </a:lnTo>
                        <a:lnTo>
                          <a:pt x="9" y="7"/>
                        </a:lnTo>
                        <a:lnTo>
                          <a:pt x="4" y="3"/>
                        </a:lnTo>
                        <a:lnTo>
                          <a:pt x="2" y="0"/>
                        </a:lnTo>
                        <a:lnTo>
                          <a:pt x="0" y="3"/>
                        </a:lnTo>
                        <a:lnTo>
                          <a:pt x="2" y="4"/>
                        </a:lnTo>
                        <a:lnTo>
                          <a:pt x="4" y="5"/>
                        </a:lnTo>
                        <a:lnTo>
                          <a:pt x="5" y="7"/>
                        </a:lnTo>
                        <a:lnTo>
                          <a:pt x="7" y="10"/>
                        </a:lnTo>
                        <a:lnTo>
                          <a:pt x="10" y="11"/>
                        </a:lnTo>
                        <a:lnTo>
                          <a:pt x="12" y="11"/>
                        </a:lnTo>
                        <a:lnTo>
                          <a:pt x="13" y="12"/>
                        </a:lnTo>
                        <a:lnTo>
                          <a:pt x="13" y="10"/>
                        </a:lnTo>
                        <a:lnTo>
                          <a:pt x="13" y="12"/>
                        </a:lnTo>
                        <a:lnTo>
                          <a:pt x="21" y="11"/>
                        </a:lnTo>
                        <a:lnTo>
                          <a:pt x="13" y="10"/>
                        </a:lnTo>
                        <a:lnTo>
                          <a:pt x="13" y="1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3" name="Freeform 337"/>
                  <p:cNvSpPr>
                    <a:spLocks/>
                  </p:cNvSpPr>
                  <p:nvPr/>
                </p:nvSpPr>
                <p:spPr bwMode="auto">
                  <a:xfrm>
                    <a:off x="4177" y="3577"/>
                    <a:ext cx="11" cy="10"/>
                  </a:xfrm>
                  <a:custGeom>
                    <a:avLst/>
                    <a:gdLst>
                      <a:gd name="T0" fmla="*/ 0 w 20"/>
                      <a:gd name="T1" fmla="*/ 1 h 19"/>
                      <a:gd name="T2" fmla="*/ 1 w 20"/>
                      <a:gd name="T3" fmla="*/ 1 h 19"/>
                      <a:gd name="T4" fmla="*/ 1 w 20"/>
                      <a:gd name="T5" fmla="*/ 1 h 19"/>
                      <a:gd name="T6" fmla="*/ 1 w 20"/>
                      <a:gd name="T7" fmla="*/ 1 h 19"/>
                      <a:gd name="T8" fmla="*/ 1 w 20"/>
                      <a:gd name="T9" fmla="*/ 1 h 19"/>
                      <a:gd name="T10" fmla="*/ 1 w 20"/>
                      <a:gd name="T11" fmla="*/ 1 h 19"/>
                      <a:gd name="T12" fmla="*/ 1 w 20"/>
                      <a:gd name="T13" fmla="*/ 1 h 19"/>
                      <a:gd name="T14" fmla="*/ 1 w 20"/>
                      <a:gd name="T15" fmla="*/ 1 h 19"/>
                      <a:gd name="T16" fmla="*/ 1 w 20"/>
                      <a:gd name="T17" fmla="*/ 1 h 19"/>
                      <a:gd name="T18" fmla="*/ 1 w 20"/>
                      <a:gd name="T19" fmla="*/ 1 h 19"/>
                      <a:gd name="T20" fmla="*/ 1 w 20"/>
                      <a:gd name="T21" fmla="*/ 1 h 19"/>
                      <a:gd name="T22" fmla="*/ 1 w 20"/>
                      <a:gd name="T23" fmla="*/ 1 h 19"/>
                      <a:gd name="T24" fmla="*/ 1 w 20"/>
                      <a:gd name="T25" fmla="*/ 1 h 19"/>
                      <a:gd name="T26" fmla="*/ 1 w 20"/>
                      <a:gd name="T27" fmla="*/ 1 h 19"/>
                      <a:gd name="T28" fmla="*/ 1 w 20"/>
                      <a:gd name="T29" fmla="*/ 1 h 19"/>
                      <a:gd name="T30" fmla="*/ 1 w 20"/>
                      <a:gd name="T31" fmla="*/ 1 h 19"/>
                      <a:gd name="T32" fmla="*/ 1 w 20"/>
                      <a:gd name="T33" fmla="*/ 0 h 19"/>
                      <a:gd name="T34" fmla="*/ 1 w 20"/>
                      <a:gd name="T35" fmla="*/ 0 h 19"/>
                      <a:gd name="T36" fmla="*/ 0 w 20"/>
                      <a:gd name="T37" fmla="*/ 1 h 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0"/>
                      <a:gd name="T58" fmla="*/ 0 h 19"/>
                      <a:gd name="T59" fmla="*/ 20 w 20"/>
                      <a:gd name="T60" fmla="*/ 19 h 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0" h="19">
                        <a:moveTo>
                          <a:pt x="0" y="1"/>
                        </a:moveTo>
                        <a:lnTo>
                          <a:pt x="2" y="5"/>
                        </a:lnTo>
                        <a:lnTo>
                          <a:pt x="3" y="7"/>
                        </a:lnTo>
                        <a:lnTo>
                          <a:pt x="6" y="10"/>
                        </a:lnTo>
                        <a:lnTo>
                          <a:pt x="8" y="13"/>
                        </a:lnTo>
                        <a:lnTo>
                          <a:pt x="13" y="18"/>
                        </a:lnTo>
                        <a:lnTo>
                          <a:pt x="17" y="19"/>
                        </a:lnTo>
                        <a:lnTo>
                          <a:pt x="20" y="19"/>
                        </a:lnTo>
                        <a:lnTo>
                          <a:pt x="20" y="17"/>
                        </a:lnTo>
                        <a:lnTo>
                          <a:pt x="17" y="17"/>
                        </a:lnTo>
                        <a:lnTo>
                          <a:pt x="14" y="16"/>
                        </a:lnTo>
                        <a:lnTo>
                          <a:pt x="12" y="14"/>
                        </a:lnTo>
                        <a:lnTo>
                          <a:pt x="11" y="12"/>
                        </a:lnTo>
                        <a:lnTo>
                          <a:pt x="8" y="8"/>
                        </a:lnTo>
                        <a:lnTo>
                          <a:pt x="6" y="6"/>
                        </a:lnTo>
                        <a:lnTo>
                          <a:pt x="3" y="2"/>
                        </a:lnTo>
                        <a:lnTo>
                          <a:pt x="1" y="0"/>
                        </a:lnTo>
                        <a:lnTo>
                          <a:pt x="2" y="0"/>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4" name="Freeform 338"/>
                  <p:cNvSpPr>
                    <a:spLocks/>
                  </p:cNvSpPr>
                  <p:nvPr/>
                </p:nvSpPr>
                <p:spPr bwMode="auto">
                  <a:xfrm>
                    <a:off x="4172" y="3535"/>
                    <a:ext cx="6" cy="42"/>
                  </a:xfrm>
                  <a:custGeom>
                    <a:avLst/>
                    <a:gdLst>
                      <a:gd name="T0" fmla="*/ 0 w 14"/>
                      <a:gd name="T1" fmla="*/ 0 h 85"/>
                      <a:gd name="T2" fmla="*/ 0 w 14"/>
                      <a:gd name="T3" fmla="*/ 0 h 85"/>
                      <a:gd name="T4" fmla="*/ 0 w 14"/>
                      <a:gd name="T5" fmla="*/ 0 h 85"/>
                      <a:gd name="T6" fmla="*/ 0 w 14"/>
                      <a:gd name="T7" fmla="*/ 0 h 85"/>
                      <a:gd name="T8" fmla="*/ 0 w 14"/>
                      <a:gd name="T9" fmla="*/ 1 h 85"/>
                      <a:gd name="T10" fmla="*/ 0 w 14"/>
                      <a:gd name="T11" fmla="*/ 1 h 85"/>
                      <a:gd name="T12" fmla="*/ 0 w 14"/>
                      <a:gd name="T13" fmla="*/ 1 h 85"/>
                      <a:gd name="T14" fmla="*/ 0 w 14"/>
                      <a:gd name="T15" fmla="*/ 2 h 85"/>
                      <a:gd name="T16" fmla="*/ 0 w 14"/>
                      <a:gd name="T17" fmla="*/ 2 h 85"/>
                      <a:gd name="T18" fmla="*/ 0 w 14"/>
                      <a:gd name="T19" fmla="*/ 2 h 85"/>
                      <a:gd name="T20" fmla="*/ 0 w 14"/>
                      <a:gd name="T21" fmla="*/ 2 h 85"/>
                      <a:gd name="T22" fmla="*/ 0 w 14"/>
                      <a:gd name="T23" fmla="*/ 2 h 85"/>
                      <a:gd name="T24" fmla="*/ 0 w 14"/>
                      <a:gd name="T25" fmla="*/ 2 h 85"/>
                      <a:gd name="T26" fmla="*/ 0 w 14"/>
                      <a:gd name="T27" fmla="*/ 1 h 85"/>
                      <a:gd name="T28" fmla="*/ 0 w 14"/>
                      <a:gd name="T29" fmla="*/ 1 h 85"/>
                      <a:gd name="T30" fmla="*/ 0 w 14"/>
                      <a:gd name="T31" fmla="*/ 1 h 85"/>
                      <a:gd name="T32" fmla="*/ 0 w 14"/>
                      <a:gd name="T33" fmla="*/ 0 h 85"/>
                      <a:gd name="T34" fmla="*/ 0 w 14"/>
                      <a:gd name="T35" fmla="*/ 0 h 85"/>
                      <a:gd name="T36" fmla="*/ 0 w 14"/>
                      <a:gd name="T37" fmla="*/ 0 h 85"/>
                      <a:gd name="T38" fmla="*/ 0 w 14"/>
                      <a:gd name="T39" fmla="*/ 0 h 85"/>
                      <a:gd name="T40" fmla="*/ 0 w 14"/>
                      <a:gd name="T41" fmla="*/ 0 h 85"/>
                      <a:gd name="T42" fmla="*/ 0 w 14"/>
                      <a:gd name="T43" fmla="*/ 0 h 8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
                      <a:gd name="T67" fmla="*/ 0 h 85"/>
                      <a:gd name="T68" fmla="*/ 14 w 14"/>
                      <a:gd name="T69" fmla="*/ 85 h 8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 h="85">
                        <a:moveTo>
                          <a:pt x="9" y="0"/>
                        </a:moveTo>
                        <a:lnTo>
                          <a:pt x="9" y="1"/>
                        </a:lnTo>
                        <a:lnTo>
                          <a:pt x="4" y="11"/>
                        </a:lnTo>
                        <a:lnTo>
                          <a:pt x="2" y="22"/>
                        </a:lnTo>
                        <a:lnTo>
                          <a:pt x="0" y="32"/>
                        </a:lnTo>
                        <a:lnTo>
                          <a:pt x="0" y="43"/>
                        </a:lnTo>
                        <a:lnTo>
                          <a:pt x="2" y="54"/>
                        </a:lnTo>
                        <a:lnTo>
                          <a:pt x="4" y="65"/>
                        </a:lnTo>
                        <a:lnTo>
                          <a:pt x="7" y="75"/>
                        </a:lnTo>
                        <a:lnTo>
                          <a:pt x="12" y="85"/>
                        </a:lnTo>
                        <a:lnTo>
                          <a:pt x="14" y="84"/>
                        </a:lnTo>
                        <a:lnTo>
                          <a:pt x="9" y="75"/>
                        </a:lnTo>
                        <a:lnTo>
                          <a:pt x="7" y="64"/>
                        </a:lnTo>
                        <a:lnTo>
                          <a:pt x="4" y="54"/>
                        </a:lnTo>
                        <a:lnTo>
                          <a:pt x="3" y="43"/>
                        </a:lnTo>
                        <a:lnTo>
                          <a:pt x="3" y="32"/>
                        </a:lnTo>
                        <a:lnTo>
                          <a:pt x="4" y="22"/>
                        </a:lnTo>
                        <a:lnTo>
                          <a:pt x="7" y="11"/>
                        </a:lnTo>
                        <a:lnTo>
                          <a:pt x="10" y="2"/>
                        </a:lnTo>
                        <a:lnTo>
                          <a:pt x="9" y="0"/>
                        </a:lnTo>
                        <a:lnTo>
                          <a:pt x="9" y="1"/>
                        </a:lnTo>
                        <a:lnTo>
                          <a:pt x="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5" name="Freeform 339"/>
                  <p:cNvSpPr>
                    <a:spLocks/>
                  </p:cNvSpPr>
                  <p:nvPr/>
                </p:nvSpPr>
                <p:spPr bwMode="auto">
                  <a:xfrm>
                    <a:off x="4176" y="3533"/>
                    <a:ext cx="5" cy="3"/>
                  </a:xfrm>
                  <a:custGeom>
                    <a:avLst/>
                    <a:gdLst>
                      <a:gd name="T0" fmla="*/ 1 w 10"/>
                      <a:gd name="T1" fmla="*/ 1 h 6"/>
                      <a:gd name="T2" fmla="*/ 1 w 10"/>
                      <a:gd name="T3" fmla="*/ 0 h 6"/>
                      <a:gd name="T4" fmla="*/ 1 w 10"/>
                      <a:gd name="T5" fmla="*/ 0 h 6"/>
                      <a:gd name="T6" fmla="*/ 1 w 10"/>
                      <a:gd name="T7" fmla="*/ 1 h 6"/>
                      <a:gd name="T8" fmla="*/ 1 w 10"/>
                      <a:gd name="T9" fmla="*/ 1 h 6"/>
                      <a:gd name="T10" fmla="*/ 1 w 10"/>
                      <a:gd name="T11" fmla="*/ 1 h 6"/>
                      <a:gd name="T12" fmla="*/ 1 w 10"/>
                      <a:gd name="T13" fmla="*/ 1 h 6"/>
                      <a:gd name="T14" fmla="*/ 0 w 10"/>
                      <a:gd name="T15" fmla="*/ 1 h 6"/>
                      <a:gd name="T16" fmla="*/ 1 w 10"/>
                      <a:gd name="T17" fmla="*/ 1 h 6"/>
                      <a:gd name="T18" fmla="*/ 1 w 10"/>
                      <a:gd name="T19" fmla="*/ 1 h 6"/>
                      <a:gd name="T20" fmla="*/ 1 w 10"/>
                      <a:gd name="T21" fmla="*/ 1 h 6"/>
                      <a:gd name="T22" fmla="*/ 1 w 10"/>
                      <a:gd name="T23" fmla="*/ 1 h 6"/>
                      <a:gd name="T24" fmla="*/ 1 w 10"/>
                      <a:gd name="T25" fmla="*/ 1 h 6"/>
                      <a:gd name="T26" fmla="*/ 1 w 10"/>
                      <a:gd name="T27" fmla="*/ 1 h 6"/>
                      <a:gd name="T28" fmla="*/ 1 w 10"/>
                      <a:gd name="T29" fmla="*/ 1 h 6"/>
                      <a:gd name="T30" fmla="*/ 1 w 10"/>
                      <a:gd name="T31" fmla="*/ 1 h 6"/>
                      <a:gd name="T32" fmla="*/ 1 w 10"/>
                      <a:gd name="T33" fmla="*/ 1 h 6"/>
                      <a:gd name="T34" fmla="*/ 1 w 10"/>
                      <a:gd name="T35" fmla="*/ 0 h 6"/>
                      <a:gd name="T36" fmla="*/ 1 w 10"/>
                      <a:gd name="T37" fmla="*/ 1 h 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
                      <a:gd name="T58" fmla="*/ 0 h 6"/>
                      <a:gd name="T59" fmla="*/ 10 w 10"/>
                      <a:gd name="T60" fmla="*/ 6 h 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 h="6">
                        <a:moveTo>
                          <a:pt x="9" y="3"/>
                        </a:moveTo>
                        <a:lnTo>
                          <a:pt x="9" y="0"/>
                        </a:lnTo>
                        <a:lnTo>
                          <a:pt x="4" y="0"/>
                        </a:lnTo>
                        <a:lnTo>
                          <a:pt x="3" y="1"/>
                        </a:lnTo>
                        <a:lnTo>
                          <a:pt x="3" y="3"/>
                        </a:lnTo>
                        <a:lnTo>
                          <a:pt x="1" y="3"/>
                        </a:lnTo>
                        <a:lnTo>
                          <a:pt x="1" y="4"/>
                        </a:lnTo>
                        <a:lnTo>
                          <a:pt x="0" y="4"/>
                        </a:lnTo>
                        <a:lnTo>
                          <a:pt x="1" y="6"/>
                        </a:lnTo>
                        <a:lnTo>
                          <a:pt x="3" y="5"/>
                        </a:lnTo>
                        <a:lnTo>
                          <a:pt x="4" y="5"/>
                        </a:lnTo>
                        <a:lnTo>
                          <a:pt x="4" y="4"/>
                        </a:lnTo>
                        <a:lnTo>
                          <a:pt x="5" y="3"/>
                        </a:lnTo>
                        <a:lnTo>
                          <a:pt x="7" y="3"/>
                        </a:lnTo>
                        <a:lnTo>
                          <a:pt x="6" y="1"/>
                        </a:lnTo>
                        <a:lnTo>
                          <a:pt x="9" y="3"/>
                        </a:lnTo>
                        <a:lnTo>
                          <a:pt x="10" y="1"/>
                        </a:lnTo>
                        <a:lnTo>
                          <a:pt x="9" y="0"/>
                        </a:lnTo>
                        <a:lnTo>
                          <a:pt x="9"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6" name="Freeform 340"/>
                  <p:cNvSpPr>
                    <a:spLocks/>
                  </p:cNvSpPr>
                  <p:nvPr/>
                </p:nvSpPr>
                <p:spPr bwMode="auto">
                  <a:xfrm>
                    <a:off x="4182" y="3535"/>
                    <a:ext cx="15" cy="46"/>
                  </a:xfrm>
                  <a:custGeom>
                    <a:avLst/>
                    <a:gdLst>
                      <a:gd name="T0" fmla="*/ 1 w 30"/>
                      <a:gd name="T1" fmla="*/ 1 h 92"/>
                      <a:gd name="T2" fmla="*/ 1 w 30"/>
                      <a:gd name="T3" fmla="*/ 1 h 92"/>
                      <a:gd name="T4" fmla="*/ 1 w 30"/>
                      <a:gd name="T5" fmla="*/ 2 h 92"/>
                      <a:gd name="T6" fmla="*/ 1 w 30"/>
                      <a:gd name="T7" fmla="*/ 2 h 92"/>
                      <a:gd name="T8" fmla="*/ 1 w 30"/>
                      <a:gd name="T9" fmla="*/ 3 h 92"/>
                      <a:gd name="T10" fmla="*/ 1 w 30"/>
                      <a:gd name="T11" fmla="*/ 3 h 92"/>
                      <a:gd name="T12" fmla="*/ 1 w 30"/>
                      <a:gd name="T13" fmla="*/ 3 h 92"/>
                      <a:gd name="T14" fmla="*/ 1 w 30"/>
                      <a:gd name="T15" fmla="*/ 3 h 92"/>
                      <a:gd name="T16" fmla="*/ 1 w 30"/>
                      <a:gd name="T17" fmla="*/ 3 h 92"/>
                      <a:gd name="T18" fmla="*/ 1 w 30"/>
                      <a:gd name="T19" fmla="*/ 3 h 92"/>
                      <a:gd name="T20" fmla="*/ 1 w 30"/>
                      <a:gd name="T21" fmla="*/ 3 h 92"/>
                      <a:gd name="T22" fmla="*/ 1 w 30"/>
                      <a:gd name="T23" fmla="*/ 3 h 92"/>
                      <a:gd name="T24" fmla="*/ 1 w 30"/>
                      <a:gd name="T25" fmla="*/ 3 h 92"/>
                      <a:gd name="T26" fmla="*/ 1 w 30"/>
                      <a:gd name="T27" fmla="*/ 3 h 92"/>
                      <a:gd name="T28" fmla="*/ 1 w 30"/>
                      <a:gd name="T29" fmla="*/ 3 h 92"/>
                      <a:gd name="T30" fmla="*/ 1 w 30"/>
                      <a:gd name="T31" fmla="*/ 3 h 92"/>
                      <a:gd name="T32" fmla="*/ 1 w 30"/>
                      <a:gd name="T33" fmla="*/ 3 h 92"/>
                      <a:gd name="T34" fmla="*/ 1 w 30"/>
                      <a:gd name="T35" fmla="*/ 3 h 92"/>
                      <a:gd name="T36" fmla="*/ 1 w 30"/>
                      <a:gd name="T37" fmla="*/ 3 h 92"/>
                      <a:gd name="T38" fmla="*/ 1 w 30"/>
                      <a:gd name="T39" fmla="*/ 3 h 92"/>
                      <a:gd name="T40" fmla="*/ 1 w 30"/>
                      <a:gd name="T41" fmla="*/ 3 h 92"/>
                      <a:gd name="T42" fmla="*/ 1 w 30"/>
                      <a:gd name="T43" fmla="*/ 2 h 92"/>
                      <a:gd name="T44" fmla="*/ 1 w 30"/>
                      <a:gd name="T45" fmla="*/ 2 h 92"/>
                      <a:gd name="T46" fmla="*/ 0 w 30"/>
                      <a:gd name="T47" fmla="*/ 2 h 92"/>
                      <a:gd name="T48" fmla="*/ 0 w 30"/>
                      <a:gd name="T49" fmla="*/ 2 h 92"/>
                      <a:gd name="T50" fmla="*/ 1 w 30"/>
                      <a:gd name="T51" fmla="*/ 1 h 92"/>
                      <a:gd name="T52" fmla="*/ 1 w 30"/>
                      <a:gd name="T53" fmla="*/ 1 h 92"/>
                      <a:gd name="T54" fmla="*/ 1 w 30"/>
                      <a:gd name="T55" fmla="*/ 1 h 92"/>
                      <a:gd name="T56" fmla="*/ 1 w 30"/>
                      <a:gd name="T57" fmla="*/ 1 h 92"/>
                      <a:gd name="T58" fmla="*/ 1 w 30"/>
                      <a:gd name="T59" fmla="*/ 0 h 92"/>
                      <a:gd name="T60" fmla="*/ 1 w 30"/>
                      <a:gd name="T61" fmla="*/ 1 h 92"/>
                      <a:gd name="T62" fmla="*/ 1 w 30"/>
                      <a:gd name="T63" fmla="*/ 1 h 92"/>
                      <a:gd name="T64" fmla="*/ 1 w 30"/>
                      <a:gd name="T65" fmla="*/ 1 h 92"/>
                      <a:gd name="T66" fmla="*/ 1 w 30"/>
                      <a:gd name="T67" fmla="*/ 1 h 92"/>
                      <a:gd name="T68" fmla="*/ 1 w 30"/>
                      <a:gd name="T69" fmla="*/ 1 h 92"/>
                      <a:gd name="T70" fmla="*/ 1 w 30"/>
                      <a:gd name="T71" fmla="*/ 1 h 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0"/>
                      <a:gd name="T109" fmla="*/ 0 h 92"/>
                      <a:gd name="T110" fmla="*/ 30 w 30"/>
                      <a:gd name="T111" fmla="*/ 92 h 9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0" h="92">
                        <a:moveTo>
                          <a:pt x="25" y="21"/>
                        </a:moveTo>
                        <a:lnTo>
                          <a:pt x="27" y="29"/>
                        </a:lnTo>
                        <a:lnTo>
                          <a:pt x="29" y="38"/>
                        </a:lnTo>
                        <a:lnTo>
                          <a:pt x="30" y="47"/>
                        </a:lnTo>
                        <a:lnTo>
                          <a:pt x="30" y="65"/>
                        </a:lnTo>
                        <a:lnTo>
                          <a:pt x="29" y="74"/>
                        </a:lnTo>
                        <a:lnTo>
                          <a:pt x="27" y="82"/>
                        </a:lnTo>
                        <a:lnTo>
                          <a:pt x="25" y="91"/>
                        </a:lnTo>
                        <a:lnTo>
                          <a:pt x="24" y="92"/>
                        </a:lnTo>
                        <a:lnTo>
                          <a:pt x="15" y="84"/>
                        </a:lnTo>
                        <a:lnTo>
                          <a:pt x="16" y="84"/>
                        </a:lnTo>
                        <a:lnTo>
                          <a:pt x="18" y="85"/>
                        </a:lnTo>
                        <a:lnTo>
                          <a:pt x="20" y="85"/>
                        </a:lnTo>
                        <a:lnTo>
                          <a:pt x="23" y="80"/>
                        </a:lnTo>
                        <a:lnTo>
                          <a:pt x="23" y="75"/>
                        </a:lnTo>
                        <a:lnTo>
                          <a:pt x="21" y="70"/>
                        </a:lnTo>
                        <a:lnTo>
                          <a:pt x="19" y="65"/>
                        </a:lnTo>
                        <a:lnTo>
                          <a:pt x="15" y="65"/>
                        </a:lnTo>
                        <a:lnTo>
                          <a:pt x="14" y="68"/>
                        </a:lnTo>
                        <a:lnTo>
                          <a:pt x="14" y="81"/>
                        </a:lnTo>
                        <a:lnTo>
                          <a:pt x="8" y="73"/>
                        </a:lnTo>
                        <a:lnTo>
                          <a:pt x="4" y="64"/>
                        </a:lnTo>
                        <a:lnTo>
                          <a:pt x="2" y="54"/>
                        </a:lnTo>
                        <a:lnTo>
                          <a:pt x="0" y="44"/>
                        </a:lnTo>
                        <a:lnTo>
                          <a:pt x="0" y="34"/>
                        </a:lnTo>
                        <a:lnTo>
                          <a:pt x="3" y="24"/>
                        </a:lnTo>
                        <a:lnTo>
                          <a:pt x="4" y="15"/>
                        </a:lnTo>
                        <a:lnTo>
                          <a:pt x="8" y="6"/>
                        </a:lnTo>
                        <a:lnTo>
                          <a:pt x="11" y="1"/>
                        </a:lnTo>
                        <a:lnTo>
                          <a:pt x="14" y="0"/>
                        </a:lnTo>
                        <a:lnTo>
                          <a:pt x="16" y="1"/>
                        </a:lnTo>
                        <a:lnTo>
                          <a:pt x="19" y="5"/>
                        </a:lnTo>
                        <a:lnTo>
                          <a:pt x="20" y="8"/>
                        </a:lnTo>
                        <a:lnTo>
                          <a:pt x="23" y="13"/>
                        </a:lnTo>
                        <a:lnTo>
                          <a:pt x="24" y="17"/>
                        </a:lnTo>
                        <a:lnTo>
                          <a:pt x="25" y="2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7" name="Freeform 341"/>
                  <p:cNvSpPr>
                    <a:spLocks/>
                  </p:cNvSpPr>
                  <p:nvPr/>
                </p:nvSpPr>
                <p:spPr bwMode="auto">
                  <a:xfrm>
                    <a:off x="4194" y="3545"/>
                    <a:ext cx="4" cy="36"/>
                  </a:xfrm>
                  <a:custGeom>
                    <a:avLst/>
                    <a:gdLst>
                      <a:gd name="T0" fmla="*/ 1 w 7"/>
                      <a:gd name="T1" fmla="*/ 3 h 72"/>
                      <a:gd name="T2" fmla="*/ 1 w 7"/>
                      <a:gd name="T3" fmla="*/ 3 h 72"/>
                      <a:gd name="T4" fmla="*/ 1 w 7"/>
                      <a:gd name="T5" fmla="*/ 2 h 72"/>
                      <a:gd name="T6" fmla="*/ 1 w 7"/>
                      <a:gd name="T7" fmla="*/ 2 h 72"/>
                      <a:gd name="T8" fmla="*/ 1 w 7"/>
                      <a:gd name="T9" fmla="*/ 2 h 72"/>
                      <a:gd name="T10" fmla="*/ 1 w 7"/>
                      <a:gd name="T11" fmla="*/ 1 h 72"/>
                      <a:gd name="T12" fmla="*/ 1 w 7"/>
                      <a:gd name="T13" fmla="*/ 1 h 72"/>
                      <a:gd name="T14" fmla="*/ 1 w 7"/>
                      <a:gd name="T15" fmla="*/ 1 h 72"/>
                      <a:gd name="T16" fmla="*/ 1 w 7"/>
                      <a:gd name="T17" fmla="*/ 0 h 72"/>
                      <a:gd name="T18" fmla="*/ 0 w 7"/>
                      <a:gd name="T19" fmla="*/ 1 h 72"/>
                      <a:gd name="T20" fmla="*/ 1 w 7"/>
                      <a:gd name="T21" fmla="*/ 1 h 72"/>
                      <a:gd name="T22" fmla="*/ 1 w 7"/>
                      <a:gd name="T23" fmla="*/ 1 h 72"/>
                      <a:gd name="T24" fmla="*/ 1 w 7"/>
                      <a:gd name="T25" fmla="*/ 1 h 72"/>
                      <a:gd name="T26" fmla="*/ 1 w 7"/>
                      <a:gd name="T27" fmla="*/ 2 h 72"/>
                      <a:gd name="T28" fmla="*/ 1 w 7"/>
                      <a:gd name="T29" fmla="*/ 2 h 72"/>
                      <a:gd name="T30" fmla="*/ 1 w 7"/>
                      <a:gd name="T31" fmla="*/ 2 h 72"/>
                      <a:gd name="T32" fmla="*/ 0 w 7"/>
                      <a:gd name="T33" fmla="*/ 3 h 72"/>
                      <a:gd name="T34" fmla="*/ 1 w 7"/>
                      <a:gd name="T35" fmla="*/ 3 h 72"/>
                      <a:gd name="T36" fmla="*/ 1 w 7"/>
                      <a:gd name="T37" fmla="*/ 3 h 72"/>
                      <a:gd name="T38" fmla="*/ 1 w 7"/>
                      <a:gd name="T39" fmla="*/ 3 h 7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
                      <a:gd name="T61" fmla="*/ 0 h 72"/>
                      <a:gd name="T62" fmla="*/ 7 w 7"/>
                      <a:gd name="T63" fmla="*/ 72 h 7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 h="72">
                        <a:moveTo>
                          <a:pt x="1" y="72"/>
                        </a:moveTo>
                        <a:lnTo>
                          <a:pt x="2" y="71"/>
                        </a:lnTo>
                        <a:lnTo>
                          <a:pt x="5" y="62"/>
                        </a:lnTo>
                        <a:lnTo>
                          <a:pt x="6" y="54"/>
                        </a:lnTo>
                        <a:lnTo>
                          <a:pt x="7" y="45"/>
                        </a:lnTo>
                        <a:lnTo>
                          <a:pt x="7" y="27"/>
                        </a:lnTo>
                        <a:lnTo>
                          <a:pt x="6" y="18"/>
                        </a:lnTo>
                        <a:lnTo>
                          <a:pt x="5" y="9"/>
                        </a:lnTo>
                        <a:lnTo>
                          <a:pt x="2" y="0"/>
                        </a:lnTo>
                        <a:lnTo>
                          <a:pt x="0" y="1"/>
                        </a:lnTo>
                        <a:lnTo>
                          <a:pt x="2" y="9"/>
                        </a:lnTo>
                        <a:lnTo>
                          <a:pt x="3" y="18"/>
                        </a:lnTo>
                        <a:lnTo>
                          <a:pt x="5" y="27"/>
                        </a:lnTo>
                        <a:lnTo>
                          <a:pt x="5" y="45"/>
                        </a:lnTo>
                        <a:lnTo>
                          <a:pt x="3" y="54"/>
                        </a:lnTo>
                        <a:lnTo>
                          <a:pt x="2" y="62"/>
                        </a:lnTo>
                        <a:lnTo>
                          <a:pt x="0" y="71"/>
                        </a:lnTo>
                        <a:lnTo>
                          <a:pt x="1" y="72"/>
                        </a:lnTo>
                        <a:lnTo>
                          <a:pt x="2" y="71"/>
                        </a:lnTo>
                        <a:lnTo>
                          <a:pt x="1" y="7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8" name="Freeform 342"/>
                  <p:cNvSpPr>
                    <a:spLocks/>
                  </p:cNvSpPr>
                  <p:nvPr/>
                </p:nvSpPr>
                <p:spPr bwMode="auto">
                  <a:xfrm>
                    <a:off x="4193" y="3581"/>
                    <a:ext cx="2" cy="1"/>
                  </a:xfrm>
                  <a:custGeom>
                    <a:avLst/>
                    <a:gdLst>
                      <a:gd name="T0" fmla="*/ 0 w 2"/>
                      <a:gd name="T1" fmla="*/ 0 h 4"/>
                      <a:gd name="T2" fmla="*/ 1 w 2"/>
                      <a:gd name="T3" fmla="*/ 0 h 4"/>
                      <a:gd name="T4" fmla="*/ 2 w 2"/>
                      <a:gd name="T5" fmla="*/ 0 h 4"/>
                      <a:gd name="T6" fmla="*/ 1 w 2"/>
                      <a:gd name="T7" fmla="*/ 0 h 4"/>
                      <a:gd name="T8" fmla="*/ 0 w 2"/>
                      <a:gd name="T9" fmla="*/ 0 h 4"/>
                      <a:gd name="T10" fmla="*/ 1 w 2"/>
                      <a:gd name="T11" fmla="*/ 0 h 4"/>
                      <a:gd name="T12" fmla="*/ 0 w 2"/>
                      <a:gd name="T13" fmla="*/ 0 h 4"/>
                      <a:gd name="T14" fmla="*/ 1 w 2"/>
                      <a:gd name="T15" fmla="*/ 0 h 4"/>
                      <a:gd name="T16" fmla="*/ 1 w 2"/>
                      <a:gd name="T17" fmla="*/ 0 h 4"/>
                      <a:gd name="T18" fmla="*/ 0 w 2"/>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4"/>
                      <a:gd name="T32" fmla="*/ 2 w 2"/>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4">
                        <a:moveTo>
                          <a:pt x="0" y="3"/>
                        </a:moveTo>
                        <a:lnTo>
                          <a:pt x="1" y="3"/>
                        </a:lnTo>
                        <a:lnTo>
                          <a:pt x="2" y="1"/>
                        </a:lnTo>
                        <a:lnTo>
                          <a:pt x="1" y="0"/>
                        </a:lnTo>
                        <a:lnTo>
                          <a:pt x="0" y="0"/>
                        </a:lnTo>
                        <a:lnTo>
                          <a:pt x="1" y="0"/>
                        </a:lnTo>
                        <a:lnTo>
                          <a:pt x="0" y="3"/>
                        </a:lnTo>
                        <a:lnTo>
                          <a:pt x="1" y="4"/>
                        </a:lnTo>
                        <a:lnTo>
                          <a:pt x="1" y="3"/>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29" name="Freeform 343"/>
                  <p:cNvSpPr>
                    <a:spLocks/>
                  </p:cNvSpPr>
                  <p:nvPr/>
                </p:nvSpPr>
                <p:spPr bwMode="auto">
                  <a:xfrm>
                    <a:off x="4189" y="3576"/>
                    <a:ext cx="5" cy="6"/>
                  </a:xfrm>
                  <a:custGeom>
                    <a:avLst/>
                    <a:gdLst>
                      <a:gd name="T0" fmla="*/ 1 w 10"/>
                      <a:gd name="T1" fmla="*/ 0 h 12"/>
                      <a:gd name="T2" fmla="*/ 0 w 10"/>
                      <a:gd name="T3" fmla="*/ 1 h 12"/>
                      <a:gd name="T4" fmla="*/ 1 w 10"/>
                      <a:gd name="T5" fmla="*/ 1 h 12"/>
                      <a:gd name="T6" fmla="*/ 1 w 10"/>
                      <a:gd name="T7" fmla="*/ 1 h 12"/>
                      <a:gd name="T8" fmla="*/ 1 w 10"/>
                      <a:gd name="T9" fmla="*/ 0 h 12"/>
                      <a:gd name="T10" fmla="*/ 0 w 10"/>
                      <a:gd name="T11" fmla="*/ 1 h 12"/>
                      <a:gd name="T12" fmla="*/ 1 w 10"/>
                      <a:gd name="T13" fmla="*/ 0 h 12"/>
                      <a:gd name="T14" fmla="*/ 0 60000 65536"/>
                      <a:gd name="T15" fmla="*/ 0 60000 65536"/>
                      <a:gd name="T16" fmla="*/ 0 60000 65536"/>
                      <a:gd name="T17" fmla="*/ 0 60000 65536"/>
                      <a:gd name="T18" fmla="*/ 0 60000 65536"/>
                      <a:gd name="T19" fmla="*/ 0 60000 65536"/>
                      <a:gd name="T20" fmla="*/ 0 60000 65536"/>
                      <a:gd name="T21" fmla="*/ 0 w 10"/>
                      <a:gd name="T22" fmla="*/ 0 h 12"/>
                      <a:gd name="T23" fmla="*/ 10 w 10"/>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 h="12">
                        <a:moveTo>
                          <a:pt x="2" y="0"/>
                        </a:moveTo>
                        <a:lnTo>
                          <a:pt x="0" y="2"/>
                        </a:lnTo>
                        <a:lnTo>
                          <a:pt x="9" y="12"/>
                        </a:lnTo>
                        <a:lnTo>
                          <a:pt x="10" y="9"/>
                        </a:lnTo>
                        <a:lnTo>
                          <a:pt x="2" y="0"/>
                        </a:lnTo>
                        <a:lnTo>
                          <a:pt x="0" y="2"/>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0" name="Freeform 344"/>
                  <p:cNvSpPr>
                    <a:spLocks/>
                  </p:cNvSpPr>
                  <p:nvPr/>
                </p:nvSpPr>
                <p:spPr bwMode="auto">
                  <a:xfrm>
                    <a:off x="4189" y="3576"/>
                    <a:ext cx="4" cy="3"/>
                  </a:xfrm>
                  <a:custGeom>
                    <a:avLst/>
                    <a:gdLst>
                      <a:gd name="T0" fmla="*/ 1 w 7"/>
                      <a:gd name="T1" fmla="*/ 1 h 5"/>
                      <a:gd name="T2" fmla="*/ 1 w 7"/>
                      <a:gd name="T3" fmla="*/ 1 h 5"/>
                      <a:gd name="T4" fmla="*/ 1 w 7"/>
                      <a:gd name="T5" fmla="*/ 1 h 5"/>
                      <a:gd name="T6" fmla="*/ 1 w 7"/>
                      <a:gd name="T7" fmla="*/ 0 h 5"/>
                      <a:gd name="T8" fmla="*/ 0 w 7"/>
                      <a:gd name="T9" fmla="*/ 1 h 5"/>
                      <a:gd name="T10" fmla="*/ 1 w 7"/>
                      <a:gd name="T11" fmla="*/ 1 h 5"/>
                      <a:gd name="T12" fmla="*/ 1 w 7"/>
                      <a:gd name="T13" fmla="*/ 1 h 5"/>
                      <a:gd name="T14" fmla="*/ 1 w 7"/>
                      <a:gd name="T15" fmla="*/ 1 h 5"/>
                      <a:gd name="T16" fmla="*/ 1 w 7"/>
                      <a:gd name="T17" fmla="*/ 1 h 5"/>
                      <a:gd name="T18" fmla="*/ 1 w 7"/>
                      <a:gd name="T19" fmla="*/ 1 h 5"/>
                      <a:gd name="T20" fmla="*/ 1 w 7"/>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5"/>
                      <a:gd name="T35" fmla="*/ 7 w 7"/>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5">
                        <a:moveTo>
                          <a:pt x="5" y="3"/>
                        </a:moveTo>
                        <a:lnTo>
                          <a:pt x="6" y="2"/>
                        </a:lnTo>
                        <a:lnTo>
                          <a:pt x="4" y="2"/>
                        </a:lnTo>
                        <a:lnTo>
                          <a:pt x="2" y="0"/>
                        </a:lnTo>
                        <a:lnTo>
                          <a:pt x="0" y="2"/>
                        </a:lnTo>
                        <a:lnTo>
                          <a:pt x="2" y="4"/>
                        </a:lnTo>
                        <a:lnTo>
                          <a:pt x="7" y="4"/>
                        </a:lnTo>
                        <a:lnTo>
                          <a:pt x="6" y="4"/>
                        </a:lnTo>
                        <a:lnTo>
                          <a:pt x="7" y="5"/>
                        </a:lnTo>
                        <a:lnTo>
                          <a:pt x="7" y="4"/>
                        </a:lnTo>
                        <a:lnTo>
                          <a:pt x="5"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1" name="Freeform 345"/>
                  <p:cNvSpPr>
                    <a:spLocks/>
                  </p:cNvSpPr>
                  <p:nvPr/>
                </p:nvSpPr>
                <p:spPr bwMode="auto">
                  <a:xfrm>
                    <a:off x="4191" y="3567"/>
                    <a:ext cx="3" cy="11"/>
                  </a:xfrm>
                  <a:custGeom>
                    <a:avLst/>
                    <a:gdLst>
                      <a:gd name="T0" fmla="*/ 0 w 6"/>
                      <a:gd name="T1" fmla="*/ 1 h 22"/>
                      <a:gd name="T2" fmla="*/ 1 w 6"/>
                      <a:gd name="T3" fmla="*/ 1 h 22"/>
                      <a:gd name="T4" fmla="*/ 1 w 6"/>
                      <a:gd name="T5" fmla="*/ 1 h 22"/>
                      <a:gd name="T6" fmla="*/ 1 w 6"/>
                      <a:gd name="T7" fmla="*/ 1 h 22"/>
                      <a:gd name="T8" fmla="*/ 1 w 6"/>
                      <a:gd name="T9" fmla="*/ 1 h 22"/>
                      <a:gd name="T10" fmla="*/ 1 w 6"/>
                      <a:gd name="T11" fmla="*/ 1 h 22"/>
                      <a:gd name="T12" fmla="*/ 1 w 6"/>
                      <a:gd name="T13" fmla="*/ 1 h 22"/>
                      <a:gd name="T14" fmla="*/ 1 w 6"/>
                      <a:gd name="T15" fmla="*/ 1 h 22"/>
                      <a:gd name="T16" fmla="*/ 1 w 6"/>
                      <a:gd name="T17" fmla="*/ 1 h 22"/>
                      <a:gd name="T18" fmla="*/ 1 w 6"/>
                      <a:gd name="T19" fmla="*/ 1 h 22"/>
                      <a:gd name="T20" fmla="*/ 1 w 6"/>
                      <a:gd name="T21" fmla="*/ 0 h 22"/>
                      <a:gd name="T22" fmla="*/ 1 w 6"/>
                      <a:gd name="T23" fmla="*/ 1 h 22"/>
                      <a:gd name="T24" fmla="*/ 1 w 6"/>
                      <a:gd name="T25" fmla="*/ 0 h 22"/>
                      <a:gd name="T26" fmla="*/ 0 w 6"/>
                      <a:gd name="T27" fmla="*/ 1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22"/>
                      <a:gd name="T44" fmla="*/ 6 w 6"/>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22">
                        <a:moveTo>
                          <a:pt x="0" y="2"/>
                        </a:moveTo>
                        <a:lnTo>
                          <a:pt x="2" y="6"/>
                        </a:lnTo>
                        <a:lnTo>
                          <a:pt x="3" y="11"/>
                        </a:lnTo>
                        <a:lnTo>
                          <a:pt x="3" y="16"/>
                        </a:lnTo>
                        <a:lnTo>
                          <a:pt x="1" y="21"/>
                        </a:lnTo>
                        <a:lnTo>
                          <a:pt x="3" y="22"/>
                        </a:lnTo>
                        <a:lnTo>
                          <a:pt x="6" y="17"/>
                        </a:lnTo>
                        <a:lnTo>
                          <a:pt x="6" y="11"/>
                        </a:lnTo>
                        <a:lnTo>
                          <a:pt x="5" y="6"/>
                        </a:lnTo>
                        <a:lnTo>
                          <a:pt x="2" y="1"/>
                        </a:lnTo>
                        <a:lnTo>
                          <a:pt x="2" y="0"/>
                        </a:lnTo>
                        <a:lnTo>
                          <a:pt x="2" y="1"/>
                        </a:lnTo>
                        <a:lnTo>
                          <a:pt x="2"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2" name="Freeform 346"/>
                  <p:cNvSpPr>
                    <a:spLocks/>
                  </p:cNvSpPr>
                  <p:nvPr/>
                </p:nvSpPr>
                <p:spPr bwMode="auto">
                  <a:xfrm>
                    <a:off x="4188" y="3567"/>
                    <a:ext cx="4" cy="2"/>
                  </a:xfrm>
                  <a:custGeom>
                    <a:avLst/>
                    <a:gdLst>
                      <a:gd name="T0" fmla="*/ 1 w 7"/>
                      <a:gd name="T1" fmla="*/ 0 h 5"/>
                      <a:gd name="T2" fmla="*/ 1 w 7"/>
                      <a:gd name="T3" fmla="*/ 0 h 5"/>
                      <a:gd name="T4" fmla="*/ 1 w 7"/>
                      <a:gd name="T5" fmla="*/ 0 h 5"/>
                      <a:gd name="T6" fmla="*/ 1 w 7"/>
                      <a:gd name="T7" fmla="*/ 0 h 5"/>
                      <a:gd name="T8" fmla="*/ 1 w 7"/>
                      <a:gd name="T9" fmla="*/ 0 h 5"/>
                      <a:gd name="T10" fmla="*/ 1 w 7"/>
                      <a:gd name="T11" fmla="*/ 0 h 5"/>
                      <a:gd name="T12" fmla="*/ 0 w 7"/>
                      <a:gd name="T13" fmla="*/ 0 h 5"/>
                      <a:gd name="T14" fmla="*/ 0 w 7"/>
                      <a:gd name="T15" fmla="*/ 0 h 5"/>
                      <a:gd name="T16" fmla="*/ 1 w 7"/>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
                      <a:gd name="T28" fmla="*/ 0 h 5"/>
                      <a:gd name="T29" fmla="*/ 7 w 7"/>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 h="5">
                        <a:moveTo>
                          <a:pt x="2" y="5"/>
                        </a:moveTo>
                        <a:lnTo>
                          <a:pt x="2" y="4"/>
                        </a:lnTo>
                        <a:lnTo>
                          <a:pt x="3" y="2"/>
                        </a:lnTo>
                        <a:lnTo>
                          <a:pt x="5" y="2"/>
                        </a:lnTo>
                        <a:lnTo>
                          <a:pt x="7" y="0"/>
                        </a:lnTo>
                        <a:lnTo>
                          <a:pt x="2" y="0"/>
                        </a:lnTo>
                        <a:lnTo>
                          <a:pt x="0" y="2"/>
                        </a:lnTo>
                        <a:lnTo>
                          <a:pt x="0" y="5"/>
                        </a:lnTo>
                        <a:lnTo>
                          <a:pt x="2"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3" name="Freeform 347"/>
                  <p:cNvSpPr>
                    <a:spLocks/>
                  </p:cNvSpPr>
                  <p:nvPr/>
                </p:nvSpPr>
                <p:spPr bwMode="auto">
                  <a:xfrm>
                    <a:off x="4188" y="3569"/>
                    <a:ext cx="2" cy="8"/>
                  </a:xfrm>
                  <a:custGeom>
                    <a:avLst/>
                    <a:gdLst>
                      <a:gd name="T0" fmla="*/ 0 w 2"/>
                      <a:gd name="T1" fmla="*/ 1 h 16"/>
                      <a:gd name="T2" fmla="*/ 2 w 2"/>
                      <a:gd name="T3" fmla="*/ 1 h 16"/>
                      <a:gd name="T4" fmla="*/ 2 w 2"/>
                      <a:gd name="T5" fmla="*/ 0 h 16"/>
                      <a:gd name="T6" fmla="*/ 0 w 2"/>
                      <a:gd name="T7" fmla="*/ 0 h 16"/>
                      <a:gd name="T8" fmla="*/ 0 w 2"/>
                      <a:gd name="T9" fmla="*/ 1 h 16"/>
                      <a:gd name="T10" fmla="*/ 2 w 2"/>
                      <a:gd name="T11" fmla="*/ 1 h 16"/>
                      <a:gd name="T12" fmla="*/ 0 w 2"/>
                      <a:gd name="T13" fmla="*/ 1 h 16"/>
                      <a:gd name="T14" fmla="*/ 2 w 2"/>
                      <a:gd name="T15" fmla="*/ 1 h 16"/>
                      <a:gd name="T16" fmla="*/ 2 w 2"/>
                      <a:gd name="T17" fmla="*/ 1 h 16"/>
                      <a:gd name="T18" fmla="*/ 0 w 2"/>
                      <a:gd name="T19" fmla="*/ 1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16"/>
                      <a:gd name="T32" fmla="*/ 2 w 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16">
                        <a:moveTo>
                          <a:pt x="0" y="13"/>
                        </a:moveTo>
                        <a:lnTo>
                          <a:pt x="2" y="12"/>
                        </a:lnTo>
                        <a:lnTo>
                          <a:pt x="2" y="0"/>
                        </a:lnTo>
                        <a:lnTo>
                          <a:pt x="0" y="0"/>
                        </a:lnTo>
                        <a:lnTo>
                          <a:pt x="0" y="12"/>
                        </a:lnTo>
                        <a:lnTo>
                          <a:pt x="2" y="11"/>
                        </a:lnTo>
                        <a:lnTo>
                          <a:pt x="0" y="13"/>
                        </a:lnTo>
                        <a:lnTo>
                          <a:pt x="2" y="16"/>
                        </a:lnTo>
                        <a:lnTo>
                          <a:pt x="2" y="12"/>
                        </a:lnTo>
                        <a:lnTo>
                          <a:pt x="0" y="1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4" name="Freeform 348"/>
                  <p:cNvSpPr>
                    <a:spLocks/>
                  </p:cNvSpPr>
                  <p:nvPr/>
                </p:nvSpPr>
                <p:spPr bwMode="auto">
                  <a:xfrm>
                    <a:off x="4182" y="3537"/>
                    <a:ext cx="8" cy="39"/>
                  </a:xfrm>
                  <a:custGeom>
                    <a:avLst/>
                    <a:gdLst>
                      <a:gd name="T0" fmla="*/ 1 w 16"/>
                      <a:gd name="T1" fmla="*/ 0 h 77"/>
                      <a:gd name="T2" fmla="*/ 1 w 16"/>
                      <a:gd name="T3" fmla="*/ 1 h 77"/>
                      <a:gd name="T4" fmla="*/ 1 w 16"/>
                      <a:gd name="T5" fmla="*/ 1 h 77"/>
                      <a:gd name="T6" fmla="*/ 1 w 16"/>
                      <a:gd name="T7" fmla="*/ 1 h 77"/>
                      <a:gd name="T8" fmla="*/ 0 w 16"/>
                      <a:gd name="T9" fmla="*/ 1 h 77"/>
                      <a:gd name="T10" fmla="*/ 0 w 16"/>
                      <a:gd name="T11" fmla="*/ 2 h 77"/>
                      <a:gd name="T12" fmla="*/ 1 w 16"/>
                      <a:gd name="T13" fmla="*/ 2 h 77"/>
                      <a:gd name="T14" fmla="*/ 1 w 16"/>
                      <a:gd name="T15" fmla="*/ 2 h 77"/>
                      <a:gd name="T16" fmla="*/ 1 w 16"/>
                      <a:gd name="T17" fmla="*/ 3 h 77"/>
                      <a:gd name="T18" fmla="*/ 1 w 16"/>
                      <a:gd name="T19" fmla="*/ 3 h 77"/>
                      <a:gd name="T20" fmla="*/ 1 w 16"/>
                      <a:gd name="T21" fmla="*/ 3 h 77"/>
                      <a:gd name="T22" fmla="*/ 1 w 16"/>
                      <a:gd name="T23" fmla="*/ 3 h 77"/>
                      <a:gd name="T24" fmla="*/ 1 w 16"/>
                      <a:gd name="T25" fmla="*/ 2 h 77"/>
                      <a:gd name="T26" fmla="*/ 1 w 16"/>
                      <a:gd name="T27" fmla="*/ 2 h 77"/>
                      <a:gd name="T28" fmla="*/ 1 w 16"/>
                      <a:gd name="T29" fmla="*/ 2 h 77"/>
                      <a:gd name="T30" fmla="*/ 1 w 16"/>
                      <a:gd name="T31" fmla="*/ 1 h 77"/>
                      <a:gd name="T32" fmla="*/ 1 w 16"/>
                      <a:gd name="T33" fmla="*/ 1 h 77"/>
                      <a:gd name="T34" fmla="*/ 1 w 16"/>
                      <a:gd name="T35" fmla="*/ 1 h 77"/>
                      <a:gd name="T36" fmla="*/ 1 w 16"/>
                      <a:gd name="T37" fmla="*/ 1 h 77"/>
                      <a:gd name="T38" fmla="*/ 1 w 16"/>
                      <a:gd name="T39" fmla="*/ 0 h 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
                      <a:gd name="T61" fmla="*/ 0 h 77"/>
                      <a:gd name="T62" fmla="*/ 16 w 16"/>
                      <a:gd name="T63" fmla="*/ 77 h 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 h="77">
                        <a:moveTo>
                          <a:pt x="8" y="0"/>
                        </a:moveTo>
                        <a:lnTo>
                          <a:pt x="8" y="1"/>
                        </a:lnTo>
                        <a:lnTo>
                          <a:pt x="4" y="10"/>
                        </a:lnTo>
                        <a:lnTo>
                          <a:pt x="3" y="19"/>
                        </a:lnTo>
                        <a:lnTo>
                          <a:pt x="0" y="29"/>
                        </a:lnTo>
                        <a:lnTo>
                          <a:pt x="0" y="39"/>
                        </a:lnTo>
                        <a:lnTo>
                          <a:pt x="1" y="50"/>
                        </a:lnTo>
                        <a:lnTo>
                          <a:pt x="4" y="59"/>
                        </a:lnTo>
                        <a:lnTo>
                          <a:pt x="8" y="69"/>
                        </a:lnTo>
                        <a:lnTo>
                          <a:pt x="14" y="77"/>
                        </a:lnTo>
                        <a:lnTo>
                          <a:pt x="16" y="75"/>
                        </a:lnTo>
                        <a:lnTo>
                          <a:pt x="11" y="68"/>
                        </a:lnTo>
                        <a:lnTo>
                          <a:pt x="6" y="59"/>
                        </a:lnTo>
                        <a:lnTo>
                          <a:pt x="4" y="49"/>
                        </a:lnTo>
                        <a:lnTo>
                          <a:pt x="3" y="39"/>
                        </a:lnTo>
                        <a:lnTo>
                          <a:pt x="3" y="29"/>
                        </a:lnTo>
                        <a:lnTo>
                          <a:pt x="4" y="19"/>
                        </a:lnTo>
                        <a:lnTo>
                          <a:pt x="6" y="11"/>
                        </a:lnTo>
                        <a:lnTo>
                          <a:pt x="10" y="1"/>
                        </a:lnTo>
                        <a:lnTo>
                          <a:pt x="8"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5" name="Freeform 349"/>
                  <p:cNvSpPr>
                    <a:spLocks/>
                  </p:cNvSpPr>
                  <p:nvPr/>
                </p:nvSpPr>
                <p:spPr bwMode="auto">
                  <a:xfrm>
                    <a:off x="4185" y="3534"/>
                    <a:ext cx="10" cy="11"/>
                  </a:xfrm>
                  <a:custGeom>
                    <a:avLst/>
                    <a:gdLst>
                      <a:gd name="T0" fmla="*/ 1 w 19"/>
                      <a:gd name="T1" fmla="*/ 1 h 22"/>
                      <a:gd name="T2" fmla="*/ 1 w 19"/>
                      <a:gd name="T3" fmla="*/ 1 h 22"/>
                      <a:gd name="T4" fmla="*/ 1 w 19"/>
                      <a:gd name="T5" fmla="*/ 1 h 22"/>
                      <a:gd name="T6" fmla="*/ 1 w 19"/>
                      <a:gd name="T7" fmla="*/ 1 h 22"/>
                      <a:gd name="T8" fmla="*/ 1 w 19"/>
                      <a:gd name="T9" fmla="*/ 1 h 22"/>
                      <a:gd name="T10" fmla="*/ 1 w 19"/>
                      <a:gd name="T11" fmla="*/ 1 h 22"/>
                      <a:gd name="T12" fmla="*/ 1 w 19"/>
                      <a:gd name="T13" fmla="*/ 0 h 22"/>
                      <a:gd name="T14" fmla="*/ 1 w 19"/>
                      <a:gd name="T15" fmla="*/ 1 h 22"/>
                      <a:gd name="T16" fmla="*/ 0 w 19"/>
                      <a:gd name="T17" fmla="*/ 1 h 22"/>
                      <a:gd name="T18" fmla="*/ 1 w 19"/>
                      <a:gd name="T19" fmla="*/ 1 h 22"/>
                      <a:gd name="T20" fmla="*/ 1 w 19"/>
                      <a:gd name="T21" fmla="*/ 1 h 22"/>
                      <a:gd name="T22" fmla="*/ 1 w 19"/>
                      <a:gd name="T23" fmla="*/ 1 h 22"/>
                      <a:gd name="T24" fmla="*/ 1 w 19"/>
                      <a:gd name="T25" fmla="*/ 1 h 22"/>
                      <a:gd name="T26" fmla="*/ 1 w 19"/>
                      <a:gd name="T27" fmla="*/ 1 h 22"/>
                      <a:gd name="T28" fmla="*/ 1 w 19"/>
                      <a:gd name="T29" fmla="*/ 1 h 22"/>
                      <a:gd name="T30" fmla="*/ 1 w 19"/>
                      <a:gd name="T31" fmla="*/ 1 h 22"/>
                      <a:gd name="T32" fmla="*/ 1 w 19"/>
                      <a:gd name="T33" fmla="*/ 1 h 22"/>
                      <a:gd name="T34" fmla="*/ 1 w 19"/>
                      <a:gd name="T35" fmla="*/ 1 h 2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
                      <a:gd name="T55" fmla="*/ 0 h 22"/>
                      <a:gd name="T56" fmla="*/ 19 w 19"/>
                      <a:gd name="T57" fmla="*/ 22 h 2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 h="22">
                        <a:moveTo>
                          <a:pt x="19" y="21"/>
                        </a:moveTo>
                        <a:lnTo>
                          <a:pt x="18" y="18"/>
                        </a:lnTo>
                        <a:lnTo>
                          <a:pt x="17" y="14"/>
                        </a:lnTo>
                        <a:lnTo>
                          <a:pt x="14" y="9"/>
                        </a:lnTo>
                        <a:lnTo>
                          <a:pt x="13" y="5"/>
                        </a:lnTo>
                        <a:lnTo>
                          <a:pt x="11" y="2"/>
                        </a:lnTo>
                        <a:lnTo>
                          <a:pt x="7" y="0"/>
                        </a:lnTo>
                        <a:lnTo>
                          <a:pt x="3" y="2"/>
                        </a:lnTo>
                        <a:lnTo>
                          <a:pt x="0" y="6"/>
                        </a:lnTo>
                        <a:lnTo>
                          <a:pt x="2" y="7"/>
                        </a:lnTo>
                        <a:lnTo>
                          <a:pt x="4" y="3"/>
                        </a:lnTo>
                        <a:lnTo>
                          <a:pt x="9" y="3"/>
                        </a:lnTo>
                        <a:lnTo>
                          <a:pt x="11" y="6"/>
                        </a:lnTo>
                        <a:lnTo>
                          <a:pt x="12" y="11"/>
                        </a:lnTo>
                        <a:lnTo>
                          <a:pt x="14" y="14"/>
                        </a:lnTo>
                        <a:lnTo>
                          <a:pt x="16" y="18"/>
                        </a:lnTo>
                        <a:lnTo>
                          <a:pt x="17" y="22"/>
                        </a:lnTo>
                        <a:lnTo>
                          <a:pt x="19" y="2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6" name="Freeform 350"/>
                  <p:cNvSpPr>
                    <a:spLocks/>
                  </p:cNvSpPr>
                  <p:nvPr/>
                </p:nvSpPr>
                <p:spPr bwMode="auto">
                  <a:xfrm>
                    <a:off x="4352" y="3535"/>
                    <a:ext cx="9" cy="5"/>
                  </a:xfrm>
                  <a:custGeom>
                    <a:avLst/>
                    <a:gdLst>
                      <a:gd name="T0" fmla="*/ 0 w 19"/>
                      <a:gd name="T1" fmla="*/ 0 h 11"/>
                      <a:gd name="T2" fmla="*/ 0 w 19"/>
                      <a:gd name="T3" fmla="*/ 0 h 11"/>
                      <a:gd name="T4" fmla="*/ 0 w 19"/>
                      <a:gd name="T5" fmla="*/ 0 h 11"/>
                      <a:gd name="T6" fmla="*/ 0 w 19"/>
                      <a:gd name="T7" fmla="*/ 0 h 11"/>
                      <a:gd name="T8" fmla="*/ 0 w 19"/>
                      <a:gd name="T9" fmla="*/ 0 h 11"/>
                      <a:gd name="T10" fmla="*/ 0 w 19"/>
                      <a:gd name="T11" fmla="*/ 0 h 11"/>
                      <a:gd name="T12" fmla="*/ 0 w 19"/>
                      <a:gd name="T13" fmla="*/ 0 h 11"/>
                      <a:gd name="T14" fmla="*/ 0 w 19"/>
                      <a:gd name="T15" fmla="*/ 0 h 11"/>
                      <a:gd name="T16" fmla="*/ 0 w 19"/>
                      <a:gd name="T17" fmla="*/ 0 h 11"/>
                      <a:gd name="T18" fmla="*/ 0 w 19"/>
                      <a:gd name="T19" fmla="*/ 0 h 11"/>
                      <a:gd name="T20" fmla="*/ 0 w 19"/>
                      <a:gd name="T21" fmla="*/ 0 h 11"/>
                      <a:gd name="T22" fmla="*/ 0 w 19"/>
                      <a:gd name="T23" fmla="*/ 0 h 11"/>
                      <a:gd name="T24" fmla="*/ 0 w 19"/>
                      <a:gd name="T25" fmla="*/ 0 h 11"/>
                      <a:gd name="T26" fmla="*/ 0 w 19"/>
                      <a:gd name="T27" fmla="*/ 0 h 11"/>
                      <a:gd name="T28" fmla="*/ 0 w 19"/>
                      <a:gd name="T29" fmla="*/ 0 h 11"/>
                      <a:gd name="T30" fmla="*/ 0 w 19"/>
                      <a:gd name="T31" fmla="*/ 0 h 11"/>
                      <a:gd name="T32" fmla="*/ 0 w 19"/>
                      <a:gd name="T33" fmla="*/ 0 h 11"/>
                      <a:gd name="T34" fmla="*/ 0 w 19"/>
                      <a:gd name="T35" fmla="*/ 0 h 11"/>
                      <a:gd name="T36" fmla="*/ 0 w 19"/>
                      <a:gd name="T37" fmla="*/ 0 h 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9"/>
                      <a:gd name="T58" fmla="*/ 0 h 11"/>
                      <a:gd name="T59" fmla="*/ 19 w 19"/>
                      <a:gd name="T60" fmla="*/ 11 h 1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9" h="11">
                        <a:moveTo>
                          <a:pt x="9" y="8"/>
                        </a:moveTo>
                        <a:lnTo>
                          <a:pt x="12" y="8"/>
                        </a:lnTo>
                        <a:lnTo>
                          <a:pt x="14" y="10"/>
                        </a:lnTo>
                        <a:lnTo>
                          <a:pt x="16" y="10"/>
                        </a:lnTo>
                        <a:lnTo>
                          <a:pt x="17" y="11"/>
                        </a:lnTo>
                        <a:lnTo>
                          <a:pt x="19" y="11"/>
                        </a:lnTo>
                        <a:lnTo>
                          <a:pt x="14" y="11"/>
                        </a:lnTo>
                        <a:lnTo>
                          <a:pt x="11" y="10"/>
                        </a:lnTo>
                        <a:lnTo>
                          <a:pt x="4" y="10"/>
                        </a:lnTo>
                        <a:lnTo>
                          <a:pt x="3" y="8"/>
                        </a:lnTo>
                        <a:lnTo>
                          <a:pt x="0" y="7"/>
                        </a:lnTo>
                        <a:lnTo>
                          <a:pt x="1" y="0"/>
                        </a:lnTo>
                        <a:lnTo>
                          <a:pt x="3" y="0"/>
                        </a:lnTo>
                        <a:lnTo>
                          <a:pt x="4" y="1"/>
                        </a:lnTo>
                        <a:lnTo>
                          <a:pt x="4" y="4"/>
                        </a:lnTo>
                        <a:lnTo>
                          <a:pt x="5" y="6"/>
                        </a:lnTo>
                        <a:lnTo>
                          <a:pt x="5" y="7"/>
                        </a:lnTo>
                        <a:lnTo>
                          <a:pt x="6" y="7"/>
                        </a:lnTo>
                        <a:lnTo>
                          <a:pt x="9"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7" name="Freeform 351"/>
                  <p:cNvSpPr>
                    <a:spLocks/>
                  </p:cNvSpPr>
                  <p:nvPr/>
                </p:nvSpPr>
                <p:spPr bwMode="auto">
                  <a:xfrm>
                    <a:off x="4356" y="3539"/>
                    <a:ext cx="5" cy="2"/>
                  </a:xfrm>
                  <a:custGeom>
                    <a:avLst/>
                    <a:gdLst>
                      <a:gd name="T0" fmla="*/ 1 w 10"/>
                      <a:gd name="T1" fmla="*/ 0 h 5"/>
                      <a:gd name="T2" fmla="*/ 1 w 10"/>
                      <a:gd name="T3" fmla="*/ 0 h 5"/>
                      <a:gd name="T4" fmla="*/ 1 w 10"/>
                      <a:gd name="T5" fmla="*/ 0 h 5"/>
                      <a:gd name="T6" fmla="*/ 1 w 10"/>
                      <a:gd name="T7" fmla="*/ 0 h 5"/>
                      <a:gd name="T8" fmla="*/ 1 w 10"/>
                      <a:gd name="T9" fmla="*/ 0 h 5"/>
                      <a:gd name="T10" fmla="*/ 1 w 10"/>
                      <a:gd name="T11" fmla="*/ 0 h 5"/>
                      <a:gd name="T12" fmla="*/ 0 w 10"/>
                      <a:gd name="T13" fmla="*/ 0 h 5"/>
                      <a:gd name="T14" fmla="*/ 0 w 10"/>
                      <a:gd name="T15" fmla="*/ 0 h 5"/>
                      <a:gd name="T16" fmla="*/ 1 w 10"/>
                      <a:gd name="T17" fmla="*/ 0 h 5"/>
                      <a:gd name="T18" fmla="*/ 1 w 10"/>
                      <a:gd name="T19" fmla="*/ 0 h 5"/>
                      <a:gd name="T20" fmla="*/ 1 w 10"/>
                      <a:gd name="T21" fmla="*/ 0 h 5"/>
                      <a:gd name="T22" fmla="*/ 1 w 10"/>
                      <a:gd name="T23" fmla="*/ 0 h 5"/>
                      <a:gd name="T24" fmla="*/ 1 w 10"/>
                      <a:gd name="T25" fmla="*/ 0 h 5"/>
                      <a:gd name="T26" fmla="*/ 1 w 10"/>
                      <a:gd name="T27" fmla="*/ 0 h 5"/>
                      <a:gd name="T28" fmla="*/ 1 w 10"/>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
                      <a:gd name="T46" fmla="*/ 0 h 5"/>
                      <a:gd name="T47" fmla="*/ 10 w 10"/>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 h="5">
                        <a:moveTo>
                          <a:pt x="10" y="5"/>
                        </a:moveTo>
                        <a:lnTo>
                          <a:pt x="10" y="3"/>
                        </a:lnTo>
                        <a:lnTo>
                          <a:pt x="8" y="3"/>
                        </a:lnTo>
                        <a:lnTo>
                          <a:pt x="7" y="1"/>
                        </a:lnTo>
                        <a:lnTo>
                          <a:pt x="6" y="1"/>
                        </a:lnTo>
                        <a:lnTo>
                          <a:pt x="5" y="0"/>
                        </a:lnTo>
                        <a:lnTo>
                          <a:pt x="0" y="0"/>
                        </a:lnTo>
                        <a:lnTo>
                          <a:pt x="0" y="3"/>
                        </a:lnTo>
                        <a:lnTo>
                          <a:pt x="5" y="3"/>
                        </a:lnTo>
                        <a:lnTo>
                          <a:pt x="6" y="4"/>
                        </a:lnTo>
                        <a:lnTo>
                          <a:pt x="7" y="4"/>
                        </a:lnTo>
                        <a:lnTo>
                          <a:pt x="8" y="5"/>
                        </a:lnTo>
                        <a:lnTo>
                          <a:pt x="10" y="5"/>
                        </a:lnTo>
                        <a:lnTo>
                          <a:pt x="10" y="3"/>
                        </a:lnTo>
                        <a:lnTo>
                          <a:pt x="10"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8" name="Freeform 352"/>
                  <p:cNvSpPr>
                    <a:spLocks/>
                  </p:cNvSpPr>
                  <p:nvPr/>
                </p:nvSpPr>
                <p:spPr bwMode="auto">
                  <a:xfrm>
                    <a:off x="4351" y="3538"/>
                    <a:ext cx="10" cy="3"/>
                  </a:xfrm>
                  <a:custGeom>
                    <a:avLst/>
                    <a:gdLst>
                      <a:gd name="T0" fmla="*/ 0 w 20"/>
                      <a:gd name="T1" fmla="*/ 1 h 6"/>
                      <a:gd name="T2" fmla="*/ 1 w 20"/>
                      <a:gd name="T3" fmla="*/ 1 h 6"/>
                      <a:gd name="T4" fmla="*/ 1 w 20"/>
                      <a:gd name="T5" fmla="*/ 1 h 6"/>
                      <a:gd name="T6" fmla="*/ 1 w 20"/>
                      <a:gd name="T7" fmla="*/ 1 h 6"/>
                      <a:gd name="T8" fmla="*/ 1 w 20"/>
                      <a:gd name="T9" fmla="*/ 1 h 6"/>
                      <a:gd name="T10" fmla="*/ 1 w 20"/>
                      <a:gd name="T11" fmla="*/ 1 h 6"/>
                      <a:gd name="T12" fmla="*/ 1 w 20"/>
                      <a:gd name="T13" fmla="*/ 1 h 6"/>
                      <a:gd name="T14" fmla="*/ 1 w 20"/>
                      <a:gd name="T15" fmla="*/ 1 h 6"/>
                      <a:gd name="T16" fmla="*/ 1 w 20"/>
                      <a:gd name="T17" fmla="*/ 1 h 6"/>
                      <a:gd name="T18" fmla="*/ 1 w 20"/>
                      <a:gd name="T19" fmla="*/ 1 h 6"/>
                      <a:gd name="T20" fmla="*/ 1 w 20"/>
                      <a:gd name="T21" fmla="*/ 1 h 6"/>
                      <a:gd name="T22" fmla="*/ 1 w 20"/>
                      <a:gd name="T23" fmla="*/ 0 h 6"/>
                      <a:gd name="T24" fmla="*/ 1 w 20"/>
                      <a:gd name="T25" fmla="*/ 1 h 6"/>
                      <a:gd name="T26" fmla="*/ 0 w 20"/>
                      <a:gd name="T27" fmla="*/ 1 h 6"/>
                      <a:gd name="T28" fmla="*/ 0 w 20"/>
                      <a:gd name="T29" fmla="*/ 1 h 6"/>
                      <a:gd name="T30" fmla="*/ 1 w 20"/>
                      <a:gd name="T31" fmla="*/ 1 h 6"/>
                      <a:gd name="T32" fmla="*/ 0 w 20"/>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6"/>
                      <a:gd name="T53" fmla="*/ 20 w 20"/>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6">
                        <a:moveTo>
                          <a:pt x="0" y="1"/>
                        </a:moveTo>
                        <a:lnTo>
                          <a:pt x="2" y="4"/>
                        </a:lnTo>
                        <a:lnTo>
                          <a:pt x="5" y="5"/>
                        </a:lnTo>
                        <a:lnTo>
                          <a:pt x="11" y="5"/>
                        </a:lnTo>
                        <a:lnTo>
                          <a:pt x="12" y="6"/>
                        </a:lnTo>
                        <a:lnTo>
                          <a:pt x="20" y="6"/>
                        </a:lnTo>
                        <a:lnTo>
                          <a:pt x="20" y="4"/>
                        </a:lnTo>
                        <a:lnTo>
                          <a:pt x="11" y="4"/>
                        </a:lnTo>
                        <a:lnTo>
                          <a:pt x="9" y="2"/>
                        </a:lnTo>
                        <a:lnTo>
                          <a:pt x="6" y="2"/>
                        </a:lnTo>
                        <a:lnTo>
                          <a:pt x="4" y="1"/>
                        </a:lnTo>
                        <a:lnTo>
                          <a:pt x="2" y="0"/>
                        </a:lnTo>
                        <a:lnTo>
                          <a:pt x="2" y="1"/>
                        </a:lnTo>
                        <a:lnTo>
                          <a:pt x="0" y="1"/>
                        </a:lnTo>
                        <a:lnTo>
                          <a:pt x="0" y="2"/>
                        </a:lnTo>
                        <a:lnTo>
                          <a:pt x="1" y="2"/>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39" name="Freeform 353"/>
                  <p:cNvSpPr>
                    <a:spLocks/>
                  </p:cNvSpPr>
                  <p:nvPr/>
                </p:nvSpPr>
                <p:spPr bwMode="auto">
                  <a:xfrm>
                    <a:off x="4351" y="3534"/>
                    <a:ext cx="2" cy="5"/>
                  </a:xfrm>
                  <a:custGeom>
                    <a:avLst/>
                    <a:gdLst>
                      <a:gd name="T0" fmla="*/ 1 w 4"/>
                      <a:gd name="T1" fmla="*/ 1 h 10"/>
                      <a:gd name="T2" fmla="*/ 1 w 4"/>
                      <a:gd name="T3" fmla="*/ 1 h 10"/>
                      <a:gd name="T4" fmla="*/ 0 w 4"/>
                      <a:gd name="T5" fmla="*/ 1 h 10"/>
                      <a:gd name="T6" fmla="*/ 1 w 4"/>
                      <a:gd name="T7" fmla="*/ 1 h 10"/>
                      <a:gd name="T8" fmla="*/ 1 w 4"/>
                      <a:gd name="T9" fmla="*/ 1 h 10"/>
                      <a:gd name="T10" fmla="*/ 1 w 4"/>
                      <a:gd name="T11" fmla="*/ 1 h 10"/>
                      <a:gd name="T12" fmla="*/ 1 w 4"/>
                      <a:gd name="T13" fmla="*/ 1 h 10"/>
                      <a:gd name="T14" fmla="*/ 1 w 4"/>
                      <a:gd name="T15" fmla="*/ 0 h 10"/>
                      <a:gd name="T16" fmla="*/ 1 w 4"/>
                      <a:gd name="T17" fmla="*/ 1 h 10"/>
                      <a:gd name="T18" fmla="*/ 1 w 4"/>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10"/>
                      <a:gd name="T32" fmla="*/ 4 w 4"/>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10">
                        <a:moveTo>
                          <a:pt x="2" y="2"/>
                        </a:moveTo>
                        <a:lnTo>
                          <a:pt x="1" y="3"/>
                        </a:lnTo>
                        <a:lnTo>
                          <a:pt x="0" y="10"/>
                        </a:lnTo>
                        <a:lnTo>
                          <a:pt x="2" y="10"/>
                        </a:lnTo>
                        <a:lnTo>
                          <a:pt x="4" y="3"/>
                        </a:lnTo>
                        <a:lnTo>
                          <a:pt x="2" y="4"/>
                        </a:lnTo>
                        <a:lnTo>
                          <a:pt x="2" y="2"/>
                        </a:lnTo>
                        <a:lnTo>
                          <a:pt x="1" y="0"/>
                        </a:lnTo>
                        <a:lnTo>
                          <a:pt x="1" y="3"/>
                        </a:lnTo>
                        <a:lnTo>
                          <a:pt x="2"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0" name="Freeform 354"/>
                  <p:cNvSpPr>
                    <a:spLocks/>
                  </p:cNvSpPr>
                  <p:nvPr/>
                </p:nvSpPr>
                <p:spPr bwMode="auto">
                  <a:xfrm>
                    <a:off x="4352" y="3534"/>
                    <a:ext cx="4" cy="6"/>
                  </a:xfrm>
                  <a:custGeom>
                    <a:avLst/>
                    <a:gdLst>
                      <a:gd name="T0" fmla="*/ 1 w 8"/>
                      <a:gd name="T1" fmla="*/ 1 h 11"/>
                      <a:gd name="T2" fmla="*/ 1 w 8"/>
                      <a:gd name="T3" fmla="*/ 1 h 11"/>
                      <a:gd name="T4" fmla="*/ 1 w 8"/>
                      <a:gd name="T5" fmla="*/ 1 h 11"/>
                      <a:gd name="T6" fmla="*/ 1 w 8"/>
                      <a:gd name="T7" fmla="*/ 1 h 11"/>
                      <a:gd name="T8" fmla="*/ 1 w 8"/>
                      <a:gd name="T9" fmla="*/ 1 h 11"/>
                      <a:gd name="T10" fmla="*/ 1 w 8"/>
                      <a:gd name="T11" fmla="*/ 1 h 11"/>
                      <a:gd name="T12" fmla="*/ 1 w 8"/>
                      <a:gd name="T13" fmla="*/ 1 h 11"/>
                      <a:gd name="T14" fmla="*/ 1 w 8"/>
                      <a:gd name="T15" fmla="*/ 0 h 11"/>
                      <a:gd name="T16" fmla="*/ 0 w 8"/>
                      <a:gd name="T17" fmla="*/ 0 h 11"/>
                      <a:gd name="T18" fmla="*/ 0 w 8"/>
                      <a:gd name="T19" fmla="*/ 1 h 11"/>
                      <a:gd name="T20" fmla="*/ 1 w 8"/>
                      <a:gd name="T21" fmla="*/ 1 h 11"/>
                      <a:gd name="T22" fmla="*/ 1 w 8"/>
                      <a:gd name="T23" fmla="*/ 1 h 11"/>
                      <a:gd name="T24" fmla="*/ 1 w 8"/>
                      <a:gd name="T25" fmla="*/ 1 h 11"/>
                      <a:gd name="T26" fmla="*/ 1 w 8"/>
                      <a:gd name="T27" fmla="*/ 1 h 11"/>
                      <a:gd name="T28" fmla="*/ 1 w 8"/>
                      <a:gd name="T29" fmla="*/ 1 h 11"/>
                      <a:gd name="T30" fmla="*/ 1 w 8"/>
                      <a:gd name="T31" fmla="*/ 1 h 11"/>
                      <a:gd name="T32" fmla="*/ 1 w 8"/>
                      <a:gd name="T33" fmla="*/ 1 h 11"/>
                      <a:gd name="T34" fmla="*/ 1 w 8"/>
                      <a:gd name="T35" fmla="*/ 1 h 1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11"/>
                      <a:gd name="T56" fmla="*/ 8 w 8"/>
                      <a:gd name="T57" fmla="*/ 11 h 1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11">
                        <a:moveTo>
                          <a:pt x="8" y="8"/>
                        </a:moveTo>
                        <a:lnTo>
                          <a:pt x="7" y="7"/>
                        </a:lnTo>
                        <a:lnTo>
                          <a:pt x="5" y="7"/>
                        </a:lnTo>
                        <a:lnTo>
                          <a:pt x="5" y="6"/>
                        </a:lnTo>
                        <a:lnTo>
                          <a:pt x="4" y="5"/>
                        </a:lnTo>
                        <a:lnTo>
                          <a:pt x="4" y="3"/>
                        </a:lnTo>
                        <a:lnTo>
                          <a:pt x="3" y="2"/>
                        </a:lnTo>
                        <a:lnTo>
                          <a:pt x="3" y="0"/>
                        </a:lnTo>
                        <a:lnTo>
                          <a:pt x="0" y="0"/>
                        </a:lnTo>
                        <a:lnTo>
                          <a:pt x="0" y="2"/>
                        </a:lnTo>
                        <a:lnTo>
                          <a:pt x="2" y="3"/>
                        </a:lnTo>
                        <a:lnTo>
                          <a:pt x="2" y="5"/>
                        </a:lnTo>
                        <a:lnTo>
                          <a:pt x="3" y="6"/>
                        </a:lnTo>
                        <a:lnTo>
                          <a:pt x="3" y="7"/>
                        </a:lnTo>
                        <a:lnTo>
                          <a:pt x="4" y="8"/>
                        </a:lnTo>
                        <a:lnTo>
                          <a:pt x="5" y="11"/>
                        </a:lnTo>
                        <a:lnTo>
                          <a:pt x="8" y="11"/>
                        </a:lnTo>
                        <a:lnTo>
                          <a:pt x="8"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1" name="Freeform 355"/>
                  <p:cNvSpPr>
                    <a:spLocks/>
                  </p:cNvSpPr>
                  <p:nvPr/>
                </p:nvSpPr>
                <p:spPr bwMode="auto">
                  <a:xfrm>
                    <a:off x="4207" y="3537"/>
                    <a:ext cx="319" cy="90"/>
                  </a:xfrm>
                  <a:custGeom>
                    <a:avLst/>
                    <a:gdLst>
                      <a:gd name="T0" fmla="*/ 16 w 638"/>
                      <a:gd name="T1" fmla="*/ 0 h 181"/>
                      <a:gd name="T2" fmla="*/ 17 w 638"/>
                      <a:gd name="T3" fmla="*/ 0 h 181"/>
                      <a:gd name="T4" fmla="*/ 18 w 638"/>
                      <a:gd name="T5" fmla="*/ 1 h 181"/>
                      <a:gd name="T6" fmla="*/ 19 w 638"/>
                      <a:gd name="T7" fmla="*/ 2 h 181"/>
                      <a:gd name="T8" fmla="*/ 16 w 638"/>
                      <a:gd name="T9" fmla="*/ 2 h 181"/>
                      <a:gd name="T10" fmla="*/ 16 w 638"/>
                      <a:gd name="T11" fmla="*/ 3 h 181"/>
                      <a:gd name="T12" fmla="*/ 17 w 638"/>
                      <a:gd name="T13" fmla="*/ 3 h 181"/>
                      <a:gd name="T14" fmla="*/ 19 w 638"/>
                      <a:gd name="T15" fmla="*/ 3 h 181"/>
                      <a:gd name="T16" fmla="*/ 20 w 638"/>
                      <a:gd name="T17" fmla="*/ 3 h 181"/>
                      <a:gd name="T18" fmla="*/ 20 w 638"/>
                      <a:gd name="T19" fmla="*/ 3 h 181"/>
                      <a:gd name="T20" fmla="*/ 18 w 638"/>
                      <a:gd name="T21" fmla="*/ 4 h 181"/>
                      <a:gd name="T22" fmla="*/ 17 w 638"/>
                      <a:gd name="T23" fmla="*/ 4 h 181"/>
                      <a:gd name="T24" fmla="*/ 16 w 638"/>
                      <a:gd name="T25" fmla="*/ 3 h 181"/>
                      <a:gd name="T26" fmla="*/ 15 w 638"/>
                      <a:gd name="T27" fmla="*/ 3 h 181"/>
                      <a:gd name="T28" fmla="*/ 14 w 638"/>
                      <a:gd name="T29" fmla="*/ 3 h 181"/>
                      <a:gd name="T30" fmla="*/ 13 w 638"/>
                      <a:gd name="T31" fmla="*/ 2 h 181"/>
                      <a:gd name="T32" fmla="*/ 12 w 638"/>
                      <a:gd name="T33" fmla="*/ 1 h 181"/>
                      <a:gd name="T34" fmla="*/ 10 w 638"/>
                      <a:gd name="T35" fmla="*/ 1 h 181"/>
                      <a:gd name="T36" fmla="*/ 10 w 638"/>
                      <a:gd name="T37" fmla="*/ 2 h 181"/>
                      <a:gd name="T38" fmla="*/ 10 w 638"/>
                      <a:gd name="T39" fmla="*/ 4 h 181"/>
                      <a:gd name="T40" fmla="*/ 10 w 638"/>
                      <a:gd name="T41" fmla="*/ 5 h 181"/>
                      <a:gd name="T42" fmla="*/ 9 w 638"/>
                      <a:gd name="T43" fmla="*/ 5 h 181"/>
                      <a:gd name="T44" fmla="*/ 7 w 638"/>
                      <a:gd name="T45" fmla="*/ 4 h 181"/>
                      <a:gd name="T46" fmla="*/ 6 w 638"/>
                      <a:gd name="T47" fmla="*/ 4 h 181"/>
                      <a:gd name="T48" fmla="*/ 5 w 638"/>
                      <a:gd name="T49" fmla="*/ 3 h 181"/>
                      <a:gd name="T50" fmla="*/ 3 w 638"/>
                      <a:gd name="T51" fmla="*/ 3 h 181"/>
                      <a:gd name="T52" fmla="*/ 1 w 638"/>
                      <a:gd name="T53" fmla="*/ 3 h 181"/>
                      <a:gd name="T54" fmla="*/ 1 w 638"/>
                      <a:gd name="T55" fmla="*/ 2 h 181"/>
                      <a:gd name="T56" fmla="*/ 1 w 638"/>
                      <a:gd name="T57" fmla="*/ 0 h 181"/>
                      <a:gd name="T58" fmla="*/ 2 w 638"/>
                      <a:gd name="T59" fmla="*/ 1 h 181"/>
                      <a:gd name="T60" fmla="*/ 4 w 638"/>
                      <a:gd name="T61" fmla="*/ 1 h 181"/>
                      <a:gd name="T62" fmla="*/ 3 w 638"/>
                      <a:gd name="T63" fmla="*/ 1 h 181"/>
                      <a:gd name="T64" fmla="*/ 2 w 638"/>
                      <a:gd name="T65" fmla="*/ 1 h 181"/>
                      <a:gd name="T66" fmla="*/ 2 w 638"/>
                      <a:gd name="T67" fmla="*/ 1 h 181"/>
                      <a:gd name="T68" fmla="*/ 2 w 638"/>
                      <a:gd name="T69" fmla="*/ 2 h 181"/>
                      <a:gd name="T70" fmla="*/ 3 w 638"/>
                      <a:gd name="T71" fmla="*/ 3 h 181"/>
                      <a:gd name="T72" fmla="*/ 5 w 638"/>
                      <a:gd name="T73" fmla="*/ 3 h 181"/>
                      <a:gd name="T74" fmla="*/ 5 w 638"/>
                      <a:gd name="T75" fmla="*/ 4 h 181"/>
                      <a:gd name="T76" fmla="*/ 5 w 638"/>
                      <a:gd name="T77" fmla="*/ 3 h 181"/>
                      <a:gd name="T78" fmla="*/ 4 w 638"/>
                      <a:gd name="T79" fmla="*/ 3 h 181"/>
                      <a:gd name="T80" fmla="*/ 3 w 638"/>
                      <a:gd name="T81" fmla="*/ 3 h 181"/>
                      <a:gd name="T82" fmla="*/ 3 w 638"/>
                      <a:gd name="T83" fmla="*/ 2 h 181"/>
                      <a:gd name="T84" fmla="*/ 3 w 638"/>
                      <a:gd name="T85" fmla="*/ 1 h 181"/>
                      <a:gd name="T86" fmla="*/ 3 w 638"/>
                      <a:gd name="T87" fmla="*/ 1 h 181"/>
                      <a:gd name="T88" fmla="*/ 4 w 638"/>
                      <a:gd name="T89" fmla="*/ 2 h 181"/>
                      <a:gd name="T90" fmla="*/ 5 w 638"/>
                      <a:gd name="T91" fmla="*/ 2 h 181"/>
                      <a:gd name="T92" fmla="*/ 7 w 638"/>
                      <a:gd name="T93" fmla="*/ 3 h 181"/>
                      <a:gd name="T94" fmla="*/ 7 w 638"/>
                      <a:gd name="T95" fmla="*/ 3 h 181"/>
                      <a:gd name="T96" fmla="*/ 8 w 638"/>
                      <a:gd name="T97" fmla="*/ 3 h 181"/>
                      <a:gd name="T98" fmla="*/ 9 w 638"/>
                      <a:gd name="T99" fmla="*/ 4 h 181"/>
                      <a:gd name="T100" fmla="*/ 9 w 638"/>
                      <a:gd name="T101" fmla="*/ 4 h 181"/>
                      <a:gd name="T102" fmla="*/ 10 w 638"/>
                      <a:gd name="T103" fmla="*/ 5 h 181"/>
                      <a:gd name="T104" fmla="*/ 10 w 638"/>
                      <a:gd name="T105" fmla="*/ 4 h 181"/>
                      <a:gd name="T106" fmla="*/ 10 w 638"/>
                      <a:gd name="T107" fmla="*/ 2 h 181"/>
                      <a:gd name="T108" fmla="*/ 10 w 638"/>
                      <a:gd name="T109" fmla="*/ 1 h 181"/>
                      <a:gd name="T110" fmla="*/ 11 w 638"/>
                      <a:gd name="T111" fmla="*/ 0 h 181"/>
                      <a:gd name="T112" fmla="*/ 12 w 638"/>
                      <a:gd name="T113" fmla="*/ 0 h 181"/>
                      <a:gd name="T114" fmla="*/ 15 w 638"/>
                      <a:gd name="T115" fmla="*/ 0 h 181"/>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38"/>
                      <a:gd name="T175" fmla="*/ 0 h 181"/>
                      <a:gd name="T176" fmla="*/ 638 w 638"/>
                      <a:gd name="T177" fmla="*/ 181 h 181"/>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38" h="181">
                        <a:moveTo>
                          <a:pt x="488" y="4"/>
                        </a:moveTo>
                        <a:lnTo>
                          <a:pt x="489" y="6"/>
                        </a:lnTo>
                        <a:lnTo>
                          <a:pt x="491" y="7"/>
                        </a:lnTo>
                        <a:lnTo>
                          <a:pt x="495" y="11"/>
                        </a:lnTo>
                        <a:lnTo>
                          <a:pt x="498" y="12"/>
                        </a:lnTo>
                        <a:lnTo>
                          <a:pt x="499" y="13"/>
                        </a:lnTo>
                        <a:lnTo>
                          <a:pt x="501" y="14"/>
                        </a:lnTo>
                        <a:lnTo>
                          <a:pt x="504" y="16"/>
                        </a:lnTo>
                        <a:lnTo>
                          <a:pt x="507" y="19"/>
                        </a:lnTo>
                        <a:lnTo>
                          <a:pt x="510" y="19"/>
                        </a:lnTo>
                        <a:lnTo>
                          <a:pt x="512" y="22"/>
                        </a:lnTo>
                        <a:lnTo>
                          <a:pt x="515" y="23"/>
                        </a:lnTo>
                        <a:lnTo>
                          <a:pt x="516" y="24"/>
                        </a:lnTo>
                        <a:lnTo>
                          <a:pt x="518" y="25"/>
                        </a:lnTo>
                        <a:lnTo>
                          <a:pt x="521" y="27"/>
                        </a:lnTo>
                        <a:lnTo>
                          <a:pt x="525" y="30"/>
                        </a:lnTo>
                        <a:lnTo>
                          <a:pt x="530" y="34"/>
                        </a:lnTo>
                        <a:lnTo>
                          <a:pt x="535" y="38"/>
                        </a:lnTo>
                        <a:lnTo>
                          <a:pt x="539" y="41"/>
                        </a:lnTo>
                        <a:lnTo>
                          <a:pt x="544" y="45"/>
                        </a:lnTo>
                        <a:lnTo>
                          <a:pt x="549" y="48"/>
                        </a:lnTo>
                        <a:lnTo>
                          <a:pt x="554" y="51"/>
                        </a:lnTo>
                        <a:lnTo>
                          <a:pt x="559" y="55"/>
                        </a:lnTo>
                        <a:lnTo>
                          <a:pt x="564" y="59"/>
                        </a:lnTo>
                        <a:lnTo>
                          <a:pt x="569" y="61"/>
                        </a:lnTo>
                        <a:lnTo>
                          <a:pt x="574" y="65"/>
                        </a:lnTo>
                        <a:lnTo>
                          <a:pt x="579" y="69"/>
                        </a:lnTo>
                        <a:lnTo>
                          <a:pt x="584" y="72"/>
                        </a:lnTo>
                        <a:lnTo>
                          <a:pt x="589" y="76"/>
                        </a:lnTo>
                        <a:lnTo>
                          <a:pt x="594" y="80"/>
                        </a:lnTo>
                        <a:lnTo>
                          <a:pt x="597" y="85"/>
                        </a:lnTo>
                        <a:lnTo>
                          <a:pt x="592" y="83"/>
                        </a:lnTo>
                        <a:lnTo>
                          <a:pt x="587" y="83"/>
                        </a:lnTo>
                        <a:lnTo>
                          <a:pt x="583" y="82"/>
                        </a:lnTo>
                        <a:lnTo>
                          <a:pt x="533" y="82"/>
                        </a:lnTo>
                        <a:lnTo>
                          <a:pt x="527" y="83"/>
                        </a:lnTo>
                        <a:lnTo>
                          <a:pt x="521" y="83"/>
                        </a:lnTo>
                        <a:lnTo>
                          <a:pt x="515" y="85"/>
                        </a:lnTo>
                        <a:lnTo>
                          <a:pt x="509" y="85"/>
                        </a:lnTo>
                        <a:lnTo>
                          <a:pt x="504" y="86"/>
                        </a:lnTo>
                        <a:lnTo>
                          <a:pt x="502" y="86"/>
                        </a:lnTo>
                        <a:lnTo>
                          <a:pt x="501" y="87"/>
                        </a:lnTo>
                        <a:lnTo>
                          <a:pt x="500" y="87"/>
                        </a:lnTo>
                        <a:lnTo>
                          <a:pt x="499" y="88"/>
                        </a:lnTo>
                        <a:lnTo>
                          <a:pt x="499" y="91"/>
                        </a:lnTo>
                        <a:lnTo>
                          <a:pt x="500" y="93"/>
                        </a:lnTo>
                        <a:lnTo>
                          <a:pt x="501" y="96"/>
                        </a:lnTo>
                        <a:lnTo>
                          <a:pt x="504" y="97"/>
                        </a:lnTo>
                        <a:lnTo>
                          <a:pt x="506" y="99"/>
                        </a:lnTo>
                        <a:lnTo>
                          <a:pt x="509" y="101"/>
                        </a:lnTo>
                        <a:lnTo>
                          <a:pt x="511" y="103"/>
                        </a:lnTo>
                        <a:lnTo>
                          <a:pt x="515" y="106"/>
                        </a:lnTo>
                        <a:lnTo>
                          <a:pt x="520" y="110"/>
                        </a:lnTo>
                        <a:lnTo>
                          <a:pt x="522" y="112"/>
                        </a:lnTo>
                        <a:lnTo>
                          <a:pt x="525" y="114"/>
                        </a:lnTo>
                        <a:lnTo>
                          <a:pt x="528" y="115"/>
                        </a:lnTo>
                        <a:lnTo>
                          <a:pt x="531" y="118"/>
                        </a:lnTo>
                        <a:lnTo>
                          <a:pt x="533" y="119"/>
                        </a:lnTo>
                        <a:lnTo>
                          <a:pt x="537" y="120"/>
                        </a:lnTo>
                        <a:lnTo>
                          <a:pt x="539" y="122"/>
                        </a:lnTo>
                        <a:lnTo>
                          <a:pt x="543" y="122"/>
                        </a:lnTo>
                        <a:lnTo>
                          <a:pt x="547" y="123"/>
                        </a:lnTo>
                        <a:lnTo>
                          <a:pt x="583" y="123"/>
                        </a:lnTo>
                        <a:lnTo>
                          <a:pt x="587" y="122"/>
                        </a:lnTo>
                        <a:lnTo>
                          <a:pt x="605" y="122"/>
                        </a:lnTo>
                        <a:lnTo>
                          <a:pt x="610" y="120"/>
                        </a:lnTo>
                        <a:lnTo>
                          <a:pt x="624" y="120"/>
                        </a:lnTo>
                        <a:lnTo>
                          <a:pt x="624" y="119"/>
                        </a:lnTo>
                        <a:lnTo>
                          <a:pt x="627" y="119"/>
                        </a:lnTo>
                        <a:lnTo>
                          <a:pt x="628" y="118"/>
                        </a:lnTo>
                        <a:lnTo>
                          <a:pt x="629" y="118"/>
                        </a:lnTo>
                        <a:lnTo>
                          <a:pt x="629" y="115"/>
                        </a:lnTo>
                        <a:lnTo>
                          <a:pt x="631" y="115"/>
                        </a:lnTo>
                        <a:lnTo>
                          <a:pt x="634" y="119"/>
                        </a:lnTo>
                        <a:lnTo>
                          <a:pt x="636" y="122"/>
                        </a:lnTo>
                        <a:lnTo>
                          <a:pt x="637" y="122"/>
                        </a:lnTo>
                        <a:lnTo>
                          <a:pt x="637" y="123"/>
                        </a:lnTo>
                        <a:lnTo>
                          <a:pt x="638" y="124"/>
                        </a:lnTo>
                        <a:lnTo>
                          <a:pt x="632" y="125"/>
                        </a:lnTo>
                        <a:lnTo>
                          <a:pt x="626" y="125"/>
                        </a:lnTo>
                        <a:lnTo>
                          <a:pt x="620" y="126"/>
                        </a:lnTo>
                        <a:lnTo>
                          <a:pt x="613" y="128"/>
                        </a:lnTo>
                        <a:lnTo>
                          <a:pt x="606" y="128"/>
                        </a:lnTo>
                        <a:lnTo>
                          <a:pt x="600" y="129"/>
                        </a:lnTo>
                        <a:lnTo>
                          <a:pt x="594" y="130"/>
                        </a:lnTo>
                        <a:lnTo>
                          <a:pt x="587" y="130"/>
                        </a:lnTo>
                        <a:lnTo>
                          <a:pt x="580" y="131"/>
                        </a:lnTo>
                        <a:lnTo>
                          <a:pt x="574" y="133"/>
                        </a:lnTo>
                        <a:lnTo>
                          <a:pt x="568" y="133"/>
                        </a:lnTo>
                        <a:lnTo>
                          <a:pt x="560" y="134"/>
                        </a:lnTo>
                        <a:lnTo>
                          <a:pt x="541" y="134"/>
                        </a:lnTo>
                        <a:lnTo>
                          <a:pt x="533" y="135"/>
                        </a:lnTo>
                        <a:lnTo>
                          <a:pt x="530" y="134"/>
                        </a:lnTo>
                        <a:lnTo>
                          <a:pt x="527" y="133"/>
                        </a:lnTo>
                        <a:lnTo>
                          <a:pt x="523" y="133"/>
                        </a:lnTo>
                        <a:lnTo>
                          <a:pt x="520" y="131"/>
                        </a:lnTo>
                        <a:lnTo>
                          <a:pt x="517" y="131"/>
                        </a:lnTo>
                        <a:lnTo>
                          <a:pt x="514" y="130"/>
                        </a:lnTo>
                        <a:lnTo>
                          <a:pt x="511" y="130"/>
                        </a:lnTo>
                        <a:lnTo>
                          <a:pt x="507" y="129"/>
                        </a:lnTo>
                        <a:lnTo>
                          <a:pt x="505" y="129"/>
                        </a:lnTo>
                        <a:lnTo>
                          <a:pt x="501" y="128"/>
                        </a:lnTo>
                        <a:lnTo>
                          <a:pt x="498" y="128"/>
                        </a:lnTo>
                        <a:lnTo>
                          <a:pt x="495" y="126"/>
                        </a:lnTo>
                        <a:lnTo>
                          <a:pt x="491" y="126"/>
                        </a:lnTo>
                        <a:lnTo>
                          <a:pt x="489" y="125"/>
                        </a:lnTo>
                        <a:lnTo>
                          <a:pt x="485" y="124"/>
                        </a:lnTo>
                        <a:lnTo>
                          <a:pt x="482" y="124"/>
                        </a:lnTo>
                        <a:lnTo>
                          <a:pt x="477" y="123"/>
                        </a:lnTo>
                        <a:lnTo>
                          <a:pt x="473" y="122"/>
                        </a:lnTo>
                        <a:lnTo>
                          <a:pt x="468" y="120"/>
                        </a:lnTo>
                        <a:lnTo>
                          <a:pt x="463" y="119"/>
                        </a:lnTo>
                        <a:lnTo>
                          <a:pt x="458" y="118"/>
                        </a:lnTo>
                        <a:lnTo>
                          <a:pt x="453" y="117"/>
                        </a:lnTo>
                        <a:lnTo>
                          <a:pt x="448" y="115"/>
                        </a:lnTo>
                        <a:lnTo>
                          <a:pt x="443" y="114"/>
                        </a:lnTo>
                        <a:lnTo>
                          <a:pt x="438" y="113"/>
                        </a:lnTo>
                        <a:lnTo>
                          <a:pt x="433" y="112"/>
                        </a:lnTo>
                        <a:lnTo>
                          <a:pt x="429" y="110"/>
                        </a:lnTo>
                        <a:lnTo>
                          <a:pt x="424" y="109"/>
                        </a:lnTo>
                        <a:lnTo>
                          <a:pt x="420" y="108"/>
                        </a:lnTo>
                        <a:lnTo>
                          <a:pt x="415" y="107"/>
                        </a:lnTo>
                        <a:lnTo>
                          <a:pt x="410" y="104"/>
                        </a:lnTo>
                        <a:lnTo>
                          <a:pt x="405" y="103"/>
                        </a:lnTo>
                        <a:lnTo>
                          <a:pt x="403" y="101"/>
                        </a:lnTo>
                        <a:lnTo>
                          <a:pt x="401" y="101"/>
                        </a:lnTo>
                        <a:lnTo>
                          <a:pt x="400" y="97"/>
                        </a:lnTo>
                        <a:lnTo>
                          <a:pt x="398" y="92"/>
                        </a:lnTo>
                        <a:lnTo>
                          <a:pt x="395" y="88"/>
                        </a:lnTo>
                        <a:lnTo>
                          <a:pt x="393" y="83"/>
                        </a:lnTo>
                        <a:lnTo>
                          <a:pt x="390" y="80"/>
                        </a:lnTo>
                        <a:lnTo>
                          <a:pt x="388" y="75"/>
                        </a:lnTo>
                        <a:lnTo>
                          <a:pt x="385" y="70"/>
                        </a:lnTo>
                        <a:lnTo>
                          <a:pt x="367" y="51"/>
                        </a:lnTo>
                        <a:lnTo>
                          <a:pt x="363" y="49"/>
                        </a:lnTo>
                        <a:lnTo>
                          <a:pt x="361" y="48"/>
                        </a:lnTo>
                        <a:lnTo>
                          <a:pt x="357" y="45"/>
                        </a:lnTo>
                        <a:lnTo>
                          <a:pt x="355" y="44"/>
                        </a:lnTo>
                        <a:lnTo>
                          <a:pt x="352" y="43"/>
                        </a:lnTo>
                        <a:lnTo>
                          <a:pt x="348" y="41"/>
                        </a:lnTo>
                        <a:lnTo>
                          <a:pt x="339" y="41"/>
                        </a:lnTo>
                        <a:lnTo>
                          <a:pt x="335" y="43"/>
                        </a:lnTo>
                        <a:lnTo>
                          <a:pt x="329" y="46"/>
                        </a:lnTo>
                        <a:lnTo>
                          <a:pt x="324" y="50"/>
                        </a:lnTo>
                        <a:lnTo>
                          <a:pt x="319" y="54"/>
                        </a:lnTo>
                        <a:lnTo>
                          <a:pt x="315" y="57"/>
                        </a:lnTo>
                        <a:lnTo>
                          <a:pt x="312" y="62"/>
                        </a:lnTo>
                        <a:lnTo>
                          <a:pt x="307" y="67"/>
                        </a:lnTo>
                        <a:lnTo>
                          <a:pt x="304" y="72"/>
                        </a:lnTo>
                        <a:lnTo>
                          <a:pt x="300" y="77"/>
                        </a:lnTo>
                        <a:lnTo>
                          <a:pt x="298" y="83"/>
                        </a:lnTo>
                        <a:lnTo>
                          <a:pt x="297" y="88"/>
                        </a:lnTo>
                        <a:lnTo>
                          <a:pt x="294" y="94"/>
                        </a:lnTo>
                        <a:lnTo>
                          <a:pt x="293" y="99"/>
                        </a:lnTo>
                        <a:lnTo>
                          <a:pt x="292" y="106"/>
                        </a:lnTo>
                        <a:lnTo>
                          <a:pt x="292" y="118"/>
                        </a:lnTo>
                        <a:lnTo>
                          <a:pt x="293" y="124"/>
                        </a:lnTo>
                        <a:lnTo>
                          <a:pt x="293" y="128"/>
                        </a:lnTo>
                        <a:lnTo>
                          <a:pt x="294" y="131"/>
                        </a:lnTo>
                        <a:lnTo>
                          <a:pt x="294" y="135"/>
                        </a:lnTo>
                        <a:lnTo>
                          <a:pt x="296" y="140"/>
                        </a:lnTo>
                        <a:lnTo>
                          <a:pt x="297" y="144"/>
                        </a:lnTo>
                        <a:lnTo>
                          <a:pt x="297" y="147"/>
                        </a:lnTo>
                        <a:lnTo>
                          <a:pt x="298" y="151"/>
                        </a:lnTo>
                        <a:lnTo>
                          <a:pt x="299" y="155"/>
                        </a:lnTo>
                        <a:lnTo>
                          <a:pt x="300" y="162"/>
                        </a:lnTo>
                        <a:lnTo>
                          <a:pt x="300" y="168"/>
                        </a:lnTo>
                        <a:lnTo>
                          <a:pt x="302" y="175"/>
                        </a:lnTo>
                        <a:lnTo>
                          <a:pt x="304" y="181"/>
                        </a:lnTo>
                        <a:lnTo>
                          <a:pt x="297" y="181"/>
                        </a:lnTo>
                        <a:lnTo>
                          <a:pt x="292" y="178"/>
                        </a:lnTo>
                        <a:lnTo>
                          <a:pt x="287" y="177"/>
                        </a:lnTo>
                        <a:lnTo>
                          <a:pt x="282" y="175"/>
                        </a:lnTo>
                        <a:lnTo>
                          <a:pt x="277" y="172"/>
                        </a:lnTo>
                        <a:lnTo>
                          <a:pt x="272" y="171"/>
                        </a:lnTo>
                        <a:lnTo>
                          <a:pt x="267" y="168"/>
                        </a:lnTo>
                        <a:lnTo>
                          <a:pt x="262" y="167"/>
                        </a:lnTo>
                        <a:lnTo>
                          <a:pt x="257" y="165"/>
                        </a:lnTo>
                        <a:lnTo>
                          <a:pt x="252" y="162"/>
                        </a:lnTo>
                        <a:lnTo>
                          <a:pt x="247" y="161"/>
                        </a:lnTo>
                        <a:lnTo>
                          <a:pt x="243" y="159"/>
                        </a:lnTo>
                        <a:lnTo>
                          <a:pt x="238" y="156"/>
                        </a:lnTo>
                        <a:lnTo>
                          <a:pt x="233" y="155"/>
                        </a:lnTo>
                        <a:lnTo>
                          <a:pt x="228" y="152"/>
                        </a:lnTo>
                        <a:lnTo>
                          <a:pt x="223" y="150"/>
                        </a:lnTo>
                        <a:lnTo>
                          <a:pt x="218" y="149"/>
                        </a:lnTo>
                        <a:lnTo>
                          <a:pt x="212" y="146"/>
                        </a:lnTo>
                        <a:lnTo>
                          <a:pt x="207" y="145"/>
                        </a:lnTo>
                        <a:lnTo>
                          <a:pt x="202" y="143"/>
                        </a:lnTo>
                        <a:lnTo>
                          <a:pt x="196" y="141"/>
                        </a:lnTo>
                        <a:lnTo>
                          <a:pt x="190" y="140"/>
                        </a:lnTo>
                        <a:lnTo>
                          <a:pt x="185" y="138"/>
                        </a:lnTo>
                        <a:lnTo>
                          <a:pt x="180" y="136"/>
                        </a:lnTo>
                        <a:lnTo>
                          <a:pt x="174" y="135"/>
                        </a:lnTo>
                        <a:lnTo>
                          <a:pt x="169" y="133"/>
                        </a:lnTo>
                        <a:lnTo>
                          <a:pt x="162" y="131"/>
                        </a:lnTo>
                        <a:lnTo>
                          <a:pt x="158" y="129"/>
                        </a:lnTo>
                        <a:lnTo>
                          <a:pt x="151" y="128"/>
                        </a:lnTo>
                        <a:lnTo>
                          <a:pt x="146" y="126"/>
                        </a:lnTo>
                        <a:lnTo>
                          <a:pt x="140" y="125"/>
                        </a:lnTo>
                        <a:lnTo>
                          <a:pt x="135" y="123"/>
                        </a:lnTo>
                        <a:lnTo>
                          <a:pt x="129" y="122"/>
                        </a:lnTo>
                        <a:lnTo>
                          <a:pt x="123" y="120"/>
                        </a:lnTo>
                        <a:lnTo>
                          <a:pt x="118" y="119"/>
                        </a:lnTo>
                        <a:lnTo>
                          <a:pt x="112" y="118"/>
                        </a:lnTo>
                        <a:lnTo>
                          <a:pt x="107" y="117"/>
                        </a:lnTo>
                        <a:lnTo>
                          <a:pt x="101" y="115"/>
                        </a:lnTo>
                        <a:lnTo>
                          <a:pt x="95" y="114"/>
                        </a:lnTo>
                        <a:lnTo>
                          <a:pt x="89" y="114"/>
                        </a:lnTo>
                        <a:lnTo>
                          <a:pt x="84" y="113"/>
                        </a:lnTo>
                        <a:lnTo>
                          <a:pt x="77" y="112"/>
                        </a:lnTo>
                        <a:lnTo>
                          <a:pt x="71" y="112"/>
                        </a:lnTo>
                        <a:lnTo>
                          <a:pt x="66" y="110"/>
                        </a:lnTo>
                        <a:lnTo>
                          <a:pt x="60" y="110"/>
                        </a:lnTo>
                        <a:lnTo>
                          <a:pt x="54" y="109"/>
                        </a:lnTo>
                        <a:lnTo>
                          <a:pt x="32" y="109"/>
                        </a:lnTo>
                        <a:lnTo>
                          <a:pt x="28" y="108"/>
                        </a:lnTo>
                        <a:lnTo>
                          <a:pt x="26" y="107"/>
                        </a:lnTo>
                        <a:lnTo>
                          <a:pt x="23" y="106"/>
                        </a:lnTo>
                        <a:lnTo>
                          <a:pt x="21" y="103"/>
                        </a:lnTo>
                        <a:lnTo>
                          <a:pt x="17" y="101"/>
                        </a:lnTo>
                        <a:lnTo>
                          <a:pt x="15" y="98"/>
                        </a:lnTo>
                        <a:lnTo>
                          <a:pt x="13" y="96"/>
                        </a:lnTo>
                        <a:lnTo>
                          <a:pt x="11" y="87"/>
                        </a:lnTo>
                        <a:lnTo>
                          <a:pt x="10" y="78"/>
                        </a:lnTo>
                        <a:lnTo>
                          <a:pt x="7" y="70"/>
                        </a:lnTo>
                        <a:lnTo>
                          <a:pt x="6" y="61"/>
                        </a:lnTo>
                        <a:lnTo>
                          <a:pt x="5" y="53"/>
                        </a:lnTo>
                        <a:lnTo>
                          <a:pt x="4" y="44"/>
                        </a:lnTo>
                        <a:lnTo>
                          <a:pt x="1" y="35"/>
                        </a:lnTo>
                        <a:lnTo>
                          <a:pt x="0" y="27"/>
                        </a:lnTo>
                        <a:lnTo>
                          <a:pt x="6" y="28"/>
                        </a:lnTo>
                        <a:lnTo>
                          <a:pt x="13" y="29"/>
                        </a:lnTo>
                        <a:lnTo>
                          <a:pt x="21" y="30"/>
                        </a:lnTo>
                        <a:lnTo>
                          <a:pt x="27" y="32"/>
                        </a:lnTo>
                        <a:lnTo>
                          <a:pt x="34" y="33"/>
                        </a:lnTo>
                        <a:lnTo>
                          <a:pt x="41" y="34"/>
                        </a:lnTo>
                        <a:lnTo>
                          <a:pt x="48" y="35"/>
                        </a:lnTo>
                        <a:lnTo>
                          <a:pt x="54" y="36"/>
                        </a:lnTo>
                        <a:lnTo>
                          <a:pt x="61" y="38"/>
                        </a:lnTo>
                        <a:lnTo>
                          <a:pt x="68" y="39"/>
                        </a:lnTo>
                        <a:lnTo>
                          <a:pt x="75" y="40"/>
                        </a:lnTo>
                        <a:lnTo>
                          <a:pt x="81" y="41"/>
                        </a:lnTo>
                        <a:lnTo>
                          <a:pt x="89" y="44"/>
                        </a:lnTo>
                        <a:lnTo>
                          <a:pt x="95" y="45"/>
                        </a:lnTo>
                        <a:lnTo>
                          <a:pt x="101" y="46"/>
                        </a:lnTo>
                        <a:lnTo>
                          <a:pt x="107" y="49"/>
                        </a:lnTo>
                        <a:lnTo>
                          <a:pt x="108" y="48"/>
                        </a:lnTo>
                        <a:lnTo>
                          <a:pt x="111" y="48"/>
                        </a:lnTo>
                        <a:lnTo>
                          <a:pt x="111" y="50"/>
                        </a:lnTo>
                        <a:lnTo>
                          <a:pt x="112" y="51"/>
                        </a:lnTo>
                        <a:lnTo>
                          <a:pt x="112" y="53"/>
                        </a:lnTo>
                        <a:lnTo>
                          <a:pt x="108" y="51"/>
                        </a:lnTo>
                        <a:lnTo>
                          <a:pt x="103" y="51"/>
                        </a:lnTo>
                        <a:lnTo>
                          <a:pt x="98" y="50"/>
                        </a:lnTo>
                        <a:lnTo>
                          <a:pt x="95" y="49"/>
                        </a:lnTo>
                        <a:lnTo>
                          <a:pt x="90" y="48"/>
                        </a:lnTo>
                        <a:lnTo>
                          <a:pt x="86" y="48"/>
                        </a:lnTo>
                        <a:lnTo>
                          <a:pt x="81" y="46"/>
                        </a:lnTo>
                        <a:lnTo>
                          <a:pt x="77" y="46"/>
                        </a:lnTo>
                        <a:lnTo>
                          <a:pt x="73" y="45"/>
                        </a:lnTo>
                        <a:lnTo>
                          <a:pt x="68" y="45"/>
                        </a:lnTo>
                        <a:lnTo>
                          <a:pt x="64" y="44"/>
                        </a:lnTo>
                        <a:lnTo>
                          <a:pt x="59" y="44"/>
                        </a:lnTo>
                        <a:lnTo>
                          <a:pt x="54" y="43"/>
                        </a:lnTo>
                        <a:lnTo>
                          <a:pt x="50" y="41"/>
                        </a:lnTo>
                        <a:lnTo>
                          <a:pt x="41" y="41"/>
                        </a:lnTo>
                        <a:lnTo>
                          <a:pt x="38" y="44"/>
                        </a:lnTo>
                        <a:lnTo>
                          <a:pt x="37" y="44"/>
                        </a:lnTo>
                        <a:lnTo>
                          <a:pt x="34" y="46"/>
                        </a:lnTo>
                        <a:lnTo>
                          <a:pt x="34" y="50"/>
                        </a:lnTo>
                        <a:lnTo>
                          <a:pt x="37" y="54"/>
                        </a:lnTo>
                        <a:lnTo>
                          <a:pt x="38" y="56"/>
                        </a:lnTo>
                        <a:lnTo>
                          <a:pt x="41" y="60"/>
                        </a:lnTo>
                        <a:lnTo>
                          <a:pt x="42" y="64"/>
                        </a:lnTo>
                        <a:lnTo>
                          <a:pt x="43" y="67"/>
                        </a:lnTo>
                        <a:lnTo>
                          <a:pt x="44" y="71"/>
                        </a:lnTo>
                        <a:lnTo>
                          <a:pt x="47" y="75"/>
                        </a:lnTo>
                        <a:lnTo>
                          <a:pt x="48" y="78"/>
                        </a:lnTo>
                        <a:lnTo>
                          <a:pt x="49" y="82"/>
                        </a:lnTo>
                        <a:lnTo>
                          <a:pt x="52" y="86"/>
                        </a:lnTo>
                        <a:lnTo>
                          <a:pt x="53" y="88"/>
                        </a:lnTo>
                        <a:lnTo>
                          <a:pt x="55" y="92"/>
                        </a:lnTo>
                        <a:lnTo>
                          <a:pt x="64" y="101"/>
                        </a:lnTo>
                        <a:lnTo>
                          <a:pt x="68" y="103"/>
                        </a:lnTo>
                        <a:lnTo>
                          <a:pt x="74" y="104"/>
                        </a:lnTo>
                        <a:lnTo>
                          <a:pt x="81" y="107"/>
                        </a:lnTo>
                        <a:lnTo>
                          <a:pt x="87" y="108"/>
                        </a:lnTo>
                        <a:lnTo>
                          <a:pt x="94" y="109"/>
                        </a:lnTo>
                        <a:lnTo>
                          <a:pt x="101" y="110"/>
                        </a:lnTo>
                        <a:lnTo>
                          <a:pt x="107" y="113"/>
                        </a:lnTo>
                        <a:lnTo>
                          <a:pt x="113" y="114"/>
                        </a:lnTo>
                        <a:lnTo>
                          <a:pt x="119" y="115"/>
                        </a:lnTo>
                        <a:lnTo>
                          <a:pt x="127" y="117"/>
                        </a:lnTo>
                        <a:lnTo>
                          <a:pt x="133" y="119"/>
                        </a:lnTo>
                        <a:lnTo>
                          <a:pt x="139" y="120"/>
                        </a:lnTo>
                        <a:lnTo>
                          <a:pt x="145" y="123"/>
                        </a:lnTo>
                        <a:lnTo>
                          <a:pt x="153" y="124"/>
                        </a:lnTo>
                        <a:lnTo>
                          <a:pt x="159" y="126"/>
                        </a:lnTo>
                        <a:lnTo>
                          <a:pt x="165" y="128"/>
                        </a:lnTo>
                        <a:lnTo>
                          <a:pt x="171" y="130"/>
                        </a:lnTo>
                        <a:lnTo>
                          <a:pt x="172" y="129"/>
                        </a:lnTo>
                        <a:lnTo>
                          <a:pt x="170" y="128"/>
                        </a:lnTo>
                        <a:lnTo>
                          <a:pt x="167" y="128"/>
                        </a:lnTo>
                        <a:lnTo>
                          <a:pt x="165" y="126"/>
                        </a:lnTo>
                        <a:lnTo>
                          <a:pt x="162" y="125"/>
                        </a:lnTo>
                        <a:lnTo>
                          <a:pt x="160" y="124"/>
                        </a:lnTo>
                        <a:lnTo>
                          <a:pt x="158" y="123"/>
                        </a:lnTo>
                        <a:lnTo>
                          <a:pt x="155" y="123"/>
                        </a:lnTo>
                        <a:lnTo>
                          <a:pt x="153" y="122"/>
                        </a:lnTo>
                        <a:lnTo>
                          <a:pt x="149" y="120"/>
                        </a:lnTo>
                        <a:lnTo>
                          <a:pt x="146" y="119"/>
                        </a:lnTo>
                        <a:lnTo>
                          <a:pt x="143" y="118"/>
                        </a:lnTo>
                        <a:lnTo>
                          <a:pt x="140" y="117"/>
                        </a:lnTo>
                        <a:lnTo>
                          <a:pt x="138" y="117"/>
                        </a:lnTo>
                        <a:lnTo>
                          <a:pt x="135" y="115"/>
                        </a:lnTo>
                        <a:lnTo>
                          <a:pt x="132" y="114"/>
                        </a:lnTo>
                        <a:lnTo>
                          <a:pt x="129" y="114"/>
                        </a:lnTo>
                        <a:lnTo>
                          <a:pt x="126" y="113"/>
                        </a:lnTo>
                        <a:lnTo>
                          <a:pt x="123" y="112"/>
                        </a:lnTo>
                        <a:lnTo>
                          <a:pt x="119" y="112"/>
                        </a:lnTo>
                        <a:lnTo>
                          <a:pt x="117" y="110"/>
                        </a:lnTo>
                        <a:lnTo>
                          <a:pt x="114" y="109"/>
                        </a:lnTo>
                        <a:lnTo>
                          <a:pt x="111" y="108"/>
                        </a:lnTo>
                        <a:lnTo>
                          <a:pt x="108" y="108"/>
                        </a:lnTo>
                        <a:lnTo>
                          <a:pt x="105" y="107"/>
                        </a:lnTo>
                        <a:lnTo>
                          <a:pt x="101" y="106"/>
                        </a:lnTo>
                        <a:lnTo>
                          <a:pt x="97" y="104"/>
                        </a:lnTo>
                        <a:lnTo>
                          <a:pt x="94" y="104"/>
                        </a:lnTo>
                        <a:lnTo>
                          <a:pt x="90" y="103"/>
                        </a:lnTo>
                        <a:lnTo>
                          <a:pt x="86" y="102"/>
                        </a:lnTo>
                        <a:lnTo>
                          <a:pt x="81" y="101"/>
                        </a:lnTo>
                        <a:lnTo>
                          <a:pt x="77" y="101"/>
                        </a:lnTo>
                        <a:lnTo>
                          <a:pt x="74" y="99"/>
                        </a:lnTo>
                        <a:lnTo>
                          <a:pt x="77" y="97"/>
                        </a:lnTo>
                        <a:lnTo>
                          <a:pt x="80" y="93"/>
                        </a:lnTo>
                        <a:lnTo>
                          <a:pt x="80" y="86"/>
                        </a:lnTo>
                        <a:lnTo>
                          <a:pt x="79" y="81"/>
                        </a:lnTo>
                        <a:lnTo>
                          <a:pt x="77" y="76"/>
                        </a:lnTo>
                        <a:lnTo>
                          <a:pt x="76" y="72"/>
                        </a:lnTo>
                        <a:lnTo>
                          <a:pt x="76" y="69"/>
                        </a:lnTo>
                        <a:lnTo>
                          <a:pt x="75" y="66"/>
                        </a:lnTo>
                        <a:lnTo>
                          <a:pt x="75" y="64"/>
                        </a:lnTo>
                        <a:lnTo>
                          <a:pt x="74" y="62"/>
                        </a:lnTo>
                        <a:lnTo>
                          <a:pt x="76" y="61"/>
                        </a:lnTo>
                        <a:lnTo>
                          <a:pt x="77" y="60"/>
                        </a:lnTo>
                        <a:lnTo>
                          <a:pt x="80" y="60"/>
                        </a:lnTo>
                        <a:lnTo>
                          <a:pt x="82" y="59"/>
                        </a:lnTo>
                        <a:lnTo>
                          <a:pt x="89" y="59"/>
                        </a:lnTo>
                        <a:lnTo>
                          <a:pt x="91" y="57"/>
                        </a:lnTo>
                        <a:lnTo>
                          <a:pt x="94" y="57"/>
                        </a:lnTo>
                        <a:lnTo>
                          <a:pt x="96" y="59"/>
                        </a:lnTo>
                        <a:lnTo>
                          <a:pt x="98" y="59"/>
                        </a:lnTo>
                        <a:lnTo>
                          <a:pt x="101" y="60"/>
                        </a:lnTo>
                        <a:lnTo>
                          <a:pt x="113" y="60"/>
                        </a:lnTo>
                        <a:lnTo>
                          <a:pt x="113" y="57"/>
                        </a:lnTo>
                        <a:lnTo>
                          <a:pt x="114" y="61"/>
                        </a:lnTo>
                        <a:lnTo>
                          <a:pt x="114" y="64"/>
                        </a:lnTo>
                        <a:lnTo>
                          <a:pt x="116" y="67"/>
                        </a:lnTo>
                        <a:lnTo>
                          <a:pt x="118" y="70"/>
                        </a:lnTo>
                        <a:lnTo>
                          <a:pt x="119" y="72"/>
                        </a:lnTo>
                        <a:lnTo>
                          <a:pt x="127" y="80"/>
                        </a:lnTo>
                        <a:lnTo>
                          <a:pt x="133" y="81"/>
                        </a:lnTo>
                        <a:lnTo>
                          <a:pt x="138" y="82"/>
                        </a:lnTo>
                        <a:lnTo>
                          <a:pt x="143" y="85"/>
                        </a:lnTo>
                        <a:lnTo>
                          <a:pt x="149" y="86"/>
                        </a:lnTo>
                        <a:lnTo>
                          <a:pt x="154" y="88"/>
                        </a:lnTo>
                        <a:lnTo>
                          <a:pt x="160" y="90"/>
                        </a:lnTo>
                        <a:lnTo>
                          <a:pt x="165" y="92"/>
                        </a:lnTo>
                        <a:lnTo>
                          <a:pt x="170" y="94"/>
                        </a:lnTo>
                        <a:lnTo>
                          <a:pt x="175" y="97"/>
                        </a:lnTo>
                        <a:lnTo>
                          <a:pt x="180" y="99"/>
                        </a:lnTo>
                        <a:lnTo>
                          <a:pt x="186" y="101"/>
                        </a:lnTo>
                        <a:lnTo>
                          <a:pt x="191" y="103"/>
                        </a:lnTo>
                        <a:lnTo>
                          <a:pt x="196" y="106"/>
                        </a:lnTo>
                        <a:lnTo>
                          <a:pt x="201" y="108"/>
                        </a:lnTo>
                        <a:lnTo>
                          <a:pt x="206" y="110"/>
                        </a:lnTo>
                        <a:lnTo>
                          <a:pt x="211" y="112"/>
                        </a:lnTo>
                        <a:lnTo>
                          <a:pt x="213" y="113"/>
                        </a:lnTo>
                        <a:lnTo>
                          <a:pt x="215" y="114"/>
                        </a:lnTo>
                        <a:lnTo>
                          <a:pt x="217" y="114"/>
                        </a:lnTo>
                        <a:lnTo>
                          <a:pt x="219" y="115"/>
                        </a:lnTo>
                        <a:lnTo>
                          <a:pt x="220" y="117"/>
                        </a:lnTo>
                        <a:lnTo>
                          <a:pt x="223" y="118"/>
                        </a:lnTo>
                        <a:lnTo>
                          <a:pt x="224" y="119"/>
                        </a:lnTo>
                        <a:lnTo>
                          <a:pt x="227" y="119"/>
                        </a:lnTo>
                        <a:lnTo>
                          <a:pt x="229" y="120"/>
                        </a:lnTo>
                        <a:lnTo>
                          <a:pt x="230" y="122"/>
                        </a:lnTo>
                        <a:lnTo>
                          <a:pt x="233" y="122"/>
                        </a:lnTo>
                        <a:lnTo>
                          <a:pt x="235" y="123"/>
                        </a:lnTo>
                        <a:lnTo>
                          <a:pt x="236" y="124"/>
                        </a:lnTo>
                        <a:lnTo>
                          <a:pt x="239" y="124"/>
                        </a:lnTo>
                        <a:lnTo>
                          <a:pt x="240" y="125"/>
                        </a:lnTo>
                        <a:lnTo>
                          <a:pt x="243" y="126"/>
                        </a:lnTo>
                        <a:lnTo>
                          <a:pt x="245" y="128"/>
                        </a:lnTo>
                        <a:lnTo>
                          <a:pt x="249" y="129"/>
                        </a:lnTo>
                        <a:lnTo>
                          <a:pt x="251" y="130"/>
                        </a:lnTo>
                        <a:lnTo>
                          <a:pt x="254" y="131"/>
                        </a:lnTo>
                        <a:lnTo>
                          <a:pt x="256" y="133"/>
                        </a:lnTo>
                        <a:lnTo>
                          <a:pt x="259" y="134"/>
                        </a:lnTo>
                        <a:lnTo>
                          <a:pt x="262" y="135"/>
                        </a:lnTo>
                        <a:lnTo>
                          <a:pt x="265" y="136"/>
                        </a:lnTo>
                        <a:lnTo>
                          <a:pt x="267" y="138"/>
                        </a:lnTo>
                        <a:lnTo>
                          <a:pt x="270" y="139"/>
                        </a:lnTo>
                        <a:lnTo>
                          <a:pt x="272" y="141"/>
                        </a:lnTo>
                        <a:lnTo>
                          <a:pt x="276" y="143"/>
                        </a:lnTo>
                        <a:lnTo>
                          <a:pt x="278" y="144"/>
                        </a:lnTo>
                        <a:lnTo>
                          <a:pt x="281" y="145"/>
                        </a:lnTo>
                        <a:lnTo>
                          <a:pt x="283" y="147"/>
                        </a:lnTo>
                        <a:lnTo>
                          <a:pt x="286" y="149"/>
                        </a:lnTo>
                        <a:lnTo>
                          <a:pt x="287" y="152"/>
                        </a:lnTo>
                        <a:lnTo>
                          <a:pt x="288" y="155"/>
                        </a:lnTo>
                        <a:lnTo>
                          <a:pt x="289" y="159"/>
                        </a:lnTo>
                        <a:lnTo>
                          <a:pt x="289" y="161"/>
                        </a:lnTo>
                        <a:lnTo>
                          <a:pt x="291" y="165"/>
                        </a:lnTo>
                        <a:lnTo>
                          <a:pt x="292" y="167"/>
                        </a:lnTo>
                        <a:lnTo>
                          <a:pt x="292" y="171"/>
                        </a:lnTo>
                        <a:lnTo>
                          <a:pt x="293" y="173"/>
                        </a:lnTo>
                        <a:lnTo>
                          <a:pt x="296" y="176"/>
                        </a:lnTo>
                        <a:lnTo>
                          <a:pt x="298" y="176"/>
                        </a:lnTo>
                        <a:lnTo>
                          <a:pt x="299" y="173"/>
                        </a:lnTo>
                        <a:lnTo>
                          <a:pt x="297" y="163"/>
                        </a:lnTo>
                        <a:lnTo>
                          <a:pt x="293" y="154"/>
                        </a:lnTo>
                        <a:lnTo>
                          <a:pt x="291" y="144"/>
                        </a:lnTo>
                        <a:lnTo>
                          <a:pt x="288" y="134"/>
                        </a:lnTo>
                        <a:lnTo>
                          <a:pt x="286" y="124"/>
                        </a:lnTo>
                        <a:lnTo>
                          <a:pt x="286" y="103"/>
                        </a:lnTo>
                        <a:lnTo>
                          <a:pt x="288" y="92"/>
                        </a:lnTo>
                        <a:lnTo>
                          <a:pt x="288" y="87"/>
                        </a:lnTo>
                        <a:lnTo>
                          <a:pt x="289" y="82"/>
                        </a:lnTo>
                        <a:lnTo>
                          <a:pt x="291" y="77"/>
                        </a:lnTo>
                        <a:lnTo>
                          <a:pt x="292" y="72"/>
                        </a:lnTo>
                        <a:lnTo>
                          <a:pt x="294" y="67"/>
                        </a:lnTo>
                        <a:lnTo>
                          <a:pt x="297" y="62"/>
                        </a:lnTo>
                        <a:lnTo>
                          <a:pt x="299" y="59"/>
                        </a:lnTo>
                        <a:lnTo>
                          <a:pt x="303" y="54"/>
                        </a:lnTo>
                        <a:lnTo>
                          <a:pt x="305" y="50"/>
                        </a:lnTo>
                        <a:lnTo>
                          <a:pt x="310" y="46"/>
                        </a:lnTo>
                        <a:lnTo>
                          <a:pt x="314" y="43"/>
                        </a:lnTo>
                        <a:lnTo>
                          <a:pt x="318" y="40"/>
                        </a:lnTo>
                        <a:lnTo>
                          <a:pt x="321" y="36"/>
                        </a:lnTo>
                        <a:lnTo>
                          <a:pt x="326" y="33"/>
                        </a:lnTo>
                        <a:lnTo>
                          <a:pt x="330" y="30"/>
                        </a:lnTo>
                        <a:lnTo>
                          <a:pt x="335" y="27"/>
                        </a:lnTo>
                        <a:lnTo>
                          <a:pt x="336" y="23"/>
                        </a:lnTo>
                        <a:lnTo>
                          <a:pt x="339" y="19"/>
                        </a:lnTo>
                        <a:lnTo>
                          <a:pt x="341" y="16"/>
                        </a:lnTo>
                        <a:lnTo>
                          <a:pt x="345" y="13"/>
                        </a:lnTo>
                        <a:lnTo>
                          <a:pt x="347" y="11"/>
                        </a:lnTo>
                        <a:lnTo>
                          <a:pt x="351" y="8"/>
                        </a:lnTo>
                        <a:lnTo>
                          <a:pt x="355" y="7"/>
                        </a:lnTo>
                        <a:lnTo>
                          <a:pt x="358" y="6"/>
                        </a:lnTo>
                        <a:lnTo>
                          <a:pt x="362" y="3"/>
                        </a:lnTo>
                        <a:lnTo>
                          <a:pt x="367" y="2"/>
                        </a:lnTo>
                        <a:lnTo>
                          <a:pt x="371" y="2"/>
                        </a:lnTo>
                        <a:lnTo>
                          <a:pt x="376" y="1"/>
                        </a:lnTo>
                        <a:lnTo>
                          <a:pt x="379" y="1"/>
                        </a:lnTo>
                        <a:lnTo>
                          <a:pt x="384" y="0"/>
                        </a:lnTo>
                        <a:lnTo>
                          <a:pt x="441" y="0"/>
                        </a:lnTo>
                        <a:lnTo>
                          <a:pt x="447" y="1"/>
                        </a:lnTo>
                        <a:lnTo>
                          <a:pt x="464" y="1"/>
                        </a:lnTo>
                        <a:lnTo>
                          <a:pt x="470" y="2"/>
                        </a:lnTo>
                        <a:lnTo>
                          <a:pt x="475" y="2"/>
                        </a:lnTo>
                        <a:lnTo>
                          <a:pt x="482" y="3"/>
                        </a:lnTo>
                        <a:lnTo>
                          <a:pt x="488"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2" name="Freeform 356"/>
                  <p:cNvSpPr>
                    <a:spLocks/>
                  </p:cNvSpPr>
                  <p:nvPr/>
                </p:nvSpPr>
                <p:spPr bwMode="auto">
                  <a:xfrm>
                    <a:off x="4451" y="3539"/>
                    <a:ext cx="17" cy="12"/>
                  </a:xfrm>
                  <a:custGeom>
                    <a:avLst/>
                    <a:gdLst>
                      <a:gd name="T0" fmla="*/ 1 w 35"/>
                      <a:gd name="T1" fmla="*/ 0 h 25"/>
                      <a:gd name="T2" fmla="*/ 1 w 35"/>
                      <a:gd name="T3" fmla="*/ 0 h 25"/>
                      <a:gd name="T4" fmla="*/ 0 w 35"/>
                      <a:gd name="T5" fmla="*/ 0 h 25"/>
                      <a:gd name="T6" fmla="*/ 0 w 35"/>
                      <a:gd name="T7" fmla="*/ 0 h 25"/>
                      <a:gd name="T8" fmla="*/ 0 w 35"/>
                      <a:gd name="T9" fmla="*/ 0 h 25"/>
                      <a:gd name="T10" fmla="*/ 0 w 35"/>
                      <a:gd name="T11" fmla="*/ 0 h 25"/>
                      <a:gd name="T12" fmla="*/ 0 w 35"/>
                      <a:gd name="T13" fmla="*/ 0 h 25"/>
                      <a:gd name="T14" fmla="*/ 0 w 35"/>
                      <a:gd name="T15" fmla="*/ 0 h 25"/>
                      <a:gd name="T16" fmla="*/ 0 w 35"/>
                      <a:gd name="T17" fmla="*/ 0 h 25"/>
                      <a:gd name="T18" fmla="*/ 0 w 35"/>
                      <a:gd name="T19" fmla="*/ 0 h 25"/>
                      <a:gd name="T20" fmla="*/ 0 w 35"/>
                      <a:gd name="T21" fmla="*/ 0 h 25"/>
                      <a:gd name="T22" fmla="*/ 0 w 35"/>
                      <a:gd name="T23" fmla="*/ 0 h 25"/>
                      <a:gd name="T24" fmla="*/ 0 w 35"/>
                      <a:gd name="T25" fmla="*/ 0 h 25"/>
                      <a:gd name="T26" fmla="*/ 0 w 35"/>
                      <a:gd name="T27" fmla="*/ 0 h 25"/>
                      <a:gd name="T28" fmla="*/ 0 w 35"/>
                      <a:gd name="T29" fmla="*/ 0 h 25"/>
                      <a:gd name="T30" fmla="*/ 0 w 35"/>
                      <a:gd name="T31" fmla="*/ 0 h 25"/>
                      <a:gd name="T32" fmla="*/ 0 w 35"/>
                      <a:gd name="T33" fmla="*/ 0 h 25"/>
                      <a:gd name="T34" fmla="*/ 0 w 35"/>
                      <a:gd name="T35" fmla="*/ 0 h 25"/>
                      <a:gd name="T36" fmla="*/ 0 w 35"/>
                      <a:gd name="T37" fmla="*/ 0 h 25"/>
                      <a:gd name="T38" fmla="*/ 0 w 35"/>
                      <a:gd name="T39" fmla="*/ 0 h 25"/>
                      <a:gd name="T40" fmla="*/ 0 w 35"/>
                      <a:gd name="T41" fmla="*/ 0 h 25"/>
                      <a:gd name="T42" fmla="*/ 0 w 35"/>
                      <a:gd name="T43" fmla="*/ 0 h 25"/>
                      <a:gd name="T44" fmla="*/ 0 w 35"/>
                      <a:gd name="T45" fmla="*/ 0 h 25"/>
                      <a:gd name="T46" fmla="*/ 0 w 35"/>
                      <a:gd name="T47" fmla="*/ 0 h 25"/>
                      <a:gd name="T48" fmla="*/ 0 w 35"/>
                      <a:gd name="T49" fmla="*/ 0 h 25"/>
                      <a:gd name="T50" fmla="*/ 0 w 35"/>
                      <a:gd name="T51" fmla="*/ 0 h 25"/>
                      <a:gd name="T52" fmla="*/ 0 w 35"/>
                      <a:gd name="T53" fmla="*/ 0 h 25"/>
                      <a:gd name="T54" fmla="*/ 0 w 35"/>
                      <a:gd name="T55" fmla="*/ 0 h 25"/>
                      <a:gd name="T56" fmla="*/ 0 w 35"/>
                      <a:gd name="T57" fmla="*/ 0 h 25"/>
                      <a:gd name="T58" fmla="*/ 0 w 35"/>
                      <a:gd name="T59" fmla="*/ 0 h 25"/>
                      <a:gd name="T60" fmla="*/ 1 w 35"/>
                      <a:gd name="T61" fmla="*/ 0 h 25"/>
                      <a:gd name="T62" fmla="*/ 1 w 35"/>
                      <a:gd name="T63" fmla="*/ 0 h 2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5"/>
                      <a:gd name="T97" fmla="*/ 0 h 25"/>
                      <a:gd name="T98" fmla="*/ 35 w 35"/>
                      <a:gd name="T99" fmla="*/ 25 h 25"/>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5" h="25">
                        <a:moveTo>
                          <a:pt x="35" y="22"/>
                        </a:moveTo>
                        <a:lnTo>
                          <a:pt x="32" y="21"/>
                        </a:lnTo>
                        <a:lnTo>
                          <a:pt x="31" y="20"/>
                        </a:lnTo>
                        <a:lnTo>
                          <a:pt x="29" y="19"/>
                        </a:lnTo>
                        <a:lnTo>
                          <a:pt x="26" y="17"/>
                        </a:lnTo>
                        <a:lnTo>
                          <a:pt x="24" y="16"/>
                        </a:lnTo>
                        <a:lnTo>
                          <a:pt x="20" y="13"/>
                        </a:lnTo>
                        <a:lnTo>
                          <a:pt x="18" y="11"/>
                        </a:lnTo>
                        <a:lnTo>
                          <a:pt x="16" y="10"/>
                        </a:lnTo>
                        <a:lnTo>
                          <a:pt x="14" y="9"/>
                        </a:lnTo>
                        <a:lnTo>
                          <a:pt x="12" y="8"/>
                        </a:lnTo>
                        <a:lnTo>
                          <a:pt x="10" y="6"/>
                        </a:lnTo>
                        <a:lnTo>
                          <a:pt x="8" y="5"/>
                        </a:lnTo>
                        <a:lnTo>
                          <a:pt x="4" y="1"/>
                        </a:lnTo>
                        <a:lnTo>
                          <a:pt x="2" y="0"/>
                        </a:lnTo>
                        <a:lnTo>
                          <a:pt x="0" y="3"/>
                        </a:lnTo>
                        <a:lnTo>
                          <a:pt x="3" y="4"/>
                        </a:lnTo>
                        <a:lnTo>
                          <a:pt x="4" y="5"/>
                        </a:lnTo>
                        <a:lnTo>
                          <a:pt x="7" y="6"/>
                        </a:lnTo>
                        <a:lnTo>
                          <a:pt x="10" y="10"/>
                        </a:lnTo>
                        <a:lnTo>
                          <a:pt x="13" y="11"/>
                        </a:lnTo>
                        <a:lnTo>
                          <a:pt x="15" y="13"/>
                        </a:lnTo>
                        <a:lnTo>
                          <a:pt x="16" y="14"/>
                        </a:lnTo>
                        <a:lnTo>
                          <a:pt x="19" y="15"/>
                        </a:lnTo>
                        <a:lnTo>
                          <a:pt x="21" y="16"/>
                        </a:lnTo>
                        <a:lnTo>
                          <a:pt x="23" y="17"/>
                        </a:lnTo>
                        <a:lnTo>
                          <a:pt x="25" y="19"/>
                        </a:lnTo>
                        <a:lnTo>
                          <a:pt x="28" y="21"/>
                        </a:lnTo>
                        <a:lnTo>
                          <a:pt x="30" y="22"/>
                        </a:lnTo>
                        <a:lnTo>
                          <a:pt x="31" y="24"/>
                        </a:lnTo>
                        <a:lnTo>
                          <a:pt x="34" y="25"/>
                        </a:lnTo>
                        <a:lnTo>
                          <a:pt x="35" y="2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3" name="Freeform 357"/>
                  <p:cNvSpPr>
                    <a:spLocks/>
                  </p:cNvSpPr>
                  <p:nvPr/>
                </p:nvSpPr>
                <p:spPr bwMode="auto">
                  <a:xfrm>
                    <a:off x="4467" y="3550"/>
                    <a:ext cx="42" cy="31"/>
                  </a:xfrm>
                  <a:custGeom>
                    <a:avLst/>
                    <a:gdLst>
                      <a:gd name="T0" fmla="*/ 3 w 82"/>
                      <a:gd name="T1" fmla="*/ 2 h 62"/>
                      <a:gd name="T2" fmla="*/ 3 w 82"/>
                      <a:gd name="T3" fmla="*/ 2 h 62"/>
                      <a:gd name="T4" fmla="*/ 3 w 82"/>
                      <a:gd name="T5" fmla="*/ 2 h 62"/>
                      <a:gd name="T6" fmla="*/ 3 w 82"/>
                      <a:gd name="T7" fmla="*/ 2 h 62"/>
                      <a:gd name="T8" fmla="*/ 3 w 82"/>
                      <a:gd name="T9" fmla="*/ 2 h 62"/>
                      <a:gd name="T10" fmla="*/ 2 w 82"/>
                      <a:gd name="T11" fmla="*/ 2 h 62"/>
                      <a:gd name="T12" fmla="*/ 2 w 82"/>
                      <a:gd name="T13" fmla="*/ 2 h 62"/>
                      <a:gd name="T14" fmla="*/ 2 w 82"/>
                      <a:gd name="T15" fmla="*/ 2 h 62"/>
                      <a:gd name="T16" fmla="*/ 2 w 82"/>
                      <a:gd name="T17" fmla="*/ 1 h 62"/>
                      <a:gd name="T18" fmla="*/ 2 w 82"/>
                      <a:gd name="T19" fmla="*/ 1 h 62"/>
                      <a:gd name="T20" fmla="*/ 2 w 82"/>
                      <a:gd name="T21" fmla="*/ 1 h 62"/>
                      <a:gd name="T22" fmla="*/ 1 w 82"/>
                      <a:gd name="T23" fmla="*/ 1 h 62"/>
                      <a:gd name="T24" fmla="*/ 1 w 82"/>
                      <a:gd name="T25" fmla="*/ 1 h 62"/>
                      <a:gd name="T26" fmla="*/ 1 w 82"/>
                      <a:gd name="T27" fmla="*/ 1 h 62"/>
                      <a:gd name="T28" fmla="*/ 1 w 82"/>
                      <a:gd name="T29" fmla="*/ 1 h 62"/>
                      <a:gd name="T30" fmla="*/ 1 w 82"/>
                      <a:gd name="T31" fmla="*/ 1 h 62"/>
                      <a:gd name="T32" fmla="*/ 1 w 82"/>
                      <a:gd name="T33" fmla="*/ 1 h 62"/>
                      <a:gd name="T34" fmla="*/ 1 w 82"/>
                      <a:gd name="T35" fmla="*/ 0 h 62"/>
                      <a:gd name="T36" fmla="*/ 0 w 82"/>
                      <a:gd name="T37" fmla="*/ 1 h 62"/>
                      <a:gd name="T38" fmla="*/ 1 w 82"/>
                      <a:gd name="T39" fmla="*/ 1 h 62"/>
                      <a:gd name="T40" fmla="*/ 1 w 82"/>
                      <a:gd name="T41" fmla="*/ 1 h 62"/>
                      <a:gd name="T42" fmla="*/ 1 w 82"/>
                      <a:gd name="T43" fmla="*/ 1 h 62"/>
                      <a:gd name="T44" fmla="*/ 1 w 82"/>
                      <a:gd name="T45" fmla="*/ 1 h 62"/>
                      <a:gd name="T46" fmla="*/ 1 w 82"/>
                      <a:gd name="T47" fmla="*/ 1 h 62"/>
                      <a:gd name="T48" fmla="*/ 1 w 82"/>
                      <a:gd name="T49" fmla="*/ 1 h 62"/>
                      <a:gd name="T50" fmla="*/ 2 w 82"/>
                      <a:gd name="T51" fmla="*/ 1 h 62"/>
                      <a:gd name="T52" fmla="*/ 2 w 82"/>
                      <a:gd name="T53" fmla="*/ 1 h 62"/>
                      <a:gd name="T54" fmla="*/ 2 w 82"/>
                      <a:gd name="T55" fmla="*/ 2 h 62"/>
                      <a:gd name="T56" fmla="*/ 2 w 82"/>
                      <a:gd name="T57" fmla="*/ 2 h 62"/>
                      <a:gd name="T58" fmla="*/ 2 w 82"/>
                      <a:gd name="T59" fmla="*/ 2 h 62"/>
                      <a:gd name="T60" fmla="*/ 2 w 82"/>
                      <a:gd name="T61" fmla="*/ 2 h 62"/>
                      <a:gd name="T62" fmla="*/ 2 w 82"/>
                      <a:gd name="T63" fmla="*/ 2 h 62"/>
                      <a:gd name="T64" fmla="*/ 3 w 82"/>
                      <a:gd name="T65" fmla="*/ 2 h 62"/>
                      <a:gd name="T66" fmla="*/ 3 w 82"/>
                      <a:gd name="T67" fmla="*/ 2 h 62"/>
                      <a:gd name="T68" fmla="*/ 3 w 82"/>
                      <a:gd name="T69" fmla="*/ 2 h 62"/>
                      <a:gd name="T70" fmla="*/ 3 w 82"/>
                      <a:gd name="T71" fmla="*/ 2 h 62"/>
                      <a:gd name="T72" fmla="*/ 3 w 82"/>
                      <a:gd name="T73" fmla="*/ 2 h 62"/>
                      <a:gd name="T74" fmla="*/ 3 w 82"/>
                      <a:gd name="T75" fmla="*/ 2 h 62"/>
                      <a:gd name="T76" fmla="*/ 3 w 82"/>
                      <a:gd name="T77" fmla="*/ 2 h 62"/>
                      <a:gd name="T78" fmla="*/ 3 w 82"/>
                      <a:gd name="T79" fmla="*/ 2 h 6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2"/>
                      <a:gd name="T121" fmla="*/ 0 h 62"/>
                      <a:gd name="T122" fmla="*/ 82 w 82"/>
                      <a:gd name="T123" fmla="*/ 62 h 6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2" h="62">
                        <a:moveTo>
                          <a:pt x="77" y="61"/>
                        </a:moveTo>
                        <a:lnTo>
                          <a:pt x="79" y="58"/>
                        </a:lnTo>
                        <a:lnTo>
                          <a:pt x="74" y="55"/>
                        </a:lnTo>
                        <a:lnTo>
                          <a:pt x="70" y="50"/>
                        </a:lnTo>
                        <a:lnTo>
                          <a:pt x="65" y="46"/>
                        </a:lnTo>
                        <a:lnTo>
                          <a:pt x="60" y="42"/>
                        </a:lnTo>
                        <a:lnTo>
                          <a:pt x="55" y="39"/>
                        </a:lnTo>
                        <a:lnTo>
                          <a:pt x="50" y="35"/>
                        </a:lnTo>
                        <a:lnTo>
                          <a:pt x="45" y="32"/>
                        </a:lnTo>
                        <a:lnTo>
                          <a:pt x="40" y="29"/>
                        </a:lnTo>
                        <a:lnTo>
                          <a:pt x="35" y="25"/>
                        </a:lnTo>
                        <a:lnTo>
                          <a:pt x="31" y="23"/>
                        </a:lnTo>
                        <a:lnTo>
                          <a:pt x="26" y="19"/>
                        </a:lnTo>
                        <a:lnTo>
                          <a:pt x="21" y="15"/>
                        </a:lnTo>
                        <a:lnTo>
                          <a:pt x="16" y="11"/>
                        </a:lnTo>
                        <a:lnTo>
                          <a:pt x="11" y="8"/>
                        </a:lnTo>
                        <a:lnTo>
                          <a:pt x="6" y="5"/>
                        </a:lnTo>
                        <a:lnTo>
                          <a:pt x="1" y="0"/>
                        </a:lnTo>
                        <a:lnTo>
                          <a:pt x="0" y="3"/>
                        </a:lnTo>
                        <a:lnTo>
                          <a:pt x="5" y="7"/>
                        </a:lnTo>
                        <a:lnTo>
                          <a:pt x="10" y="10"/>
                        </a:lnTo>
                        <a:lnTo>
                          <a:pt x="15" y="14"/>
                        </a:lnTo>
                        <a:lnTo>
                          <a:pt x="19" y="18"/>
                        </a:lnTo>
                        <a:lnTo>
                          <a:pt x="24" y="21"/>
                        </a:lnTo>
                        <a:lnTo>
                          <a:pt x="29" y="24"/>
                        </a:lnTo>
                        <a:lnTo>
                          <a:pt x="34" y="28"/>
                        </a:lnTo>
                        <a:lnTo>
                          <a:pt x="39" y="31"/>
                        </a:lnTo>
                        <a:lnTo>
                          <a:pt x="44" y="35"/>
                        </a:lnTo>
                        <a:lnTo>
                          <a:pt x="49" y="37"/>
                        </a:lnTo>
                        <a:lnTo>
                          <a:pt x="54" y="41"/>
                        </a:lnTo>
                        <a:lnTo>
                          <a:pt x="58" y="45"/>
                        </a:lnTo>
                        <a:lnTo>
                          <a:pt x="63" y="48"/>
                        </a:lnTo>
                        <a:lnTo>
                          <a:pt x="67" y="52"/>
                        </a:lnTo>
                        <a:lnTo>
                          <a:pt x="72" y="56"/>
                        </a:lnTo>
                        <a:lnTo>
                          <a:pt x="77" y="61"/>
                        </a:lnTo>
                        <a:lnTo>
                          <a:pt x="77" y="58"/>
                        </a:lnTo>
                        <a:lnTo>
                          <a:pt x="77" y="61"/>
                        </a:lnTo>
                        <a:lnTo>
                          <a:pt x="82" y="62"/>
                        </a:lnTo>
                        <a:lnTo>
                          <a:pt x="79" y="58"/>
                        </a:lnTo>
                        <a:lnTo>
                          <a:pt x="77" y="6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4" name="Freeform 358"/>
                  <p:cNvSpPr>
                    <a:spLocks/>
                  </p:cNvSpPr>
                  <p:nvPr/>
                </p:nvSpPr>
                <p:spPr bwMode="auto">
                  <a:xfrm>
                    <a:off x="4459" y="3577"/>
                    <a:ext cx="47" cy="4"/>
                  </a:xfrm>
                  <a:custGeom>
                    <a:avLst/>
                    <a:gdLst>
                      <a:gd name="T0" fmla="*/ 0 w 93"/>
                      <a:gd name="T1" fmla="*/ 1 h 6"/>
                      <a:gd name="T2" fmla="*/ 1 w 93"/>
                      <a:gd name="T3" fmla="*/ 1 h 6"/>
                      <a:gd name="T4" fmla="*/ 1 w 93"/>
                      <a:gd name="T5" fmla="*/ 1 h 6"/>
                      <a:gd name="T6" fmla="*/ 1 w 93"/>
                      <a:gd name="T7" fmla="*/ 1 h 6"/>
                      <a:gd name="T8" fmla="*/ 1 w 93"/>
                      <a:gd name="T9" fmla="*/ 1 h 6"/>
                      <a:gd name="T10" fmla="*/ 1 w 93"/>
                      <a:gd name="T11" fmla="*/ 1 h 6"/>
                      <a:gd name="T12" fmla="*/ 3 w 93"/>
                      <a:gd name="T13" fmla="*/ 1 h 6"/>
                      <a:gd name="T14" fmla="*/ 3 w 93"/>
                      <a:gd name="T15" fmla="*/ 1 h 6"/>
                      <a:gd name="T16" fmla="*/ 3 w 93"/>
                      <a:gd name="T17" fmla="*/ 1 h 6"/>
                      <a:gd name="T18" fmla="*/ 3 w 93"/>
                      <a:gd name="T19" fmla="*/ 1 h 6"/>
                      <a:gd name="T20" fmla="*/ 3 w 93"/>
                      <a:gd name="T21" fmla="*/ 1 h 6"/>
                      <a:gd name="T22" fmla="*/ 3 w 93"/>
                      <a:gd name="T23" fmla="*/ 1 h 6"/>
                      <a:gd name="T24" fmla="*/ 3 w 93"/>
                      <a:gd name="T25" fmla="*/ 1 h 6"/>
                      <a:gd name="T26" fmla="*/ 3 w 93"/>
                      <a:gd name="T27" fmla="*/ 0 h 6"/>
                      <a:gd name="T28" fmla="*/ 1 w 93"/>
                      <a:gd name="T29" fmla="*/ 0 h 6"/>
                      <a:gd name="T30" fmla="*/ 1 w 93"/>
                      <a:gd name="T31" fmla="*/ 1 h 6"/>
                      <a:gd name="T32" fmla="*/ 1 w 93"/>
                      <a:gd name="T33" fmla="*/ 1 h 6"/>
                      <a:gd name="T34" fmla="*/ 1 w 93"/>
                      <a:gd name="T35" fmla="*/ 1 h 6"/>
                      <a:gd name="T36" fmla="*/ 1 w 93"/>
                      <a:gd name="T37" fmla="*/ 1 h 6"/>
                      <a:gd name="T38" fmla="*/ 0 w 93"/>
                      <a:gd name="T39" fmla="*/ 1 h 6"/>
                      <a:gd name="T40" fmla="*/ 0 w 93"/>
                      <a:gd name="T41" fmla="*/ 1 h 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3"/>
                      <a:gd name="T64" fmla="*/ 0 h 6"/>
                      <a:gd name="T65" fmla="*/ 93 w 93"/>
                      <a:gd name="T66" fmla="*/ 6 h 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3" h="6">
                        <a:moveTo>
                          <a:pt x="0" y="6"/>
                        </a:moveTo>
                        <a:lnTo>
                          <a:pt x="5" y="5"/>
                        </a:lnTo>
                        <a:lnTo>
                          <a:pt x="11" y="5"/>
                        </a:lnTo>
                        <a:lnTo>
                          <a:pt x="17" y="4"/>
                        </a:lnTo>
                        <a:lnTo>
                          <a:pt x="23" y="4"/>
                        </a:lnTo>
                        <a:lnTo>
                          <a:pt x="29" y="2"/>
                        </a:lnTo>
                        <a:lnTo>
                          <a:pt x="79" y="2"/>
                        </a:lnTo>
                        <a:lnTo>
                          <a:pt x="83" y="4"/>
                        </a:lnTo>
                        <a:lnTo>
                          <a:pt x="88" y="4"/>
                        </a:lnTo>
                        <a:lnTo>
                          <a:pt x="93" y="5"/>
                        </a:lnTo>
                        <a:lnTo>
                          <a:pt x="93" y="2"/>
                        </a:lnTo>
                        <a:lnTo>
                          <a:pt x="88" y="1"/>
                        </a:lnTo>
                        <a:lnTo>
                          <a:pt x="83" y="1"/>
                        </a:lnTo>
                        <a:lnTo>
                          <a:pt x="79" y="0"/>
                        </a:lnTo>
                        <a:lnTo>
                          <a:pt x="29" y="0"/>
                        </a:lnTo>
                        <a:lnTo>
                          <a:pt x="23" y="1"/>
                        </a:lnTo>
                        <a:lnTo>
                          <a:pt x="17" y="1"/>
                        </a:lnTo>
                        <a:lnTo>
                          <a:pt x="11" y="2"/>
                        </a:lnTo>
                        <a:lnTo>
                          <a:pt x="5" y="2"/>
                        </a:lnTo>
                        <a:lnTo>
                          <a:pt x="0" y="4"/>
                        </a:lnTo>
                        <a:lnTo>
                          <a:pt x="0"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5" name="Freeform 359"/>
                  <p:cNvSpPr>
                    <a:spLocks/>
                  </p:cNvSpPr>
                  <p:nvPr/>
                </p:nvSpPr>
                <p:spPr bwMode="auto">
                  <a:xfrm>
                    <a:off x="4456" y="3579"/>
                    <a:ext cx="3" cy="3"/>
                  </a:xfrm>
                  <a:custGeom>
                    <a:avLst/>
                    <a:gdLst>
                      <a:gd name="T0" fmla="*/ 1 w 6"/>
                      <a:gd name="T1" fmla="*/ 1 h 5"/>
                      <a:gd name="T2" fmla="*/ 1 w 6"/>
                      <a:gd name="T3" fmla="*/ 1 h 5"/>
                      <a:gd name="T4" fmla="*/ 1 w 6"/>
                      <a:gd name="T5" fmla="*/ 1 h 5"/>
                      <a:gd name="T6" fmla="*/ 1 w 6"/>
                      <a:gd name="T7" fmla="*/ 1 h 5"/>
                      <a:gd name="T8" fmla="*/ 1 w 6"/>
                      <a:gd name="T9" fmla="*/ 0 h 5"/>
                      <a:gd name="T10" fmla="*/ 1 w 6"/>
                      <a:gd name="T11" fmla="*/ 0 h 5"/>
                      <a:gd name="T12" fmla="*/ 0 w 6"/>
                      <a:gd name="T13" fmla="*/ 1 h 5"/>
                      <a:gd name="T14" fmla="*/ 1 w 6"/>
                      <a:gd name="T15" fmla="*/ 1 h 5"/>
                      <a:gd name="T16" fmla="*/ 0 w 6"/>
                      <a:gd name="T17" fmla="*/ 1 h 5"/>
                      <a:gd name="T18" fmla="*/ 0 w 6"/>
                      <a:gd name="T19" fmla="*/ 1 h 5"/>
                      <a:gd name="T20" fmla="*/ 1 w 6"/>
                      <a:gd name="T21" fmla="*/ 1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5"/>
                      <a:gd name="T35" fmla="*/ 6 w 6"/>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5">
                        <a:moveTo>
                          <a:pt x="2" y="3"/>
                        </a:moveTo>
                        <a:lnTo>
                          <a:pt x="2" y="5"/>
                        </a:lnTo>
                        <a:lnTo>
                          <a:pt x="4" y="2"/>
                        </a:lnTo>
                        <a:lnTo>
                          <a:pt x="6" y="2"/>
                        </a:lnTo>
                        <a:lnTo>
                          <a:pt x="6" y="0"/>
                        </a:lnTo>
                        <a:lnTo>
                          <a:pt x="3" y="0"/>
                        </a:lnTo>
                        <a:lnTo>
                          <a:pt x="0" y="3"/>
                        </a:lnTo>
                        <a:lnTo>
                          <a:pt x="1" y="2"/>
                        </a:lnTo>
                        <a:lnTo>
                          <a:pt x="0" y="2"/>
                        </a:lnTo>
                        <a:lnTo>
                          <a:pt x="0" y="3"/>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6" name="Freeform 360"/>
                  <p:cNvSpPr>
                    <a:spLocks/>
                  </p:cNvSpPr>
                  <p:nvPr/>
                </p:nvSpPr>
                <p:spPr bwMode="auto">
                  <a:xfrm>
                    <a:off x="4456" y="3581"/>
                    <a:ext cx="3" cy="5"/>
                  </a:xfrm>
                  <a:custGeom>
                    <a:avLst/>
                    <a:gdLst>
                      <a:gd name="T0" fmla="*/ 1 w 6"/>
                      <a:gd name="T1" fmla="*/ 1 h 10"/>
                      <a:gd name="T2" fmla="*/ 1 w 6"/>
                      <a:gd name="T3" fmla="*/ 1 h 10"/>
                      <a:gd name="T4" fmla="*/ 1 w 6"/>
                      <a:gd name="T5" fmla="*/ 1 h 10"/>
                      <a:gd name="T6" fmla="*/ 1 w 6"/>
                      <a:gd name="T7" fmla="*/ 0 h 10"/>
                      <a:gd name="T8" fmla="*/ 0 w 6"/>
                      <a:gd name="T9" fmla="*/ 0 h 10"/>
                      <a:gd name="T10" fmla="*/ 0 w 6"/>
                      <a:gd name="T11" fmla="*/ 1 h 10"/>
                      <a:gd name="T12" fmla="*/ 1 w 6"/>
                      <a:gd name="T13" fmla="*/ 1 h 10"/>
                      <a:gd name="T14" fmla="*/ 1 w 6"/>
                      <a:gd name="T15" fmla="*/ 1 h 10"/>
                      <a:gd name="T16" fmla="*/ 1 w 6"/>
                      <a:gd name="T17" fmla="*/ 1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10"/>
                      <a:gd name="T29" fmla="*/ 6 w 6"/>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10">
                        <a:moveTo>
                          <a:pt x="6" y="8"/>
                        </a:moveTo>
                        <a:lnTo>
                          <a:pt x="3" y="5"/>
                        </a:lnTo>
                        <a:lnTo>
                          <a:pt x="2" y="3"/>
                        </a:lnTo>
                        <a:lnTo>
                          <a:pt x="2" y="0"/>
                        </a:lnTo>
                        <a:lnTo>
                          <a:pt x="0" y="0"/>
                        </a:lnTo>
                        <a:lnTo>
                          <a:pt x="0" y="3"/>
                        </a:lnTo>
                        <a:lnTo>
                          <a:pt x="1" y="6"/>
                        </a:lnTo>
                        <a:lnTo>
                          <a:pt x="4" y="10"/>
                        </a:lnTo>
                        <a:lnTo>
                          <a:pt x="6" y="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7" name="Freeform 361"/>
                  <p:cNvSpPr>
                    <a:spLocks/>
                  </p:cNvSpPr>
                  <p:nvPr/>
                </p:nvSpPr>
                <p:spPr bwMode="auto">
                  <a:xfrm>
                    <a:off x="4459" y="3585"/>
                    <a:ext cx="23" cy="14"/>
                  </a:xfrm>
                  <a:custGeom>
                    <a:avLst/>
                    <a:gdLst>
                      <a:gd name="T0" fmla="*/ 1 w 47"/>
                      <a:gd name="T1" fmla="*/ 1 h 28"/>
                      <a:gd name="T2" fmla="*/ 1 w 47"/>
                      <a:gd name="T3" fmla="*/ 1 h 28"/>
                      <a:gd name="T4" fmla="*/ 1 w 47"/>
                      <a:gd name="T5" fmla="*/ 1 h 28"/>
                      <a:gd name="T6" fmla="*/ 1 w 47"/>
                      <a:gd name="T7" fmla="*/ 1 h 28"/>
                      <a:gd name="T8" fmla="*/ 1 w 47"/>
                      <a:gd name="T9" fmla="*/ 1 h 28"/>
                      <a:gd name="T10" fmla="*/ 0 w 47"/>
                      <a:gd name="T11" fmla="*/ 1 h 28"/>
                      <a:gd name="T12" fmla="*/ 0 w 47"/>
                      <a:gd name="T13" fmla="*/ 1 h 28"/>
                      <a:gd name="T14" fmla="*/ 0 w 47"/>
                      <a:gd name="T15" fmla="*/ 1 h 28"/>
                      <a:gd name="T16" fmla="*/ 0 w 47"/>
                      <a:gd name="T17" fmla="*/ 1 h 28"/>
                      <a:gd name="T18" fmla="*/ 0 w 47"/>
                      <a:gd name="T19" fmla="*/ 1 h 28"/>
                      <a:gd name="T20" fmla="*/ 0 w 47"/>
                      <a:gd name="T21" fmla="*/ 1 h 28"/>
                      <a:gd name="T22" fmla="*/ 0 w 47"/>
                      <a:gd name="T23" fmla="*/ 1 h 28"/>
                      <a:gd name="T24" fmla="*/ 0 w 47"/>
                      <a:gd name="T25" fmla="*/ 1 h 28"/>
                      <a:gd name="T26" fmla="*/ 0 w 47"/>
                      <a:gd name="T27" fmla="*/ 0 h 28"/>
                      <a:gd name="T28" fmla="*/ 0 w 47"/>
                      <a:gd name="T29" fmla="*/ 1 h 28"/>
                      <a:gd name="T30" fmla="*/ 0 w 47"/>
                      <a:gd name="T31" fmla="*/ 1 h 28"/>
                      <a:gd name="T32" fmla="*/ 0 w 47"/>
                      <a:gd name="T33" fmla="*/ 1 h 28"/>
                      <a:gd name="T34" fmla="*/ 0 w 47"/>
                      <a:gd name="T35" fmla="*/ 1 h 28"/>
                      <a:gd name="T36" fmla="*/ 0 w 47"/>
                      <a:gd name="T37" fmla="*/ 1 h 28"/>
                      <a:gd name="T38" fmla="*/ 0 w 47"/>
                      <a:gd name="T39" fmla="*/ 1 h 28"/>
                      <a:gd name="T40" fmla="*/ 0 w 47"/>
                      <a:gd name="T41" fmla="*/ 1 h 28"/>
                      <a:gd name="T42" fmla="*/ 0 w 47"/>
                      <a:gd name="T43" fmla="*/ 1 h 28"/>
                      <a:gd name="T44" fmla="*/ 0 w 47"/>
                      <a:gd name="T45" fmla="*/ 1 h 28"/>
                      <a:gd name="T46" fmla="*/ 1 w 47"/>
                      <a:gd name="T47" fmla="*/ 1 h 28"/>
                      <a:gd name="T48" fmla="*/ 1 w 47"/>
                      <a:gd name="T49" fmla="*/ 1 h 28"/>
                      <a:gd name="T50" fmla="*/ 1 w 47"/>
                      <a:gd name="T51" fmla="*/ 1 h 28"/>
                      <a:gd name="T52" fmla="*/ 1 w 47"/>
                      <a:gd name="T53" fmla="*/ 1 h 28"/>
                      <a:gd name="T54" fmla="*/ 1 w 47"/>
                      <a:gd name="T55" fmla="*/ 1 h 28"/>
                      <a:gd name="T56" fmla="*/ 1 w 47"/>
                      <a:gd name="T57" fmla="*/ 1 h 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7"/>
                      <a:gd name="T88" fmla="*/ 0 h 28"/>
                      <a:gd name="T89" fmla="*/ 47 w 47"/>
                      <a:gd name="T90" fmla="*/ 28 h 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7" h="28">
                        <a:moveTo>
                          <a:pt x="47" y="26"/>
                        </a:moveTo>
                        <a:lnTo>
                          <a:pt x="41" y="26"/>
                        </a:lnTo>
                        <a:lnTo>
                          <a:pt x="39" y="24"/>
                        </a:lnTo>
                        <a:lnTo>
                          <a:pt x="35" y="23"/>
                        </a:lnTo>
                        <a:lnTo>
                          <a:pt x="33" y="22"/>
                        </a:lnTo>
                        <a:lnTo>
                          <a:pt x="29" y="21"/>
                        </a:lnTo>
                        <a:lnTo>
                          <a:pt x="26" y="18"/>
                        </a:lnTo>
                        <a:lnTo>
                          <a:pt x="24" y="17"/>
                        </a:lnTo>
                        <a:lnTo>
                          <a:pt x="21" y="14"/>
                        </a:lnTo>
                        <a:lnTo>
                          <a:pt x="18" y="13"/>
                        </a:lnTo>
                        <a:lnTo>
                          <a:pt x="10" y="6"/>
                        </a:lnTo>
                        <a:lnTo>
                          <a:pt x="8" y="5"/>
                        </a:lnTo>
                        <a:lnTo>
                          <a:pt x="5" y="2"/>
                        </a:lnTo>
                        <a:lnTo>
                          <a:pt x="2" y="0"/>
                        </a:lnTo>
                        <a:lnTo>
                          <a:pt x="0" y="2"/>
                        </a:lnTo>
                        <a:lnTo>
                          <a:pt x="3" y="5"/>
                        </a:lnTo>
                        <a:lnTo>
                          <a:pt x="7" y="6"/>
                        </a:lnTo>
                        <a:lnTo>
                          <a:pt x="14" y="13"/>
                        </a:lnTo>
                        <a:lnTo>
                          <a:pt x="16" y="14"/>
                        </a:lnTo>
                        <a:lnTo>
                          <a:pt x="20" y="17"/>
                        </a:lnTo>
                        <a:lnTo>
                          <a:pt x="23" y="18"/>
                        </a:lnTo>
                        <a:lnTo>
                          <a:pt x="28" y="23"/>
                        </a:lnTo>
                        <a:lnTo>
                          <a:pt x="31" y="24"/>
                        </a:lnTo>
                        <a:lnTo>
                          <a:pt x="34" y="26"/>
                        </a:lnTo>
                        <a:lnTo>
                          <a:pt x="37" y="27"/>
                        </a:lnTo>
                        <a:lnTo>
                          <a:pt x="41" y="27"/>
                        </a:lnTo>
                        <a:lnTo>
                          <a:pt x="45" y="28"/>
                        </a:lnTo>
                        <a:lnTo>
                          <a:pt x="47" y="28"/>
                        </a:lnTo>
                        <a:lnTo>
                          <a:pt x="47" y="2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8" name="Freeform 362"/>
                  <p:cNvSpPr>
                    <a:spLocks/>
                  </p:cNvSpPr>
                  <p:nvPr/>
                </p:nvSpPr>
                <p:spPr bwMode="auto">
                  <a:xfrm>
                    <a:off x="4482" y="3597"/>
                    <a:ext cx="38" cy="2"/>
                  </a:xfrm>
                  <a:custGeom>
                    <a:avLst/>
                    <a:gdLst>
                      <a:gd name="T0" fmla="*/ 3 w 75"/>
                      <a:gd name="T1" fmla="*/ 0 h 5"/>
                      <a:gd name="T2" fmla="*/ 2 w 75"/>
                      <a:gd name="T3" fmla="*/ 0 h 5"/>
                      <a:gd name="T4" fmla="*/ 2 w 75"/>
                      <a:gd name="T5" fmla="*/ 0 h 5"/>
                      <a:gd name="T6" fmla="*/ 2 w 75"/>
                      <a:gd name="T7" fmla="*/ 0 h 5"/>
                      <a:gd name="T8" fmla="*/ 2 w 75"/>
                      <a:gd name="T9" fmla="*/ 0 h 5"/>
                      <a:gd name="T10" fmla="*/ 0 w 75"/>
                      <a:gd name="T11" fmla="*/ 0 h 5"/>
                      <a:gd name="T12" fmla="*/ 0 w 75"/>
                      <a:gd name="T13" fmla="*/ 0 h 5"/>
                      <a:gd name="T14" fmla="*/ 2 w 75"/>
                      <a:gd name="T15" fmla="*/ 0 h 5"/>
                      <a:gd name="T16" fmla="*/ 2 w 75"/>
                      <a:gd name="T17" fmla="*/ 0 h 5"/>
                      <a:gd name="T18" fmla="*/ 2 w 75"/>
                      <a:gd name="T19" fmla="*/ 0 h 5"/>
                      <a:gd name="T20" fmla="*/ 2 w 75"/>
                      <a:gd name="T21" fmla="*/ 0 h 5"/>
                      <a:gd name="T22" fmla="*/ 3 w 75"/>
                      <a:gd name="T23" fmla="*/ 0 h 5"/>
                      <a:gd name="T24" fmla="*/ 3 w 75"/>
                      <a:gd name="T25" fmla="*/ 0 h 5"/>
                      <a:gd name="T26" fmla="*/ 3 w 75"/>
                      <a:gd name="T27" fmla="*/ 0 h 5"/>
                      <a:gd name="T28" fmla="*/ 3 w 75"/>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5"/>
                      <a:gd name="T47" fmla="*/ 75 w 75"/>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5">
                        <a:moveTo>
                          <a:pt x="74" y="0"/>
                        </a:moveTo>
                        <a:lnTo>
                          <a:pt x="61" y="0"/>
                        </a:lnTo>
                        <a:lnTo>
                          <a:pt x="56" y="1"/>
                        </a:lnTo>
                        <a:lnTo>
                          <a:pt x="42" y="1"/>
                        </a:lnTo>
                        <a:lnTo>
                          <a:pt x="38" y="3"/>
                        </a:lnTo>
                        <a:lnTo>
                          <a:pt x="0" y="3"/>
                        </a:lnTo>
                        <a:lnTo>
                          <a:pt x="0" y="5"/>
                        </a:lnTo>
                        <a:lnTo>
                          <a:pt x="34" y="5"/>
                        </a:lnTo>
                        <a:lnTo>
                          <a:pt x="38" y="4"/>
                        </a:lnTo>
                        <a:lnTo>
                          <a:pt x="52" y="4"/>
                        </a:lnTo>
                        <a:lnTo>
                          <a:pt x="56" y="3"/>
                        </a:lnTo>
                        <a:lnTo>
                          <a:pt x="75" y="3"/>
                        </a:lnTo>
                        <a:lnTo>
                          <a:pt x="74" y="3"/>
                        </a:lnTo>
                        <a:lnTo>
                          <a:pt x="75" y="3"/>
                        </a:lnTo>
                        <a:lnTo>
                          <a:pt x="7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49" name="Freeform 363"/>
                  <p:cNvSpPr>
                    <a:spLocks/>
                  </p:cNvSpPr>
                  <p:nvPr/>
                </p:nvSpPr>
                <p:spPr bwMode="auto">
                  <a:xfrm>
                    <a:off x="4519" y="3595"/>
                    <a:ext cx="4" cy="3"/>
                  </a:xfrm>
                  <a:custGeom>
                    <a:avLst/>
                    <a:gdLst>
                      <a:gd name="T0" fmla="*/ 0 w 9"/>
                      <a:gd name="T1" fmla="*/ 0 h 5"/>
                      <a:gd name="T2" fmla="*/ 0 w 9"/>
                      <a:gd name="T3" fmla="*/ 0 h 5"/>
                      <a:gd name="T4" fmla="*/ 0 w 9"/>
                      <a:gd name="T5" fmla="*/ 0 h 5"/>
                      <a:gd name="T6" fmla="*/ 0 w 9"/>
                      <a:gd name="T7" fmla="*/ 1 h 5"/>
                      <a:gd name="T8" fmla="*/ 0 w 9"/>
                      <a:gd name="T9" fmla="*/ 1 h 5"/>
                      <a:gd name="T10" fmla="*/ 0 w 9"/>
                      <a:gd name="T11" fmla="*/ 1 h 5"/>
                      <a:gd name="T12" fmla="*/ 0 w 9"/>
                      <a:gd name="T13" fmla="*/ 1 h 5"/>
                      <a:gd name="T14" fmla="*/ 0 w 9"/>
                      <a:gd name="T15" fmla="*/ 1 h 5"/>
                      <a:gd name="T16" fmla="*/ 0 w 9"/>
                      <a:gd name="T17" fmla="*/ 1 h 5"/>
                      <a:gd name="T18" fmla="*/ 0 w 9"/>
                      <a:gd name="T19" fmla="*/ 1 h 5"/>
                      <a:gd name="T20" fmla="*/ 0 w 9"/>
                      <a:gd name="T21" fmla="*/ 0 h 5"/>
                      <a:gd name="T22" fmla="*/ 0 w 9"/>
                      <a:gd name="T23" fmla="*/ 1 h 5"/>
                      <a:gd name="T24" fmla="*/ 0 w 9"/>
                      <a:gd name="T25" fmla="*/ 1 h 5"/>
                      <a:gd name="T26" fmla="*/ 0 w 9"/>
                      <a:gd name="T27" fmla="*/ 0 h 5"/>
                      <a:gd name="T28" fmla="*/ 0 w 9"/>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
                      <a:gd name="T46" fmla="*/ 0 h 5"/>
                      <a:gd name="T47" fmla="*/ 9 w 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 h="5">
                        <a:moveTo>
                          <a:pt x="5" y="0"/>
                        </a:moveTo>
                        <a:lnTo>
                          <a:pt x="6" y="0"/>
                        </a:lnTo>
                        <a:lnTo>
                          <a:pt x="5" y="0"/>
                        </a:lnTo>
                        <a:lnTo>
                          <a:pt x="4" y="1"/>
                        </a:lnTo>
                        <a:lnTo>
                          <a:pt x="0" y="1"/>
                        </a:lnTo>
                        <a:lnTo>
                          <a:pt x="0" y="2"/>
                        </a:lnTo>
                        <a:lnTo>
                          <a:pt x="1" y="5"/>
                        </a:lnTo>
                        <a:lnTo>
                          <a:pt x="1" y="3"/>
                        </a:lnTo>
                        <a:lnTo>
                          <a:pt x="6" y="3"/>
                        </a:lnTo>
                        <a:lnTo>
                          <a:pt x="6" y="2"/>
                        </a:lnTo>
                        <a:lnTo>
                          <a:pt x="9" y="0"/>
                        </a:lnTo>
                        <a:lnTo>
                          <a:pt x="8" y="1"/>
                        </a:lnTo>
                        <a:lnTo>
                          <a:pt x="9" y="1"/>
                        </a:lnTo>
                        <a:lnTo>
                          <a:pt x="9" y="0"/>
                        </a:lnTo>
                        <a:lnTo>
                          <a:pt x="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0" name="Freeform 364"/>
                  <p:cNvSpPr>
                    <a:spLocks/>
                  </p:cNvSpPr>
                  <p:nvPr/>
                </p:nvSpPr>
                <p:spPr bwMode="auto">
                  <a:xfrm>
                    <a:off x="4522" y="3593"/>
                    <a:ext cx="1" cy="2"/>
                  </a:xfrm>
                  <a:custGeom>
                    <a:avLst/>
                    <a:gdLst>
                      <a:gd name="T0" fmla="*/ 0 w 4"/>
                      <a:gd name="T1" fmla="*/ 1 h 4"/>
                      <a:gd name="T2" fmla="*/ 0 w 4"/>
                      <a:gd name="T3" fmla="*/ 1 h 4"/>
                      <a:gd name="T4" fmla="*/ 0 w 4"/>
                      <a:gd name="T5" fmla="*/ 1 h 4"/>
                      <a:gd name="T6" fmla="*/ 0 w 4"/>
                      <a:gd name="T7" fmla="*/ 1 h 4"/>
                      <a:gd name="T8" fmla="*/ 0 w 4"/>
                      <a:gd name="T9" fmla="*/ 1 h 4"/>
                      <a:gd name="T10" fmla="*/ 0 w 4"/>
                      <a:gd name="T11" fmla="*/ 1 h 4"/>
                      <a:gd name="T12" fmla="*/ 0 w 4"/>
                      <a:gd name="T13" fmla="*/ 1 h 4"/>
                      <a:gd name="T14" fmla="*/ 0 w 4"/>
                      <a:gd name="T15" fmla="*/ 0 h 4"/>
                      <a:gd name="T16" fmla="*/ 0 w 4"/>
                      <a:gd name="T17" fmla="*/ 1 h 4"/>
                      <a:gd name="T18" fmla="*/ 0 w 4"/>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4"/>
                      <a:gd name="T32" fmla="*/ 4 w 4"/>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4">
                        <a:moveTo>
                          <a:pt x="3" y="1"/>
                        </a:moveTo>
                        <a:lnTo>
                          <a:pt x="0" y="2"/>
                        </a:lnTo>
                        <a:lnTo>
                          <a:pt x="0" y="4"/>
                        </a:lnTo>
                        <a:lnTo>
                          <a:pt x="4" y="4"/>
                        </a:lnTo>
                        <a:lnTo>
                          <a:pt x="4" y="2"/>
                        </a:lnTo>
                        <a:lnTo>
                          <a:pt x="1" y="4"/>
                        </a:lnTo>
                        <a:lnTo>
                          <a:pt x="3" y="1"/>
                        </a:lnTo>
                        <a:lnTo>
                          <a:pt x="0" y="0"/>
                        </a:lnTo>
                        <a:lnTo>
                          <a:pt x="0" y="2"/>
                        </a:lnTo>
                        <a:lnTo>
                          <a:pt x="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1" name="Freeform 365"/>
                  <p:cNvSpPr>
                    <a:spLocks/>
                  </p:cNvSpPr>
                  <p:nvPr/>
                </p:nvSpPr>
                <p:spPr bwMode="auto">
                  <a:xfrm>
                    <a:off x="4522" y="3594"/>
                    <a:ext cx="6" cy="6"/>
                  </a:xfrm>
                  <a:custGeom>
                    <a:avLst/>
                    <a:gdLst>
                      <a:gd name="T0" fmla="*/ 0 w 13"/>
                      <a:gd name="T1" fmla="*/ 1 h 11"/>
                      <a:gd name="T2" fmla="*/ 0 w 13"/>
                      <a:gd name="T3" fmla="*/ 1 h 11"/>
                      <a:gd name="T4" fmla="*/ 0 w 13"/>
                      <a:gd name="T5" fmla="*/ 1 h 11"/>
                      <a:gd name="T6" fmla="*/ 0 w 13"/>
                      <a:gd name="T7" fmla="*/ 1 h 11"/>
                      <a:gd name="T8" fmla="*/ 0 w 13"/>
                      <a:gd name="T9" fmla="*/ 1 h 11"/>
                      <a:gd name="T10" fmla="*/ 0 w 13"/>
                      <a:gd name="T11" fmla="*/ 0 h 11"/>
                      <a:gd name="T12" fmla="*/ 0 w 13"/>
                      <a:gd name="T13" fmla="*/ 1 h 11"/>
                      <a:gd name="T14" fmla="*/ 0 w 13"/>
                      <a:gd name="T15" fmla="*/ 1 h 11"/>
                      <a:gd name="T16" fmla="*/ 0 w 13"/>
                      <a:gd name="T17" fmla="*/ 1 h 11"/>
                      <a:gd name="T18" fmla="*/ 0 w 13"/>
                      <a:gd name="T19" fmla="*/ 1 h 11"/>
                      <a:gd name="T20" fmla="*/ 0 w 13"/>
                      <a:gd name="T21" fmla="*/ 1 h 11"/>
                      <a:gd name="T22" fmla="*/ 0 w 13"/>
                      <a:gd name="T23" fmla="*/ 1 h 11"/>
                      <a:gd name="T24" fmla="*/ 0 w 13"/>
                      <a:gd name="T25" fmla="*/ 1 h 11"/>
                      <a:gd name="T26" fmla="*/ 0 w 13"/>
                      <a:gd name="T27" fmla="*/ 1 h 11"/>
                      <a:gd name="T28" fmla="*/ 0 w 13"/>
                      <a:gd name="T29" fmla="*/ 1 h 11"/>
                      <a:gd name="T30" fmla="*/ 0 w 13"/>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
                      <a:gd name="T49" fmla="*/ 0 h 11"/>
                      <a:gd name="T50" fmla="*/ 13 w 13"/>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 h="11">
                        <a:moveTo>
                          <a:pt x="9" y="11"/>
                        </a:moveTo>
                        <a:lnTo>
                          <a:pt x="10" y="9"/>
                        </a:lnTo>
                        <a:lnTo>
                          <a:pt x="9" y="8"/>
                        </a:lnTo>
                        <a:lnTo>
                          <a:pt x="8" y="8"/>
                        </a:lnTo>
                        <a:lnTo>
                          <a:pt x="8" y="6"/>
                        </a:lnTo>
                        <a:lnTo>
                          <a:pt x="2" y="0"/>
                        </a:lnTo>
                        <a:lnTo>
                          <a:pt x="0" y="3"/>
                        </a:lnTo>
                        <a:lnTo>
                          <a:pt x="2" y="3"/>
                        </a:lnTo>
                        <a:lnTo>
                          <a:pt x="3" y="4"/>
                        </a:lnTo>
                        <a:lnTo>
                          <a:pt x="3" y="5"/>
                        </a:lnTo>
                        <a:lnTo>
                          <a:pt x="9" y="11"/>
                        </a:lnTo>
                        <a:lnTo>
                          <a:pt x="9" y="9"/>
                        </a:lnTo>
                        <a:lnTo>
                          <a:pt x="9" y="11"/>
                        </a:lnTo>
                        <a:lnTo>
                          <a:pt x="13" y="10"/>
                        </a:lnTo>
                        <a:lnTo>
                          <a:pt x="10" y="9"/>
                        </a:lnTo>
                        <a:lnTo>
                          <a:pt x="9"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2" name="Freeform 366"/>
                  <p:cNvSpPr>
                    <a:spLocks/>
                  </p:cNvSpPr>
                  <p:nvPr/>
                </p:nvSpPr>
                <p:spPr bwMode="auto">
                  <a:xfrm>
                    <a:off x="4474" y="3598"/>
                    <a:ext cx="52" cy="7"/>
                  </a:xfrm>
                  <a:custGeom>
                    <a:avLst/>
                    <a:gdLst>
                      <a:gd name="T0" fmla="*/ 0 w 105"/>
                      <a:gd name="T1" fmla="*/ 1 h 12"/>
                      <a:gd name="T2" fmla="*/ 0 w 105"/>
                      <a:gd name="T3" fmla="*/ 1 h 12"/>
                      <a:gd name="T4" fmla="*/ 1 w 105"/>
                      <a:gd name="T5" fmla="*/ 1 h 12"/>
                      <a:gd name="T6" fmla="*/ 1 w 105"/>
                      <a:gd name="T7" fmla="*/ 1 h 12"/>
                      <a:gd name="T8" fmla="*/ 1 w 105"/>
                      <a:gd name="T9" fmla="*/ 1 h 12"/>
                      <a:gd name="T10" fmla="*/ 1 w 105"/>
                      <a:gd name="T11" fmla="*/ 1 h 12"/>
                      <a:gd name="T12" fmla="*/ 1 w 105"/>
                      <a:gd name="T13" fmla="*/ 1 h 12"/>
                      <a:gd name="T14" fmla="*/ 2 w 105"/>
                      <a:gd name="T15" fmla="*/ 1 h 12"/>
                      <a:gd name="T16" fmla="*/ 2 w 105"/>
                      <a:gd name="T17" fmla="*/ 1 h 12"/>
                      <a:gd name="T18" fmla="*/ 2 w 105"/>
                      <a:gd name="T19" fmla="*/ 1 h 12"/>
                      <a:gd name="T20" fmla="*/ 2 w 105"/>
                      <a:gd name="T21" fmla="*/ 1 h 12"/>
                      <a:gd name="T22" fmla="*/ 2 w 105"/>
                      <a:gd name="T23" fmla="*/ 1 h 12"/>
                      <a:gd name="T24" fmla="*/ 3 w 105"/>
                      <a:gd name="T25" fmla="*/ 1 h 12"/>
                      <a:gd name="T26" fmla="*/ 3 w 105"/>
                      <a:gd name="T27" fmla="*/ 1 h 12"/>
                      <a:gd name="T28" fmla="*/ 3 w 105"/>
                      <a:gd name="T29" fmla="*/ 0 h 12"/>
                      <a:gd name="T30" fmla="*/ 3 w 105"/>
                      <a:gd name="T31" fmla="*/ 1 h 12"/>
                      <a:gd name="T32" fmla="*/ 2 w 105"/>
                      <a:gd name="T33" fmla="*/ 1 h 12"/>
                      <a:gd name="T34" fmla="*/ 2 w 105"/>
                      <a:gd name="T35" fmla="*/ 1 h 12"/>
                      <a:gd name="T36" fmla="*/ 2 w 105"/>
                      <a:gd name="T37" fmla="*/ 1 h 12"/>
                      <a:gd name="T38" fmla="*/ 2 w 105"/>
                      <a:gd name="T39" fmla="*/ 1 h 12"/>
                      <a:gd name="T40" fmla="*/ 2 w 105"/>
                      <a:gd name="T41" fmla="*/ 1 h 12"/>
                      <a:gd name="T42" fmla="*/ 1 w 105"/>
                      <a:gd name="T43" fmla="*/ 1 h 12"/>
                      <a:gd name="T44" fmla="*/ 1 w 105"/>
                      <a:gd name="T45" fmla="*/ 1 h 12"/>
                      <a:gd name="T46" fmla="*/ 1 w 105"/>
                      <a:gd name="T47" fmla="*/ 1 h 12"/>
                      <a:gd name="T48" fmla="*/ 1 w 105"/>
                      <a:gd name="T49" fmla="*/ 1 h 12"/>
                      <a:gd name="T50" fmla="*/ 1 w 105"/>
                      <a:gd name="T51" fmla="*/ 1 h 12"/>
                      <a:gd name="T52" fmla="*/ 0 w 105"/>
                      <a:gd name="T53" fmla="*/ 1 h 12"/>
                      <a:gd name="T54" fmla="*/ 0 w 105"/>
                      <a:gd name="T55" fmla="*/ 1 h 12"/>
                      <a:gd name="T56" fmla="*/ 0 w 105"/>
                      <a:gd name="T57" fmla="*/ 1 h 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05"/>
                      <a:gd name="T88" fmla="*/ 0 h 12"/>
                      <a:gd name="T89" fmla="*/ 105 w 105"/>
                      <a:gd name="T90" fmla="*/ 12 h 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05" h="12">
                        <a:moveTo>
                          <a:pt x="0" y="12"/>
                        </a:moveTo>
                        <a:lnTo>
                          <a:pt x="27" y="12"/>
                        </a:lnTo>
                        <a:lnTo>
                          <a:pt x="35" y="11"/>
                        </a:lnTo>
                        <a:lnTo>
                          <a:pt x="41" y="11"/>
                        </a:lnTo>
                        <a:lnTo>
                          <a:pt x="47" y="10"/>
                        </a:lnTo>
                        <a:lnTo>
                          <a:pt x="54" y="8"/>
                        </a:lnTo>
                        <a:lnTo>
                          <a:pt x="61" y="8"/>
                        </a:lnTo>
                        <a:lnTo>
                          <a:pt x="67" y="7"/>
                        </a:lnTo>
                        <a:lnTo>
                          <a:pt x="73" y="6"/>
                        </a:lnTo>
                        <a:lnTo>
                          <a:pt x="80" y="5"/>
                        </a:lnTo>
                        <a:lnTo>
                          <a:pt x="87" y="5"/>
                        </a:lnTo>
                        <a:lnTo>
                          <a:pt x="93" y="3"/>
                        </a:lnTo>
                        <a:lnTo>
                          <a:pt x="99" y="3"/>
                        </a:lnTo>
                        <a:lnTo>
                          <a:pt x="105" y="2"/>
                        </a:lnTo>
                        <a:lnTo>
                          <a:pt x="105" y="0"/>
                        </a:lnTo>
                        <a:lnTo>
                          <a:pt x="99" y="1"/>
                        </a:lnTo>
                        <a:lnTo>
                          <a:pt x="93" y="1"/>
                        </a:lnTo>
                        <a:lnTo>
                          <a:pt x="87" y="2"/>
                        </a:lnTo>
                        <a:lnTo>
                          <a:pt x="80" y="3"/>
                        </a:lnTo>
                        <a:lnTo>
                          <a:pt x="73" y="5"/>
                        </a:lnTo>
                        <a:lnTo>
                          <a:pt x="67" y="5"/>
                        </a:lnTo>
                        <a:lnTo>
                          <a:pt x="61" y="6"/>
                        </a:lnTo>
                        <a:lnTo>
                          <a:pt x="54" y="6"/>
                        </a:lnTo>
                        <a:lnTo>
                          <a:pt x="47" y="7"/>
                        </a:lnTo>
                        <a:lnTo>
                          <a:pt x="41" y="7"/>
                        </a:lnTo>
                        <a:lnTo>
                          <a:pt x="35" y="8"/>
                        </a:lnTo>
                        <a:lnTo>
                          <a:pt x="27" y="10"/>
                        </a:lnTo>
                        <a:lnTo>
                          <a:pt x="0" y="10"/>
                        </a:lnTo>
                        <a:lnTo>
                          <a:pt x="0" y="1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3" name="Freeform 367"/>
                  <p:cNvSpPr>
                    <a:spLocks/>
                  </p:cNvSpPr>
                  <p:nvPr/>
                </p:nvSpPr>
                <p:spPr bwMode="auto">
                  <a:xfrm>
                    <a:off x="4448" y="3598"/>
                    <a:ext cx="26" cy="7"/>
                  </a:xfrm>
                  <a:custGeom>
                    <a:avLst/>
                    <a:gdLst>
                      <a:gd name="T0" fmla="*/ 0 w 51"/>
                      <a:gd name="T1" fmla="*/ 1 h 12"/>
                      <a:gd name="T2" fmla="*/ 1 w 51"/>
                      <a:gd name="T3" fmla="*/ 1 h 12"/>
                      <a:gd name="T4" fmla="*/ 1 w 51"/>
                      <a:gd name="T5" fmla="*/ 1 h 12"/>
                      <a:gd name="T6" fmla="*/ 1 w 51"/>
                      <a:gd name="T7" fmla="*/ 1 h 12"/>
                      <a:gd name="T8" fmla="*/ 1 w 51"/>
                      <a:gd name="T9" fmla="*/ 1 h 12"/>
                      <a:gd name="T10" fmla="*/ 1 w 51"/>
                      <a:gd name="T11" fmla="*/ 1 h 12"/>
                      <a:gd name="T12" fmla="*/ 1 w 51"/>
                      <a:gd name="T13" fmla="*/ 1 h 12"/>
                      <a:gd name="T14" fmla="*/ 1 w 51"/>
                      <a:gd name="T15" fmla="*/ 1 h 12"/>
                      <a:gd name="T16" fmla="*/ 1 w 51"/>
                      <a:gd name="T17" fmla="*/ 1 h 12"/>
                      <a:gd name="T18" fmla="*/ 1 w 51"/>
                      <a:gd name="T19" fmla="*/ 1 h 12"/>
                      <a:gd name="T20" fmla="*/ 1 w 51"/>
                      <a:gd name="T21" fmla="*/ 1 h 12"/>
                      <a:gd name="T22" fmla="*/ 2 w 51"/>
                      <a:gd name="T23" fmla="*/ 1 h 12"/>
                      <a:gd name="T24" fmla="*/ 2 w 51"/>
                      <a:gd name="T25" fmla="*/ 1 h 12"/>
                      <a:gd name="T26" fmla="*/ 2 w 51"/>
                      <a:gd name="T27" fmla="*/ 1 h 12"/>
                      <a:gd name="T28" fmla="*/ 2 w 51"/>
                      <a:gd name="T29" fmla="*/ 1 h 12"/>
                      <a:gd name="T30" fmla="*/ 2 w 51"/>
                      <a:gd name="T31" fmla="*/ 1 h 12"/>
                      <a:gd name="T32" fmla="*/ 2 w 51"/>
                      <a:gd name="T33" fmla="*/ 1 h 12"/>
                      <a:gd name="T34" fmla="*/ 2 w 51"/>
                      <a:gd name="T35" fmla="*/ 1 h 12"/>
                      <a:gd name="T36" fmla="*/ 2 w 51"/>
                      <a:gd name="T37" fmla="*/ 1 h 12"/>
                      <a:gd name="T38" fmla="*/ 2 w 51"/>
                      <a:gd name="T39" fmla="*/ 1 h 12"/>
                      <a:gd name="T40" fmla="*/ 2 w 51"/>
                      <a:gd name="T41" fmla="*/ 1 h 12"/>
                      <a:gd name="T42" fmla="*/ 2 w 51"/>
                      <a:gd name="T43" fmla="*/ 1 h 12"/>
                      <a:gd name="T44" fmla="*/ 2 w 51"/>
                      <a:gd name="T45" fmla="*/ 1 h 12"/>
                      <a:gd name="T46" fmla="*/ 2 w 51"/>
                      <a:gd name="T47" fmla="*/ 1 h 12"/>
                      <a:gd name="T48" fmla="*/ 1 w 51"/>
                      <a:gd name="T49" fmla="*/ 1 h 12"/>
                      <a:gd name="T50" fmla="*/ 1 w 51"/>
                      <a:gd name="T51" fmla="*/ 1 h 12"/>
                      <a:gd name="T52" fmla="*/ 1 w 51"/>
                      <a:gd name="T53" fmla="*/ 1 h 12"/>
                      <a:gd name="T54" fmla="*/ 1 w 51"/>
                      <a:gd name="T55" fmla="*/ 1 h 12"/>
                      <a:gd name="T56" fmla="*/ 1 w 51"/>
                      <a:gd name="T57" fmla="*/ 1 h 12"/>
                      <a:gd name="T58" fmla="*/ 1 w 51"/>
                      <a:gd name="T59" fmla="*/ 1 h 12"/>
                      <a:gd name="T60" fmla="*/ 1 w 51"/>
                      <a:gd name="T61" fmla="*/ 1 h 12"/>
                      <a:gd name="T62" fmla="*/ 1 w 51"/>
                      <a:gd name="T63" fmla="*/ 0 h 12"/>
                      <a:gd name="T64" fmla="*/ 0 w 51"/>
                      <a:gd name="T65" fmla="*/ 0 h 12"/>
                      <a:gd name="T66" fmla="*/ 0 w 51"/>
                      <a:gd name="T67" fmla="*/ 1 h 1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1"/>
                      <a:gd name="T103" fmla="*/ 0 h 12"/>
                      <a:gd name="T104" fmla="*/ 51 w 51"/>
                      <a:gd name="T105" fmla="*/ 12 h 1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1" h="12">
                        <a:moveTo>
                          <a:pt x="0" y="2"/>
                        </a:moveTo>
                        <a:lnTo>
                          <a:pt x="3" y="2"/>
                        </a:lnTo>
                        <a:lnTo>
                          <a:pt x="7" y="3"/>
                        </a:lnTo>
                        <a:lnTo>
                          <a:pt x="9" y="5"/>
                        </a:lnTo>
                        <a:lnTo>
                          <a:pt x="13" y="5"/>
                        </a:lnTo>
                        <a:lnTo>
                          <a:pt x="16" y="6"/>
                        </a:lnTo>
                        <a:lnTo>
                          <a:pt x="19" y="6"/>
                        </a:lnTo>
                        <a:lnTo>
                          <a:pt x="22" y="7"/>
                        </a:lnTo>
                        <a:lnTo>
                          <a:pt x="25" y="7"/>
                        </a:lnTo>
                        <a:lnTo>
                          <a:pt x="29" y="8"/>
                        </a:lnTo>
                        <a:lnTo>
                          <a:pt x="32" y="8"/>
                        </a:lnTo>
                        <a:lnTo>
                          <a:pt x="35" y="10"/>
                        </a:lnTo>
                        <a:lnTo>
                          <a:pt x="38" y="10"/>
                        </a:lnTo>
                        <a:lnTo>
                          <a:pt x="41" y="11"/>
                        </a:lnTo>
                        <a:lnTo>
                          <a:pt x="45" y="11"/>
                        </a:lnTo>
                        <a:lnTo>
                          <a:pt x="48" y="12"/>
                        </a:lnTo>
                        <a:lnTo>
                          <a:pt x="51" y="12"/>
                        </a:lnTo>
                        <a:lnTo>
                          <a:pt x="51" y="11"/>
                        </a:lnTo>
                        <a:lnTo>
                          <a:pt x="48" y="10"/>
                        </a:lnTo>
                        <a:lnTo>
                          <a:pt x="45" y="8"/>
                        </a:lnTo>
                        <a:lnTo>
                          <a:pt x="41" y="8"/>
                        </a:lnTo>
                        <a:lnTo>
                          <a:pt x="39" y="7"/>
                        </a:lnTo>
                        <a:lnTo>
                          <a:pt x="35" y="7"/>
                        </a:lnTo>
                        <a:lnTo>
                          <a:pt x="33" y="6"/>
                        </a:lnTo>
                        <a:lnTo>
                          <a:pt x="29" y="6"/>
                        </a:lnTo>
                        <a:lnTo>
                          <a:pt x="25" y="5"/>
                        </a:lnTo>
                        <a:lnTo>
                          <a:pt x="19" y="5"/>
                        </a:lnTo>
                        <a:lnTo>
                          <a:pt x="17" y="3"/>
                        </a:lnTo>
                        <a:lnTo>
                          <a:pt x="13" y="2"/>
                        </a:lnTo>
                        <a:lnTo>
                          <a:pt x="9" y="2"/>
                        </a:lnTo>
                        <a:lnTo>
                          <a:pt x="7" y="1"/>
                        </a:lnTo>
                        <a:lnTo>
                          <a:pt x="3" y="0"/>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4" name="Freeform 368"/>
                  <p:cNvSpPr>
                    <a:spLocks/>
                  </p:cNvSpPr>
                  <p:nvPr/>
                </p:nvSpPr>
                <p:spPr bwMode="auto">
                  <a:xfrm>
                    <a:off x="4409" y="3588"/>
                    <a:ext cx="39" cy="12"/>
                  </a:xfrm>
                  <a:custGeom>
                    <a:avLst/>
                    <a:gdLst>
                      <a:gd name="T0" fmla="*/ 0 w 78"/>
                      <a:gd name="T1" fmla="*/ 1 h 23"/>
                      <a:gd name="T2" fmla="*/ 1 w 78"/>
                      <a:gd name="T3" fmla="*/ 1 h 23"/>
                      <a:gd name="T4" fmla="*/ 1 w 78"/>
                      <a:gd name="T5" fmla="*/ 1 h 23"/>
                      <a:gd name="T6" fmla="*/ 1 w 78"/>
                      <a:gd name="T7" fmla="*/ 1 h 23"/>
                      <a:gd name="T8" fmla="*/ 1 w 78"/>
                      <a:gd name="T9" fmla="*/ 1 h 23"/>
                      <a:gd name="T10" fmla="*/ 1 w 78"/>
                      <a:gd name="T11" fmla="*/ 1 h 23"/>
                      <a:gd name="T12" fmla="*/ 1 w 78"/>
                      <a:gd name="T13" fmla="*/ 1 h 23"/>
                      <a:gd name="T14" fmla="*/ 1 w 78"/>
                      <a:gd name="T15" fmla="*/ 1 h 23"/>
                      <a:gd name="T16" fmla="*/ 2 w 78"/>
                      <a:gd name="T17" fmla="*/ 1 h 23"/>
                      <a:gd name="T18" fmla="*/ 2 w 78"/>
                      <a:gd name="T19" fmla="*/ 1 h 23"/>
                      <a:gd name="T20" fmla="*/ 2 w 78"/>
                      <a:gd name="T21" fmla="*/ 1 h 23"/>
                      <a:gd name="T22" fmla="*/ 2 w 78"/>
                      <a:gd name="T23" fmla="*/ 1 h 23"/>
                      <a:gd name="T24" fmla="*/ 2 w 78"/>
                      <a:gd name="T25" fmla="*/ 1 h 23"/>
                      <a:gd name="T26" fmla="*/ 2 w 78"/>
                      <a:gd name="T27" fmla="*/ 1 h 23"/>
                      <a:gd name="T28" fmla="*/ 2 w 78"/>
                      <a:gd name="T29" fmla="*/ 1 h 23"/>
                      <a:gd name="T30" fmla="*/ 3 w 78"/>
                      <a:gd name="T31" fmla="*/ 1 h 23"/>
                      <a:gd name="T32" fmla="*/ 3 w 78"/>
                      <a:gd name="T33" fmla="*/ 1 h 23"/>
                      <a:gd name="T34" fmla="*/ 3 w 78"/>
                      <a:gd name="T35" fmla="*/ 1 h 23"/>
                      <a:gd name="T36" fmla="*/ 3 w 78"/>
                      <a:gd name="T37" fmla="*/ 1 h 23"/>
                      <a:gd name="T38" fmla="*/ 3 w 78"/>
                      <a:gd name="T39" fmla="*/ 1 h 23"/>
                      <a:gd name="T40" fmla="*/ 3 w 78"/>
                      <a:gd name="T41" fmla="*/ 1 h 23"/>
                      <a:gd name="T42" fmla="*/ 2 w 78"/>
                      <a:gd name="T43" fmla="*/ 1 h 23"/>
                      <a:gd name="T44" fmla="*/ 2 w 78"/>
                      <a:gd name="T45" fmla="*/ 1 h 23"/>
                      <a:gd name="T46" fmla="*/ 2 w 78"/>
                      <a:gd name="T47" fmla="*/ 1 h 23"/>
                      <a:gd name="T48" fmla="*/ 2 w 78"/>
                      <a:gd name="T49" fmla="*/ 1 h 23"/>
                      <a:gd name="T50" fmla="*/ 2 w 78"/>
                      <a:gd name="T51" fmla="*/ 1 h 23"/>
                      <a:gd name="T52" fmla="*/ 2 w 78"/>
                      <a:gd name="T53" fmla="*/ 1 h 23"/>
                      <a:gd name="T54" fmla="*/ 2 w 78"/>
                      <a:gd name="T55" fmla="*/ 1 h 23"/>
                      <a:gd name="T56" fmla="*/ 1 w 78"/>
                      <a:gd name="T57" fmla="*/ 1 h 23"/>
                      <a:gd name="T58" fmla="*/ 1 w 78"/>
                      <a:gd name="T59" fmla="*/ 1 h 23"/>
                      <a:gd name="T60" fmla="*/ 1 w 78"/>
                      <a:gd name="T61" fmla="*/ 1 h 23"/>
                      <a:gd name="T62" fmla="*/ 1 w 78"/>
                      <a:gd name="T63" fmla="*/ 1 h 23"/>
                      <a:gd name="T64" fmla="*/ 1 w 78"/>
                      <a:gd name="T65" fmla="*/ 1 h 23"/>
                      <a:gd name="T66" fmla="*/ 1 w 78"/>
                      <a:gd name="T67" fmla="*/ 1 h 23"/>
                      <a:gd name="T68" fmla="*/ 1 w 78"/>
                      <a:gd name="T69" fmla="*/ 0 h 23"/>
                      <a:gd name="T70" fmla="*/ 1 w 78"/>
                      <a:gd name="T71" fmla="*/ 0 h 23"/>
                      <a:gd name="T72" fmla="*/ 0 w 78"/>
                      <a:gd name="T73" fmla="*/ 1 h 23"/>
                      <a:gd name="T74" fmla="*/ 1 w 78"/>
                      <a:gd name="T75" fmla="*/ 1 h 23"/>
                      <a:gd name="T76" fmla="*/ 0 w 78"/>
                      <a:gd name="T77" fmla="*/ 1 h 2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8"/>
                      <a:gd name="T118" fmla="*/ 0 h 23"/>
                      <a:gd name="T119" fmla="*/ 78 w 78"/>
                      <a:gd name="T120" fmla="*/ 23 h 2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8" h="23">
                        <a:moveTo>
                          <a:pt x="0" y="2"/>
                        </a:moveTo>
                        <a:lnTo>
                          <a:pt x="1" y="2"/>
                        </a:lnTo>
                        <a:lnTo>
                          <a:pt x="6" y="4"/>
                        </a:lnTo>
                        <a:lnTo>
                          <a:pt x="10" y="6"/>
                        </a:lnTo>
                        <a:lnTo>
                          <a:pt x="15" y="6"/>
                        </a:lnTo>
                        <a:lnTo>
                          <a:pt x="20" y="8"/>
                        </a:lnTo>
                        <a:lnTo>
                          <a:pt x="25" y="10"/>
                        </a:lnTo>
                        <a:lnTo>
                          <a:pt x="29" y="11"/>
                        </a:lnTo>
                        <a:lnTo>
                          <a:pt x="34" y="12"/>
                        </a:lnTo>
                        <a:lnTo>
                          <a:pt x="39" y="13"/>
                        </a:lnTo>
                        <a:lnTo>
                          <a:pt x="44" y="15"/>
                        </a:lnTo>
                        <a:lnTo>
                          <a:pt x="49" y="16"/>
                        </a:lnTo>
                        <a:lnTo>
                          <a:pt x="53" y="17"/>
                        </a:lnTo>
                        <a:lnTo>
                          <a:pt x="58" y="18"/>
                        </a:lnTo>
                        <a:lnTo>
                          <a:pt x="63" y="20"/>
                        </a:lnTo>
                        <a:lnTo>
                          <a:pt x="68" y="21"/>
                        </a:lnTo>
                        <a:lnTo>
                          <a:pt x="73" y="22"/>
                        </a:lnTo>
                        <a:lnTo>
                          <a:pt x="78" y="23"/>
                        </a:lnTo>
                        <a:lnTo>
                          <a:pt x="78" y="21"/>
                        </a:lnTo>
                        <a:lnTo>
                          <a:pt x="73" y="20"/>
                        </a:lnTo>
                        <a:lnTo>
                          <a:pt x="69" y="18"/>
                        </a:lnTo>
                        <a:lnTo>
                          <a:pt x="64" y="17"/>
                        </a:lnTo>
                        <a:lnTo>
                          <a:pt x="59" y="16"/>
                        </a:lnTo>
                        <a:lnTo>
                          <a:pt x="54" y="15"/>
                        </a:lnTo>
                        <a:lnTo>
                          <a:pt x="49" y="13"/>
                        </a:lnTo>
                        <a:lnTo>
                          <a:pt x="44" y="12"/>
                        </a:lnTo>
                        <a:lnTo>
                          <a:pt x="39" y="11"/>
                        </a:lnTo>
                        <a:lnTo>
                          <a:pt x="34" y="10"/>
                        </a:lnTo>
                        <a:lnTo>
                          <a:pt x="31" y="8"/>
                        </a:lnTo>
                        <a:lnTo>
                          <a:pt x="25" y="7"/>
                        </a:lnTo>
                        <a:lnTo>
                          <a:pt x="21" y="6"/>
                        </a:lnTo>
                        <a:lnTo>
                          <a:pt x="16" y="5"/>
                        </a:lnTo>
                        <a:lnTo>
                          <a:pt x="11" y="2"/>
                        </a:lnTo>
                        <a:lnTo>
                          <a:pt x="6" y="1"/>
                        </a:lnTo>
                        <a:lnTo>
                          <a:pt x="1" y="0"/>
                        </a:lnTo>
                        <a:lnTo>
                          <a:pt x="2" y="0"/>
                        </a:lnTo>
                        <a:lnTo>
                          <a:pt x="0" y="2"/>
                        </a:lnTo>
                        <a:lnTo>
                          <a:pt x="1" y="2"/>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5" name="Freeform 369"/>
                  <p:cNvSpPr>
                    <a:spLocks/>
                  </p:cNvSpPr>
                  <p:nvPr/>
                </p:nvSpPr>
                <p:spPr bwMode="auto">
                  <a:xfrm>
                    <a:off x="4408" y="3586"/>
                    <a:ext cx="3" cy="3"/>
                  </a:xfrm>
                  <a:custGeom>
                    <a:avLst/>
                    <a:gdLst>
                      <a:gd name="T0" fmla="*/ 1 w 5"/>
                      <a:gd name="T1" fmla="*/ 1 h 6"/>
                      <a:gd name="T2" fmla="*/ 0 w 5"/>
                      <a:gd name="T3" fmla="*/ 1 h 6"/>
                      <a:gd name="T4" fmla="*/ 1 w 5"/>
                      <a:gd name="T5" fmla="*/ 1 h 6"/>
                      <a:gd name="T6" fmla="*/ 1 w 5"/>
                      <a:gd name="T7" fmla="*/ 1 h 6"/>
                      <a:gd name="T8" fmla="*/ 1 w 5"/>
                      <a:gd name="T9" fmla="*/ 1 h 6"/>
                      <a:gd name="T10" fmla="*/ 0 w 5"/>
                      <a:gd name="T11" fmla="*/ 1 h 6"/>
                      <a:gd name="T12" fmla="*/ 1 w 5"/>
                      <a:gd name="T13" fmla="*/ 1 h 6"/>
                      <a:gd name="T14" fmla="*/ 1 w 5"/>
                      <a:gd name="T15" fmla="*/ 0 h 6"/>
                      <a:gd name="T16" fmla="*/ 0 w 5"/>
                      <a:gd name="T17" fmla="*/ 1 h 6"/>
                      <a:gd name="T18" fmla="*/ 1 w 5"/>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6"/>
                      <a:gd name="T32" fmla="*/ 5 w 5"/>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6">
                        <a:moveTo>
                          <a:pt x="2" y="3"/>
                        </a:moveTo>
                        <a:lnTo>
                          <a:pt x="0" y="3"/>
                        </a:lnTo>
                        <a:lnTo>
                          <a:pt x="3" y="6"/>
                        </a:lnTo>
                        <a:lnTo>
                          <a:pt x="5" y="4"/>
                        </a:lnTo>
                        <a:lnTo>
                          <a:pt x="2" y="1"/>
                        </a:lnTo>
                        <a:lnTo>
                          <a:pt x="0" y="1"/>
                        </a:lnTo>
                        <a:lnTo>
                          <a:pt x="2" y="1"/>
                        </a:lnTo>
                        <a:lnTo>
                          <a:pt x="2" y="0"/>
                        </a:lnTo>
                        <a:lnTo>
                          <a:pt x="0" y="1"/>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6" name="Freeform 370"/>
                  <p:cNvSpPr>
                    <a:spLocks/>
                  </p:cNvSpPr>
                  <p:nvPr/>
                </p:nvSpPr>
                <p:spPr bwMode="auto">
                  <a:xfrm>
                    <a:off x="4408" y="3587"/>
                    <a:ext cx="1" cy="2"/>
                  </a:xfrm>
                  <a:custGeom>
                    <a:avLst/>
                    <a:gdLst>
                      <a:gd name="T0" fmla="*/ 0 w 3"/>
                      <a:gd name="T1" fmla="*/ 1 h 4"/>
                      <a:gd name="T2" fmla="*/ 0 w 3"/>
                      <a:gd name="T3" fmla="*/ 1 h 4"/>
                      <a:gd name="T4" fmla="*/ 0 w 3"/>
                      <a:gd name="T5" fmla="*/ 1 h 4"/>
                      <a:gd name="T6" fmla="*/ 0 w 3"/>
                      <a:gd name="T7" fmla="*/ 0 h 4"/>
                      <a:gd name="T8" fmla="*/ 0 w 3"/>
                      <a:gd name="T9" fmla="*/ 1 h 4"/>
                      <a:gd name="T10" fmla="*/ 0 w 3"/>
                      <a:gd name="T11" fmla="*/ 1 h 4"/>
                      <a:gd name="T12" fmla="*/ 0 w 3"/>
                      <a:gd name="T13" fmla="*/ 1 h 4"/>
                      <a:gd name="T14" fmla="*/ 0 w 3"/>
                      <a:gd name="T15" fmla="*/ 1 h 4"/>
                      <a:gd name="T16" fmla="*/ 0 w 3"/>
                      <a:gd name="T17" fmla="*/ 1 h 4"/>
                      <a:gd name="T18" fmla="*/ 0 w 3"/>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4"/>
                      <a:gd name="T32" fmla="*/ 3 w 3"/>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4">
                        <a:moveTo>
                          <a:pt x="0" y="3"/>
                        </a:moveTo>
                        <a:lnTo>
                          <a:pt x="3" y="3"/>
                        </a:lnTo>
                        <a:lnTo>
                          <a:pt x="3" y="2"/>
                        </a:lnTo>
                        <a:lnTo>
                          <a:pt x="1" y="0"/>
                        </a:lnTo>
                        <a:lnTo>
                          <a:pt x="1" y="2"/>
                        </a:lnTo>
                        <a:lnTo>
                          <a:pt x="3" y="2"/>
                        </a:lnTo>
                        <a:lnTo>
                          <a:pt x="0" y="3"/>
                        </a:lnTo>
                        <a:lnTo>
                          <a:pt x="1" y="4"/>
                        </a:lnTo>
                        <a:lnTo>
                          <a:pt x="3" y="3"/>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7" name="Freeform 371"/>
                  <p:cNvSpPr>
                    <a:spLocks/>
                  </p:cNvSpPr>
                  <p:nvPr/>
                </p:nvSpPr>
                <p:spPr bwMode="auto">
                  <a:xfrm>
                    <a:off x="4398" y="3569"/>
                    <a:ext cx="11" cy="19"/>
                  </a:xfrm>
                  <a:custGeom>
                    <a:avLst/>
                    <a:gdLst>
                      <a:gd name="T0" fmla="*/ 1 w 22"/>
                      <a:gd name="T1" fmla="*/ 1 h 37"/>
                      <a:gd name="T2" fmla="*/ 0 w 22"/>
                      <a:gd name="T3" fmla="*/ 1 h 37"/>
                      <a:gd name="T4" fmla="*/ 1 w 22"/>
                      <a:gd name="T5" fmla="*/ 1 h 37"/>
                      <a:gd name="T6" fmla="*/ 1 w 22"/>
                      <a:gd name="T7" fmla="*/ 1 h 37"/>
                      <a:gd name="T8" fmla="*/ 1 w 22"/>
                      <a:gd name="T9" fmla="*/ 1 h 37"/>
                      <a:gd name="T10" fmla="*/ 1 w 22"/>
                      <a:gd name="T11" fmla="*/ 1 h 37"/>
                      <a:gd name="T12" fmla="*/ 1 w 22"/>
                      <a:gd name="T13" fmla="*/ 1 h 37"/>
                      <a:gd name="T14" fmla="*/ 1 w 22"/>
                      <a:gd name="T15" fmla="*/ 1 h 37"/>
                      <a:gd name="T16" fmla="*/ 1 w 22"/>
                      <a:gd name="T17" fmla="*/ 1 h 37"/>
                      <a:gd name="T18" fmla="*/ 1 w 22"/>
                      <a:gd name="T19" fmla="*/ 2 h 37"/>
                      <a:gd name="T20" fmla="*/ 1 w 22"/>
                      <a:gd name="T21" fmla="*/ 2 h 37"/>
                      <a:gd name="T22" fmla="*/ 1 w 22"/>
                      <a:gd name="T23" fmla="*/ 1 h 37"/>
                      <a:gd name="T24" fmla="*/ 1 w 22"/>
                      <a:gd name="T25" fmla="*/ 1 h 37"/>
                      <a:gd name="T26" fmla="*/ 1 w 22"/>
                      <a:gd name="T27" fmla="*/ 1 h 37"/>
                      <a:gd name="T28" fmla="*/ 1 w 22"/>
                      <a:gd name="T29" fmla="*/ 1 h 37"/>
                      <a:gd name="T30" fmla="*/ 1 w 22"/>
                      <a:gd name="T31" fmla="*/ 1 h 37"/>
                      <a:gd name="T32" fmla="*/ 1 w 22"/>
                      <a:gd name="T33" fmla="*/ 1 h 37"/>
                      <a:gd name="T34" fmla="*/ 1 w 22"/>
                      <a:gd name="T35" fmla="*/ 1 h 37"/>
                      <a:gd name="T36" fmla="*/ 1 w 22"/>
                      <a:gd name="T37" fmla="*/ 0 h 37"/>
                      <a:gd name="T38" fmla="*/ 1 w 22"/>
                      <a:gd name="T39" fmla="*/ 1 h 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2"/>
                      <a:gd name="T61" fmla="*/ 0 h 37"/>
                      <a:gd name="T62" fmla="*/ 22 w 22"/>
                      <a:gd name="T63" fmla="*/ 37 h 3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2" h="37">
                        <a:moveTo>
                          <a:pt x="1" y="2"/>
                        </a:moveTo>
                        <a:lnTo>
                          <a:pt x="0" y="2"/>
                        </a:lnTo>
                        <a:lnTo>
                          <a:pt x="3" y="6"/>
                        </a:lnTo>
                        <a:lnTo>
                          <a:pt x="6" y="10"/>
                        </a:lnTo>
                        <a:lnTo>
                          <a:pt x="8" y="15"/>
                        </a:lnTo>
                        <a:lnTo>
                          <a:pt x="11" y="20"/>
                        </a:lnTo>
                        <a:lnTo>
                          <a:pt x="13" y="23"/>
                        </a:lnTo>
                        <a:lnTo>
                          <a:pt x="16" y="28"/>
                        </a:lnTo>
                        <a:lnTo>
                          <a:pt x="18" y="32"/>
                        </a:lnTo>
                        <a:lnTo>
                          <a:pt x="19" y="37"/>
                        </a:lnTo>
                        <a:lnTo>
                          <a:pt x="22" y="36"/>
                        </a:lnTo>
                        <a:lnTo>
                          <a:pt x="19" y="31"/>
                        </a:lnTo>
                        <a:lnTo>
                          <a:pt x="18" y="27"/>
                        </a:lnTo>
                        <a:lnTo>
                          <a:pt x="16" y="22"/>
                        </a:lnTo>
                        <a:lnTo>
                          <a:pt x="13" y="18"/>
                        </a:lnTo>
                        <a:lnTo>
                          <a:pt x="11" y="13"/>
                        </a:lnTo>
                        <a:lnTo>
                          <a:pt x="8" y="8"/>
                        </a:lnTo>
                        <a:lnTo>
                          <a:pt x="6" y="5"/>
                        </a:lnTo>
                        <a:lnTo>
                          <a:pt x="2" y="0"/>
                        </a:lnTo>
                        <a:lnTo>
                          <a:pt x="1"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8" name="Freeform 372"/>
                  <p:cNvSpPr>
                    <a:spLocks/>
                  </p:cNvSpPr>
                  <p:nvPr/>
                </p:nvSpPr>
                <p:spPr bwMode="auto">
                  <a:xfrm>
                    <a:off x="4374" y="3557"/>
                    <a:ext cx="25" cy="14"/>
                  </a:xfrm>
                  <a:custGeom>
                    <a:avLst/>
                    <a:gdLst>
                      <a:gd name="T0" fmla="*/ 1 w 49"/>
                      <a:gd name="T1" fmla="*/ 1 h 27"/>
                      <a:gd name="T2" fmla="*/ 1 w 49"/>
                      <a:gd name="T3" fmla="*/ 1 h 27"/>
                      <a:gd name="T4" fmla="*/ 1 w 49"/>
                      <a:gd name="T5" fmla="*/ 1 h 27"/>
                      <a:gd name="T6" fmla="*/ 1 w 49"/>
                      <a:gd name="T7" fmla="*/ 1 h 27"/>
                      <a:gd name="T8" fmla="*/ 1 w 49"/>
                      <a:gd name="T9" fmla="*/ 1 h 27"/>
                      <a:gd name="T10" fmla="*/ 1 w 49"/>
                      <a:gd name="T11" fmla="*/ 1 h 27"/>
                      <a:gd name="T12" fmla="*/ 1 w 49"/>
                      <a:gd name="T13" fmla="*/ 1 h 27"/>
                      <a:gd name="T14" fmla="*/ 1 w 49"/>
                      <a:gd name="T15" fmla="*/ 1 h 27"/>
                      <a:gd name="T16" fmla="*/ 1 w 49"/>
                      <a:gd name="T17" fmla="*/ 1 h 27"/>
                      <a:gd name="T18" fmla="*/ 1 w 49"/>
                      <a:gd name="T19" fmla="*/ 1 h 27"/>
                      <a:gd name="T20" fmla="*/ 2 w 49"/>
                      <a:gd name="T21" fmla="*/ 1 h 27"/>
                      <a:gd name="T22" fmla="*/ 2 w 49"/>
                      <a:gd name="T23" fmla="*/ 1 h 27"/>
                      <a:gd name="T24" fmla="*/ 2 w 49"/>
                      <a:gd name="T25" fmla="*/ 1 h 27"/>
                      <a:gd name="T26" fmla="*/ 2 w 49"/>
                      <a:gd name="T27" fmla="*/ 1 h 27"/>
                      <a:gd name="T28" fmla="*/ 2 w 49"/>
                      <a:gd name="T29" fmla="*/ 1 h 27"/>
                      <a:gd name="T30" fmla="*/ 2 w 49"/>
                      <a:gd name="T31" fmla="*/ 1 h 27"/>
                      <a:gd name="T32" fmla="*/ 2 w 49"/>
                      <a:gd name="T33" fmla="*/ 1 h 27"/>
                      <a:gd name="T34" fmla="*/ 2 w 49"/>
                      <a:gd name="T35" fmla="*/ 1 h 27"/>
                      <a:gd name="T36" fmla="*/ 1 w 49"/>
                      <a:gd name="T37" fmla="*/ 1 h 27"/>
                      <a:gd name="T38" fmla="*/ 1 w 49"/>
                      <a:gd name="T39" fmla="*/ 1 h 27"/>
                      <a:gd name="T40" fmla="*/ 1 w 49"/>
                      <a:gd name="T41" fmla="*/ 1 h 27"/>
                      <a:gd name="T42" fmla="*/ 1 w 49"/>
                      <a:gd name="T43" fmla="*/ 1 h 27"/>
                      <a:gd name="T44" fmla="*/ 1 w 49"/>
                      <a:gd name="T45" fmla="*/ 1 h 27"/>
                      <a:gd name="T46" fmla="*/ 1 w 49"/>
                      <a:gd name="T47" fmla="*/ 0 h 27"/>
                      <a:gd name="T48" fmla="*/ 1 w 49"/>
                      <a:gd name="T49" fmla="*/ 0 h 27"/>
                      <a:gd name="T50" fmla="*/ 0 w 49"/>
                      <a:gd name="T51" fmla="*/ 1 h 27"/>
                      <a:gd name="T52" fmla="*/ 1 w 49"/>
                      <a:gd name="T53" fmla="*/ 1 h 2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9"/>
                      <a:gd name="T82" fmla="*/ 0 h 27"/>
                      <a:gd name="T83" fmla="*/ 49 w 49"/>
                      <a:gd name="T84" fmla="*/ 27 h 2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9" h="27">
                        <a:moveTo>
                          <a:pt x="1" y="4"/>
                        </a:moveTo>
                        <a:lnTo>
                          <a:pt x="5" y="3"/>
                        </a:lnTo>
                        <a:lnTo>
                          <a:pt x="11" y="3"/>
                        </a:lnTo>
                        <a:lnTo>
                          <a:pt x="14" y="4"/>
                        </a:lnTo>
                        <a:lnTo>
                          <a:pt x="17" y="4"/>
                        </a:lnTo>
                        <a:lnTo>
                          <a:pt x="19" y="5"/>
                        </a:lnTo>
                        <a:lnTo>
                          <a:pt x="23" y="6"/>
                        </a:lnTo>
                        <a:lnTo>
                          <a:pt x="26" y="8"/>
                        </a:lnTo>
                        <a:lnTo>
                          <a:pt x="28" y="10"/>
                        </a:lnTo>
                        <a:lnTo>
                          <a:pt x="32" y="13"/>
                        </a:lnTo>
                        <a:lnTo>
                          <a:pt x="34" y="14"/>
                        </a:lnTo>
                        <a:lnTo>
                          <a:pt x="37" y="17"/>
                        </a:lnTo>
                        <a:lnTo>
                          <a:pt x="39" y="20"/>
                        </a:lnTo>
                        <a:lnTo>
                          <a:pt x="43" y="22"/>
                        </a:lnTo>
                        <a:lnTo>
                          <a:pt x="48" y="27"/>
                        </a:lnTo>
                        <a:lnTo>
                          <a:pt x="49" y="25"/>
                        </a:lnTo>
                        <a:lnTo>
                          <a:pt x="39" y="15"/>
                        </a:lnTo>
                        <a:lnTo>
                          <a:pt x="35" y="13"/>
                        </a:lnTo>
                        <a:lnTo>
                          <a:pt x="31" y="8"/>
                        </a:lnTo>
                        <a:lnTo>
                          <a:pt x="27" y="6"/>
                        </a:lnTo>
                        <a:lnTo>
                          <a:pt x="24" y="4"/>
                        </a:lnTo>
                        <a:lnTo>
                          <a:pt x="21" y="3"/>
                        </a:lnTo>
                        <a:lnTo>
                          <a:pt x="18" y="1"/>
                        </a:lnTo>
                        <a:lnTo>
                          <a:pt x="14" y="0"/>
                        </a:lnTo>
                        <a:lnTo>
                          <a:pt x="3" y="0"/>
                        </a:lnTo>
                        <a:lnTo>
                          <a:pt x="0" y="1"/>
                        </a:lnTo>
                        <a:lnTo>
                          <a:pt x="1"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59" name="Freeform 373"/>
                  <p:cNvSpPr>
                    <a:spLocks/>
                  </p:cNvSpPr>
                  <p:nvPr/>
                </p:nvSpPr>
                <p:spPr bwMode="auto">
                  <a:xfrm>
                    <a:off x="4353" y="3558"/>
                    <a:ext cx="22" cy="41"/>
                  </a:xfrm>
                  <a:custGeom>
                    <a:avLst/>
                    <a:gdLst>
                      <a:gd name="T0" fmla="*/ 1 w 44"/>
                      <a:gd name="T1" fmla="*/ 2 h 83"/>
                      <a:gd name="T2" fmla="*/ 1 w 44"/>
                      <a:gd name="T3" fmla="*/ 2 h 83"/>
                      <a:gd name="T4" fmla="*/ 1 w 44"/>
                      <a:gd name="T5" fmla="*/ 2 h 83"/>
                      <a:gd name="T6" fmla="*/ 1 w 44"/>
                      <a:gd name="T7" fmla="*/ 1 h 83"/>
                      <a:gd name="T8" fmla="*/ 1 w 44"/>
                      <a:gd name="T9" fmla="*/ 1 h 83"/>
                      <a:gd name="T10" fmla="*/ 1 w 44"/>
                      <a:gd name="T11" fmla="*/ 1 h 83"/>
                      <a:gd name="T12" fmla="*/ 1 w 44"/>
                      <a:gd name="T13" fmla="*/ 1 h 83"/>
                      <a:gd name="T14" fmla="*/ 1 w 44"/>
                      <a:gd name="T15" fmla="*/ 1 h 83"/>
                      <a:gd name="T16" fmla="*/ 1 w 44"/>
                      <a:gd name="T17" fmla="*/ 1 h 83"/>
                      <a:gd name="T18" fmla="*/ 1 w 44"/>
                      <a:gd name="T19" fmla="*/ 0 h 83"/>
                      <a:gd name="T20" fmla="*/ 1 w 44"/>
                      <a:gd name="T21" fmla="*/ 0 h 83"/>
                      <a:gd name="T22" fmla="*/ 1 w 44"/>
                      <a:gd name="T23" fmla="*/ 0 h 83"/>
                      <a:gd name="T24" fmla="*/ 1 w 44"/>
                      <a:gd name="T25" fmla="*/ 0 h 83"/>
                      <a:gd name="T26" fmla="*/ 2 w 44"/>
                      <a:gd name="T27" fmla="*/ 0 h 83"/>
                      <a:gd name="T28" fmla="*/ 2 w 44"/>
                      <a:gd name="T29" fmla="*/ 0 h 83"/>
                      <a:gd name="T30" fmla="*/ 2 w 44"/>
                      <a:gd name="T31" fmla="*/ 0 h 83"/>
                      <a:gd name="T32" fmla="*/ 2 w 44"/>
                      <a:gd name="T33" fmla="*/ 0 h 83"/>
                      <a:gd name="T34" fmla="*/ 2 w 44"/>
                      <a:gd name="T35" fmla="*/ 0 h 83"/>
                      <a:gd name="T36" fmla="*/ 2 w 44"/>
                      <a:gd name="T37" fmla="*/ 0 h 83"/>
                      <a:gd name="T38" fmla="*/ 1 w 44"/>
                      <a:gd name="T39" fmla="*/ 0 h 83"/>
                      <a:gd name="T40" fmla="*/ 1 w 44"/>
                      <a:gd name="T41" fmla="*/ 0 h 83"/>
                      <a:gd name="T42" fmla="*/ 1 w 44"/>
                      <a:gd name="T43" fmla="*/ 0 h 83"/>
                      <a:gd name="T44" fmla="*/ 1 w 44"/>
                      <a:gd name="T45" fmla="*/ 0 h 83"/>
                      <a:gd name="T46" fmla="*/ 1 w 44"/>
                      <a:gd name="T47" fmla="*/ 1 h 83"/>
                      <a:gd name="T48" fmla="*/ 1 w 44"/>
                      <a:gd name="T49" fmla="*/ 1 h 83"/>
                      <a:gd name="T50" fmla="*/ 1 w 44"/>
                      <a:gd name="T51" fmla="*/ 1 h 83"/>
                      <a:gd name="T52" fmla="*/ 1 w 44"/>
                      <a:gd name="T53" fmla="*/ 1 h 83"/>
                      <a:gd name="T54" fmla="*/ 1 w 44"/>
                      <a:gd name="T55" fmla="*/ 1 h 83"/>
                      <a:gd name="T56" fmla="*/ 1 w 44"/>
                      <a:gd name="T57" fmla="*/ 2 h 83"/>
                      <a:gd name="T58" fmla="*/ 0 w 44"/>
                      <a:gd name="T59" fmla="*/ 2 h 83"/>
                      <a:gd name="T60" fmla="*/ 1 w 44"/>
                      <a:gd name="T61" fmla="*/ 2 h 83"/>
                      <a:gd name="T62" fmla="*/ 1 w 44"/>
                      <a:gd name="T63" fmla="*/ 2 h 83"/>
                      <a:gd name="T64" fmla="*/ 1 w 44"/>
                      <a:gd name="T65" fmla="*/ 2 h 8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4"/>
                      <a:gd name="T100" fmla="*/ 0 h 83"/>
                      <a:gd name="T101" fmla="*/ 44 w 44"/>
                      <a:gd name="T102" fmla="*/ 83 h 8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4" h="83">
                        <a:moveTo>
                          <a:pt x="3" y="83"/>
                        </a:moveTo>
                        <a:lnTo>
                          <a:pt x="2" y="77"/>
                        </a:lnTo>
                        <a:lnTo>
                          <a:pt x="2" y="65"/>
                        </a:lnTo>
                        <a:lnTo>
                          <a:pt x="3" y="60"/>
                        </a:lnTo>
                        <a:lnTo>
                          <a:pt x="5" y="53"/>
                        </a:lnTo>
                        <a:lnTo>
                          <a:pt x="7" y="47"/>
                        </a:lnTo>
                        <a:lnTo>
                          <a:pt x="8" y="42"/>
                        </a:lnTo>
                        <a:lnTo>
                          <a:pt x="11" y="37"/>
                        </a:lnTo>
                        <a:lnTo>
                          <a:pt x="14" y="32"/>
                        </a:lnTo>
                        <a:lnTo>
                          <a:pt x="17" y="28"/>
                        </a:lnTo>
                        <a:lnTo>
                          <a:pt x="22" y="23"/>
                        </a:lnTo>
                        <a:lnTo>
                          <a:pt x="25" y="18"/>
                        </a:lnTo>
                        <a:lnTo>
                          <a:pt x="29" y="14"/>
                        </a:lnTo>
                        <a:lnTo>
                          <a:pt x="34" y="10"/>
                        </a:lnTo>
                        <a:lnTo>
                          <a:pt x="39" y="5"/>
                        </a:lnTo>
                        <a:lnTo>
                          <a:pt x="44" y="3"/>
                        </a:lnTo>
                        <a:lnTo>
                          <a:pt x="43" y="0"/>
                        </a:lnTo>
                        <a:lnTo>
                          <a:pt x="38" y="4"/>
                        </a:lnTo>
                        <a:lnTo>
                          <a:pt x="33" y="8"/>
                        </a:lnTo>
                        <a:lnTo>
                          <a:pt x="28" y="12"/>
                        </a:lnTo>
                        <a:lnTo>
                          <a:pt x="19" y="20"/>
                        </a:lnTo>
                        <a:lnTo>
                          <a:pt x="16" y="25"/>
                        </a:lnTo>
                        <a:lnTo>
                          <a:pt x="12" y="31"/>
                        </a:lnTo>
                        <a:lnTo>
                          <a:pt x="8" y="36"/>
                        </a:lnTo>
                        <a:lnTo>
                          <a:pt x="7" y="41"/>
                        </a:lnTo>
                        <a:lnTo>
                          <a:pt x="5" y="47"/>
                        </a:lnTo>
                        <a:lnTo>
                          <a:pt x="2" y="53"/>
                        </a:lnTo>
                        <a:lnTo>
                          <a:pt x="1" y="58"/>
                        </a:lnTo>
                        <a:lnTo>
                          <a:pt x="1" y="65"/>
                        </a:lnTo>
                        <a:lnTo>
                          <a:pt x="0" y="71"/>
                        </a:lnTo>
                        <a:lnTo>
                          <a:pt x="1" y="77"/>
                        </a:lnTo>
                        <a:lnTo>
                          <a:pt x="1" y="83"/>
                        </a:lnTo>
                        <a:lnTo>
                          <a:pt x="3" y="8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0" name="Freeform 374"/>
                  <p:cNvSpPr>
                    <a:spLocks/>
                  </p:cNvSpPr>
                  <p:nvPr/>
                </p:nvSpPr>
                <p:spPr bwMode="auto">
                  <a:xfrm>
                    <a:off x="4353" y="3599"/>
                    <a:ext cx="5" cy="15"/>
                  </a:xfrm>
                  <a:custGeom>
                    <a:avLst/>
                    <a:gdLst>
                      <a:gd name="T0" fmla="*/ 1 w 8"/>
                      <a:gd name="T1" fmla="*/ 0 h 31"/>
                      <a:gd name="T2" fmla="*/ 1 w 8"/>
                      <a:gd name="T3" fmla="*/ 0 h 31"/>
                      <a:gd name="T4" fmla="*/ 1 w 8"/>
                      <a:gd name="T5" fmla="*/ 0 h 31"/>
                      <a:gd name="T6" fmla="*/ 1 w 8"/>
                      <a:gd name="T7" fmla="*/ 0 h 31"/>
                      <a:gd name="T8" fmla="*/ 1 w 8"/>
                      <a:gd name="T9" fmla="*/ 0 h 31"/>
                      <a:gd name="T10" fmla="*/ 1 w 8"/>
                      <a:gd name="T11" fmla="*/ 0 h 31"/>
                      <a:gd name="T12" fmla="*/ 1 w 8"/>
                      <a:gd name="T13" fmla="*/ 0 h 31"/>
                      <a:gd name="T14" fmla="*/ 1 w 8"/>
                      <a:gd name="T15" fmla="*/ 0 h 31"/>
                      <a:gd name="T16" fmla="*/ 1 w 8"/>
                      <a:gd name="T17" fmla="*/ 0 h 31"/>
                      <a:gd name="T18" fmla="*/ 0 w 8"/>
                      <a:gd name="T19" fmla="*/ 0 h 31"/>
                      <a:gd name="T20" fmla="*/ 0 w 8"/>
                      <a:gd name="T21" fmla="*/ 0 h 31"/>
                      <a:gd name="T22" fmla="*/ 1 w 8"/>
                      <a:gd name="T23" fmla="*/ 0 h 31"/>
                      <a:gd name="T24" fmla="*/ 1 w 8"/>
                      <a:gd name="T25" fmla="*/ 0 h 31"/>
                      <a:gd name="T26" fmla="*/ 1 w 8"/>
                      <a:gd name="T27" fmla="*/ 0 h 31"/>
                      <a:gd name="T28" fmla="*/ 1 w 8"/>
                      <a:gd name="T29" fmla="*/ 0 h 31"/>
                      <a:gd name="T30" fmla="*/ 1 w 8"/>
                      <a:gd name="T31" fmla="*/ 0 h 31"/>
                      <a:gd name="T32" fmla="*/ 1 w 8"/>
                      <a:gd name="T33" fmla="*/ 0 h 31"/>
                      <a:gd name="T34" fmla="*/ 1 w 8"/>
                      <a:gd name="T35" fmla="*/ 0 h 31"/>
                      <a:gd name="T36" fmla="*/ 1 w 8"/>
                      <a:gd name="T37" fmla="*/ 0 h 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
                      <a:gd name="T58" fmla="*/ 0 h 31"/>
                      <a:gd name="T59" fmla="*/ 8 w 8"/>
                      <a:gd name="T60" fmla="*/ 31 h 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 h="31">
                        <a:moveTo>
                          <a:pt x="8" y="31"/>
                        </a:moveTo>
                        <a:lnTo>
                          <a:pt x="7" y="27"/>
                        </a:lnTo>
                        <a:lnTo>
                          <a:pt x="6" y="23"/>
                        </a:lnTo>
                        <a:lnTo>
                          <a:pt x="6" y="19"/>
                        </a:lnTo>
                        <a:lnTo>
                          <a:pt x="5" y="16"/>
                        </a:lnTo>
                        <a:lnTo>
                          <a:pt x="4" y="11"/>
                        </a:lnTo>
                        <a:lnTo>
                          <a:pt x="4" y="7"/>
                        </a:lnTo>
                        <a:lnTo>
                          <a:pt x="2" y="4"/>
                        </a:lnTo>
                        <a:lnTo>
                          <a:pt x="2" y="0"/>
                        </a:lnTo>
                        <a:lnTo>
                          <a:pt x="0" y="0"/>
                        </a:lnTo>
                        <a:lnTo>
                          <a:pt x="0" y="4"/>
                        </a:lnTo>
                        <a:lnTo>
                          <a:pt x="1" y="9"/>
                        </a:lnTo>
                        <a:lnTo>
                          <a:pt x="1" y="12"/>
                        </a:lnTo>
                        <a:lnTo>
                          <a:pt x="2" y="16"/>
                        </a:lnTo>
                        <a:lnTo>
                          <a:pt x="2" y="20"/>
                        </a:lnTo>
                        <a:lnTo>
                          <a:pt x="4" y="23"/>
                        </a:lnTo>
                        <a:lnTo>
                          <a:pt x="5" y="27"/>
                        </a:lnTo>
                        <a:lnTo>
                          <a:pt x="6" y="31"/>
                        </a:lnTo>
                        <a:lnTo>
                          <a:pt x="8"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1" name="Freeform 375"/>
                  <p:cNvSpPr>
                    <a:spLocks/>
                  </p:cNvSpPr>
                  <p:nvPr/>
                </p:nvSpPr>
                <p:spPr bwMode="auto">
                  <a:xfrm>
                    <a:off x="4356" y="3614"/>
                    <a:ext cx="4" cy="14"/>
                  </a:xfrm>
                  <a:custGeom>
                    <a:avLst/>
                    <a:gdLst>
                      <a:gd name="T0" fmla="*/ 1 w 7"/>
                      <a:gd name="T1" fmla="*/ 1 h 27"/>
                      <a:gd name="T2" fmla="*/ 1 w 7"/>
                      <a:gd name="T3" fmla="*/ 1 h 27"/>
                      <a:gd name="T4" fmla="*/ 1 w 7"/>
                      <a:gd name="T5" fmla="*/ 1 h 27"/>
                      <a:gd name="T6" fmla="*/ 1 w 7"/>
                      <a:gd name="T7" fmla="*/ 1 h 27"/>
                      <a:gd name="T8" fmla="*/ 1 w 7"/>
                      <a:gd name="T9" fmla="*/ 1 h 27"/>
                      <a:gd name="T10" fmla="*/ 1 w 7"/>
                      <a:gd name="T11" fmla="*/ 0 h 27"/>
                      <a:gd name="T12" fmla="*/ 0 w 7"/>
                      <a:gd name="T13" fmla="*/ 0 h 27"/>
                      <a:gd name="T14" fmla="*/ 1 w 7"/>
                      <a:gd name="T15" fmla="*/ 1 h 27"/>
                      <a:gd name="T16" fmla="*/ 1 w 7"/>
                      <a:gd name="T17" fmla="*/ 1 h 27"/>
                      <a:gd name="T18" fmla="*/ 1 w 7"/>
                      <a:gd name="T19" fmla="*/ 1 h 27"/>
                      <a:gd name="T20" fmla="*/ 1 w 7"/>
                      <a:gd name="T21" fmla="*/ 1 h 27"/>
                      <a:gd name="T22" fmla="*/ 1 w 7"/>
                      <a:gd name="T23" fmla="*/ 1 h 27"/>
                      <a:gd name="T24" fmla="*/ 1 w 7"/>
                      <a:gd name="T25" fmla="*/ 1 h 27"/>
                      <a:gd name="T26" fmla="*/ 1 w 7"/>
                      <a:gd name="T27" fmla="*/ 1 h 27"/>
                      <a:gd name="T28" fmla="*/ 1 w 7"/>
                      <a:gd name="T29" fmla="*/ 1 h 27"/>
                      <a:gd name="T30" fmla="*/ 1 w 7"/>
                      <a:gd name="T31" fmla="*/ 1 h 2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27"/>
                      <a:gd name="T50" fmla="*/ 7 w 7"/>
                      <a:gd name="T51" fmla="*/ 27 h 2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27">
                        <a:moveTo>
                          <a:pt x="6" y="27"/>
                        </a:moveTo>
                        <a:lnTo>
                          <a:pt x="7" y="26"/>
                        </a:lnTo>
                        <a:lnTo>
                          <a:pt x="5" y="20"/>
                        </a:lnTo>
                        <a:lnTo>
                          <a:pt x="4" y="13"/>
                        </a:lnTo>
                        <a:lnTo>
                          <a:pt x="4" y="7"/>
                        </a:lnTo>
                        <a:lnTo>
                          <a:pt x="2" y="0"/>
                        </a:lnTo>
                        <a:lnTo>
                          <a:pt x="0" y="0"/>
                        </a:lnTo>
                        <a:lnTo>
                          <a:pt x="1" y="7"/>
                        </a:lnTo>
                        <a:lnTo>
                          <a:pt x="1" y="13"/>
                        </a:lnTo>
                        <a:lnTo>
                          <a:pt x="2" y="20"/>
                        </a:lnTo>
                        <a:lnTo>
                          <a:pt x="5" y="26"/>
                        </a:lnTo>
                        <a:lnTo>
                          <a:pt x="6" y="25"/>
                        </a:lnTo>
                        <a:lnTo>
                          <a:pt x="6" y="27"/>
                        </a:lnTo>
                        <a:lnTo>
                          <a:pt x="7" y="27"/>
                        </a:lnTo>
                        <a:lnTo>
                          <a:pt x="7" y="26"/>
                        </a:lnTo>
                        <a:lnTo>
                          <a:pt x="6" y="2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2" name="Rectangle 376"/>
                  <p:cNvSpPr>
                    <a:spLocks noChangeArrowheads="1"/>
                  </p:cNvSpPr>
                  <p:nvPr/>
                </p:nvSpPr>
                <p:spPr bwMode="auto">
                  <a:xfrm>
                    <a:off x="4356" y="3627"/>
                    <a:ext cx="4" cy="1"/>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963" name="Freeform 377"/>
                  <p:cNvSpPr>
                    <a:spLocks/>
                  </p:cNvSpPr>
                  <p:nvPr/>
                </p:nvSpPr>
                <p:spPr bwMode="auto">
                  <a:xfrm>
                    <a:off x="4316" y="3611"/>
                    <a:ext cx="40" cy="17"/>
                  </a:xfrm>
                  <a:custGeom>
                    <a:avLst/>
                    <a:gdLst>
                      <a:gd name="T0" fmla="*/ 0 w 80"/>
                      <a:gd name="T1" fmla="*/ 0 h 35"/>
                      <a:gd name="T2" fmla="*/ 1 w 80"/>
                      <a:gd name="T3" fmla="*/ 0 h 35"/>
                      <a:gd name="T4" fmla="*/ 1 w 80"/>
                      <a:gd name="T5" fmla="*/ 0 h 35"/>
                      <a:gd name="T6" fmla="*/ 1 w 80"/>
                      <a:gd name="T7" fmla="*/ 0 h 35"/>
                      <a:gd name="T8" fmla="*/ 1 w 80"/>
                      <a:gd name="T9" fmla="*/ 0 h 35"/>
                      <a:gd name="T10" fmla="*/ 1 w 80"/>
                      <a:gd name="T11" fmla="*/ 0 h 35"/>
                      <a:gd name="T12" fmla="*/ 1 w 80"/>
                      <a:gd name="T13" fmla="*/ 0 h 35"/>
                      <a:gd name="T14" fmla="*/ 2 w 80"/>
                      <a:gd name="T15" fmla="*/ 0 h 35"/>
                      <a:gd name="T16" fmla="*/ 2 w 80"/>
                      <a:gd name="T17" fmla="*/ 0 h 35"/>
                      <a:gd name="T18" fmla="*/ 2 w 80"/>
                      <a:gd name="T19" fmla="*/ 0 h 35"/>
                      <a:gd name="T20" fmla="*/ 2 w 80"/>
                      <a:gd name="T21" fmla="*/ 0 h 35"/>
                      <a:gd name="T22" fmla="*/ 2 w 80"/>
                      <a:gd name="T23" fmla="*/ 0 h 35"/>
                      <a:gd name="T24" fmla="*/ 2 w 80"/>
                      <a:gd name="T25" fmla="*/ 0 h 35"/>
                      <a:gd name="T26" fmla="*/ 2 w 80"/>
                      <a:gd name="T27" fmla="*/ 0 h 35"/>
                      <a:gd name="T28" fmla="*/ 3 w 80"/>
                      <a:gd name="T29" fmla="*/ 0 h 35"/>
                      <a:gd name="T30" fmla="*/ 3 w 80"/>
                      <a:gd name="T31" fmla="*/ 1 h 35"/>
                      <a:gd name="T32" fmla="*/ 3 w 80"/>
                      <a:gd name="T33" fmla="*/ 1 h 35"/>
                      <a:gd name="T34" fmla="*/ 3 w 80"/>
                      <a:gd name="T35" fmla="*/ 1 h 35"/>
                      <a:gd name="T36" fmla="*/ 3 w 80"/>
                      <a:gd name="T37" fmla="*/ 0 h 35"/>
                      <a:gd name="T38" fmla="*/ 3 w 80"/>
                      <a:gd name="T39" fmla="*/ 0 h 35"/>
                      <a:gd name="T40" fmla="*/ 3 w 80"/>
                      <a:gd name="T41" fmla="*/ 0 h 35"/>
                      <a:gd name="T42" fmla="*/ 2 w 80"/>
                      <a:gd name="T43" fmla="*/ 0 h 35"/>
                      <a:gd name="T44" fmla="*/ 2 w 80"/>
                      <a:gd name="T45" fmla="*/ 0 h 35"/>
                      <a:gd name="T46" fmla="*/ 2 w 80"/>
                      <a:gd name="T47" fmla="*/ 0 h 35"/>
                      <a:gd name="T48" fmla="*/ 2 w 80"/>
                      <a:gd name="T49" fmla="*/ 0 h 35"/>
                      <a:gd name="T50" fmla="*/ 2 w 80"/>
                      <a:gd name="T51" fmla="*/ 0 h 35"/>
                      <a:gd name="T52" fmla="*/ 2 w 80"/>
                      <a:gd name="T53" fmla="*/ 0 h 35"/>
                      <a:gd name="T54" fmla="*/ 1 w 80"/>
                      <a:gd name="T55" fmla="*/ 0 h 35"/>
                      <a:gd name="T56" fmla="*/ 1 w 80"/>
                      <a:gd name="T57" fmla="*/ 0 h 35"/>
                      <a:gd name="T58" fmla="*/ 1 w 80"/>
                      <a:gd name="T59" fmla="*/ 0 h 35"/>
                      <a:gd name="T60" fmla="*/ 1 w 80"/>
                      <a:gd name="T61" fmla="*/ 0 h 35"/>
                      <a:gd name="T62" fmla="*/ 1 w 80"/>
                      <a:gd name="T63" fmla="*/ 0 h 35"/>
                      <a:gd name="T64" fmla="*/ 1 w 80"/>
                      <a:gd name="T65" fmla="*/ 0 h 35"/>
                      <a:gd name="T66" fmla="*/ 1 w 80"/>
                      <a:gd name="T67" fmla="*/ 0 h 35"/>
                      <a:gd name="T68" fmla="*/ 0 w 80"/>
                      <a:gd name="T69" fmla="*/ 0 h 3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0"/>
                      <a:gd name="T106" fmla="*/ 0 h 35"/>
                      <a:gd name="T107" fmla="*/ 80 w 80"/>
                      <a:gd name="T108" fmla="*/ 35 h 3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0" h="35">
                        <a:moveTo>
                          <a:pt x="0" y="2"/>
                        </a:moveTo>
                        <a:lnTo>
                          <a:pt x="6" y="4"/>
                        </a:lnTo>
                        <a:lnTo>
                          <a:pt x="10" y="7"/>
                        </a:lnTo>
                        <a:lnTo>
                          <a:pt x="14" y="9"/>
                        </a:lnTo>
                        <a:lnTo>
                          <a:pt x="21" y="10"/>
                        </a:lnTo>
                        <a:lnTo>
                          <a:pt x="24" y="13"/>
                        </a:lnTo>
                        <a:lnTo>
                          <a:pt x="29" y="15"/>
                        </a:lnTo>
                        <a:lnTo>
                          <a:pt x="34" y="16"/>
                        </a:lnTo>
                        <a:lnTo>
                          <a:pt x="39" y="19"/>
                        </a:lnTo>
                        <a:lnTo>
                          <a:pt x="44" y="21"/>
                        </a:lnTo>
                        <a:lnTo>
                          <a:pt x="49" y="23"/>
                        </a:lnTo>
                        <a:lnTo>
                          <a:pt x="54" y="25"/>
                        </a:lnTo>
                        <a:lnTo>
                          <a:pt x="60" y="26"/>
                        </a:lnTo>
                        <a:lnTo>
                          <a:pt x="64" y="29"/>
                        </a:lnTo>
                        <a:lnTo>
                          <a:pt x="69" y="31"/>
                        </a:lnTo>
                        <a:lnTo>
                          <a:pt x="75" y="33"/>
                        </a:lnTo>
                        <a:lnTo>
                          <a:pt x="80" y="35"/>
                        </a:lnTo>
                        <a:lnTo>
                          <a:pt x="80" y="33"/>
                        </a:lnTo>
                        <a:lnTo>
                          <a:pt x="75" y="30"/>
                        </a:lnTo>
                        <a:lnTo>
                          <a:pt x="70" y="29"/>
                        </a:lnTo>
                        <a:lnTo>
                          <a:pt x="65" y="26"/>
                        </a:lnTo>
                        <a:lnTo>
                          <a:pt x="60" y="24"/>
                        </a:lnTo>
                        <a:lnTo>
                          <a:pt x="55" y="23"/>
                        </a:lnTo>
                        <a:lnTo>
                          <a:pt x="50" y="20"/>
                        </a:lnTo>
                        <a:lnTo>
                          <a:pt x="45" y="19"/>
                        </a:lnTo>
                        <a:lnTo>
                          <a:pt x="40" y="16"/>
                        </a:lnTo>
                        <a:lnTo>
                          <a:pt x="35" y="15"/>
                        </a:lnTo>
                        <a:lnTo>
                          <a:pt x="30" y="13"/>
                        </a:lnTo>
                        <a:lnTo>
                          <a:pt x="26" y="10"/>
                        </a:lnTo>
                        <a:lnTo>
                          <a:pt x="21" y="8"/>
                        </a:lnTo>
                        <a:lnTo>
                          <a:pt x="16" y="7"/>
                        </a:lnTo>
                        <a:lnTo>
                          <a:pt x="11" y="4"/>
                        </a:lnTo>
                        <a:lnTo>
                          <a:pt x="6" y="2"/>
                        </a:lnTo>
                        <a:lnTo>
                          <a:pt x="1"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4" name="Freeform 378"/>
                  <p:cNvSpPr>
                    <a:spLocks/>
                  </p:cNvSpPr>
                  <p:nvPr/>
                </p:nvSpPr>
                <p:spPr bwMode="auto">
                  <a:xfrm>
                    <a:off x="4225" y="3591"/>
                    <a:ext cx="91" cy="20"/>
                  </a:xfrm>
                  <a:custGeom>
                    <a:avLst/>
                    <a:gdLst>
                      <a:gd name="T0" fmla="*/ 0 w 182"/>
                      <a:gd name="T1" fmla="*/ 0 h 41"/>
                      <a:gd name="T2" fmla="*/ 1 w 182"/>
                      <a:gd name="T3" fmla="*/ 0 h 41"/>
                      <a:gd name="T4" fmla="*/ 1 w 182"/>
                      <a:gd name="T5" fmla="*/ 0 h 41"/>
                      <a:gd name="T6" fmla="*/ 1 w 182"/>
                      <a:gd name="T7" fmla="*/ 0 h 41"/>
                      <a:gd name="T8" fmla="*/ 2 w 182"/>
                      <a:gd name="T9" fmla="*/ 0 h 41"/>
                      <a:gd name="T10" fmla="*/ 2 w 182"/>
                      <a:gd name="T11" fmla="*/ 0 h 41"/>
                      <a:gd name="T12" fmla="*/ 2 w 182"/>
                      <a:gd name="T13" fmla="*/ 0 h 41"/>
                      <a:gd name="T14" fmla="*/ 2 w 182"/>
                      <a:gd name="T15" fmla="*/ 0 h 41"/>
                      <a:gd name="T16" fmla="*/ 2 w 182"/>
                      <a:gd name="T17" fmla="*/ 0 h 41"/>
                      <a:gd name="T18" fmla="*/ 3 w 182"/>
                      <a:gd name="T19" fmla="*/ 0 h 41"/>
                      <a:gd name="T20" fmla="*/ 3 w 182"/>
                      <a:gd name="T21" fmla="*/ 0 h 41"/>
                      <a:gd name="T22" fmla="*/ 3 w 182"/>
                      <a:gd name="T23" fmla="*/ 0 h 41"/>
                      <a:gd name="T24" fmla="*/ 3 w 182"/>
                      <a:gd name="T25" fmla="*/ 0 h 41"/>
                      <a:gd name="T26" fmla="*/ 3 w 182"/>
                      <a:gd name="T27" fmla="*/ 0 h 41"/>
                      <a:gd name="T28" fmla="*/ 3 w 182"/>
                      <a:gd name="T29" fmla="*/ 0 h 41"/>
                      <a:gd name="T30" fmla="*/ 3 w 182"/>
                      <a:gd name="T31" fmla="*/ 0 h 41"/>
                      <a:gd name="T32" fmla="*/ 4 w 182"/>
                      <a:gd name="T33" fmla="*/ 0 h 41"/>
                      <a:gd name="T34" fmla="*/ 4 w 182"/>
                      <a:gd name="T35" fmla="*/ 0 h 41"/>
                      <a:gd name="T36" fmla="*/ 4 w 182"/>
                      <a:gd name="T37" fmla="*/ 0 h 41"/>
                      <a:gd name="T38" fmla="*/ 4 w 182"/>
                      <a:gd name="T39" fmla="*/ 0 h 41"/>
                      <a:gd name="T40" fmla="*/ 4 w 182"/>
                      <a:gd name="T41" fmla="*/ 0 h 41"/>
                      <a:gd name="T42" fmla="*/ 5 w 182"/>
                      <a:gd name="T43" fmla="*/ 0 h 41"/>
                      <a:gd name="T44" fmla="*/ 5 w 182"/>
                      <a:gd name="T45" fmla="*/ 0 h 41"/>
                      <a:gd name="T46" fmla="*/ 5 w 182"/>
                      <a:gd name="T47" fmla="*/ 0 h 41"/>
                      <a:gd name="T48" fmla="*/ 5 w 182"/>
                      <a:gd name="T49" fmla="*/ 0 h 41"/>
                      <a:gd name="T50" fmla="*/ 5 w 182"/>
                      <a:gd name="T51" fmla="*/ 1 h 41"/>
                      <a:gd name="T52" fmla="*/ 5 w 182"/>
                      <a:gd name="T53" fmla="*/ 1 h 41"/>
                      <a:gd name="T54" fmla="*/ 6 w 182"/>
                      <a:gd name="T55" fmla="*/ 1 h 41"/>
                      <a:gd name="T56" fmla="*/ 6 w 182"/>
                      <a:gd name="T57" fmla="*/ 1 h 41"/>
                      <a:gd name="T58" fmla="*/ 6 w 182"/>
                      <a:gd name="T59" fmla="*/ 1 h 41"/>
                      <a:gd name="T60" fmla="*/ 6 w 182"/>
                      <a:gd name="T61" fmla="*/ 1 h 41"/>
                      <a:gd name="T62" fmla="*/ 6 w 182"/>
                      <a:gd name="T63" fmla="*/ 1 h 41"/>
                      <a:gd name="T64" fmla="*/ 6 w 182"/>
                      <a:gd name="T65" fmla="*/ 1 h 41"/>
                      <a:gd name="T66" fmla="*/ 6 w 182"/>
                      <a:gd name="T67" fmla="*/ 1 h 41"/>
                      <a:gd name="T68" fmla="*/ 6 w 182"/>
                      <a:gd name="T69" fmla="*/ 1 h 41"/>
                      <a:gd name="T70" fmla="*/ 6 w 182"/>
                      <a:gd name="T71" fmla="*/ 1 h 41"/>
                      <a:gd name="T72" fmla="*/ 5 w 182"/>
                      <a:gd name="T73" fmla="*/ 0 h 41"/>
                      <a:gd name="T74" fmla="*/ 5 w 182"/>
                      <a:gd name="T75" fmla="*/ 0 h 41"/>
                      <a:gd name="T76" fmla="*/ 5 w 182"/>
                      <a:gd name="T77" fmla="*/ 0 h 41"/>
                      <a:gd name="T78" fmla="*/ 5 w 182"/>
                      <a:gd name="T79" fmla="*/ 0 h 41"/>
                      <a:gd name="T80" fmla="*/ 5 w 182"/>
                      <a:gd name="T81" fmla="*/ 0 h 41"/>
                      <a:gd name="T82" fmla="*/ 4 w 182"/>
                      <a:gd name="T83" fmla="*/ 0 h 41"/>
                      <a:gd name="T84" fmla="*/ 4 w 182"/>
                      <a:gd name="T85" fmla="*/ 0 h 41"/>
                      <a:gd name="T86" fmla="*/ 4 w 182"/>
                      <a:gd name="T87" fmla="*/ 0 h 41"/>
                      <a:gd name="T88" fmla="*/ 4 w 182"/>
                      <a:gd name="T89" fmla="*/ 0 h 41"/>
                      <a:gd name="T90" fmla="*/ 4 w 182"/>
                      <a:gd name="T91" fmla="*/ 0 h 41"/>
                      <a:gd name="T92" fmla="*/ 3 w 182"/>
                      <a:gd name="T93" fmla="*/ 0 h 41"/>
                      <a:gd name="T94" fmla="*/ 3 w 182"/>
                      <a:gd name="T95" fmla="*/ 0 h 41"/>
                      <a:gd name="T96" fmla="*/ 3 w 182"/>
                      <a:gd name="T97" fmla="*/ 0 h 41"/>
                      <a:gd name="T98" fmla="*/ 3 w 182"/>
                      <a:gd name="T99" fmla="*/ 0 h 41"/>
                      <a:gd name="T100" fmla="*/ 3 w 182"/>
                      <a:gd name="T101" fmla="*/ 0 h 41"/>
                      <a:gd name="T102" fmla="*/ 3 w 182"/>
                      <a:gd name="T103" fmla="*/ 0 h 41"/>
                      <a:gd name="T104" fmla="*/ 3 w 182"/>
                      <a:gd name="T105" fmla="*/ 0 h 41"/>
                      <a:gd name="T106" fmla="*/ 2 w 182"/>
                      <a:gd name="T107" fmla="*/ 0 h 41"/>
                      <a:gd name="T108" fmla="*/ 2 w 182"/>
                      <a:gd name="T109" fmla="*/ 0 h 41"/>
                      <a:gd name="T110" fmla="*/ 2 w 182"/>
                      <a:gd name="T111" fmla="*/ 0 h 41"/>
                      <a:gd name="T112" fmla="*/ 2 w 182"/>
                      <a:gd name="T113" fmla="*/ 0 h 41"/>
                      <a:gd name="T114" fmla="*/ 2 w 182"/>
                      <a:gd name="T115" fmla="*/ 0 h 41"/>
                      <a:gd name="T116" fmla="*/ 1 w 182"/>
                      <a:gd name="T117" fmla="*/ 0 h 41"/>
                      <a:gd name="T118" fmla="*/ 1 w 182"/>
                      <a:gd name="T119" fmla="*/ 0 h 41"/>
                      <a:gd name="T120" fmla="*/ 1 w 182"/>
                      <a:gd name="T121" fmla="*/ 0 h 41"/>
                      <a:gd name="T122" fmla="*/ 0 w 182"/>
                      <a:gd name="T123" fmla="*/ 0 h 41"/>
                      <a:gd name="T124" fmla="*/ 0 w 182"/>
                      <a:gd name="T125" fmla="*/ 0 h 4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82"/>
                      <a:gd name="T190" fmla="*/ 0 h 41"/>
                      <a:gd name="T191" fmla="*/ 182 w 182"/>
                      <a:gd name="T192" fmla="*/ 41 h 4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82" h="41">
                        <a:moveTo>
                          <a:pt x="0" y="2"/>
                        </a:moveTo>
                        <a:lnTo>
                          <a:pt x="18" y="2"/>
                        </a:lnTo>
                        <a:lnTo>
                          <a:pt x="24" y="4"/>
                        </a:lnTo>
                        <a:lnTo>
                          <a:pt x="30" y="4"/>
                        </a:lnTo>
                        <a:lnTo>
                          <a:pt x="35" y="5"/>
                        </a:lnTo>
                        <a:lnTo>
                          <a:pt x="41" y="5"/>
                        </a:lnTo>
                        <a:lnTo>
                          <a:pt x="48" y="6"/>
                        </a:lnTo>
                        <a:lnTo>
                          <a:pt x="53" y="6"/>
                        </a:lnTo>
                        <a:lnTo>
                          <a:pt x="59" y="7"/>
                        </a:lnTo>
                        <a:lnTo>
                          <a:pt x="65" y="9"/>
                        </a:lnTo>
                        <a:lnTo>
                          <a:pt x="70" y="10"/>
                        </a:lnTo>
                        <a:lnTo>
                          <a:pt x="76" y="11"/>
                        </a:lnTo>
                        <a:lnTo>
                          <a:pt x="82" y="12"/>
                        </a:lnTo>
                        <a:lnTo>
                          <a:pt x="87" y="14"/>
                        </a:lnTo>
                        <a:lnTo>
                          <a:pt x="93" y="15"/>
                        </a:lnTo>
                        <a:lnTo>
                          <a:pt x="99" y="16"/>
                        </a:lnTo>
                        <a:lnTo>
                          <a:pt x="104" y="18"/>
                        </a:lnTo>
                        <a:lnTo>
                          <a:pt x="110" y="20"/>
                        </a:lnTo>
                        <a:lnTo>
                          <a:pt x="115" y="21"/>
                        </a:lnTo>
                        <a:lnTo>
                          <a:pt x="120" y="22"/>
                        </a:lnTo>
                        <a:lnTo>
                          <a:pt x="126" y="25"/>
                        </a:lnTo>
                        <a:lnTo>
                          <a:pt x="133" y="26"/>
                        </a:lnTo>
                        <a:lnTo>
                          <a:pt x="138" y="27"/>
                        </a:lnTo>
                        <a:lnTo>
                          <a:pt x="142" y="30"/>
                        </a:lnTo>
                        <a:lnTo>
                          <a:pt x="149" y="31"/>
                        </a:lnTo>
                        <a:lnTo>
                          <a:pt x="154" y="33"/>
                        </a:lnTo>
                        <a:lnTo>
                          <a:pt x="160" y="35"/>
                        </a:lnTo>
                        <a:lnTo>
                          <a:pt x="165" y="36"/>
                        </a:lnTo>
                        <a:lnTo>
                          <a:pt x="171" y="38"/>
                        </a:lnTo>
                        <a:lnTo>
                          <a:pt x="176" y="39"/>
                        </a:lnTo>
                        <a:lnTo>
                          <a:pt x="181" y="41"/>
                        </a:lnTo>
                        <a:lnTo>
                          <a:pt x="182" y="39"/>
                        </a:lnTo>
                        <a:lnTo>
                          <a:pt x="177" y="37"/>
                        </a:lnTo>
                        <a:lnTo>
                          <a:pt x="171" y="36"/>
                        </a:lnTo>
                        <a:lnTo>
                          <a:pt x="166" y="33"/>
                        </a:lnTo>
                        <a:lnTo>
                          <a:pt x="161" y="32"/>
                        </a:lnTo>
                        <a:lnTo>
                          <a:pt x="155" y="31"/>
                        </a:lnTo>
                        <a:lnTo>
                          <a:pt x="149" y="28"/>
                        </a:lnTo>
                        <a:lnTo>
                          <a:pt x="144" y="27"/>
                        </a:lnTo>
                        <a:lnTo>
                          <a:pt x="139" y="26"/>
                        </a:lnTo>
                        <a:lnTo>
                          <a:pt x="133" y="23"/>
                        </a:lnTo>
                        <a:lnTo>
                          <a:pt x="126" y="22"/>
                        </a:lnTo>
                        <a:lnTo>
                          <a:pt x="122" y="20"/>
                        </a:lnTo>
                        <a:lnTo>
                          <a:pt x="115" y="18"/>
                        </a:lnTo>
                        <a:lnTo>
                          <a:pt x="110" y="17"/>
                        </a:lnTo>
                        <a:lnTo>
                          <a:pt x="104" y="16"/>
                        </a:lnTo>
                        <a:lnTo>
                          <a:pt x="99" y="14"/>
                        </a:lnTo>
                        <a:lnTo>
                          <a:pt x="93" y="14"/>
                        </a:lnTo>
                        <a:lnTo>
                          <a:pt x="88" y="11"/>
                        </a:lnTo>
                        <a:lnTo>
                          <a:pt x="82" y="10"/>
                        </a:lnTo>
                        <a:lnTo>
                          <a:pt x="76" y="9"/>
                        </a:lnTo>
                        <a:lnTo>
                          <a:pt x="71" y="7"/>
                        </a:lnTo>
                        <a:lnTo>
                          <a:pt x="65" y="6"/>
                        </a:lnTo>
                        <a:lnTo>
                          <a:pt x="59" y="6"/>
                        </a:lnTo>
                        <a:lnTo>
                          <a:pt x="54" y="5"/>
                        </a:lnTo>
                        <a:lnTo>
                          <a:pt x="48" y="4"/>
                        </a:lnTo>
                        <a:lnTo>
                          <a:pt x="41" y="2"/>
                        </a:lnTo>
                        <a:lnTo>
                          <a:pt x="35" y="2"/>
                        </a:lnTo>
                        <a:lnTo>
                          <a:pt x="30" y="1"/>
                        </a:lnTo>
                        <a:lnTo>
                          <a:pt x="24" y="1"/>
                        </a:lnTo>
                        <a:lnTo>
                          <a:pt x="18" y="0"/>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5" name="Freeform 379"/>
                  <p:cNvSpPr>
                    <a:spLocks/>
                  </p:cNvSpPr>
                  <p:nvPr/>
                </p:nvSpPr>
                <p:spPr bwMode="auto">
                  <a:xfrm>
                    <a:off x="4214" y="3584"/>
                    <a:ext cx="11" cy="8"/>
                  </a:xfrm>
                  <a:custGeom>
                    <a:avLst/>
                    <a:gdLst>
                      <a:gd name="T0" fmla="*/ 0 w 24"/>
                      <a:gd name="T1" fmla="*/ 1 h 16"/>
                      <a:gd name="T2" fmla="*/ 0 w 24"/>
                      <a:gd name="T3" fmla="*/ 1 h 16"/>
                      <a:gd name="T4" fmla="*/ 0 w 24"/>
                      <a:gd name="T5" fmla="*/ 1 h 16"/>
                      <a:gd name="T6" fmla="*/ 0 w 24"/>
                      <a:gd name="T7" fmla="*/ 1 h 16"/>
                      <a:gd name="T8" fmla="*/ 0 w 24"/>
                      <a:gd name="T9" fmla="*/ 1 h 16"/>
                      <a:gd name="T10" fmla="*/ 0 w 24"/>
                      <a:gd name="T11" fmla="*/ 1 h 16"/>
                      <a:gd name="T12" fmla="*/ 0 w 24"/>
                      <a:gd name="T13" fmla="*/ 1 h 16"/>
                      <a:gd name="T14" fmla="*/ 0 w 24"/>
                      <a:gd name="T15" fmla="*/ 1 h 16"/>
                      <a:gd name="T16" fmla="*/ 0 w 24"/>
                      <a:gd name="T17" fmla="*/ 1 h 16"/>
                      <a:gd name="T18" fmla="*/ 0 w 24"/>
                      <a:gd name="T19" fmla="*/ 1 h 16"/>
                      <a:gd name="T20" fmla="*/ 0 w 24"/>
                      <a:gd name="T21" fmla="*/ 1 h 16"/>
                      <a:gd name="T22" fmla="*/ 0 w 24"/>
                      <a:gd name="T23" fmla="*/ 1 h 16"/>
                      <a:gd name="T24" fmla="*/ 0 w 24"/>
                      <a:gd name="T25" fmla="*/ 1 h 16"/>
                      <a:gd name="T26" fmla="*/ 0 w 24"/>
                      <a:gd name="T27" fmla="*/ 1 h 16"/>
                      <a:gd name="T28" fmla="*/ 0 w 24"/>
                      <a:gd name="T29" fmla="*/ 1 h 16"/>
                      <a:gd name="T30" fmla="*/ 0 w 24"/>
                      <a:gd name="T31" fmla="*/ 0 h 16"/>
                      <a:gd name="T32" fmla="*/ 0 w 24"/>
                      <a:gd name="T33" fmla="*/ 1 h 16"/>
                      <a:gd name="T34" fmla="*/ 0 w 24"/>
                      <a:gd name="T35" fmla="*/ 1 h 16"/>
                      <a:gd name="T36" fmla="*/ 0 w 24"/>
                      <a:gd name="T37" fmla="*/ 1 h 16"/>
                      <a:gd name="T38" fmla="*/ 0 w 24"/>
                      <a:gd name="T39" fmla="*/ 1 h 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4"/>
                      <a:gd name="T61" fmla="*/ 0 h 16"/>
                      <a:gd name="T62" fmla="*/ 24 w 24"/>
                      <a:gd name="T63" fmla="*/ 16 h 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4" h="16">
                        <a:moveTo>
                          <a:pt x="0" y="2"/>
                        </a:moveTo>
                        <a:lnTo>
                          <a:pt x="0" y="3"/>
                        </a:lnTo>
                        <a:lnTo>
                          <a:pt x="10" y="13"/>
                        </a:lnTo>
                        <a:lnTo>
                          <a:pt x="14" y="14"/>
                        </a:lnTo>
                        <a:lnTo>
                          <a:pt x="16" y="15"/>
                        </a:lnTo>
                        <a:lnTo>
                          <a:pt x="20" y="16"/>
                        </a:lnTo>
                        <a:lnTo>
                          <a:pt x="24" y="16"/>
                        </a:lnTo>
                        <a:lnTo>
                          <a:pt x="24" y="14"/>
                        </a:lnTo>
                        <a:lnTo>
                          <a:pt x="20" y="14"/>
                        </a:lnTo>
                        <a:lnTo>
                          <a:pt x="17" y="13"/>
                        </a:lnTo>
                        <a:lnTo>
                          <a:pt x="15" y="12"/>
                        </a:lnTo>
                        <a:lnTo>
                          <a:pt x="11" y="10"/>
                        </a:lnTo>
                        <a:lnTo>
                          <a:pt x="9" y="8"/>
                        </a:lnTo>
                        <a:lnTo>
                          <a:pt x="6" y="7"/>
                        </a:lnTo>
                        <a:lnTo>
                          <a:pt x="4" y="3"/>
                        </a:lnTo>
                        <a:lnTo>
                          <a:pt x="1" y="0"/>
                        </a:lnTo>
                        <a:lnTo>
                          <a:pt x="3" y="2"/>
                        </a:lnTo>
                        <a:lnTo>
                          <a:pt x="0" y="2"/>
                        </a:lnTo>
                        <a:lnTo>
                          <a:pt x="0" y="3"/>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6" name="Freeform 380"/>
                  <p:cNvSpPr>
                    <a:spLocks/>
                  </p:cNvSpPr>
                  <p:nvPr/>
                </p:nvSpPr>
                <p:spPr bwMode="auto">
                  <a:xfrm>
                    <a:off x="4207" y="3549"/>
                    <a:ext cx="8" cy="36"/>
                  </a:xfrm>
                  <a:custGeom>
                    <a:avLst/>
                    <a:gdLst>
                      <a:gd name="T0" fmla="*/ 1 w 16"/>
                      <a:gd name="T1" fmla="*/ 1 h 72"/>
                      <a:gd name="T2" fmla="*/ 0 w 16"/>
                      <a:gd name="T3" fmla="*/ 1 h 72"/>
                      <a:gd name="T4" fmla="*/ 1 w 16"/>
                      <a:gd name="T5" fmla="*/ 1 h 72"/>
                      <a:gd name="T6" fmla="*/ 1 w 16"/>
                      <a:gd name="T7" fmla="*/ 1 h 72"/>
                      <a:gd name="T8" fmla="*/ 1 w 16"/>
                      <a:gd name="T9" fmla="*/ 1 h 72"/>
                      <a:gd name="T10" fmla="*/ 1 w 16"/>
                      <a:gd name="T11" fmla="*/ 2 h 72"/>
                      <a:gd name="T12" fmla="*/ 1 w 16"/>
                      <a:gd name="T13" fmla="*/ 2 h 72"/>
                      <a:gd name="T14" fmla="*/ 1 w 16"/>
                      <a:gd name="T15" fmla="*/ 2 h 72"/>
                      <a:gd name="T16" fmla="*/ 1 w 16"/>
                      <a:gd name="T17" fmla="*/ 2 h 72"/>
                      <a:gd name="T18" fmla="*/ 1 w 16"/>
                      <a:gd name="T19" fmla="*/ 3 h 72"/>
                      <a:gd name="T20" fmla="*/ 1 w 16"/>
                      <a:gd name="T21" fmla="*/ 3 h 72"/>
                      <a:gd name="T22" fmla="*/ 1 w 16"/>
                      <a:gd name="T23" fmla="*/ 2 h 72"/>
                      <a:gd name="T24" fmla="*/ 1 w 16"/>
                      <a:gd name="T25" fmla="*/ 2 h 72"/>
                      <a:gd name="T26" fmla="*/ 1 w 16"/>
                      <a:gd name="T27" fmla="*/ 2 h 72"/>
                      <a:gd name="T28" fmla="*/ 1 w 16"/>
                      <a:gd name="T29" fmla="*/ 2 h 72"/>
                      <a:gd name="T30" fmla="*/ 1 w 16"/>
                      <a:gd name="T31" fmla="*/ 1 h 72"/>
                      <a:gd name="T32" fmla="*/ 1 w 16"/>
                      <a:gd name="T33" fmla="*/ 1 h 72"/>
                      <a:gd name="T34" fmla="*/ 1 w 16"/>
                      <a:gd name="T35" fmla="*/ 1 h 72"/>
                      <a:gd name="T36" fmla="*/ 1 w 16"/>
                      <a:gd name="T37" fmla="*/ 1 h 72"/>
                      <a:gd name="T38" fmla="*/ 1 w 16"/>
                      <a:gd name="T39" fmla="*/ 1 h 72"/>
                      <a:gd name="T40" fmla="*/ 1 w 16"/>
                      <a:gd name="T41" fmla="*/ 1 h 72"/>
                      <a:gd name="T42" fmla="*/ 0 w 16"/>
                      <a:gd name="T43" fmla="*/ 0 h 72"/>
                      <a:gd name="T44" fmla="*/ 0 w 16"/>
                      <a:gd name="T45" fmla="*/ 1 h 72"/>
                      <a:gd name="T46" fmla="*/ 1 w 16"/>
                      <a:gd name="T47" fmla="*/ 1 h 7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
                      <a:gd name="T73" fmla="*/ 0 h 72"/>
                      <a:gd name="T74" fmla="*/ 16 w 16"/>
                      <a:gd name="T75" fmla="*/ 72 h 7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 h="72">
                        <a:moveTo>
                          <a:pt x="1" y="1"/>
                        </a:moveTo>
                        <a:lnTo>
                          <a:pt x="0" y="3"/>
                        </a:lnTo>
                        <a:lnTo>
                          <a:pt x="1" y="11"/>
                        </a:lnTo>
                        <a:lnTo>
                          <a:pt x="3" y="20"/>
                        </a:lnTo>
                        <a:lnTo>
                          <a:pt x="5" y="29"/>
                        </a:lnTo>
                        <a:lnTo>
                          <a:pt x="6" y="37"/>
                        </a:lnTo>
                        <a:lnTo>
                          <a:pt x="7" y="46"/>
                        </a:lnTo>
                        <a:lnTo>
                          <a:pt x="10" y="54"/>
                        </a:lnTo>
                        <a:lnTo>
                          <a:pt x="11" y="63"/>
                        </a:lnTo>
                        <a:lnTo>
                          <a:pt x="13" y="72"/>
                        </a:lnTo>
                        <a:lnTo>
                          <a:pt x="16" y="72"/>
                        </a:lnTo>
                        <a:lnTo>
                          <a:pt x="13" y="63"/>
                        </a:lnTo>
                        <a:lnTo>
                          <a:pt x="12" y="54"/>
                        </a:lnTo>
                        <a:lnTo>
                          <a:pt x="10" y="46"/>
                        </a:lnTo>
                        <a:lnTo>
                          <a:pt x="8" y="37"/>
                        </a:lnTo>
                        <a:lnTo>
                          <a:pt x="7" y="29"/>
                        </a:lnTo>
                        <a:lnTo>
                          <a:pt x="6" y="20"/>
                        </a:lnTo>
                        <a:lnTo>
                          <a:pt x="3" y="11"/>
                        </a:lnTo>
                        <a:lnTo>
                          <a:pt x="2" y="3"/>
                        </a:lnTo>
                        <a:lnTo>
                          <a:pt x="1" y="3"/>
                        </a:lnTo>
                        <a:lnTo>
                          <a:pt x="1" y="1"/>
                        </a:lnTo>
                        <a:lnTo>
                          <a:pt x="0" y="0"/>
                        </a:lnTo>
                        <a:lnTo>
                          <a:pt x="0" y="3"/>
                        </a:lnTo>
                        <a:lnTo>
                          <a:pt x="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7" name="Freeform 381"/>
                  <p:cNvSpPr>
                    <a:spLocks/>
                  </p:cNvSpPr>
                  <p:nvPr/>
                </p:nvSpPr>
                <p:spPr bwMode="auto">
                  <a:xfrm>
                    <a:off x="4207" y="3550"/>
                    <a:ext cx="55" cy="12"/>
                  </a:xfrm>
                  <a:custGeom>
                    <a:avLst/>
                    <a:gdLst>
                      <a:gd name="T0" fmla="*/ 4 w 108"/>
                      <a:gd name="T1" fmla="*/ 0 h 25"/>
                      <a:gd name="T2" fmla="*/ 4 w 108"/>
                      <a:gd name="T3" fmla="*/ 0 h 25"/>
                      <a:gd name="T4" fmla="*/ 4 w 108"/>
                      <a:gd name="T5" fmla="*/ 0 h 25"/>
                      <a:gd name="T6" fmla="*/ 3 w 108"/>
                      <a:gd name="T7" fmla="*/ 0 h 25"/>
                      <a:gd name="T8" fmla="*/ 3 w 108"/>
                      <a:gd name="T9" fmla="*/ 0 h 25"/>
                      <a:gd name="T10" fmla="*/ 3 w 108"/>
                      <a:gd name="T11" fmla="*/ 0 h 25"/>
                      <a:gd name="T12" fmla="*/ 3 w 108"/>
                      <a:gd name="T13" fmla="*/ 0 h 25"/>
                      <a:gd name="T14" fmla="*/ 3 w 108"/>
                      <a:gd name="T15" fmla="*/ 0 h 25"/>
                      <a:gd name="T16" fmla="*/ 2 w 108"/>
                      <a:gd name="T17" fmla="*/ 0 h 25"/>
                      <a:gd name="T18" fmla="*/ 2 w 108"/>
                      <a:gd name="T19" fmla="*/ 0 h 25"/>
                      <a:gd name="T20" fmla="*/ 2 w 108"/>
                      <a:gd name="T21" fmla="*/ 0 h 25"/>
                      <a:gd name="T22" fmla="*/ 2 w 108"/>
                      <a:gd name="T23" fmla="*/ 0 h 25"/>
                      <a:gd name="T24" fmla="*/ 2 w 108"/>
                      <a:gd name="T25" fmla="*/ 0 h 25"/>
                      <a:gd name="T26" fmla="*/ 1 w 108"/>
                      <a:gd name="T27" fmla="*/ 0 h 25"/>
                      <a:gd name="T28" fmla="*/ 1 w 108"/>
                      <a:gd name="T29" fmla="*/ 0 h 25"/>
                      <a:gd name="T30" fmla="*/ 1 w 108"/>
                      <a:gd name="T31" fmla="*/ 0 h 25"/>
                      <a:gd name="T32" fmla="*/ 1 w 108"/>
                      <a:gd name="T33" fmla="*/ 0 h 25"/>
                      <a:gd name="T34" fmla="*/ 0 w 108"/>
                      <a:gd name="T35" fmla="*/ 0 h 25"/>
                      <a:gd name="T36" fmla="*/ 0 w 108"/>
                      <a:gd name="T37" fmla="*/ 0 h 25"/>
                      <a:gd name="T38" fmla="*/ 1 w 108"/>
                      <a:gd name="T39" fmla="*/ 0 h 25"/>
                      <a:gd name="T40" fmla="*/ 1 w 108"/>
                      <a:gd name="T41" fmla="*/ 0 h 25"/>
                      <a:gd name="T42" fmla="*/ 1 w 108"/>
                      <a:gd name="T43" fmla="*/ 0 h 25"/>
                      <a:gd name="T44" fmla="*/ 1 w 108"/>
                      <a:gd name="T45" fmla="*/ 0 h 25"/>
                      <a:gd name="T46" fmla="*/ 2 w 108"/>
                      <a:gd name="T47" fmla="*/ 0 h 25"/>
                      <a:gd name="T48" fmla="*/ 2 w 108"/>
                      <a:gd name="T49" fmla="*/ 0 h 25"/>
                      <a:gd name="T50" fmla="*/ 2 w 108"/>
                      <a:gd name="T51" fmla="*/ 0 h 25"/>
                      <a:gd name="T52" fmla="*/ 2 w 108"/>
                      <a:gd name="T53" fmla="*/ 0 h 25"/>
                      <a:gd name="T54" fmla="*/ 2 w 108"/>
                      <a:gd name="T55" fmla="*/ 0 h 25"/>
                      <a:gd name="T56" fmla="*/ 3 w 108"/>
                      <a:gd name="T57" fmla="*/ 0 h 25"/>
                      <a:gd name="T58" fmla="*/ 3 w 108"/>
                      <a:gd name="T59" fmla="*/ 0 h 25"/>
                      <a:gd name="T60" fmla="*/ 3 w 108"/>
                      <a:gd name="T61" fmla="*/ 0 h 25"/>
                      <a:gd name="T62" fmla="*/ 3 w 108"/>
                      <a:gd name="T63" fmla="*/ 0 h 25"/>
                      <a:gd name="T64" fmla="*/ 3 w 108"/>
                      <a:gd name="T65" fmla="*/ 0 h 25"/>
                      <a:gd name="T66" fmla="*/ 4 w 108"/>
                      <a:gd name="T67" fmla="*/ 0 h 25"/>
                      <a:gd name="T68" fmla="*/ 4 w 108"/>
                      <a:gd name="T69" fmla="*/ 0 h 25"/>
                      <a:gd name="T70" fmla="*/ 4 w 108"/>
                      <a:gd name="T71" fmla="*/ 0 h 25"/>
                      <a:gd name="T72" fmla="*/ 4 w 108"/>
                      <a:gd name="T73" fmla="*/ 0 h 25"/>
                      <a:gd name="T74" fmla="*/ 4 w 108"/>
                      <a:gd name="T75" fmla="*/ 0 h 25"/>
                      <a:gd name="T76" fmla="*/ 4 w 108"/>
                      <a:gd name="T77" fmla="*/ 0 h 25"/>
                      <a:gd name="T78" fmla="*/ 4 w 108"/>
                      <a:gd name="T79" fmla="*/ 0 h 2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8"/>
                      <a:gd name="T121" fmla="*/ 0 h 25"/>
                      <a:gd name="T122" fmla="*/ 108 w 108"/>
                      <a:gd name="T123" fmla="*/ 25 h 2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8" h="25">
                        <a:moveTo>
                          <a:pt x="107" y="23"/>
                        </a:moveTo>
                        <a:lnTo>
                          <a:pt x="108" y="23"/>
                        </a:lnTo>
                        <a:lnTo>
                          <a:pt x="101" y="20"/>
                        </a:lnTo>
                        <a:lnTo>
                          <a:pt x="95" y="19"/>
                        </a:lnTo>
                        <a:lnTo>
                          <a:pt x="89" y="16"/>
                        </a:lnTo>
                        <a:lnTo>
                          <a:pt x="81" y="15"/>
                        </a:lnTo>
                        <a:lnTo>
                          <a:pt x="75" y="14"/>
                        </a:lnTo>
                        <a:lnTo>
                          <a:pt x="68" y="13"/>
                        </a:lnTo>
                        <a:lnTo>
                          <a:pt x="61" y="11"/>
                        </a:lnTo>
                        <a:lnTo>
                          <a:pt x="54" y="10"/>
                        </a:lnTo>
                        <a:lnTo>
                          <a:pt x="48" y="9"/>
                        </a:lnTo>
                        <a:lnTo>
                          <a:pt x="41" y="8"/>
                        </a:lnTo>
                        <a:lnTo>
                          <a:pt x="34" y="7"/>
                        </a:lnTo>
                        <a:lnTo>
                          <a:pt x="27" y="5"/>
                        </a:lnTo>
                        <a:lnTo>
                          <a:pt x="21" y="4"/>
                        </a:lnTo>
                        <a:lnTo>
                          <a:pt x="13" y="3"/>
                        </a:lnTo>
                        <a:lnTo>
                          <a:pt x="7" y="2"/>
                        </a:lnTo>
                        <a:lnTo>
                          <a:pt x="0" y="0"/>
                        </a:lnTo>
                        <a:lnTo>
                          <a:pt x="0" y="2"/>
                        </a:lnTo>
                        <a:lnTo>
                          <a:pt x="6" y="4"/>
                        </a:lnTo>
                        <a:lnTo>
                          <a:pt x="13" y="5"/>
                        </a:lnTo>
                        <a:lnTo>
                          <a:pt x="21" y="7"/>
                        </a:lnTo>
                        <a:lnTo>
                          <a:pt x="27" y="8"/>
                        </a:lnTo>
                        <a:lnTo>
                          <a:pt x="34" y="9"/>
                        </a:lnTo>
                        <a:lnTo>
                          <a:pt x="41" y="10"/>
                        </a:lnTo>
                        <a:lnTo>
                          <a:pt x="48" y="11"/>
                        </a:lnTo>
                        <a:lnTo>
                          <a:pt x="54" y="13"/>
                        </a:lnTo>
                        <a:lnTo>
                          <a:pt x="61" y="14"/>
                        </a:lnTo>
                        <a:lnTo>
                          <a:pt x="68" y="15"/>
                        </a:lnTo>
                        <a:lnTo>
                          <a:pt x="75" y="16"/>
                        </a:lnTo>
                        <a:lnTo>
                          <a:pt x="81" y="18"/>
                        </a:lnTo>
                        <a:lnTo>
                          <a:pt x="87" y="20"/>
                        </a:lnTo>
                        <a:lnTo>
                          <a:pt x="95" y="21"/>
                        </a:lnTo>
                        <a:lnTo>
                          <a:pt x="101" y="23"/>
                        </a:lnTo>
                        <a:lnTo>
                          <a:pt x="107" y="25"/>
                        </a:lnTo>
                        <a:lnTo>
                          <a:pt x="108" y="24"/>
                        </a:lnTo>
                        <a:lnTo>
                          <a:pt x="107" y="25"/>
                        </a:lnTo>
                        <a:lnTo>
                          <a:pt x="108" y="25"/>
                        </a:lnTo>
                        <a:lnTo>
                          <a:pt x="108" y="24"/>
                        </a:lnTo>
                        <a:lnTo>
                          <a:pt x="107" y="2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8" name="Freeform 382"/>
                  <p:cNvSpPr>
                    <a:spLocks/>
                  </p:cNvSpPr>
                  <p:nvPr/>
                </p:nvSpPr>
                <p:spPr bwMode="auto">
                  <a:xfrm>
                    <a:off x="4261" y="3560"/>
                    <a:ext cx="2" cy="1"/>
                  </a:xfrm>
                  <a:custGeom>
                    <a:avLst/>
                    <a:gdLst>
                      <a:gd name="T0" fmla="*/ 0 w 5"/>
                      <a:gd name="T1" fmla="*/ 0 h 3"/>
                      <a:gd name="T2" fmla="*/ 0 w 5"/>
                      <a:gd name="T3" fmla="*/ 0 h 3"/>
                      <a:gd name="T4" fmla="*/ 0 w 5"/>
                      <a:gd name="T5" fmla="*/ 0 h 3"/>
                      <a:gd name="T6" fmla="*/ 0 w 5"/>
                      <a:gd name="T7" fmla="*/ 0 h 3"/>
                      <a:gd name="T8" fmla="*/ 0 w 5"/>
                      <a:gd name="T9" fmla="*/ 0 h 3"/>
                      <a:gd name="T10" fmla="*/ 0 w 5"/>
                      <a:gd name="T11" fmla="*/ 0 h 3"/>
                      <a:gd name="T12" fmla="*/ 0 w 5"/>
                      <a:gd name="T13" fmla="*/ 0 h 3"/>
                      <a:gd name="T14" fmla="*/ 0 w 5"/>
                      <a:gd name="T15" fmla="*/ 0 h 3"/>
                      <a:gd name="T16" fmla="*/ 0 w 5"/>
                      <a:gd name="T17" fmla="*/ 0 h 3"/>
                      <a:gd name="T18" fmla="*/ 0 w 5"/>
                      <a:gd name="T19" fmla="*/ 0 h 3"/>
                      <a:gd name="T20" fmla="*/ 0 w 5"/>
                      <a:gd name="T21" fmla="*/ 0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3"/>
                      <a:gd name="T35" fmla="*/ 5 w 5"/>
                      <a:gd name="T36" fmla="*/ 3 h 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3">
                        <a:moveTo>
                          <a:pt x="5" y="2"/>
                        </a:moveTo>
                        <a:lnTo>
                          <a:pt x="4" y="0"/>
                        </a:lnTo>
                        <a:lnTo>
                          <a:pt x="1" y="0"/>
                        </a:lnTo>
                        <a:lnTo>
                          <a:pt x="0" y="2"/>
                        </a:lnTo>
                        <a:lnTo>
                          <a:pt x="1" y="3"/>
                        </a:lnTo>
                        <a:lnTo>
                          <a:pt x="4" y="3"/>
                        </a:lnTo>
                        <a:lnTo>
                          <a:pt x="3" y="2"/>
                        </a:lnTo>
                        <a:lnTo>
                          <a:pt x="5" y="2"/>
                        </a:lnTo>
                        <a:lnTo>
                          <a:pt x="5" y="0"/>
                        </a:lnTo>
                        <a:lnTo>
                          <a:pt x="4" y="0"/>
                        </a:lnTo>
                        <a:lnTo>
                          <a:pt x="5"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69" name="Freeform 383"/>
                  <p:cNvSpPr>
                    <a:spLocks/>
                  </p:cNvSpPr>
                  <p:nvPr/>
                </p:nvSpPr>
                <p:spPr bwMode="auto">
                  <a:xfrm>
                    <a:off x="4262" y="3561"/>
                    <a:ext cx="3" cy="3"/>
                  </a:xfrm>
                  <a:custGeom>
                    <a:avLst/>
                    <a:gdLst>
                      <a:gd name="T0" fmla="*/ 2 w 4"/>
                      <a:gd name="T1" fmla="*/ 1 h 6"/>
                      <a:gd name="T2" fmla="*/ 2 w 4"/>
                      <a:gd name="T3" fmla="*/ 1 h 6"/>
                      <a:gd name="T4" fmla="*/ 2 w 4"/>
                      <a:gd name="T5" fmla="*/ 1 h 6"/>
                      <a:gd name="T6" fmla="*/ 2 w 4"/>
                      <a:gd name="T7" fmla="*/ 1 h 6"/>
                      <a:gd name="T8" fmla="*/ 2 w 4"/>
                      <a:gd name="T9" fmla="*/ 0 h 6"/>
                      <a:gd name="T10" fmla="*/ 0 w 4"/>
                      <a:gd name="T11" fmla="*/ 0 h 6"/>
                      <a:gd name="T12" fmla="*/ 0 w 4"/>
                      <a:gd name="T13" fmla="*/ 1 h 6"/>
                      <a:gd name="T14" fmla="*/ 1 w 4"/>
                      <a:gd name="T15" fmla="*/ 1 h 6"/>
                      <a:gd name="T16" fmla="*/ 1 w 4"/>
                      <a:gd name="T17" fmla="*/ 1 h 6"/>
                      <a:gd name="T18" fmla="*/ 2 w 4"/>
                      <a:gd name="T19" fmla="*/ 1 h 6"/>
                      <a:gd name="T20" fmla="*/ 2 w 4"/>
                      <a:gd name="T21" fmla="*/ 1 h 6"/>
                      <a:gd name="T22" fmla="*/ 2 w 4"/>
                      <a:gd name="T23" fmla="*/ 1 h 6"/>
                      <a:gd name="T24" fmla="*/ 2 w 4"/>
                      <a:gd name="T25" fmla="*/ 1 h 6"/>
                      <a:gd name="T26" fmla="*/ 2 w 4"/>
                      <a:gd name="T27" fmla="*/ 1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6"/>
                      <a:gd name="T44" fmla="*/ 4 w 4"/>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6">
                        <a:moveTo>
                          <a:pt x="2" y="6"/>
                        </a:moveTo>
                        <a:lnTo>
                          <a:pt x="3" y="5"/>
                        </a:lnTo>
                        <a:lnTo>
                          <a:pt x="3" y="3"/>
                        </a:lnTo>
                        <a:lnTo>
                          <a:pt x="2" y="2"/>
                        </a:lnTo>
                        <a:lnTo>
                          <a:pt x="2" y="0"/>
                        </a:lnTo>
                        <a:lnTo>
                          <a:pt x="0" y="0"/>
                        </a:lnTo>
                        <a:lnTo>
                          <a:pt x="0" y="2"/>
                        </a:lnTo>
                        <a:lnTo>
                          <a:pt x="1" y="5"/>
                        </a:lnTo>
                        <a:lnTo>
                          <a:pt x="1" y="6"/>
                        </a:lnTo>
                        <a:lnTo>
                          <a:pt x="2" y="3"/>
                        </a:lnTo>
                        <a:lnTo>
                          <a:pt x="2" y="6"/>
                        </a:lnTo>
                        <a:lnTo>
                          <a:pt x="4" y="6"/>
                        </a:lnTo>
                        <a:lnTo>
                          <a:pt x="3" y="5"/>
                        </a:lnTo>
                        <a:lnTo>
                          <a:pt x="2"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0" name="Freeform 384"/>
                  <p:cNvSpPr>
                    <a:spLocks/>
                  </p:cNvSpPr>
                  <p:nvPr/>
                </p:nvSpPr>
                <p:spPr bwMode="auto">
                  <a:xfrm>
                    <a:off x="4228" y="3557"/>
                    <a:ext cx="35" cy="7"/>
                  </a:xfrm>
                  <a:custGeom>
                    <a:avLst/>
                    <a:gdLst>
                      <a:gd name="T0" fmla="*/ 0 w 71"/>
                      <a:gd name="T1" fmla="*/ 1 h 14"/>
                      <a:gd name="T2" fmla="*/ 0 w 71"/>
                      <a:gd name="T3" fmla="*/ 1 h 14"/>
                      <a:gd name="T4" fmla="*/ 0 w 71"/>
                      <a:gd name="T5" fmla="*/ 1 h 14"/>
                      <a:gd name="T6" fmla="*/ 0 w 71"/>
                      <a:gd name="T7" fmla="*/ 1 h 14"/>
                      <a:gd name="T8" fmla="*/ 0 w 71"/>
                      <a:gd name="T9" fmla="*/ 1 h 14"/>
                      <a:gd name="T10" fmla="*/ 0 w 71"/>
                      <a:gd name="T11" fmla="*/ 1 h 14"/>
                      <a:gd name="T12" fmla="*/ 0 w 71"/>
                      <a:gd name="T13" fmla="*/ 1 h 14"/>
                      <a:gd name="T14" fmla="*/ 0 w 71"/>
                      <a:gd name="T15" fmla="*/ 1 h 14"/>
                      <a:gd name="T16" fmla="*/ 1 w 71"/>
                      <a:gd name="T17" fmla="*/ 1 h 14"/>
                      <a:gd name="T18" fmla="*/ 1 w 71"/>
                      <a:gd name="T19" fmla="*/ 1 h 14"/>
                      <a:gd name="T20" fmla="*/ 1 w 71"/>
                      <a:gd name="T21" fmla="*/ 1 h 14"/>
                      <a:gd name="T22" fmla="*/ 1 w 71"/>
                      <a:gd name="T23" fmla="*/ 1 h 14"/>
                      <a:gd name="T24" fmla="*/ 1 w 71"/>
                      <a:gd name="T25" fmla="*/ 1 h 14"/>
                      <a:gd name="T26" fmla="*/ 1 w 71"/>
                      <a:gd name="T27" fmla="*/ 1 h 14"/>
                      <a:gd name="T28" fmla="*/ 1 w 71"/>
                      <a:gd name="T29" fmla="*/ 1 h 14"/>
                      <a:gd name="T30" fmla="*/ 2 w 71"/>
                      <a:gd name="T31" fmla="*/ 1 h 14"/>
                      <a:gd name="T32" fmla="*/ 2 w 71"/>
                      <a:gd name="T33" fmla="*/ 1 h 14"/>
                      <a:gd name="T34" fmla="*/ 2 w 71"/>
                      <a:gd name="T35" fmla="*/ 1 h 14"/>
                      <a:gd name="T36" fmla="*/ 2 w 71"/>
                      <a:gd name="T37" fmla="*/ 1 h 14"/>
                      <a:gd name="T38" fmla="*/ 1 w 71"/>
                      <a:gd name="T39" fmla="*/ 1 h 14"/>
                      <a:gd name="T40" fmla="*/ 1 w 71"/>
                      <a:gd name="T41" fmla="*/ 1 h 14"/>
                      <a:gd name="T42" fmla="*/ 1 w 71"/>
                      <a:gd name="T43" fmla="*/ 1 h 14"/>
                      <a:gd name="T44" fmla="*/ 1 w 71"/>
                      <a:gd name="T45" fmla="*/ 1 h 14"/>
                      <a:gd name="T46" fmla="*/ 1 w 71"/>
                      <a:gd name="T47" fmla="*/ 1 h 14"/>
                      <a:gd name="T48" fmla="*/ 1 w 71"/>
                      <a:gd name="T49" fmla="*/ 1 h 14"/>
                      <a:gd name="T50" fmla="*/ 1 w 71"/>
                      <a:gd name="T51" fmla="*/ 1 h 14"/>
                      <a:gd name="T52" fmla="*/ 1 w 71"/>
                      <a:gd name="T53" fmla="*/ 1 h 14"/>
                      <a:gd name="T54" fmla="*/ 0 w 71"/>
                      <a:gd name="T55" fmla="*/ 1 h 14"/>
                      <a:gd name="T56" fmla="*/ 0 w 71"/>
                      <a:gd name="T57" fmla="*/ 1 h 14"/>
                      <a:gd name="T58" fmla="*/ 0 w 71"/>
                      <a:gd name="T59" fmla="*/ 1 h 14"/>
                      <a:gd name="T60" fmla="*/ 0 w 71"/>
                      <a:gd name="T61" fmla="*/ 1 h 14"/>
                      <a:gd name="T62" fmla="*/ 0 w 71"/>
                      <a:gd name="T63" fmla="*/ 0 h 14"/>
                      <a:gd name="T64" fmla="*/ 0 w 71"/>
                      <a:gd name="T65" fmla="*/ 0 h 14"/>
                      <a:gd name="T66" fmla="*/ 0 w 71"/>
                      <a:gd name="T67" fmla="*/ 1 h 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1"/>
                      <a:gd name="T103" fmla="*/ 0 h 14"/>
                      <a:gd name="T104" fmla="*/ 71 w 71"/>
                      <a:gd name="T105" fmla="*/ 14 h 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1" h="14">
                        <a:moveTo>
                          <a:pt x="1" y="1"/>
                        </a:moveTo>
                        <a:lnTo>
                          <a:pt x="0" y="3"/>
                        </a:lnTo>
                        <a:lnTo>
                          <a:pt x="4" y="3"/>
                        </a:lnTo>
                        <a:lnTo>
                          <a:pt x="9" y="4"/>
                        </a:lnTo>
                        <a:lnTo>
                          <a:pt x="13" y="4"/>
                        </a:lnTo>
                        <a:lnTo>
                          <a:pt x="18" y="5"/>
                        </a:lnTo>
                        <a:lnTo>
                          <a:pt x="23" y="5"/>
                        </a:lnTo>
                        <a:lnTo>
                          <a:pt x="27" y="6"/>
                        </a:lnTo>
                        <a:lnTo>
                          <a:pt x="36" y="6"/>
                        </a:lnTo>
                        <a:lnTo>
                          <a:pt x="40" y="8"/>
                        </a:lnTo>
                        <a:lnTo>
                          <a:pt x="45" y="9"/>
                        </a:lnTo>
                        <a:lnTo>
                          <a:pt x="49" y="9"/>
                        </a:lnTo>
                        <a:lnTo>
                          <a:pt x="54" y="10"/>
                        </a:lnTo>
                        <a:lnTo>
                          <a:pt x="57" y="11"/>
                        </a:lnTo>
                        <a:lnTo>
                          <a:pt x="62" y="13"/>
                        </a:lnTo>
                        <a:lnTo>
                          <a:pt x="66" y="13"/>
                        </a:lnTo>
                        <a:lnTo>
                          <a:pt x="71" y="14"/>
                        </a:lnTo>
                        <a:lnTo>
                          <a:pt x="71" y="11"/>
                        </a:lnTo>
                        <a:lnTo>
                          <a:pt x="67" y="10"/>
                        </a:lnTo>
                        <a:lnTo>
                          <a:pt x="62" y="10"/>
                        </a:lnTo>
                        <a:lnTo>
                          <a:pt x="59" y="9"/>
                        </a:lnTo>
                        <a:lnTo>
                          <a:pt x="54" y="8"/>
                        </a:lnTo>
                        <a:lnTo>
                          <a:pt x="49" y="6"/>
                        </a:lnTo>
                        <a:lnTo>
                          <a:pt x="45" y="6"/>
                        </a:lnTo>
                        <a:lnTo>
                          <a:pt x="40" y="5"/>
                        </a:lnTo>
                        <a:lnTo>
                          <a:pt x="36" y="5"/>
                        </a:lnTo>
                        <a:lnTo>
                          <a:pt x="32" y="4"/>
                        </a:lnTo>
                        <a:lnTo>
                          <a:pt x="27" y="4"/>
                        </a:lnTo>
                        <a:lnTo>
                          <a:pt x="23" y="3"/>
                        </a:lnTo>
                        <a:lnTo>
                          <a:pt x="18" y="1"/>
                        </a:lnTo>
                        <a:lnTo>
                          <a:pt x="13" y="1"/>
                        </a:lnTo>
                        <a:lnTo>
                          <a:pt x="9" y="0"/>
                        </a:lnTo>
                        <a:lnTo>
                          <a:pt x="0" y="0"/>
                        </a:lnTo>
                        <a:lnTo>
                          <a:pt x="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1" name="Freeform 385"/>
                  <p:cNvSpPr>
                    <a:spLocks/>
                  </p:cNvSpPr>
                  <p:nvPr/>
                </p:nvSpPr>
                <p:spPr bwMode="auto">
                  <a:xfrm>
                    <a:off x="4224" y="3557"/>
                    <a:ext cx="4" cy="5"/>
                  </a:xfrm>
                  <a:custGeom>
                    <a:avLst/>
                    <a:gdLst>
                      <a:gd name="T0" fmla="*/ 0 w 9"/>
                      <a:gd name="T1" fmla="*/ 1 h 10"/>
                      <a:gd name="T2" fmla="*/ 0 w 9"/>
                      <a:gd name="T3" fmla="*/ 1 h 10"/>
                      <a:gd name="T4" fmla="*/ 0 w 9"/>
                      <a:gd name="T5" fmla="*/ 1 h 10"/>
                      <a:gd name="T6" fmla="*/ 0 w 9"/>
                      <a:gd name="T7" fmla="*/ 1 h 10"/>
                      <a:gd name="T8" fmla="*/ 0 w 9"/>
                      <a:gd name="T9" fmla="*/ 1 h 10"/>
                      <a:gd name="T10" fmla="*/ 0 w 9"/>
                      <a:gd name="T11" fmla="*/ 1 h 10"/>
                      <a:gd name="T12" fmla="*/ 0 w 9"/>
                      <a:gd name="T13" fmla="*/ 0 h 10"/>
                      <a:gd name="T14" fmla="*/ 0 w 9"/>
                      <a:gd name="T15" fmla="*/ 1 h 10"/>
                      <a:gd name="T16" fmla="*/ 0 w 9"/>
                      <a:gd name="T17" fmla="*/ 1 h 10"/>
                      <a:gd name="T18" fmla="*/ 0 w 9"/>
                      <a:gd name="T19" fmla="*/ 1 h 10"/>
                      <a:gd name="T20" fmla="*/ 0 w 9"/>
                      <a:gd name="T21" fmla="*/ 1 h 10"/>
                      <a:gd name="T22" fmla="*/ 0 w 9"/>
                      <a:gd name="T23" fmla="*/ 1 h 10"/>
                      <a:gd name="T24" fmla="*/ 0 w 9"/>
                      <a:gd name="T25" fmla="*/ 1 h 10"/>
                      <a:gd name="T26" fmla="*/ 0 w 9"/>
                      <a:gd name="T27" fmla="*/ 1 h 10"/>
                      <a:gd name="T28" fmla="*/ 0 w 9"/>
                      <a:gd name="T29" fmla="*/ 1 h 1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
                      <a:gd name="T46" fmla="*/ 0 h 10"/>
                      <a:gd name="T47" fmla="*/ 9 w 9"/>
                      <a:gd name="T48" fmla="*/ 10 h 1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 h="10">
                        <a:moveTo>
                          <a:pt x="3" y="9"/>
                        </a:moveTo>
                        <a:lnTo>
                          <a:pt x="3" y="6"/>
                        </a:lnTo>
                        <a:lnTo>
                          <a:pt x="4" y="6"/>
                        </a:lnTo>
                        <a:lnTo>
                          <a:pt x="6" y="4"/>
                        </a:lnTo>
                        <a:lnTo>
                          <a:pt x="8" y="4"/>
                        </a:lnTo>
                        <a:lnTo>
                          <a:pt x="9" y="1"/>
                        </a:lnTo>
                        <a:lnTo>
                          <a:pt x="8" y="0"/>
                        </a:lnTo>
                        <a:lnTo>
                          <a:pt x="5" y="3"/>
                        </a:lnTo>
                        <a:lnTo>
                          <a:pt x="4" y="3"/>
                        </a:lnTo>
                        <a:lnTo>
                          <a:pt x="1" y="4"/>
                        </a:lnTo>
                        <a:lnTo>
                          <a:pt x="1" y="5"/>
                        </a:lnTo>
                        <a:lnTo>
                          <a:pt x="0" y="6"/>
                        </a:lnTo>
                        <a:lnTo>
                          <a:pt x="0" y="9"/>
                        </a:lnTo>
                        <a:lnTo>
                          <a:pt x="1" y="10"/>
                        </a:lnTo>
                        <a:lnTo>
                          <a:pt x="3" y="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2" name="Freeform 386"/>
                  <p:cNvSpPr>
                    <a:spLocks/>
                  </p:cNvSpPr>
                  <p:nvPr/>
                </p:nvSpPr>
                <p:spPr bwMode="auto">
                  <a:xfrm>
                    <a:off x="4225" y="3561"/>
                    <a:ext cx="16" cy="28"/>
                  </a:xfrm>
                  <a:custGeom>
                    <a:avLst/>
                    <a:gdLst>
                      <a:gd name="T0" fmla="*/ 1 w 34"/>
                      <a:gd name="T1" fmla="*/ 2 h 55"/>
                      <a:gd name="T2" fmla="*/ 0 w 34"/>
                      <a:gd name="T3" fmla="*/ 2 h 55"/>
                      <a:gd name="T4" fmla="*/ 0 w 34"/>
                      <a:gd name="T5" fmla="*/ 2 h 55"/>
                      <a:gd name="T6" fmla="*/ 0 w 34"/>
                      <a:gd name="T7" fmla="*/ 2 h 55"/>
                      <a:gd name="T8" fmla="*/ 0 w 34"/>
                      <a:gd name="T9" fmla="*/ 2 h 55"/>
                      <a:gd name="T10" fmla="*/ 0 w 34"/>
                      <a:gd name="T11" fmla="*/ 2 h 55"/>
                      <a:gd name="T12" fmla="*/ 0 w 34"/>
                      <a:gd name="T13" fmla="*/ 2 h 55"/>
                      <a:gd name="T14" fmla="*/ 0 w 34"/>
                      <a:gd name="T15" fmla="*/ 1 h 55"/>
                      <a:gd name="T16" fmla="*/ 0 w 34"/>
                      <a:gd name="T17" fmla="*/ 1 h 55"/>
                      <a:gd name="T18" fmla="*/ 0 w 34"/>
                      <a:gd name="T19" fmla="*/ 1 h 55"/>
                      <a:gd name="T20" fmla="*/ 0 w 34"/>
                      <a:gd name="T21" fmla="*/ 1 h 55"/>
                      <a:gd name="T22" fmla="*/ 0 w 34"/>
                      <a:gd name="T23" fmla="*/ 1 h 55"/>
                      <a:gd name="T24" fmla="*/ 0 w 34"/>
                      <a:gd name="T25" fmla="*/ 1 h 55"/>
                      <a:gd name="T26" fmla="*/ 0 w 34"/>
                      <a:gd name="T27" fmla="*/ 1 h 55"/>
                      <a:gd name="T28" fmla="*/ 0 w 34"/>
                      <a:gd name="T29" fmla="*/ 1 h 55"/>
                      <a:gd name="T30" fmla="*/ 0 w 34"/>
                      <a:gd name="T31" fmla="*/ 1 h 55"/>
                      <a:gd name="T32" fmla="*/ 0 w 34"/>
                      <a:gd name="T33" fmla="*/ 0 h 55"/>
                      <a:gd name="T34" fmla="*/ 0 w 34"/>
                      <a:gd name="T35" fmla="*/ 1 h 55"/>
                      <a:gd name="T36" fmla="*/ 0 w 34"/>
                      <a:gd name="T37" fmla="*/ 1 h 55"/>
                      <a:gd name="T38" fmla="*/ 0 w 34"/>
                      <a:gd name="T39" fmla="*/ 1 h 55"/>
                      <a:gd name="T40" fmla="*/ 0 w 34"/>
                      <a:gd name="T41" fmla="*/ 1 h 55"/>
                      <a:gd name="T42" fmla="*/ 0 w 34"/>
                      <a:gd name="T43" fmla="*/ 1 h 55"/>
                      <a:gd name="T44" fmla="*/ 0 w 34"/>
                      <a:gd name="T45" fmla="*/ 1 h 55"/>
                      <a:gd name="T46" fmla="*/ 0 w 34"/>
                      <a:gd name="T47" fmla="*/ 1 h 55"/>
                      <a:gd name="T48" fmla="*/ 0 w 34"/>
                      <a:gd name="T49" fmla="*/ 1 h 55"/>
                      <a:gd name="T50" fmla="*/ 0 w 34"/>
                      <a:gd name="T51" fmla="*/ 1 h 55"/>
                      <a:gd name="T52" fmla="*/ 0 w 34"/>
                      <a:gd name="T53" fmla="*/ 2 h 55"/>
                      <a:gd name="T54" fmla="*/ 0 w 34"/>
                      <a:gd name="T55" fmla="*/ 2 h 55"/>
                      <a:gd name="T56" fmla="*/ 0 w 34"/>
                      <a:gd name="T57" fmla="*/ 2 h 55"/>
                      <a:gd name="T58" fmla="*/ 0 w 34"/>
                      <a:gd name="T59" fmla="*/ 2 h 55"/>
                      <a:gd name="T60" fmla="*/ 0 w 34"/>
                      <a:gd name="T61" fmla="*/ 2 h 55"/>
                      <a:gd name="T62" fmla="*/ 1 w 34"/>
                      <a:gd name="T63" fmla="*/ 2 h 55"/>
                      <a:gd name="T64" fmla="*/ 1 w 34"/>
                      <a:gd name="T65" fmla="*/ 2 h 5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
                      <a:gd name="T100" fmla="*/ 0 h 55"/>
                      <a:gd name="T101" fmla="*/ 34 w 34"/>
                      <a:gd name="T102" fmla="*/ 55 h 5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 h="55">
                        <a:moveTo>
                          <a:pt x="34" y="53"/>
                        </a:moveTo>
                        <a:lnTo>
                          <a:pt x="31" y="50"/>
                        </a:lnTo>
                        <a:lnTo>
                          <a:pt x="27" y="48"/>
                        </a:lnTo>
                        <a:lnTo>
                          <a:pt x="25" y="45"/>
                        </a:lnTo>
                        <a:lnTo>
                          <a:pt x="23" y="42"/>
                        </a:lnTo>
                        <a:lnTo>
                          <a:pt x="20" y="39"/>
                        </a:lnTo>
                        <a:lnTo>
                          <a:pt x="19" y="36"/>
                        </a:lnTo>
                        <a:lnTo>
                          <a:pt x="16" y="32"/>
                        </a:lnTo>
                        <a:lnTo>
                          <a:pt x="15" y="29"/>
                        </a:lnTo>
                        <a:lnTo>
                          <a:pt x="14" y="26"/>
                        </a:lnTo>
                        <a:lnTo>
                          <a:pt x="11" y="22"/>
                        </a:lnTo>
                        <a:lnTo>
                          <a:pt x="10" y="18"/>
                        </a:lnTo>
                        <a:lnTo>
                          <a:pt x="9" y="15"/>
                        </a:lnTo>
                        <a:lnTo>
                          <a:pt x="7" y="11"/>
                        </a:lnTo>
                        <a:lnTo>
                          <a:pt x="5" y="7"/>
                        </a:lnTo>
                        <a:lnTo>
                          <a:pt x="4" y="4"/>
                        </a:lnTo>
                        <a:lnTo>
                          <a:pt x="2" y="0"/>
                        </a:lnTo>
                        <a:lnTo>
                          <a:pt x="0" y="1"/>
                        </a:lnTo>
                        <a:lnTo>
                          <a:pt x="2" y="5"/>
                        </a:lnTo>
                        <a:lnTo>
                          <a:pt x="3" y="8"/>
                        </a:lnTo>
                        <a:lnTo>
                          <a:pt x="5" y="12"/>
                        </a:lnTo>
                        <a:lnTo>
                          <a:pt x="7" y="16"/>
                        </a:lnTo>
                        <a:lnTo>
                          <a:pt x="8" y="20"/>
                        </a:lnTo>
                        <a:lnTo>
                          <a:pt x="9" y="23"/>
                        </a:lnTo>
                        <a:lnTo>
                          <a:pt x="10" y="26"/>
                        </a:lnTo>
                        <a:lnTo>
                          <a:pt x="13" y="29"/>
                        </a:lnTo>
                        <a:lnTo>
                          <a:pt x="14" y="33"/>
                        </a:lnTo>
                        <a:lnTo>
                          <a:pt x="16" y="37"/>
                        </a:lnTo>
                        <a:lnTo>
                          <a:pt x="19" y="41"/>
                        </a:lnTo>
                        <a:lnTo>
                          <a:pt x="20" y="44"/>
                        </a:lnTo>
                        <a:lnTo>
                          <a:pt x="29" y="53"/>
                        </a:lnTo>
                        <a:lnTo>
                          <a:pt x="34" y="55"/>
                        </a:lnTo>
                        <a:lnTo>
                          <a:pt x="34" y="5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3" name="Freeform 387"/>
                  <p:cNvSpPr>
                    <a:spLocks/>
                  </p:cNvSpPr>
                  <p:nvPr/>
                </p:nvSpPr>
                <p:spPr bwMode="auto">
                  <a:xfrm>
                    <a:off x="4241" y="3588"/>
                    <a:ext cx="53" cy="15"/>
                  </a:xfrm>
                  <a:custGeom>
                    <a:avLst/>
                    <a:gdLst>
                      <a:gd name="T0" fmla="*/ 4 w 104"/>
                      <a:gd name="T1" fmla="*/ 0 h 31"/>
                      <a:gd name="T2" fmla="*/ 4 w 104"/>
                      <a:gd name="T3" fmla="*/ 0 h 31"/>
                      <a:gd name="T4" fmla="*/ 4 w 104"/>
                      <a:gd name="T5" fmla="*/ 0 h 31"/>
                      <a:gd name="T6" fmla="*/ 3 w 104"/>
                      <a:gd name="T7" fmla="*/ 0 h 31"/>
                      <a:gd name="T8" fmla="*/ 3 w 104"/>
                      <a:gd name="T9" fmla="*/ 0 h 31"/>
                      <a:gd name="T10" fmla="*/ 3 w 104"/>
                      <a:gd name="T11" fmla="*/ 0 h 31"/>
                      <a:gd name="T12" fmla="*/ 3 w 104"/>
                      <a:gd name="T13" fmla="*/ 0 h 31"/>
                      <a:gd name="T14" fmla="*/ 3 w 104"/>
                      <a:gd name="T15" fmla="*/ 0 h 31"/>
                      <a:gd name="T16" fmla="*/ 2 w 104"/>
                      <a:gd name="T17" fmla="*/ 0 h 31"/>
                      <a:gd name="T18" fmla="*/ 2 w 104"/>
                      <a:gd name="T19" fmla="*/ 0 h 31"/>
                      <a:gd name="T20" fmla="*/ 2 w 104"/>
                      <a:gd name="T21" fmla="*/ 0 h 31"/>
                      <a:gd name="T22" fmla="*/ 2 w 104"/>
                      <a:gd name="T23" fmla="*/ 0 h 31"/>
                      <a:gd name="T24" fmla="*/ 2 w 104"/>
                      <a:gd name="T25" fmla="*/ 0 h 31"/>
                      <a:gd name="T26" fmla="*/ 1 w 104"/>
                      <a:gd name="T27" fmla="*/ 0 h 31"/>
                      <a:gd name="T28" fmla="*/ 1 w 104"/>
                      <a:gd name="T29" fmla="*/ 0 h 31"/>
                      <a:gd name="T30" fmla="*/ 1 w 104"/>
                      <a:gd name="T31" fmla="*/ 0 h 31"/>
                      <a:gd name="T32" fmla="*/ 1 w 104"/>
                      <a:gd name="T33" fmla="*/ 0 h 31"/>
                      <a:gd name="T34" fmla="*/ 0 w 104"/>
                      <a:gd name="T35" fmla="*/ 0 h 31"/>
                      <a:gd name="T36" fmla="*/ 0 w 104"/>
                      <a:gd name="T37" fmla="*/ 0 h 31"/>
                      <a:gd name="T38" fmla="*/ 1 w 104"/>
                      <a:gd name="T39" fmla="*/ 0 h 31"/>
                      <a:gd name="T40" fmla="*/ 1 w 104"/>
                      <a:gd name="T41" fmla="*/ 0 h 31"/>
                      <a:gd name="T42" fmla="*/ 1 w 104"/>
                      <a:gd name="T43" fmla="*/ 0 h 31"/>
                      <a:gd name="T44" fmla="*/ 1 w 104"/>
                      <a:gd name="T45" fmla="*/ 0 h 31"/>
                      <a:gd name="T46" fmla="*/ 1 w 104"/>
                      <a:gd name="T47" fmla="*/ 0 h 31"/>
                      <a:gd name="T48" fmla="*/ 2 w 104"/>
                      <a:gd name="T49" fmla="*/ 0 h 31"/>
                      <a:gd name="T50" fmla="*/ 2 w 104"/>
                      <a:gd name="T51" fmla="*/ 0 h 31"/>
                      <a:gd name="T52" fmla="*/ 2 w 104"/>
                      <a:gd name="T53" fmla="*/ 0 h 31"/>
                      <a:gd name="T54" fmla="*/ 2 w 104"/>
                      <a:gd name="T55" fmla="*/ 0 h 31"/>
                      <a:gd name="T56" fmla="*/ 3 w 104"/>
                      <a:gd name="T57" fmla="*/ 0 h 31"/>
                      <a:gd name="T58" fmla="*/ 3 w 104"/>
                      <a:gd name="T59" fmla="*/ 0 h 31"/>
                      <a:gd name="T60" fmla="*/ 3 w 104"/>
                      <a:gd name="T61" fmla="*/ 0 h 31"/>
                      <a:gd name="T62" fmla="*/ 3 w 104"/>
                      <a:gd name="T63" fmla="*/ 0 h 31"/>
                      <a:gd name="T64" fmla="*/ 3 w 104"/>
                      <a:gd name="T65" fmla="*/ 0 h 31"/>
                      <a:gd name="T66" fmla="*/ 4 w 104"/>
                      <a:gd name="T67" fmla="*/ 0 h 31"/>
                      <a:gd name="T68" fmla="*/ 4 w 104"/>
                      <a:gd name="T69" fmla="*/ 0 h 31"/>
                      <a:gd name="T70" fmla="*/ 4 w 104"/>
                      <a:gd name="T71" fmla="*/ 0 h 31"/>
                      <a:gd name="T72" fmla="*/ 4 w 104"/>
                      <a:gd name="T73" fmla="*/ 0 h 31"/>
                      <a:gd name="T74" fmla="*/ 4 w 104"/>
                      <a:gd name="T75" fmla="*/ 0 h 31"/>
                      <a:gd name="T76" fmla="*/ 4 w 104"/>
                      <a:gd name="T77" fmla="*/ 0 h 31"/>
                      <a:gd name="T78" fmla="*/ 4 w 104"/>
                      <a:gd name="T79" fmla="*/ 0 h 3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4"/>
                      <a:gd name="T121" fmla="*/ 0 h 31"/>
                      <a:gd name="T122" fmla="*/ 104 w 104"/>
                      <a:gd name="T123" fmla="*/ 31 h 3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4" h="31">
                        <a:moveTo>
                          <a:pt x="102" y="27"/>
                        </a:moveTo>
                        <a:lnTo>
                          <a:pt x="103" y="27"/>
                        </a:lnTo>
                        <a:lnTo>
                          <a:pt x="97" y="26"/>
                        </a:lnTo>
                        <a:lnTo>
                          <a:pt x="91" y="23"/>
                        </a:lnTo>
                        <a:lnTo>
                          <a:pt x="85" y="21"/>
                        </a:lnTo>
                        <a:lnTo>
                          <a:pt x="78" y="20"/>
                        </a:lnTo>
                        <a:lnTo>
                          <a:pt x="71" y="17"/>
                        </a:lnTo>
                        <a:lnTo>
                          <a:pt x="65" y="16"/>
                        </a:lnTo>
                        <a:lnTo>
                          <a:pt x="59" y="13"/>
                        </a:lnTo>
                        <a:lnTo>
                          <a:pt x="53" y="12"/>
                        </a:lnTo>
                        <a:lnTo>
                          <a:pt x="45" y="11"/>
                        </a:lnTo>
                        <a:lnTo>
                          <a:pt x="39" y="10"/>
                        </a:lnTo>
                        <a:lnTo>
                          <a:pt x="33" y="7"/>
                        </a:lnTo>
                        <a:lnTo>
                          <a:pt x="26" y="6"/>
                        </a:lnTo>
                        <a:lnTo>
                          <a:pt x="19" y="5"/>
                        </a:lnTo>
                        <a:lnTo>
                          <a:pt x="13" y="4"/>
                        </a:lnTo>
                        <a:lnTo>
                          <a:pt x="7" y="1"/>
                        </a:lnTo>
                        <a:lnTo>
                          <a:pt x="0" y="0"/>
                        </a:lnTo>
                        <a:lnTo>
                          <a:pt x="0" y="2"/>
                        </a:lnTo>
                        <a:lnTo>
                          <a:pt x="6" y="4"/>
                        </a:lnTo>
                        <a:lnTo>
                          <a:pt x="12" y="6"/>
                        </a:lnTo>
                        <a:lnTo>
                          <a:pt x="19" y="7"/>
                        </a:lnTo>
                        <a:lnTo>
                          <a:pt x="26" y="8"/>
                        </a:lnTo>
                        <a:lnTo>
                          <a:pt x="32" y="10"/>
                        </a:lnTo>
                        <a:lnTo>
                          <a:pt x="39" y="12"/>
                        </a:lnTo>
                        <a:lnTo>
                          <a:pt x="45" y="13"/>
                        </a:lnTo>
                        <a:lnTo>
                          <a:pt x="51" y="15"/>
                        </a:lnTo>
                        <a:lnTo>
                          <a:pt x="59" y="16"/>
                        </a:lnTo>
                        <a:lnTo>
                          <a:pt x="65" y="18"/>
                        </a:lnTo>
                        <a:lnTo>
                          <a:pt x="71" y="20"/>
                        </a:lnTo>
                        <a:lnTo>
                          <a:pt x="77" y="22"/>
                        </a:lnTo>
                        <a:lnTo>
                          <a:pt x="83" y="23"/>
                        </a:lnTo>
                        <a:lnTo>
                          <a:pt x="90" y="26"/>
                        </a:lnTo>
                        <a:lnTo>
                          <a:pt x="96" y="27"/>
                        </a:lnTo>
                        <a:lnTo>
                          <a:pt x="103" y="29"/>
                        </a:lnTo>
                        <a:lnTo>
                          <a:pt x="104" y="29"/>
                        </a:lnTo>
                        <a:lnTo>
                          <a:pt x="103" y="29"/>
                        </a:lnTo>
                        <a:lnTo>
                          <a:pt x="103" y="31"/>
                        </a:lnTo>
                        <a:lnTo>
                          <a:pt x="104" y="29"/>
                        </a:lnTo>
                        <a:lnTo>
                          <a:pt x="102" y="2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4" name="Freeform 388"/>
                  <p:cNvSpPr>
                    <a:spLocks/>
                  </p:cNvSpPr>
                  <p:nvPr/>
                </p:nvSpPr>
                <p:spPr bwMode="auto">
                  <a:xfrm>
                    <a:off x="4292" y="3601"/>
                    <a:ext cx="2" cy="2"/>
                  </a:xfrm>
                  <a:custGeom>
                    <a:avLst/>
                    <a:gdLst>
                      <a:gd name="T0" fmla="*/ 1 w 4"/>
                      <a:gd name="T1" fmla="*/ 1 h 3"/>
                      <a:gd name="T2" fmla="*/ 0 w 4"/>
                      <a:gd name="T3" fmla="*/ 1 h 3"/>
                      <a:gd name="T4" fmla="*/ 1 w 4"/>
                      <a:gd name="T5" fmla="*/ 1 h 3"/>
                      <a:gd name="T6" fmla="*/ 0 w 4"/>
                      <a:gd name="T7" fmla="*/ 1 h 3"/>
                      <a:gd name="T8" fmla="*/ 1 w 4"/>
                      <a:gd name="T9" fmla="*/ 1 h 3"/>
                      <a:gd name="T10" fmla="*/ 1 w 4"/>
                      <a:gd name="T11" fmla="*/ 1 h 3"/>
                      <a:gd name="T12" fmla="*/ 1 w 4"/>
                      <a:gd name="T13" fmla="*/ 1 h 3"/>
                      <a:gd name="T14" fmla="*/ 1 w 4"/>
                      <a:gd name="T15" fmla="*/ 1 h 3"/>
                      <a:gd name="T16" fmla="*/ 1 w 4"/>
                      <a:gd name="T17" fmla="*/ 0 h 3"/>
                      <a:gd name="T18" fmla="*/ 1 w 4"/>
                      <a:gd name="T19" fmla="*/ 1 h 3"/>
                      <a:gd name="T20" fmla="*/ 1 w 4"/>
                      <a:gd name="T21" fmla="*/ 0 h 3"/>
                      <a:gd name="T22" fmla="*/ 1 w 4"/>
                      <a:gd name="T23" fmla="*/ 0 h 3"/>
                      <a:gd name="T24" fmla="*/ 1 w 4"/>
                      <a:gd name="T25" fmla="*/ 1 h 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
                      <a:gd name="T40" fmla="*/ 0 h 3"/>
                      <a:gd name="T41" fmla="*/ 4 w 4"/>
                      <a:gd name="T42" fmla="*/ 3 h 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 h="3">
                        <a:moveTo>
                          <a:pt x="1" y="2"/>
                        </a:moveTo>
                        <a:lnTo>
                          <a:pt x="0" y="1"/>
                        </a:lnTo>
                        <a:lnTo>
                          <a:pt x="1" y="1"/>
                        </a:lnTo>
                        <a:lnTo>
                          <a:pt x="0" y="1"/>
                        </a:lnTo>
                        <a:lnTo>
                          <a:pt x="2" y="3"/>
                        </a:lnTo>
                        <a:lnTo>
                          <a:pt x="2" y="2"/>
                        </a:lnTo>
                        <a:lnTo>
                          <a:pt x="4" y="2"/>
                        </a:lnTo>
                        <a:lnTo>
                          <a:pt x="4" y="1"/>
                        </a:lnTo>
                        <a:lnTo>
                          <a:pt x="2" y="0"/>
                        </a:lnTo>
                        <a:lnTo>
                          <a:pt x="4" y="1"/>
                        </a:lnTo>
                        <a:lnTo>
                          <a:pt x="4" y="0"/>
                        </a:lnTo>
                        <a:lnTo>
                          <a:pt x="2" y="0"/>
                        </a:lnTo>
                        <a:lnTo>
                          <a:pt x="1"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5" name="Freeform 389"/>
                  <p:cNvSpPr>
                    <a:spLocks/>
                  </p:cNvSpPr>
                  <p:nvPr/>
                </p:nvSpPr>
                <p:spPr bwMode="auto">
                  <a:xfrm>
                    <a:off x="4283" y="3598"/>
                    <a:ext cx="11" cy="4"/>
                  </a:xfrm>
                  <a:custGeom>
                    <a:avLst/>
                    <a:gdLst>
                      <a:gd name="T0" fmla="*/ 0 w 21"/>
                      <a:gd name="T1" fmla="*/ 1 h 8"/>
                      <a:gd name="T2" fmla="*/ 1 w 21"/>
                      <a:gd name="T3" fmla="*/ 1 h 8"/>
                      <a:gd name="T4" fmla="*/ 1 w 21"/>
                      <a:gd name="T5" fmla="*/ 1 h 8"/>
                      <a:gd name="T6" fmla="*/ 1 w 21"/>
                      <a:gd name="T7" fmla="*/ 1 h 8"/>
                      <a:gd name="T8" fmla="*/ 1 w 21"/>
                      <a:gd name="T9" fmla="*/ 1 h 8"/>
                      <a:gd name="T10" fmla="*/ 1 w 21"/>
                      <a:gd name="T11" fmla="*/ 1 h 8"/>
                      <a:gd name="T12" fmla="*/ 1 w 21"/>
                      <a:gd name="T13" fmla="*/ 1 h 8"/>
                      <a:gd name="T14" fmla="*/ 1 w 21"/>
                      <a:gd name="T15" fmla="*/ 1 h 8"/>
                      <a:gd name="T16" fmla="*/ 1 w 21"/>
                      <a:gd name="T17" fmla="*/ 1 h 8"/>
                      <a:gd name="T18" fmla="*/ 1 w 21"/>
                      <a:gd name="T19" fmla="*/ 1 h 8"/>
                      <a:gd name="T20" fmla="*/ 1 w 21"/>
                      <a:gd name="T21" fmla="*/ 1 h 8"/>
                      <a:gd name="T22" fmla="*/ 1 w 21"/>
                      <a:gd name="T23" fmla="*/ 1 h 8"/>
                      <a:gd name="T24" fmla="*/ 1 w 21"/>
                      <a:gd name="T25" fmla="*/ 1 h 8"/>
                      <a:gd name="T26" fmla="*/ 1 w 21"/>
                      <a:gd name="T27" fmla="*/ 1 h 8"/>
                      <a:gd name="T28" fmla="*/ 1 w 21"/>
                      <a:gd name="T29" fmla="*/ 1 h 8"/>
                      <a:gd name="T30" fmla="*/ 1 w 21"/>
                      <a:gd name="T31" fmla="*/ 0 h 8"/>
                      <a:gd name="T32" fmla="*/ 1 w 21"/>
                      <a:gd name="T33" fmla="*/ 0 h 8"/>
                      <a:gd name="T34" fmla="*/ 0 w 21"/>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
                      <a:gd name="T55" fmla="*/ 0 h 8"/>
                      <a:gd name="T56" fmla="*/ 21 w 21"/>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 h="8">
                        <a:moveTo>
                          <a:pt x="0" y="1"/>
                        </a:moveTo>
                        <a:lnTo>
                          <a:pt x="4" y="2"/>
                        </a:lnTo>
                        <a:lnTo>
                          <a:pt x="5" y="2"/>
                        </a:lnTo>
                        <a:lnTo>
                          <a:pt x="8" y="3"/>
                        </a:lnTo>
                        <a:lnTo>
                          <a:pt x="11" y="4"/>
                        </a:lnTo>
                        <a:lnTo>
                          <a:pt x="13" y="6"/>
                        </a:lnTo>
                        <a:lnTo>
                          <a:pt x="15" y="6"/>
                        </a:lnTo>
                        <a:lnTo>
                          <a:pt x="18" y="7"/>
                        </a:lnTo>
                        <a:lnTo>
                          <a:pt x="20" y="8"/>
                        </a:lnTo>
                        <a:lnTo>
                          <a:pt x="21" y="6"/>
                        </a:lnTo>
                        <a:lnTo>
                          <a:pt x="19" y="6"/>
                        </a:lnTo>
                        <a:lnTo>
                          <a:pt x="16" y="4"/>
                        </a:lnTo>
                        <a:lnTo>
                          <a:pt x="14" y="3"/>
                        </a:lnTo>
                        <a:lnTo>
                          <a:pt x="11" y="2"/>
                        </a:lnTo>
                        <a:lnTo>
                          <a:pt x="9" y="1"/>
                        </a:lnTo>
                        <a:lnTo>
                          <a:pt x="7" y="0"/>
                        </a:lnTo>
                        <a:lnTo>
                          <a:pt x="2" y="0"/>
                        </a:lnTo>
                        <a:lnTo>
                          <a:pt x="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6" name="Freeform 390"/>
                  <p:cNvSpPr>
                    <a:spLocks/>
                  </p:cNvSpPr>
                  <p:nvPr/>
                </p:nvSpPr>
                <p:spPr bwMode="auto">
                  <a:xfrm>
                    <a:off x="4260" y="3590"/>
                    <a:ext cx="24" cy="8"/>
                  </a:xfrm>
                  <a:custGeom>
                    <a:avLst/>
                    <a:gdLst>
                      <a:gd name="T0" fmla="*/ 0 w 48"/>
                      <a:gd name="T1" fmla="*/ 0 h 17"/>
                      <a:gd name="T2" fmla="*/ 1 w 48"/>
                      <a:gd name="T3" fmla="*/ 0 h 17"/>
                      <a:gd name="T4" fmla="*/ 1 w 48"/>
                      <a:gd name="T5" fmla="*/ 0 h 17"/>
                      <a:gd name="T6" fmla="*/ 1 w 48"/>
                      <a:gd name="T7" fmla="*/ 0 h 17"/>
                      <a:gd name="T8" fmla="*/ 1 w 48"/>
                      <a:gd name="T9" fmla="*/ 0 h 17"/>
                      <a:gd name="T10" fmla="*/ 1 w 48"/>
                      <a:gd name="T11" fmla="*/ 0 h 17"/>
                      <a:gd name="T12" fmla="*/ 1 w 48"/>
                      <a:gd name="T13" fmla="*/ 0 h 17"/>
                      <a:gd name="T14" fmla="*/ 1 w 48"/>
                      <a:gd name="T15" fmla="*/ 0 h 17"/>
                      <a:gd name="T16" fmla="*/ 1 w 48"/>
                      <a:gd name="T17" fmla="*/ 0 h 17"/>
                      <a:gd name="T18" fmla="*/ 1 w 48"/>
                      <a:gd name="T19" fmla="*/ 0 h 17"/>
                      <a:gd name="T20" fmla="*/ 1 w 48"/>
                      <a:gd name="T21" fmla="*/ 0 h 17"/>
                      <a:gd name="T22" fmla="*/ 2 w 48"/>
                      <a:gd name="T23" fmla="*/ 0 h 17"/>
                      <a:gd name="T24" fmla="*/ 2 w 48"/>
                      <a:gd name="T25" fmla="*/ 0 h 17"/>
                      <a:gd name="T26" fmla="*/ 2 w 48"/>
                      <a:gd name="T27" fmla="*/ 0 h 17"/>
                      <a:gd name="T28" fmla="*/ 2 w 48"/>
                      <a:gd name="T29" fmla="*/ 0 h 17"/>
                      <a:gd name="T30" fmla="*/ 2 w 48"/>
                      <a:gd name="T31" fmla="*/ 0 h 17"/>
                      <a:gd name="T32" fmla="*/ 2 w 48"/>
                      <a:gd name="T33" fmla="*/ 0 h 17"/>
                      <a:gd name="T34" fmla="*/ 2 w 48"/>
                      <a:gd name="T35" fmla="*/ 0 h 17"/>
                      <a:gd name="T36" fmla="*/ 2 w 48"/>
                      <a:gd name="T37" fmla="*/ 0 h 17"/>
                      <a:gd name="T38" fmla="*/ 2 w 48"/>
                      <a:gd name="T39" fmla="*/ 0 h 17"/>
                      <a:gd name="T40" fmla="*/ 2 w 48"/>
                      <a:gd name="T41" fmla="*/ 0 h 17"/>
                      <a:gd name="T42" fmla="*/ 2 w 48"/>
                      <a:gd name="T43" fmla="*/ 0 h 17"/>
                      <a:gd name="T44" fmla="*/ 2 w 48"/>
                      <a:gd name="T45" fmla="*/ 0 h 17"/>
                      <a:gd name="T46" fmla="*/ 1 w 48"/>
                      <a:gd name="T47" fmla="*/ 0 h 17"/>
                      <a:gd name="T48" fmla="*/ 1 w 48"/>
                      <a:gd name="T49" fmla="*/ 0 h 17"/>
                      <a:gd name="T50" fmla="*/ 1 w 48"/>
                      <a:gd name="T51" fmla="*/ 0 h 17"/>
                      <a:gd name="T52" fmla="*/ 1 w 48"/>
                      <a:gd name="T53" fmla="*/ 0 h 17"/>
                      <a:gd name="T54" fmla="*/ 1 w 48"/>
                      <a:gd name="T55" fmla="*/ 0 h 17"/>
                      <a:gd name="T56" fmla="*/ 1 w 48"/>
                      <a:gd name="T57" fmla="*/ 0 h 17"/>
                      <a:gd name="T58" fmla="*/ 1 w 48"/>
                      <a:gd name="T59" fmla="*/ 0 h 17"/>
                      <a:gd name="T60" fmla="*/ 1 w 48"/>
                      <a:gd name="T61" fmla="*/ 0 h 17"/>
                      <a:gd name="T62" fmla="*/ 1 w 48"/>
                      <a:gd name="T63" fmla="*/ 0 h 17"/>
                      <a:gd name="T64" fmla="*/ 1 w 48"/>
                      <a:gd name="T65" fmla="*/ 0 h 17"/>
                      <a:gd name="T66" fmla="*/ 1 w 48"/>
                      <a:gd name="T67" fmla="*/ 0 h 17"/>
                      <a:gd name="T68" fmla="*/ 0 w 48"/>
                      <a:gd name="T69" fmla="*/ 0 h 17"/>
                      <a:gd name="T70" fmla="*/ 1 w 48"/>
                      <a:gd name="T71" fmla="*/ 0 h 17"/>
                      <a:gd name="T72" fmla="*/ 0 w 48"/>
                      <a:gd name="T73" fmla="*/ 0 h 17"/>
                      <a:gd name="T74" fmla="*/ 0 w 48"/>
                      <a:gd name="T75" fmla="*/ 0 h 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8"/>
                      <a:gd name="T115" fmla="*/ 0 h 17"/>
                      <a:gd name="T116" fmla="*/ 48 w 48"/>
                      <a:gd name="T117" fmla="*/ 17 h 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8" h="17">
                        <a:moveTo>
                          <a:pt x="0" y="2"/>
                        </a:moveTo>
                        <a:lnTo>
                          <a:pt x="2" y="2"/>
                        </a:lnTo>
                        <a:lnTo>
                          <a:pt x="6" y="3"/>
                        </a:lnTo>
                        <a:lnTo>
                          <a:pt x="8" y="4"/>
                        </a:lnTo>
                        <a:lnTo>
                          <a:pt x="12" y="6"/>
                        </a:lnTo>
                        <a:lnTo>
                          <a:pt x="14" y="7"/>
                        </a:lnTo>
                        <a:lnTo>
                          <a:pt x="17" y="7"/>
                        </a:lnTo>
                        <a:lnTo>
                          <a:pt x="21" y="8"/>
                        </a:lnTo>
                        <a:lnTo>
                          <a:pt x="24" y="8"/>
                        </a:lnTo>
                        <a:lnTo>
                          <a:pt x="27" y="9"/>
                        </a:lnTo>
                        <a:lnTo>
                          <a:pt x="29" y="11"/>
                        </a:lnTo>
                        <a:lnTo>
                          <a:pt x="33" y="12"/>
                        </a:lnTo>
                        <a:lnTo>
                          <a:pt x="35" y="12"/>
                        </a:lnTo>
                        <a:lnTo>
                          <a:pt x="38" y="14"/>
                        </a:lnTo>
                        <a:lnTo>
                          <a:pt x="41" y="14"/>
                        </a:lnTo>
                        <a:lnTo>
                          <a:pt x="44" y="16"/>
                        </a:lnTo>
                        <a:lnTo>
                          <a:pt x="46" y="17"/>
                        </a:lnTo>
                        <a:lnTo>
                          <a:pt x="48" y="16"/>
                        </a:lnTo>
                        <a:lnTo>
                          <a:pt x="45" y="13"/>
                        </a:lnTo>
                        <a:lnTo>
                          <a:pt x="41" y="12"/>
                        </a:lnTo>
                        <a:lnTo>
                          <a:pt x="39" y="11"/>
                        </a:lnTo>
                        <a:lnTo>
                          <a:pt x="37" y="9"/>
                        </a:lnTo>
                        <a:lnTo>
                          <a:pt x="33" y="9"/>
                        </a:lnTo>
                        <a:lnTo>
                          <a:pt x="30" y="8"/>
                        </a:lnTo>
                        <a:lnTo>
                          <a:pt x="27" y="7"/>
                        </a:lnTo>
                        <a:lnTo>
                          <a:pt x="24" y="7"/>
                        </a:lnTo>
                        <a:lnTo>
                          <a:pt x="21" y="6"/>
                        </a:lnTo>
                        <a:lnTo>
                          <a:pt x="18" y="4"/>
                        </a:lnTo>
                        <a:lnTo>
                          <a:pt x="14" y="4"/>
                        </a:lnTo>
                        <a:lnTo>
                          <a:pt x="12" y="3"/>
                        </a:lnTo>
                        <a:lnTo>
                          <a:pt x="9" y="2"/>
                        </a:lnTo>
                        <a:lnTo>
                          <a:pt x="6" y="2"/>
                        </a:lnTo>
                        <a:lnTo>
                          <a:pt x="3" y="1"/>
                        </a:lnTo>
                        <a:lnTo>
                          <a:pt x="1" y="0"/>
                        </a:lnTo>
                        <a:lnTo>
                          <a:pt x="0" y="0"/>
                        </a:lnTo>
                        <a:lnTo>
                          <a:pt x="1" y="0"/>
                        </a:lnTo>
                        <a:lnTo>
                          <a:pt x="0"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7" name="Freeform 391"/>
                  <p:cNvSpPr>
                    <a:spLocks/>
                  </p:cNvSpPr>
                  <p:nvPr/>
                </p:nvSpPr>
                <p:spPr bwMode="auto">
                  <a:xfrm>
                    <a:off x="4243" y="3586"/>
                    <a:ext cx="17" cy="5"/>
                  </a:xfrm>
                  <a:custGeom>
                    <a:avLst/>
                    <a:gdLst>
                      <a:gd name="T0" fmla="*/ 0 w 35"/>
                      <a:gd name="T1" fmla="*/ 0 h 10"/>
                      <a:gd name="T2" fmla="*/ 0 w 35"/>
                      <a:gd name="T3" fmla="*/ 1 h 10"/>
                      <a:gd name="T4" fmla="*/ 0 w 35"/>
                      <a:gd name="T5" fmla="*/ 1 h 10"/>
                      <a:gd name="T6" fmla="*/ 0 w 35"/>
                      <a:gd name="T7" fmla="*/ 1 h 10"/>
                      <a:gd name="T8" fmla="*/ 0 w 35"/>
                      <a:gd name="T9" fmla="*/ 1 h 10"/>
                      <a:gd name="T10" fmla="*/ 0 w 35"/>
                      <a:gd name="T11" fmla="*/ 1 h 10"/>
                      <a:gd name="T12" fmla="*/ 0 w 35"/>
                      <a:gd name="T13" fmla="*/ 1 h 10"/>
                      <a:gd name="T14" fmla="*/ 0 w 35"/>
                      <a:gd name="T15" fmla="*/ 1 h 10"/>
                      <a:gd name="T16" fmla="*/ 0 w 35"/>
                      <a:gd name="T17" fmla="*/ 1 h 10"/>
                      <a:gd name="T18" fmla="*/ 1 w 35"/>
                      <a:gd name="T19" fmla="*/ 1 h 10"/>
                      <a:gd name="T20" fmla="*/ 1 w 35"/>
                      <a:gd name="T21" fmla="*/ 1 h 10"/>
                      <a:gd name="T22" fmla="*/ 0 w 35"/>
                      <a:gd name="T23" fmla="*/ 1 h 10"/>
                      <a:gd name="T24" fmla="*/ 0 w 35"/>
                      <a:gd name="T25" fmla="*/ 1 h 10"/>
                      <a:gd name="T26" fmla="*/ 0 w 35"/>
                      <a:gd name="T27" fmla="*/ 1 h 10"/>
                      <a:gd name="T28" fmla="*/ 0 w 35"/>
                      <a:gd name="T29" fmla="*/ 1 h 10"/>
                      <a:gd name="T30" fmla="*/ 0 w 35"/>
                      <a:gd name="T31" fmla="*/ 1 h 10"/>
                      <a:gd name="T32" fmla="*/ 0 w 35"/>
                      <a:gd name="T33" fmla="*/ 1 h 10"/>
                      <a:gd name="T34" fmla="*/ 0 w 35"/>
                      <a:gd name="T35" fmla="*/ 1 h 10"/>
                      <a:gd name="T36" fmla="*/ 0 w 35"/>
                      <a:gd name="T37" fmla="*/ 0 h 10"/>
                      <a:gd name="T38" fmla="*/ 0 w 35"/>
                      <a:gd name="T39" fmla="*/ 1 h 10"/>
                      <a:gd name="T40" fmla="*/ 0 w 35"/>
                      <a:gd name="T41" fmla="*/ 0 h 10"/>
                      <a:gd name="T42" fmla="*/ 0 w 35"/>
                      <a:gd name="T43" fmla="*/ 1 h 10"/>
                      <a:gd name="T44" fmla="*/ 0 w 35"/>
                      <a:gd name="T45" fmla="*/ 1 h 10"/>
                      <a:gd name="T46" fmla="*/ 0 w 35"/>
                      <a:gd name="T47" fmla="*/ 0 h 1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
                      <a:gd name="T73" fmla="*/ 0 h 10"/>
                      <a:gd name="T74" fmla="*/ 35 w 35"/>
                      <a:gd name="T75" fmla="*/ 10 h 1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 h="10">
                        <a:moveTo>
                          <a:pt x="4" y="0"/>
                        </a:moveTo>
                        <a:lnTo>
                          <a:pt x="4" y="3"/>
                        </a:lnTo>
                        <a:lnTo>
                          <a:pt x="7" y="3"/>
                        </a:lnTo>
                        <a:lnTo>
                          <a:pt x="11" y="4"/>
                        </a:lnTo>
                        <a:lnTo>
                          <a:pt x="15" y="5"/>
                        </a:lnTo>
                        <a:lnTo>
                          <a:pt x="19" y="6"/>
                        </a:lnTo>
                        <a:lnTo>
                          <a:pt x="24" y="8"/>
                        </a:lnTo>
                        <a:lnTo>
                          <a:pt x="27" y="9"/>
                        </a:lnTo>
                        <a:lnTo>
                          <a:pt x="31" y="9"/>
                        </a:lnTo>
                        <a:lnTo>
                          <a:pt x="35" y="10"/>
                        </a:lnTo>
                        <a:lnTo>
                          <a:pt x="35" y="8"/>
                        </a:lnTo>
                        <a:lnTo>
                          <a:pt x="31" y="6"/>
                        </a:lnTo>
                        <a:lnTo>
                          <a:pt x="27" y="5"/>
                        </a:lnTo>
                        <a:lnTo>
                          <a:pt x="24" y="5"/>
                        </a:lnTo>
                        <a:lnTo>
                          <a:pt x="20" y="4"/>
                        </a:lnTo>
                        <a:lnTo>
                          <a:pt x="16" y="3"/>
                        </a:lnTo>
                        <a:lnTo>
                          <a:pt x="11" y="3"/>
                        </a:lnTo>
                        <a:lnTo>
                          <a:pt x="9" y="1"/>
                        </a:lnTo>
                        <a:lnTo>
                          <a:pt x="5" y="0"/>
                        </a:lnTo>
                        <a:lnTo>
                          <a:pt x="5" y="3"/>
                        </a:lnTo>
                        <a:lnTo>
                          <a:pt x="4" y="0"/>
                        </a:lnTo>
                        <a:lnTo>
                          <a:pt x="0" y="1"/>
                        </a:lnTo>
                        <a:lnTo>
                          <a:pt x="4" y="3"/>
                        </a:lnTo>
                        <a:lnTo>
                          <a:pt x="4"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8" name="Freeform 392"/>
                  <p:cNvSpPr>
                    <a:spLocks/>
                  </p:cNvSpPr>
                  <p:nvPr/>
                </p:nvSpPr>
                <p:spPr bwMode="auto">
                  <a:xfrm>
                    <a:off x="4244" y="3571"/>
                    <a:ext cx="4" cy="16"/>
                  </a:xfrm>
                  <a:custGeom>
                    <a:avLst/>
                    <a:gdLst>
                      <a:gd name="T0" fmla="*/ 1 w 7"/>
                      <a:gd name="T1" fmla="*/ 0 h 34"/>
                      <a:gd name="T2" fmla="*/ 1 w 7"/>
                      <a:gd name="T3" fmla="*/ 0 h 34"/>
                      <a:gd name="T4" fmla="*/ 1 w 7"/>
                      <a:gd name="T5" fmla="*/ 0 h 34"/>
                      <a:gd name="T6" fmla="*/ 1 w 7"/>
                      <a:gd name="T7" fmla="*/ 0 h 34"/>
                      <a:gd name="T8" fmla="*/ 1 w 7"/>
                      <a:gd name="T9" fmla="*/ 0 h 34"/>
                      <a:gd name="T10" fmla="*/ 1 w 7"/>
                      <a:gd name="T11" fmla="*/ 0 h 34"/>
                      <a:gd name="T12" fmla="*/ 0 w 7"/>
                      <a:gd name="T13" fmla="*/ 0 h 34"/>
                      <a:gd name="T14" fmla="*/ 1 w 7"/>
                      <a:gd name="T15" fmla="*/ 1 h 34"/>
                      <a:gd name="T16" fmla="*/ 1 w 7"/>
                      <a:gd name="T17" fmla="*/ 0 h 34"/>
                      <a:gd name="T18" fmla="*/ 1 w 7"/>
                      <a:gd name="T19" fmla="*/ 0 h 34"/>
                      <a:gd name="T20" fmla="*/ 1 w 7"/>
                      <a:gd name="T21" fmla="*/ 0 h 34"/>
                      <a:gd name="T22" fmla="*/ 1 w 7"/>
                      <a:gd name="T23" fmla="*/ 0 h 34"/>
                      <a:gd name="T24" fmla="*/ 1 w 7"/>
                      <a:gd name="T25" fmla="*/ 0 h 34"/>
                      <a:gd name="T26" fmla="*/ 1 w 7"/>
                      <a:gd name="T27" fmla="*/ 0 h 34"/>
                      <a:gd name="T28" fmla="*/ 1 w 7"/>
                      <a:gd name="T29" fmla="*/ 0 h 34"/>
                      <a:gd name="T30" fmla="*/ 1 w 7"/>
                      <a:gd name="T31" fmla="*/ 0 h 34"/>
                      <a:gd name="T32" fmla="*/ 1 w 7"/>
                      <a:gd name="T33" fmla="*/ 0 h 34"/>
                      <a:gd name="T34" fmla="*/ 1 w 7"/>
                      <a:gd name="T35" fmla="*/ 0 h 3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
                      <a:gd name="T55" fmla="*/ 0 h 34"/>
                      <a:gd name="T56" fmla="*/ 7 w 7"/>
                      <a:gd name="T57" fmla="*/ 34 h 3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 h="34">
                        <a:moveTo>
                          <a:pt x="1" y="0"/>
                        </a:moveTo>
                        <a:lnTo>
                          <a:pt x="1" y="5"/>
                        </a:lnTo>
                        <a:lnTo>
                          <a:pt x="2" y="10"/>
                        </a:lnTo>
                        <a:lnTo>
                          <a:pt x="3" y="14"/>
                        </a:lnTo>
                        <a:lnTo>
                          <a:pt x="5" y="19"/>
                        </a:lnTo>
                        <a:lnTo>
                          <a:pt x="5" y="26"/>
                        </a:lnTo>
                        <a:lnTo>
                          <a:pt x="0" y="31"/>
                        </a:lnTo>
                        <a:lnTo>
                          <a:pt x="1" y="34"/>
                        </a:lnTo>
                        <a:lnTo>
                          <a:pt x="5" y="30"/>
                        </a:lnTo>
                        <a:lnTo>
                          <a:pt x="7" y="26"/>
                        </a:lnTo>
                        <a:lnTo>
                          <a:pt x="7" y="18"/>
                        </a:lnTo>
                        <a:lnTo>
                          <a:pt x="6" y="14"/>
                        </a:lnTo>
                        <a:lnTo>
                          <a:pt x="5" y="9"/>
                        </a:lnTo>
                        <a:lnTo>
                          <a:pt x="3" y="5"/>
                        </a:lnTo>
                        <a:lnTo>
                          <a:pt x="3" y="2"/>
                        </a:lnTo>
                        <a:lnTo>
                          <a:pt x="1" y="0"/>
                        </a:lnTo>
                        <a:lnTo>
                          <a:pt x="1" y="2"/>
                        </a:lnTo>
                        <a:lnTo>
                          <a:pt x="1"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79" name="Freeform 393"/>
                  <p:cNvSpPr>
                    <a:spLocks/>
                  </p:cNvSpPr>
                  <p:nvPr/>
                </p:nvSpPr>
                <p:spPr bwMode="auto">
                  <a:xfrm>
                    <a:off x="4244" y="3567"/>
                    <a:ext cx="2" cy="4"/>
                  </a:xfrm>
                  <a:custGeom>
                    <a:avLst/>
                    <a:gdLst>
                      <a:gd name="T0" fmla="*/ 1 w 4"/>
                      <a:gd name="T1" fmla="*/ 0 h 9"/>
                      <a:gd name="T2" fmla="*/ 1 w 4"/>
                      <a:gd name="T3" fmla="*/ 0 h 9"/>
                      <a:gd name="T4" fmla="*/ 0 w 4"/>
                      <a:gd name="T5" fmla="*/ 0 h 9"/>
                      <a:gd name="T6" fmla="*/ 1 w 4"/>
                      <a:gd name="T7" fmla="*/ 0 h 9"/>
                      <a:gd name="T8" fmla="*/ 1 w 4"/>
                      <a:gd name="T9" fmla="*/ 0 h 9"/>
                      <a:gd name="T10" fmla="*/ 1 w 4"/>
                      <a:gd name="T11" fmla="*/ 0 h 9"/>
                      <a:gd name="T12" fmla="*/ 1 w 4"/>
                      <a:gd name="T13" fmla="*/ 0 h 9"/>
                      <a:gd name="T14" fmla="*/ 1 w 4"/>
                      <a:gd name="T15" fmla="*/ 0 h 9"/>
                      <a:gd name="T16" fmla="*/ 1 w 4"/>
                      <a:gd name="T17" fmla="*/ 0 h 9"/>
                      <a:gd name="T18" fmla="*/ 1 w 4"/>
                      <a:gd name="T19" fmla="*/ 0 h 9"/>
                      <a:gd name="T20" fmla="*/ 1 w 4"/>
                      <a:gd name="T21" fmla="*/ 0 h 9"/>
                      <a:gd name="T22" fmla="*/ 1 w 4"/>
                      <a:gd name="T23" fmla="*/ 0 h 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9"/>
                      <a:gd name="T38" fmla="*/ 4 w 4"/>
                      <a:gd name="T39" fmla="*/ 9 h 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9">
                        <a:moveTo>
                          <a:pt x="2" y="0"/>
                        </a:moveTo>
                        <a:lnTo>
                          <a:pt x="3" y="0"/>
                        </a:lnTo>
                        <a:lnTo>
                          <a:pt x="0" y="2"/>
                        </a:lnTo>
                        <a:lnTo>
                          <a:pt x="1" y="5"/>
                        </a:lnTo>
                        <a:lnTo>
                          <a:pt x="2" y="6"/>
                        </a:lnTo>
                        <a:lnTo>
                          <a:pt x="2" y="7"/>
                        </a:lnTo>
                        <a:lnTo>
                          <a:pt x="4" y="9"/>
                        </a:lnTo>
                        <a:lnTo>
                          <a:pt x="3" y="6"/>
                        </a:lnTo>
                        <a:lnTo>
                          <a:pt x="3" y="4"/>
                        </a:lnTo>
                        <a:lnTo>
                          <a:pt x="2" y="2"/>
                        </a:lnTo>
                        <a:lnTo>
                          <a:pt x="3" y="2"/>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0" name="Freeform 394"/>
                  <p:cNvSpPr>
                    <a:spLocks/>
                  </p:cNvSpPr>
                  <p:nvPr/>
                </p:nvSpPr>
                <p:spPr bwMode="auto">
                  <a:xfrm>
                    <a:off x="4245" y="3565"/>
                    <a:ext cx="10" cy="3"/>
                  </a:xfrm>
                  <a:custGeom>
                    <a:avLst/>
                    <a:gdLst>
                      <a:gd name="T0" fmla="*/ 1 w 20"/>
                      <a:gd name="T1" fmla="*/ 0 h 6"/>
                      <a:gd name="T2" fmla="*/ 1 w 20"/>
                      <a:gd name="T3" fmla="*/ 0 h 6"/>
                      <a:gd name="T4" fmla="*/ 1 w 20"/>
                      <a:gd name="T5" fmla="*/ 1 h 6"/>
                      <a:gd name="T6" fmla="*/ 1 w 20"/>
                      <a:gd name="T7" fmla="*/ 1 h 6"/>
                      <a:gd name="T8" fmla="*/ 1 w 20"/>
                      <a:gd name="T9" fmla="*/ 1 h 6"/>
                      <a:gd name="T10" fmla="*/ 1 w 20"/>
                      <a:gd name="T11" fmla="*/ 1 h 6"/>
                      <a:gd name="T12" fmla="*/ 0 w 20"/>
                      <a:gd name="T13" fmla="*/ 1 h 6"/>
                      <a:gd name="T14" fmla="*/ 1 w 20"/>
                      <a:gd name="T15" fmla="*/ 1 h 6"/>
                      <a:gd name="T16" fmla="*/ 1 w 20"/>
                      <a:gd name="T17" fmla="*/ 1 h 6"/>
                      <a:gd name="T18" fmla="*/ 1 w 20"/>
                      <a:gd name="T19" fmla="*/ 1 h 6"/>
                      <a:gd name="T20" fmla="*/ 1 w 20"/>
                      <a:gd name="T21" fmla="*/ 1 h 6"/>
                      <a:gd name="T22" fmla="*/ 1 w 20"/>
                      <a:gd name="T23" fmla="*/ 1 h 6"/>
                      <a:gd name="T24" fmla="*/ 1 w 20"/>
                      <a:gd name="T25" fmla="*/ 1 h 6"/>
                      <a:gd name="T26" fmla="*/ 1 w 20"/>
                      <a:gd name="T27" fmla="*/ 0 h 6"/>
                      <a:gd name="T28" fmla="*/ 1 w 20"/>
                      <a:gd name="T29" fmla="*/ 0 h 6"/>
                      <a:gd name="T30" fmla="*/ 1 w 20"/>
                      <a:gd name="T31" fmla="*/ 0 h 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0"/>
                      <a:gd name="T49" fmla="*/ 0 h 6"/>
                      <a:gd name="T50" fmla="*/ 20 w 20"/>
                      <a:gd name="T51" fmla="*/ 6 h 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0" h="6">
                        <a:moveTo>
                          <a:pt x="20" y="0"/>
                        </a:moveTo>
                        <a:lnTo>
                          <a:pt x="16" y="0"/>
                        </a:lnTo>
                        <a:lnTo>
                          <a:pt x="14" y="1"/>
                        </a:lnTo>
                        <a:lnTo>
                          <a:pt x="6" y="1"/>
                        </a:lnTo>
                        <a:lnTo>
                          <a:pt x="5" y="3"/>
                        </a:lnTo>
                        <a:lnTo>
                          <a:pt x="2" y="3"/>
                        </a:lnTo>
                        <a:lnTo>
                          <a:pt x="0" y="4"/>
                        </a:lnTo>
                        <a:lnTo>
                          <a:pt x="1" y="6"/>
                        </a:lnTo>
                        <a:lnTo>
                          <a:pt x="4" y="5"/>
                        </a:lnTo>
                        <a:lnTo>
                          <a:pt x="5" y="4"/>
                        </a:lnTo>
                        <a:lnTo>
                          <a:pt x="14" y="4"/>
                        </a:lnTo>
                        <a:lnTo>
                          <a:pt x="16" y="3"/>
                        </a:lnTo>
                        <a:lnTo>
                          <a:pt x="19" y="3"/>
                        </a:lnTo>
                        <a:lnTo>
                          <a:pt x="20" y="0"/>
                        </a:lnTo>
                        <a:lnTo>
                          <a:pt x="19" y="0"/>
                        </a:lnTo>
                        <a:lnTo>
                          <a:pt x="2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1" name="Freeform 395"/>
                  <p:cNvSpPr>
                    <a:spLocks/>
                  </p:cNvSpPr>
                  <p:nvPr/>
                </p:nvSpPr>
                <p:spPr bwMode="auto">
                  <a:xfrm>
                    <a:off x="4254" y="3565"/>
                    <a:ext cx="11" cy="3"/>
                  </a:xfrm>
                  <a:custGeom>
                    <a:avLst/>
                    <a:gdLst>
                      <a:gd name="T0" fmla="*/ 1 w 20"/>
                      <a:gd name="T1" fmla="*/ 1 h 5"/>
                      <a:gd name="T2" fmla="*/ 1 w 20"/>
                      <a:gd name="T3" fmla="*/ 1 h 5"/>
                      <a:gd name="T4" fmla="*/ 1 w 20"/>
                      <a:gd name="T5" fmla="*/ 1 h 5"/>
                      <a:gd name="T6" fmla="*/ 1 w 20"/>
                      <a:gd name="T7" fmla="*/ 1 h 5"/>
                      <a:gd name="T8" fmla="*/ 1 w 20"/>
                      <a:gd name="T9" fmla="*/ 1 h 5"/>
                      <a:gd name="T10" fmla="*/ 1 w 20"/>
                      <a:gd name="T11" fmla="*/ 1 h 5"/>
                      <a:gd name="T12" fmla="*/ 1 w 20"/>
                      <a:gd name="T13" fmla="*/ 0 h 5"/>
                      <a:gd name="T14" fmla="*/ 0 w 20"/>
                      <a:gd name="T15" fmla="*/ 1 h 5"/>
                      <a:gd name="T16" fmla="*/ 1 w 20"/>
                      <a:gd name="T17" fmla="*/ 1 h 5"/>
                      <a:gd name="T18" fmla="*/ 1 w 20"/>
                      <a:gd name="T19" fmla="*/ 1 h 5"/>
                      <a:gd name="T20" fmla="*/ 1 w 20"/>
                      <a:gd name="T21" fmla="*/ 1 h 5"/>
                      <a:gd name="T22" fmla="*/ 1 w 20"/>
                      <a:gd name="T23" fmla="*/ 1 h 5"/>
                      <a:gd name="T24" fmla="*/ 1 w 20"/>
                      <a:gd name="T25" fmla="*/ 1 h 5"/>
                      <a:gd name="T26" fmla="*/ 1 w 20"/>
                      <a:gd name="T27" fmla="*/ 1 h 5"/>
                      <a:gd name="T28" fmla="*/ 1 w 20"/>
                      <a:gd name="T29" fmla="*/ 1 h 5"/>
                      <a:gd name="T30" fmla="*/ 1 w 20"/>
                      <a:gd name="T31" fmla="*/ 1 h 5"/>
                      <a:gd name="T32" fmla="*/ 1 w 20"/>
                      <a:gd name="T33" fmla="*/ 1 h 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5"/>
                      <a:gd name="T53" fmla="*/ 20 w 20"/>
                      <a:gd name="T54" fmla="*/ 5 h 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5">
                        <a:moveTo>
                          <a:pt x="18" y="4"/>
                        </a:moveTo>
                        <a:lnTo>
                          <a:pt x="19" y="4"/>
                        </a:lnTo>
                        <a:lnTo>
                          <a:pt x="17" y="3"/>
                        </a:lnTo>
                        <a:lnTo>
                          <a:pt x="7" y="3"/>
                        </a:lnTo>
                        <a:lnTo>
                          <a:pt x="4" y="1"/>
                        </a:lnTo>
                        <a:lnTo>
                          <a:pt x="2" y="1"/>
                        </a:lnTo>
                        <a:lnTo>
                          <a:pt x="1" y="0"/>
                        </a:lnTo>
                        <a:lnTo>
                          <a:pt x="0" y="3"/>
                        </a:lnTo>
                        <a:lnTo>
                          <a:pt x="2" y="4"/>
                        </a:lnTo>
                        <a:lnTo>
                          <a:pt x="9" y="4"/>
                        </a:lnTo>
                        <a:lnTo>
                          <a:pt x="12" y="5"/>
                        </a:lnTo>
                        <a:lnTo>
                          <a:pt x="19" y="5"/>
                        </a:lnTo>
                        <a:lnTo>
                          <a:pt x="20" y="4"/>
                        </a:lnTo>
                        <a:lnTo>
                          <a:pt x="19" y="5"/>
                        </a:lnTo>
                        <a:lnTo>
                          <a:pt x="20" y="5"/>
                        </a:lnTo>
                        <a:lnTo>
                          <a:pt x="20" y="4"/>
                        </a:lnTo>
                        <a:lnTo>
                          <a:pt x="18"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2" name="Freeform 396"/>
                  <p:cNvSpPr>
                    <a:spLocks/>
                  </p:cNvSpPr>
                  <p:nvPr/>
                </p:nvSpPr>
                <p:spPr bwMode="auto">
                  <a:xfrm>
                    <a:off x="4263" y="3560"/>
                    <a:ext cx="2" cy="7"/>
                  </a:xfrm>
                  <a:custGeom>
                    <a:avLst/>
                    <a:gdLst>
                      <a:gd name="T0" fmla="*/ 2 w 2"/>
                      <a:gd name="T1" fmla="*/ 1 h 14"/>
                      <a:gd name="T2" fmla="*/ 0 w 2"/>
                      <a:gd name="T3" fmla="*/ 1 h 14"/>
                      <a:gd name="T4" fmla="*/ 0 w 2"/>
                      <a:gd name="T5" fmla="*/ 1 h 14"/>
                      <a:gd name="T6" fmla="*/ 2 w 2"/>
                      <a:gd name="T7" fmla="*/ 1 h 14"/>
                      <a:gd name="T8" fmla="*/ 2 w 2"/>
                      <a:gd name="T9" fmla="*/ 1 h 14"/>
                      <a:gd name="T10" fmla="*/ 0 w 2"/>
                      <a:gd name="T11" fmla="*/ 1 h 14"/>
                      <a:gd name="T12" fmla="*/ 2 w 2"/>
                      <a:gd name="T13" fmla="*/ 1 h 14"/>
                      <a:gd name="T14" fmla="*/ 2 w 2"/>
                      <a:gd name="T15" fmla="*/ 0 h 14"/>
                      <a:gd name="T16" fmla="*/ 0 w 2"/>
                      <a:gd name="T17" fmla="*/ 1 h 14"/>
                      <a:gd name="T18" fmla="*/ 2 w 2"/>
                      <a:gd name="T19" fmla="*/ 1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14"/>
                      <a:gd name="T32" fmla="*/ 2 w 2"/>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14">
                        <a:moveTo>
                          <a:pt x="2" y="11"/>
                        </a:moveTo>
                        <a:lnTo>
                          <a:pt x="0" y="11"/>
                        </a:lnTo>
                        <a:lnTo>
                          <a:pt x="0" y="14"/>
                        </a:lnTo>
                        <a:lnTo>
                          <a:pt x="2" y="14"/>
                        </a:lnTo>
                        <a:lnTo>
                          <a:pt x="2" y="11"/>
                        </a:lnTo>
                        <a:lnTo>
                          <a:pt x="0" y="11"/>
                        </a:lnTo>
                        <a:lnTo>
                          <a:pt x="2" y="11"/>
                        </a:lnTo>
                        <a:lnTo>
                          <a:pt x="2" y="0"/>
                        </a:lnTo>
                        <a:lnTo>
                          <a:pt x="0" y="11"/>
                        </a:lnTo>
                        <a:lnTo>
                          <a:pt x="2"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3" name="Freeform 397"/>
                  <p:cNvSpPr>
                    <a:spLocks/>
                  </p:cNvSpPr>
                  <p:nvPr/>
                </p:nvSpPr>
                <p:spPr bwMode="auto">
                  <a:xfrm>
                    <a:off x="4263" y="3566"/>
                    <a:ext cx="8" cy="11"/>
                  </a:xfrm>
                  <a:custGeom>
                    <a:avLst/>
                    <a:gdLst>
                      <a:gd name="T0" fmla="*/ 1 w 16"/>
                      <a:gd name="T1" fmla="*/ 0 h 24"/>
                      <a:gd name="T2" fmla="*/ 1 w 16"/>
                      <a:gd name="T3" fmla="*/ 0 h 24"/>
                      <a:gd name="T4" fmla="*/ 1 w 16"/>
                      <a:gd name="T5" fmla="*/ 0 h 24"/>
                      <a:gd name="T6" fmla="*/ 1 w 16"/>
                      <a:gd name="T7" fmla="*/ 0 h 24"/>
                      <a:gd name="T8" fmla="*/ 1 w 16"/>
                      <a:gd name="T9" fmla="*/ 0 h 24"/>
                      <a:gd name="T10" fmla="*/ 1 w 16"/>
                      <a:gd name="T11" fmla="*/ 0 h 24"/>
                      <a:gd name="T12" fmla="*/ 1 w 16"/>
                      <a:gd name="T13" fmla="*/ 0 h 24"/>
                      <a:gd name="T14" fmla="*/ 1 w 16"/>
                      <a:gd name="T15" fmla="*/ 0 h 24"/>
                      <a:gd name="T16" fmla="*/ 0 w 16"/>
                      <a:gd name="T17" fmla="*/ 0 h 24"/>
                      <a:gd name="T18" fmla="*/ 1 w 16"/>
                      <a:gd name="T19" fmla="*/ 0 h 24"/>
                      <a:gd name="T20" fmla="*/ 1 w 16"/>
                      <a:gd name="T21" fmla="*/ 0 h 24"/>
                      <a:gd name="T22" fmla="*/ 1 w 16"/>
                      <a:gd name="T23" fmla="*/ 0 h 24"/>
                      <a:gd name="T24" fmla="*/ 1 w 16"/>
                      <a:gd name="T25" fmla="*/ 0 h 24"/>
                      <a:gd name="T26" fmla="*/ 1 w 16"/>
                      <a:gd name="T27" fmla="*/ 0 h 24"/>
                      <a:gd name="T28" fmla="*/ 1 w 16"/>
                      <a:gd name="T29" fmla="*/ 0 h 24"/>
                      <a:gd name="T30" fmla="*/ 1 w 16"/>
                      <a:gd name="T31" fmla="*/ 0 h 24"/>
                      <a:gd name="T32" fmla="*/ 1 w 16"/>
                      <a:gd name="T33" fmla="*/ 0 h 2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24"/>
                      <a:gd name="T53" fmla="*/ 16 w 16"/>
                      <a:gd name="T54" fmla="*/ 24 h 2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24">
                        <a:moveTo>
                          <a:pt x="16" y="21"/>
                        </a:moveTo>
                        <a:lnTo>
                          <a:pt x="11" y="16"/>
                        </a:lnTo>
                        <a:lnTo>
                          <a:pt x="9" y="15"/>
                        </a:lnTo>
                        <a:lnTo>
                          <a:pt x="6" y="12"/>
                        </a:lnTo>
                        <a:lnTo>
                          <a:pt x="5" y="9"/>
                        </a:lnTo>
                        <a:lnTo>
                          <a:pt x="4" y="7"/>
                        </a:lnTo>
                        <a:lnTo>
                          <a:pt x="4" y="4"/>
                        </a:lnTo>
                        <a:lnTo>
                          <a:pt x="2" y="0"/>
                        </a:lnTo>
                        <a:lnTo>
                          <a:pt x="0" y="0"/>
                        </a:lnTo>
                        <a:lnTo>
                          <a:pt x="1" y="4"/>
                        </a:lnTo>
                        <a:lnTo>
                          <a:pt x="1" y="8"/>
                        </a:lnTo>
                        <a:lnTo>
                          <a:pt x="2" y="10"/>
                        </a:lnTo>
                        <a:lnTo>
                          <a:pt x="5" y="14"/>
                        </a:lnTo>
                        <a:lnTo>
                          <a:pt x="6" y="16"/>
                        </a:lnTo>
                        <a:lnTo>
                          <a:pt x="10" y="19"/>
                        </a:lnTo>
                        <a:lnTo>
                          <a:pt x="15" y="24"/>
                        </a:lnTo>
                        <a:lnTo>
                          <a:pt x="16" y="2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4" name="Freeform 398"/>
                  <p:cNvSpPr>
                    <a:spLocks/>
                  </p:cNvSpPr>
                  <p:nvPr/>
                </p:nvSpPr>
                <p:spPr bwMode="auto">
                  <a:xfrm>
                    <a:off x="4271" y="3576"/>
                    <a:ext cx="42" cy="17"/>
                  </a:xfrm>
                  <a:custGeom>
                    <a:avLst/>
                    <a:gdLst>
                      <a:gd name="T0" fmla="*/ 2 w 85"/>
                      <a:gd name="T1" fmla="*/ 1 h 35"/>
                      <a:gd name="T2" fmla="*/ 2 w 85"/>
                      <a:gd name="T3" fmla="*/ 0 h 35"/>
                      <a:gd name="T4" fmla="*/ 2 w 85"/>
                      <a:gd name="T5" fmla="*/ 0 h 35"/>
                      <a:gd name="T6" fmla="*/ 2 w 85"/>
                      <a:gd name="T7" fmla="*/ 0 h 35"/>
                      <a:gd name="T8" fmla="*/ 2 w 85"/>
                      <a:gd name="T9" fmla="*/ 0 h 35"/>
                      <a:gd name="T10" fmla="*/ 1 w 85"/>
                      <a:gd name="T11" fmla="*/ 0 h 35"/>
                      <a:gd name="T12" fmla="*/ 1 w 85"/>
                      <a:gd name="T13" fmla="*/ 0 h 35"/>
                      <a:gd name="T14" fmla="*/ 1 w 85"/>
                      <a:gd name="T15" fmla="*/ 0 h 35"/>
                      <a:gd name="T16" fmla="*/ 1 w 85"/>
                      <a:gd name="T17" fmla="*/ 0 h 35"/>
                      <a:gd name="T18" fmla="*/ 1 w 85"/>
                      <a:gd name="T19" fmla="*/ 0 h 35"/>
                      <a:gd name="T20" fmla="*/ 1 w 85"/>
                      <a:gd name="T21" fmla="*/ 0 h 35"/>
                      <a:gd name="T22" fmla="*/ 0 w 85"/>
                      <a:gd name="T23" fmla="*/ 0 h 35"/>
                      <a:gd name="T24" fmla="*/ 0 w 85"/>
                      <a:gd name="T25" fmla="*/ 0 h 35"/>
                      <a:gd name="T26" fmla="*/ 0 w 85"/>
                      <a:gd name="T27" fmla="*/ 0 h 35"/>
                      <a:gd name="T28" fmla="*/ 0 w 85"/>
                      <a:gd name="T29" fmla="*/ 0 h 35"/>
                      <a:gd name="T30" fmla="*/ 0 w 85"/>
                      <a:gd name="T31" fmla="*/ 0 h 35"/>
                      <a:gd name="T32" fmla="*/ 0 w 85"/>
                      <a:gd name="T33" fmla="*/ 0 h 35"/>
                      <a:gd name="T34" fmla="*/ 0 w 85"/>
                      <a:gd name="T35" fmla="*/ 0 h 35"/>
                      <a:gd name="T36" fmla="*/ 0 w 85"/>
                      <a:gd name="T37" fmla="*/ 0 h 35"/>
                      <a:gd name="T38" fmla="*/ 0 w 85"/>
                      <a:gd name="T39" fmla="*/ 0 h 35"/>
                      <a:gd name="T40" fmla="*/ 0 w 85"/>
                      <a:gd name="T41" fmla="*/ 0 h 35"/>
                      <a:gd name="T42" fmla="*/ 0 w 85"/>
                      <a:gd name="T43" fmla="*/ 0 h 35"/>
                      <a:gd name="T44" fmla="*/ 0 w 85"/>
                      <a:gd name="T45" fmla="*/ 0 h 35"/>
                      <a:gd name="T46" fmla="*/ 1 w 85"/>
                      <a:gd name="T47" fmla="*/ 0 h 35"/>
                      <a:gd name="T48" fmla="*/ 1 w 85"/>
                      <a:gd name="T49" fmla="*/ 0 h 35"/>
                      <a:gd name="T50" fmla="*/ 1 w 85"/>
                      <a:gd name="T51" fmla="*/ 0 h 35"/>
                      <a:gd name="T52" fmla="*/ 1 w 85"/>
                      <a:gd name="T53" fmla="*/ 0 h 35"/>
                      <a:gd name="T54" fmla="*/ 1 w 85"/>
                      <a:gd name="T55" fmla="*/ 0 h 35"/>
                      <a:gd name="T56" fmla="*/ 1 w 85"/>
                      <a:gd name="T57" fmla="*/ 0 h 35"/>
                      <a:gd name="T58" fmla="*/ 1 w 85"/>
                      <a:gd name="T59" fmla="*/ 0 h 35"/>
                      <a:gd name="T60" fmla="*/ 2 w 85"/>
                      <a:gd name="T61" fmla="*/ 0 h 35"/>
                      <a:gd name="T62" fmla="*/ 2 w 85"/>
                      <a:gd name="T63" fmla="*/ 0 h 35"/>
                      <a:gd name="T64" fmla="*/ 2 w 85"/>
                      <a:gd name="T65" fmla="*/ 1 h 35"/>
                      <a:gd name="T66" fmla="*/ 2 w 85"/>
                      <a:gd name="T67" fmla="*/ 1 h 35"/>
                      <a:gd name="T68" fmla="*/ 2 w 85"/>
                      <a:gd name="T69" fmla="*/ 1 h 3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5"/>
                      <a:gd name="T106" fmla="*/ 0 h 35"/>
                      <a:gd name="T107" fmla="*/ 85 w 85"/>
                      <a:gd name="T108" fmla="*/ 35 h 3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5" h="35">
                        <a:moveTo>
                          <a:pt x="85" y="32"/>
                        </a:moveTo>
                        <a:lnTo>
                          <a:pt x="80" y="31"/>
                        </a:lnTo>
                        <a:lnTo>
                          <a:pt x="75" y="29"/>
                        </a:lnTo>
                        <a:lnTo>
                          <a:pt x="70" y="26"/>
                        </a:lnTo>
                        <a:lnTo>
                          <a:pt x="64" y="24"/>
                        </a:lnTo>
                        <a:lnTo>
                          <a:pt x="59" y="23"/>
                        </a:lnTo>
                        <a:lnTo>
                          <a:pt x="54" y="20"/>
                        </a:lnTo>
                        <a:lnTo>
                          <a:pt x="49" y="18"/>
                        </a:lnTo>
                        <a:lnTo>
                          <a:pt x="43" y="15"/>
                        </a:lnTo>
                        <a:lnTo>
                          <a:pt x="38" y="13"/>
                        </a:lnTo>
                        <a:lnTo>
                          <a:pt x="33" y="10"/>
                        </a:lnTo>
                        <a:lnTo>
                          <a:pt x="28" y="9"/>
                        </a:lnTo>
                        <a:lnTo>
                          <a:pt x="22" y="7"/>
                        </a:lnTo>
                        <a:lnTo>
                          <a:pt x="17" y="5"/>
                        </a:lnTo>
                        <a:lnTo>
                          <a:pt x="12" y="3"/>
                        </a:lnTo>
                        <a:lnTo>
                          <a:pt x="6" y="2"/>
                        </a:lnTo>
                        <a:lnTo>
                          <a:pt x="1" y="0"/>
                        </a:lnTo>
                        <a:lnTo>
                          <a:pt x="0" y="3"/>
                        </a:lnTo>
                        <a:lnTo>
                          <a:pt x="6" y="4"/>
                        </a:lnTo>
                        <a:lnTo>
                          <a:pt x="11" y="5"/>
                        </a:lnTo>
                        <a:lnTo>
                          <a:pt x="16" y="8"/>
                        </a:lnTo>
                        <a:lnTo>
                          <a:pt x="22" y="9"/>
                        </a:lnTo>
                        <a:lnTo>
                          <a:pt x="27" y="12"/>
                        </a:lnTo>
                        <a:lnTo>
                          <a:pt x="32" y="13"/>
                        </a:lnTo>
                        <a:lnTo>
                          <a:pt x="37" y="15"/>
                        </a:lnTo>
                        <a:lnTo>
                          <a:pt x="43" y="18"/>
                        </a:lnTo>
                        <a:lnTo>
                          <a:pt x="48" y="20"/>
                        </a:lnTo>
                        <a:lnTo>
                          <a:pt x="53" y="23"/>
                        </a:lnTo>
                        <a:lnTo>
                          <a:pt x="58" y="24"/>
                        </a:lnTo>
                        <a:lnTo>
                          <a:pt x="63" y="26"/>
                        </a:lnTo>
                        <a:lnTo>
                          <a:pt x="69" y="29"/>
                        </a:lnTo>
                        <a:lnTo>
                          <a:pt x="74" y="31"/>
                        </a:lnTo>
                        <a:lnTo>
                          <a:pt x="79" y="34"/>
                        </a:lnTo>
                        <a:lnTo>
                          <a:pt x="84" y="35"/>
                        </a:lnTo>
                        <a:lnTo>
                          <a:pt x="85" y="3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5" name="Freeform 399"/>
                  <p:cNvSpPr>
                    <a:spLocks/>
                  </p:cNvSpPr>
                  <p:nvPr/>
                </p:nvSpPr>
                <p:spPr bwMode="auto">
                  <a:xfrm>
                    <a:off x="4313" y="3592"/>
                    <a:ext cx="16" cy="9"/>
                  </a:xfrm>
                  <a:custGeom>
                    <a:avLst/>
                    <a:gdLst>
                      <a:gd name="T0" fmla="*/ 1 w 33"/>
                      <a:gd name="T1" fmla="*/ 1 h 18"/>
                      <a:gd name="T2" fmla="*/ 1 w 33"/>
                      <a:gd name="T3" fmla="*/ 1 h 18"/>
                      <a:gd name="T4" fmla="*/ 0 w 33"/>
                      <a:gd name="T5" fmla="*/ 1 h 18"/>
                      <a:gd name="T6" fmla="*/ 0 w 33"/>
                      <a:gd name="T7" fmla="*/ 1 h 18"/>
                      <a:gd name="T8" fmla="*/ 0 w 33"/>
                      <a:gd name="T9" fmla="*/ 1 h 18"/>
                      <a:gd name="T10" fmla="*/ 0 w 33"/>
                      <a:gd name="T11" fmla="*/ 1 h 18"/>
                      <a:gd name="T12" fmla="*/ 0 w 33"/>
                      <a:gd name="T13" fmla="*/ 1 h 18"/>
                      <a:gd name="T14" fmla="*/ 0 w 33"/>
                      <a:gd name="T15" fmla="*/ 1 h 18"/>
                      <a:gd name="T16" fmla="*/ 0 w 33"/>
                      <a:gd name="T17" fmla="*/ 1 h 18"/>
                      <a:gd name="T18" fmla="*/ 0 w 33"/>
                      <a:gd name="T19" fmla="*/ 1 h 18"/>
                      <a:gd name="T20" fmla="*/ 0 w 33"/>
                      <a:gd name="T21" fmla="*/ 1 h 18"/>
                      <a:gd name="T22" fmla="*/ 0 w 33"/>
                      <a:gd name="T23" fmla="*/ 1 h 18"/>
                      <a:gd name="T24" fmla="*/ 0 w 33"/>
                      <a:gd name="T25" fmla="*/ 1 h 18"/>
                      <a:gd name="T26" fmla="*/ 0 w 33"/>
                      <a:gd name="T27" fmla="*/ 1 h 18"/>
                      <a:gd name="T28" fmla="*/ 0 w 33"/>
                      <a:gd name="T29" fmla="*/ 1 h 18"/>
                      <a:gd name="T30" fmla="*/ 0 w 33"/>
                      <a:gd name="T31" fmla="*/ 1 h 18"/>
                      <a:gd name="T32" fmla="*/ 0 w 33"/>
                      <a:gd name="T33" fmla="*/ 0 h 18"/>
                      <a:gd name="T34" fmla="*/ 0 w 33"/>
                      <a:gd name="T35" fmla="*/ 1 h 18"/>
                      <a:gd name="T36" fmla="*/ 0 w 33"/>
                      <a:gd name="T37" fmla="*/ 1 h 18"/>
                      <a:gd name="T38" fmla="*/ 0 w 33"/>
                      <a:gd name="T39" fmla="*/ 1 h 18"/>
                      <a:gd name="T40" fmla="*/ 0 w 33"/>
                      <a:gd name="T41" fmla="*/ 1 h 18"/>
                      <a:gd name="T42" fmla="*/ 0 w 33"/>
                      <a:gd name="T43" fmla="*/ 1 h 18"/>
                      <a:gd name="T44" fmla="*/ 0 w 33"/>
                      <a:gd name="T45" fmla="*/ 1 h 18"/>
                      <a:gd name="T46" fmla="*/ 0 w 33"/>
                      <a:gd name="T47" fmla="*/ 1 h 18"/>
                      <a:gd name="T48" fmla="*/ 0 w 33"/>
                      <a:gd name="T49" fmla="*/ 1 h 18"/>
                      <a:gd name="T50" fmla="*/ 0 w 33"/>
                      <a:gd name="T51" fmla="*/ 1 h 18"/>
                      <a:gd name="T52" fmla="*/ 0 w 33"/>
                      <a:gd name="T53" fmla="*/ 1 h 18"/>
                      <a:gd name="T54" fmla="*/ 0 w 33"/>
                      <a:gd name="T55" fmla="*/ 1 h 18"/>
                      <a:gd name="T56" fmla="*/ 0 w 33"/>
                      <a:gd name="T57" fmla="*/ 1 h 18"/>
                      <a:gd name="T58" fmla="*/ 0 w 33"/>
                      <a:gd name="T59" fmla="*/ 1 h 18"/>
                      <a:gd name="T60" fmla="*/ 0 w 33"/>
                      <a:gd name="T61" fmla="*/ 1 h 18"/>
                      <a:gd name="T62" fmla="*/ 0 w 33"/>
                      <a:gd name="T63" fmla="*/ 1 h 18"/>
                      <a:gd name="T64" fmla="*/ 0 w 33"/>
                      <a:gd name="T65" fmla="*/ 1 h 18"/>
                      <a:gd name="T66" fmla="*/ 1 w 33"/>
                      <a:gd name="T67" fmla="*/ 1 h 18"/>
                      <a:gd name="T68" fmla="*/ 1 w 33"/>
                      <a:gd name="T69" fmla="*/ 1 h 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
                      <a:gd name="T106" fmla="*/ 0 h 18"/>
                      <a:gd name="T107" fmla="*/ 33 w 33"/>
                      <a:gd name="T108" fmla="*/ 18 h 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 h="18">
                        <a:moveTo>
                          <a:pt x="33" y="15"/>
                        </a:moveTo>
                        <a:lnTo>
                          <a:pt x="32" y="15"/>
                        </a:lnTo>
                        <a:lnTo>
                          <a:pt x="30" y="14"/>
                        </a:lnTo>
                        <a:lnTo>
                          <a:pt x="28" y="13"/>
                        </a:lnTo>
                        <a:lnTo>
                          <a:pt x="27" y="13"/>
                        </a:lnTo>
                        <a:lnTo>
                          <a:pt x="24" y="12"/>
                        </a:lnTo>
                        <a:lnTo>
                          <a:pt x="22" y="12"/>
                        </a:lnTo>
                        <a:lnTo>
                          <a:pt x="19" y="10"/>
                        </a:lnTo>
                        <a:lnTo>
                          <a:pt x="18" y="9"/>
                        </a:lnTo>
                        <a:lnTo>
                          <a:pt x="16" y="8"/>
                        </a:lnTo>
                        <a:lnTo>
                          <a:pt x="14" y="8"/>
                        </a:lnTo>
                        <a:lnTo>
                          <a:pt x="12" y="7"/>
                        </a:lnTo>
                        <a:lnTo>
                          <a:pt x="11" y="5"/>
                        </a:lnTo>
                        <a:lnTo>
                          <a:pt x="8" y="4"/>
                        </a:lnTo>
                        <a:lnTo>
                          <a:pt x="6" y="4"/>
                        </a:lnTo>
                        <a:lnTo>
                          <a:pt x="3" y="2"/>
                        </a:lnTo>
                        <a:lnTo>
                          <a:pt x="1" y="0"/>
                        </a:lnTo>
                        <a:lnTo>
                          <a:pt x="0" y="3"/>
                        </a:lnTo>
                        <a:lnTo>
                          <a:pt x="2" y="4"/>
                        </a:lnTo>
                        <a:lnTo>
                          <a:pt x="3" y="5"/>
                        </a:lnTo>
                        <a:lnTo>
                          <a:pt x="6" y="5"/>
                        </a:lnTo>
                        <a:lnTo>
                          <a:pt x="7" y="7"/>
                        </a:lnTo>
                        <a:lnTo>
                          <a:pt x="9" y="8"/>
                        </a:lnTo>
                        <a:lnTo>
                          <a:pt x="12" y="9"/>
                        </a:lnTo>
                        <a:lnTo>
                          <a:pt x="13" y="10"/>
                        </a:lnTo>
                        <a:lnTo>
                          <a:pt x="16" y="10"/>
                        </a:lnTo>
                        <a:lnTo>
                          <a:pt x="17" y="12"/>
                        </a:lnTo>
                        <a:lnTo>
                          <a:pt x="19" y="13"/>
                        </a:lnTo>
                        <a:lnTo>
                          <a:pt x="20" y="13"/>
                        </a:lnTo>
                        <a:lnTo>
                          <a:pt x="23" y="14"/>
                        </a:lnTo>
                        <a:lnTo>
                          <a:pt x="25" y="15"/>
                        </a:lnTo>
                        <a:lnTo>
                          <a:pt x="27" y="15"/>
                        </a:lnTo>
                        <a:lnTo>
                          <a:pt x="29" y="16"/>
                        </a:lnTo>
                        <a:lnTo>
                          <a:pt x="32" y="18"/>
                        </a:lnTo>
                        <a:lnTo>
                          <a:pt x="33" y="1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6" name="Freeform 400"/>
                  <p:cNvSpPr>
                    <a:spLocks/>
                  </p:cNvSpPr>
                  <p:nvPr/>
                </p:nvSpPr>
                <p:spPr bwMode="auto">
                  <a:xfrm>
                    <a:off x="4329" y="3600"/>
                    <a:ext cx="22" cy="12"/>
                  </a:xfrm>
                  <a:custGeom>
                    <a:avLst/>
                    <a:gdLst>
                      <a:gd name="T0" fmla="*/ 2 w 44"/>
                      <a:gd name="T1" fmla="*/ 0 h 25"/>
                      <a:gd name="T2" fmla="*/ 2 w 44"/>
                      <a:gd name="T3" fmla="*/ 0 h 25"/>
                      <a:gd name="T4" fmla="*/ 2 w 44"/>
                      <a:gd name="T5" fmla="*/ 0 h 25"/>
                      <a:gd name="T6" fmla="*/ 2 w 44"/>
                      <a:gd name="T7" fmla="*/ 0 h 25"/>
                      <a:gd name="T8" fmla="*/ 2 w 44"/>
                      <a:gd name="T9" fmla="*/ 0 h 25"/>
                      <a:gd name="T10" fmla="*/ 1 w 44"/>
                      <a:gd name="T11" fmla="*/ 0 h 25"/>
                      <a:gd name="T12" fmla="*/ 1 w 44"/>
                      <a:gd name="T13" fmla="*/ 0 h 25"/>
                      <a:gd name="T14" fmla="*/ 1 w 44"/>
                      <a:gd name="T15" fmla="*/ 0 h 25"/>
                      <a:gd name="T16" fmla="*/ 1 w 44"/>
                      <a:gd name="T17" fmla="*/ 0 h 25"/>
                      <a:gd name="T18" fmla="*/ 1 w 44"/>
                      <a:gd name="T19" fmla="*/ 0 h 25"/>
                      <a:gd name="T20" fmla="*/ 1 w 44"/>
                      <a:gd name="T21" fmla="*/ 0 h 25"/>
                      <a:gd name="T22" fmla="*/ 1 w 44"/>
                      <a:gd name="T23" fmla="*/ 0 h 25"/>
                      <a:gd name="T24" fmla="*/ 1 w 44"/>
                      <a:gd name="T25" fmla="*/ 0 h 25"/>
                      <a:gd name="T26" fmla="*/ 1 w 44"/>
                      <a:gd name="T27" fmla="*/ 0 h 25"/>
                      <a:gd name="T28" fmla="*/ 1 w 44"/>
                      <a:gd name="T29" fmla="*/ 0 h 25"/>
                      <a:gd name="T30" fmla="*/ 1 w 44"/>
                      <a:gd name="T31" fmla="*/ 0 h 25"/>
                      <a:gd name="T32" fmla="*/ 1 w 44"/>
                      <a:gd name="T33" fmla="*/ 0 h 25"/>
                      <a:gd name="T34" fmla="*/ 0 w 44"/>
                      <a:gd name="T35" fmla="*/ 0 h 25"/>
                      <a:gd name="T36" fmla="*/ 1 w 44"/>
                      <a:gd name="T37" fmla="*/ 0 h 25"/>
                      <a:gd name="T38" fmla="*/ 1 w 44"/>
                      <a:gd name="T39" fmla="*/ 0 h 25"/>
                      <a:gd name="T40" fmla="*/ 1 w 44"/>
                      <a:gd name="T41" fmla="*/ 0 h 25"/>
                      <a:gd name="T42" fmla="*/ 1 w 44"/>
                      <a:gd name="T43" fmla="*/ 0 h 25"/>
                      <a:gd name="T44" fmla="*/ 1 w 44"/>
                      <a:gd name="T45" fmla="*/ 0 h 25"/>
                      <a:gd name="T46" fmla="*/ 1 w 44"/>
                      <a:gd name="T47" fmla="*/ 0 h 25"/>
                      <a:gd name="T48" fmla="*/ 1 w 44"/>
                      <a:gd name="T49" fmla="*/ 0 h 25"/>
                      <a:gd name="T50" fmla="*/ 1 w 44"/>
                      <a:gd name="T51" fmla="*/ 0 h 25"/>
                      <a:gd name="T52" fmla="*/ 1 w 44"/>
                      <a:gd name="T53" fmla="*/ 0 h 25"/>
                      <a:gd name="T54" fmla="*/ 1 w 44"/>
                      <a:gd name="T55" fmla="*/ 0 h 25"/>
                      <a:gd name="T56" fmla="*/ 1 w 44"/>
                      <a:gd name="T57" fmla="*/ 0 h 25"/>
                      <a:gd name="T58" fmla="*/ 1 w 44"/>
                      <a:gd name="T59" fmla="*/ 0 h 25"/>
                      <a:gd name="T60" fmla="*/ 2 w 44"/>
                      <a:gd name="T61" fmla="*/ 0 h 25"/>
                      <a:gd name="T62" fmla="*/ 2 w 44"/>
                      <a:gd name="T63" fmla="*/ 0 h 25"/>
                      <a:gd name="T64" fmla="*/ 2 w 44"/>
                      <a:gd name="T65" fmla="*/ 0 h 25"/>
                      <a:gd name="T66" fmla="*/ 2 w 44"/>
                      <a:gd name="T67" fmla="*/ 0 h 25"/>
                      <a:gd name="T68" fmla="*/ 2 w 44"/>
                      <a:gd name="T69" fmla="*/ 0 h 25"/>
                      <a:gd name="T70" fmla="*/ 2 w 44"/>
                      <a:gd name="T71" fmla="*/ 0 h 2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4"/>
                      <a:gd name="T109" fmla="*/ 0 h 25"/>
                      <a:gd name="T110" fmla="*/ 44 w 44"/>
                      <a:gd name="T111" fmla="*/ 25 h 2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4" h="25">
                        <a:moveTo>
                          <a:pt x="44" y="24"/>
                        </a:moveTo>
                        <a:lnTo>
                          <a:pt x="41" y="21"/>
                        </a:lnTo>
                        <a:lnTo>
                          <a:pt x="38" y="20"/>
                        </a:lnTo>
                        <a:lnTo>
                          <a:pt x="35" y="18"/>
                        </a:lnTo>
                        <a:lnTo>
                          <a:pt x="33" y="16"/>
                        </a:lnTo>
                        <a:lnTo>
                          <a:pt x="30" y="15"/>
                        </a:lnTo>
                        <a:lnTo>
                          <a:pt x="28" y="13"/>
                        </a:lnTo>
                        <a:lnTo>
                          <a:pt x="24" y="11"/>
                        </a:lnTo>
                        <a:lnTo>
                          <a:pt x="22" y="10"/>
                        </a:lnTo>
                        <a:lnTo>
                          <a:pt x="19" y="9"/>
                        </a:lnTo>
                        <a:lnTo>
                          <a:pt x="17" y="8"/>
                        </a:lnTo>
                        <a:lnTo>
                          <a:pt x="14" y="6"/>
                        </a:lnTo>
                        <a:lnTo>
                          <a:pt x="11" y="5"/>
                        </a:lnTo>
                        <a:lnTo>
                          <a:pt x="8" y="4"/>
                        </a:lnTo>
                        <a:lnTo>
                          <a:pt x="6" y="3"/>
                        </a:lnTo>
                        <a:lnTo>
                          <a:pt x="3" y="1"/>
                        </a:lnTo>
                        <a:lnTo>
                          <a:pt x="1" y="0"/>
                        </a:lnTo>
                        <a:lnTo>
                          <a:pt x="0" y="3"/>
                        </a:lnTo>
                        <a:lnTo>
                          <a:pt x="2" y="3"/>
                        </a:lnTo>
                        <a:lnTo>
                          <a:pt x="4" y="5"/>
                        </a:lnTo>
                        <a:lnTo>
                          <a:pt x="7" y="6"/>
                        </a:lnTo>
                        <a:lnTo>
                          <a:pt x="11" y="8"/>
                        </a:lnTo>
                        <a:lnTo>
                          <a:pt x="13" y="9"/>
                        </a:lnTo>
                        <a:lnTo>
                          <a:pt x="16" y="10"/>
                        </a:lnTo>
                        <a:lnTo>
                          <a:pt x="18" y="11"/>
                        </a:lnTo>
                        <a:lnTo>
                          <a:pt x="22" y="13"/>
                        </a:lnTo>
                        <a:lnTo>
                          <a:pt x="23" y="14"/>
                        </a:lnTo>
                        <a:lnTo>
                          <a:pt x="27" y="15"/>
                        </a:lnTo>
                        <a:lnTo>
                          <a:pt x="29" y="16"/>
                        </a:lnTo>
                        <a:lnTo>
                          <a:pt x="32" y="19"/>
                        </a:lnTo>
                        <a:lnTo>
                          <a:pt x="34" y="20"/>
                        </a:lnTo>
                        <a:lnTo>
                          <a:pt x="37" y="21"/>
                        </a:lnTo>
                        <a:lnTo>
                          <a:pt x="40" y="24"/>
                        </a:lnTo>
                        <a:lnTo>
                          <a:pt x="41" y="25"/>
                        </a:lnTo>
                        <a:lnTo>
                          <a:pt x="41" y="24"/>
                        </a:lnTo>
                        <a:lnTo>
                          <a:pt x="44"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7" name="Freeform 401"/>
                  <p:cNvSpPr>
                    <a:spLocks/>
                  </p:cNvSpPr>
                  <p:nvPr/>
                </p:nvSpPr>
                <p:spPr bwMode="auto">
                  <a:xfrm>
                    <a:off x="4350" y="3611"/>
                    <a:ext cx="5" cy="13"/>
                  </a:xfrm>
                  <a:custGeom>
                    <a:avLst/>
                    <a:gdLst>
                      <a:gd name="T0" fmla="*/ 1 w 10"/>
                      <a:gd name="T1" fmla="*/ 1 h 26"/>
                      <a:gd name="T2" fmla="*/ 1 w 10"/>
                      <a:gd name="T3" fmla="*/ 1 h 26"/>
                      <a:gd name="T4" fmla="*/ 1 w 10"/>
                      <a:gd name="T5" fmla="*/ 1 h 26"/>
                      <a:gd name="T6" fmla="*/ 1 w 10"/>
                      <a:gd name="T7" fmla="*/ 1 h 26"/>
                      <a:gd name="T8" fmla="*/ 1 w 10"/>
                      <a:gd name="T9" fmla="*/ 1 h 26"/>
                      <a:gd name="T10" fmla="*/ 1 w 10"/>
                      <a:gd name="T11" fmla="*/ 1 h 26"/>
                      <a:gd name="T12" fmla="*/ 1 w 10"/>
                      <a:gd name="T13" fmla="*/ 1 h 26"/>
                      <a:gd name="T14" fmla="*/ 1 w 10"/>
                      <a:gd name="T15" fmla="*/ 1 h 26"/>
                      <a:gd name="T16" fmla="*/ 1 w 10"/>
                      <a:gd name="T17" fmla="*/ 0 h 26"/>
                      <a:gd name="T18" fmla="*/ 0 w 10"/>
                      <a:gd name="T19" fmla="*/ 0 h 26"/>
                      <a:gd name="T20" fmla="*/ 1 w 10"/>
                      <a:gd name="T21" fmla="*/ 1 h 26"/>
                      <a:gd name="T22" fmla="*/ 1 w 10"/>
                      <a:gd name="T23" fmla="*/ 1 h 26"/>
                      <a:gd name="T24" fmla="*/ 1 w 10"/>
                      <a:gd name="T25" fmla="*/ 1 h 26"/>
                      <a:gd name="T26" fmla="*/ 1 w 10"/>
                      <a:gd name="T27" fmla="*/ 1 h 26"/>
                      <a:gd name="T28" fmla="*/ 1 w 10"/>
                      <a:gd name="T29" fmla="*/ 1 h 26"/>
                      <a:gd name="T30" fmla="*/ 1 w 10"/>
                      <a:gd name="T31" fmla="*/ 1 h 26"/>
                      <a:gd name="T32" fmla="*/ 1 w 10"/>
                      <a:gd name="T33" fmla="*/ 1 h 26"/>
                      <a:gd name="T34" fmla="*/ 1 w 10"/>
                      <a:gd name="T35" fmla="*/ 1 h 26"/>
                      <a:gd name="T36" fmla="*/ 1 w 10"/>
                      <a:gd name="T37" fmla="*/ 1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
                      <a:gd name="T58" fmla="*/ 0 h 26"/>
                      <a:gd name="T59" fmla="*/ 10 w 10"/>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 h="26">
                        <a:moveTo>
                          <a:pt x="10" y="24"/>
                        </a:moveTo>
                        <a:lnTo>
                          <a:pt x="9" y="22"/>
                        </a:lnTo>
                        <a:lnTo>
                          <a:pt x="9" y="18"/>
                        </a:lnTo>
                        <a:lnTo>
                          <a:pt x="8" y="14"/>
                        </a:lnTo>
                        <a:lnTo>
                          <a:pt x="7" y="12"/>
                        </a:lnTo>
                        <a:lnTo>
                          <a:pt x="7" y="8"/>
                        </a:lnTo>
                        <a:lnTo>
                          <a:pt x="5" y="6"/>
                        </a:lnTo>
                        <a:lnTo>
                          <a:pt x="4" y="2"/>
                        </a:lnTo>
                        <a:lnTo>
                          <a:pt x="3" y="0"/>
                        </a:lnTo>
                        <a:lnTo>
                          <a:pt x="0" y="0"/>
                        </a:lnTo>
                        <a:lnTo>
                          <a:pt x="2" y="3"/>
                        </a:lnTo>
                        <a:lnTo>
                          <a:pt x="3" y="6"/>
                        </a:lnTo>
                        <a:lnTo>
                          <a:pt x="4" y="10"/>
                        </a:lnTo>
                        <a:lnTo>
                          <a:pt x="4" y="13"/>
                        </a:lnTo>
                        <a:lnTo>
                          <a:pt x="5" y="16"/>
                        </a:lnTo>
                        <a:lnTo>
                          <a:pt x="7" y="18"/>
                        </a:lnTo>
                        <a:lnTo>
                          <a:pt x="8" y="22"/>
                        </a:lnTo>
                        <a:lnTo>
                          <a:pt x="8" y="26"/>
                        </a:lnTo>
                        <a:lnTo>
                          <a:pt x="10"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8" name="Freeform 402"/>
                  <p:cNvSpPr>
                    <a:spLocks/>
                  </p:cNvSpPr>
                  <p:nvPr/>
                </p:nvSpPr>
                <p:spPr bwMode="auto">
                  <a:xfrm>
                    <a:off x="4353" y="3624"/>
                    <a:ext cx="3" cy="2"/>
                  </a:xfrm>
                  <a:custGeom>
                    <a:avLst/>
                    <a:gdLst>
                      <a:gd name="T0" fmla="*/ 1 w 6"/>
                      <a:gd name="T1" fmla="*/ 1 h 4"/>
                      <a:gd name="T2" fmla="*/ 1 w 6"/>
                      <a:gd name="T3" fmla="*/ 1 h 4"/>
                      <a:gd name="T4" fmla="*/ 1 w 6"/>
                      <a:gd name="T5" fmla="*/ 1 h 4"/>
                      <a:gd name="T6" fmla="*/ 1 w 6"/>
                      <a:gd name="T7" fmla="*/ 0 h 4"/>
                      <a:gd name="T8" fmla="*/ 0 w 6"/>
                      <a:gd name="T9" fmla="*/ 1 h 4"/>
                      <a:gd name="T10" fmla="*/ 1 w 6"/>
                      <a:gd name="T11" fmla="*/ 1 h 4"/>
                      <a:gd name="T12" fmla="*/ 1 w 6"/>
                      <a:gd name="T13" fmla="*/ 1 h 4"/>
                      <a:gd name="T14" fmla="*/ 1 w 6"/>
                      <a:gd name="T15" fmla="*/ 1 h 4"/>
                      <a:gd name="T16" fmla="*/ 1 w 6"/>
                      <a:gd name="T17" fmla="*/ 1 h 4"/>
                      <a:gd name="T18" fmla="*/ 1 w 6"/>
                      <a:gd name="T19" fmla="*/ 1 h 4"/>
                      <a:gd name="T20" fmla="*/ 1 w 6"/>
                      <a:gd name="T21" fmla="*/ 1 h 4"/>
                      <a:gd name="T22" fmla="*/ 1 w 6"/>
                      <a:gd name="T23" fmla="*/ 1 h 4"/>
                      <a:gd name="T24" fmla="*/ 1 w 6"/>
                      <a:gd name="T25" fmla="*/ 1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
                      <a:gd name="T40" fmla="*/ 0 h 4"/>
                      <a:gd name="T41" fmla="*/ 6 w 6"/>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 h="4">
                        <a:moveTo>
                          <a:pt x="5" y="2"/>
                        </a:moveTo>
                        <a:lnTo>
                          <a:pt x="6" y="2"/>
                        </a:lnTo>
                        <a:lnTo>
                          <a:pt x="4" y="2"/>
                        </a:lnTo>
                        <a:lnTo>
                          <a:pt x="2" y="0"/>
                        </a:lnTo>
                        <a:lnTo>
                          <a:pt x="0" y="2"/>
                        </a:lnTo>
                        <a:lnTo>
                          <a:pt x="1" y="3"/>
                        </a:lnTo>
                        <a:lnTo>
                          <a:pt x="2" y="3"/>
                        </a:lnTo>
                        <a:lnTo>
                          <a:pt x="5" y="4"/>
                        </a:lnTo>
                        <a:lnTo>
                          <a:pt x="6" y="4"/>
                        </a:lnTo>
                        <a:lnTo>
                          <a:pt x="6" y="3"/>
                        </a:lnTo>
                        <a:lnTo>
                          <a:pt x="6" y="4"/>
                        </a:lnTo>
                        <a:lnTo>
                          <a:pt x="6" y="3"/>
                        </a:lnTo>
                        <a:lnTo>
                          <a:pt x="5"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89" name="Freeform 403"/>
                  <p:cNvSpPr>
                    <a:spLocks/>
                  </p:cNvSpPr>
                  <p:nvPr/>
                </p:nvSpPr>
                <p:spPr bwMode="auto">
                  <a:xfrm>
                    <a:off x="4356" y="3623"/>
                    <a:ext cx="2" cy="2"/>
                  </a:xfrm>
                  <a:custGeom>
                    <a:avLst/>
                    <a:gdLst>
                      <a:gd name="T0" fmla="*/ 1 w 3"/>
                      <a:gd name="T1" fmla="*/ 1 h 4"/>
                      <a:gd name="T2" fmla="*/ 1 w 3"/>
                      <a:gd name="T3" fmla="*/ 0 h 4"/>
                      <a:gd name="T4" fmla="*/ 0 w 3"/>
                      <a:gd name="T5" fmla="*/ 1 h 4"/>
                      <a:gd name="T6" fmla="*/ 1 w 3"/>
                      <a:gd name="T7" fmla="*/ 1 h 4"/>
                      <a:gd name="T8" fmla="*/ 1 w 3"/>
                      <a:gd name="T9" fmla="*/ 1 h 4"/>
                      <a:gd name="T10" fmla="*/ 1 w 3"/>
                      <a:gd name="T11" fmla="*/ 0 h 4"/>
                      <a:gd name="T12" fmla="*/ 1 w 3"/>
                      <a:gd name="T13" fmla="*/ 1 h 4"/>
                      <a:gd name="T14" fmla="*/ 1 w 3"/>
                      <a:gd name="T15" fmla="*/ 0 h 4"/>
                      <a:gd name="T16" fmla="*/ 1 w 3"/>
                      <a:gd name="T17" fmla="*/ 1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4"/>
                      <a:gd name="T29" fmla="*/ 3 w 3"/>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4">
                        <a:moveTo>
                          <a:pt x="1" y="1"/>
                        </a:moveTo>
                        <a:lnTo>
                          <a:pt x="1" y="0"/>
                        </a:lnTo>
                        <a:lnTo>
                          <a:pt x="0" y="3"/>
                        </a:lnTo>
                        <a:lnTo>
                          <a:pt x="1" y="4"/>
                        </a:lnTo>
                        <a:lnTo>
                          <a:pt x="3" y="1"/>
                        </a:lnTo>
                        <a:lnTo>
                          <a:pt x="3" y="0"/>
                        </a:lnTo>
                        <a:lnTo>
                          <a:pt x="3" y="1"/>
                        </a:lnTo>
                        <a:lnTo>
                          <a:pt x="3" y="0"/>
                        </a:lnTo>
                        <a:lnTo>
                          <a:pt x="1"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0" name="Freeform 404"/>
                  <p:cNvSpPr>
                    <a:spLocks/>
                  </p:cNvSpPr>
                  <p:nvPr/>
                </p:nvSpPr>
                <p:spPr bwMode="auto">
                  <a:xfrm>
                    <a:off x="4350" y="3583"/>
                    <a:ext cx="8" cy="41"/>
                  </a:xfrm>
                  <a:custGeom>
                    <a:avLst/>
                    <a:gdLst>
                      <a:gd name="T0" fmla="*/ 1 w 16"/>
                      <a:gd name="T1" fmla="*/ 0 h 81"/>
                      <a:gd name="T2" fmla="*/ 0 w 16"/>
                      <a:gd name="T3" fmla="*/ 1 h 81"/>
                      <a:gd name="T4" fmla="*/ 0 w 16"/>
                      <a:gd name="T5" fmla="*/ 1 h 81"/>
                      <a:gd name="T6" fmla="*/ 1 w 16"/>
                      <a:gd name="T7" fmla="*/ 2 h 81"/>
                      <a:gd name="T8" fmla="*/ 1 w 16"/>
                      <a:gd name="T9" fmla="*/ 2 h 81"/>
                      <a:gd name="T10" fmla="*/ 1 w 16"/>
                      <a:gd name="T11" fmla="*/ 2 h 81"/>
                      <a:gd name="T12" fmla="*/ 1 w 16"/>
                      <a:gd name="T13" fmla="*/ 3 h 81"/>
                      <a:gd name="T14" fmla="*/ 1 w 16"/>
                      <a:gd name="T15" fmla="*/ 3 h 81"/>
                      <a:gd name="T16" fmla="*/ 1 w 16"/>
                      <a:gd name="T17" fmla="*/ 3 h 81"/>
                      <a:gd name="T18" fmla="*/ 1 w 16"/>
                      <a:gd name="T19" fmla="*/ 3 h 81"/>
                      <a:gd name="T20" fmla="*/ 1 w 16"/>
                      <a:gd name="T21" fmla="*/ 2 h 81"/>
                      <a:gd name="T22" fmla="*/ 1 w 16"/>
                      <a:gd name="T23" fmla="*/ 2 h 81"/>
                      <a:gd name="T24" fmla="*/ 1 w 16"/>
                      <a:gd name="T25" fmla="*/ 2 h 81"/>
                      <a:gd name="T26" fmla="*/ 1 w 16"/>
                      <a:gd name="T27" fmla="*/ 1 h 81"/>
                      <a:gd name="T28" fmla="*/ 1 w 16"/>
                      <a:gd name="T29" fmla="*/ 1 h 81"/>
                      <a:gd name="T30" fmla="*/ 1 w 16"/>
                      <a:gd name="T31" fmla="*/ 1 h 81"/>
                      <a:gd name="T32" fmla="*/ 1 w 16"/>
                      <a:gd name="T33" fmla="*/ 0 h 81"/>
                      <a:gd name="T34" fmla="*/ 1 w 16"/>
                      <a:gd name="T35" fmla="*/ 1 h 81"/>
                      <a:gd name="T36" fmla="*/ 1 w 16"/>
                      <a:gd name="T37" fmla="*/ 0 h 81"/>
                      <a:gd name="T38" fmla="*/ 1 w 16"/>
                      <a:gd name="T39" fmla="*/ 0 h 8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
                      <a:gd name="T61" fmla="*/ 0 h 81"/>
                      <a:gd name="T62" fmla="*/ 16 w 16"/>
                      <a:gd name="T63" fmla="*/ 81 h 8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 h="81">
                        <a:moveTo>
                          <a:pt x="3" y="0"/>
                        </a:moveTo>
                        <a:lnTo>
                          <a:pt x="0" y="11"/>
                        </a:lnTo>
                        <a:lnTo>
                          <a:pt x="0" y="32"/>
                        </a:lnTo>
                        <a:lnTo>
                          <a:pt x="3" y="43"/>
                        </a:lnTo>
                        <a:lnTo>
                          <a:pt x="5" y="52"/>
                        </a:lnTo>
                        <a:lnTo>
                          <a:pt x="8" y="63"/>
                        </a:lnTo>
                        <a:lnTo>
                          <a:pt x="12" y="71"/>
                        </a:lnTo>
                        <a:lnTo>
                          <a:pt x="14" y="81"/>
                        </a:lnTo>
                        <a:lnTo>
                          <a:pt x="16" y="80"/>
                        </a:lnTo>
                        <a:lnTo>
                          <a:pt x="14" y="71"/>
                        </a:lnTo>
                        <a:lnTo>
                          <a:pt x="10" y="62"/>
                        </a:lnTo>
                        <a:lnTo>
                          <a:pt x="8" y="52"/>
                        </a:lnTo>
                        <a:lnTo>
                          <a:pt x="5" y="42"/>
                        </a:lnTo>
                        <a:lnTo>
                          <a:pt x="3" y="32"/>
                        </a:lnTo>
                        <a:lnTo>
                          <a:pt x="3" y="11"/>
                        </a:lnTo>
                        <a:lnTo>
                          <a:pt x="5" y="1"/>
                        </a:lnTo>
                        <a:lnTo>
                          <a:pt x="5" y="0"/>
                        </a:lnTo>
                        <a:lnTo>
                          <a:pt x="5" y="1"/>
                        </a:lnTo>
                        <a:lnTo>
                          <a:pt x="5" y="0"/>
                        </a:lnTo>
                        <a:lnTo>
                          <a:pt x="3"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1" name="Freeform 405"/>
                  <p:cNvSpPr>
                    <a:spLocks/>
                  </p:cNvSpPr>
                  <p:nvPr/>
                </p:nvSpPr>
                <p:spPr bwMode="auto">
                  <a:xfrm>
                    <a:off x="4351" y="3550"/>
                    <a:ext cx="25" cy="33"/>
                  </a:xfrm>
                  <a:custGeom>
                    <a:avLst/>
                    <a:gdLst>
                      <a:gd name="T0" fmla="*/ 2 w 49"/>
                      <a:gd name="T1" fmla="*/ 0 h 67"/>
                      <a:gd name="T2" fmla="*/ 2 w 49"/>
                      <a:gd name="T3" fmla="*/ 0 h 67"/>
                      <a:gd name="T4" fmla="*/ 2 w 49"/>
                      <a:gd name="T5" fmla="*/ 0 h 67"/>
                      <a:gd name="T6" fmla="*/ 2 w 49"/>
                      <a:gd name="T7" fmla="*/ 0 h 67"/>
                      <a:gd name="T8" fmla="*/ 2 w 49"/>
                      <a:gd name="T9" fmla="*/ 0 h 67"/>
                      <a:gd name="T10" fmla="*/ 1 w 49"/>
                      <a:gd name="T11" fmla="*/ 0 h 67"/>
                      <a:gd name="T12" fmla="*/ 1 w 49"/>
                      <a:gd name="T13" fmla="*/ 0 h 67"/>
                      <a:gd name="T14" fmla="*/ 1 w 49"/>
                      <a:gd name="T15" fmla="*/ 0 h 67"/>
                      <a:gd name="T16" fmla="*/ 1 w 49"/>
                      <a:gd name="T17" fmla="*/ 1 h 67"/>
                      <a:gd name="T18" fmla="*/ 1 w 49"/>
                      <a:gd name="T19" fmla="*/ 1 h 67"/>
                      <a:gd name="T20" fmla="*/ 1 w 49"/>
                      <a:gd name="T21" fmla="*/ 1 h 67"/>
                      <a:gd name="T22" fmla="*/ 1 w 49"/>
                      <a:gd name="T23" fmla="*/ 1 h 67"/>
                      <a:gd name="T24" fmla="*/ 1 w 49"/>
                      <a:gd name="T25" fmla="*/ 1 h 67"/>
                      <a:gd name="T26" fmla="*/ 1 w 49"/>
                      <a:gd name="T27" fmla="*/ 1 h 67"/>
                      <a:gd name="T28" fmla="*/ 0 w 49"/>
                      <a:gd name="T29" fmla="*/ 1 h 67"/>
                      <a:gd name="T30" fmla="*/ 0 w 49"/>
                      <a:gd name="T31" fmla="*/ 2 h 67"/>
                      <a:gd name="T32" fmla="*/ 1 w 49"/>
                      <a:gd name="T33" fmla="*/ 2 h 67"/>
                      <a:gd name="T34" fmla="*/ 1 w 49"/>
                      <a:gd name="T35" fmla="*/ 1 h 67"/>
                      <a:gd name="T36" fmla="*/ 1 w 49"/>
                      <a:gd name="T37" fmla="*/ 1 h 67"/>
                      <a:gd name="T38" fmla="*/ 1 w 49"/>
                      <a:gd name="T39" fmla="*/ 1 h 67"/>
                      <a:gd name="T40" fmla="*/ 1 w 49"/>
                      <a:gd name="T41" fmla="*/ 1 h 67"/>
                      <a:gd name="T42" fmla="*/ 1 w 49"/>
                      <a:gd name="T43" fmla="*/ 1 h 67"/>
                      <a:gd name="T44" fmla="*/ 1 w 49"/>
                      <a:gd name="T45" fmla="*/ 1 h 67"/>
                      <a:gd name="T46" fmla="*/ 1 w 49"/>
                      <a:gd name="T47" fmla="*/ 1 h 67"/>
                      <a:gd name="T48" fmla="*/ 1 w 49"/>
                      <a:gd name="T49" fmla="*/ 0 h 67"/>
                      <a:gd name="T50" fmla="*/ 1 w 49"/>
                      <a:gd name="T51" fmla="*/ 0 h 67"/>
                      <a:gd name="T52" fmla="*/ 1 w 49"/>
                      <a:gd name="T53" fmla="*/ 0 h 67"/>
                      <a:gd name="T54" fmla="*/ 1 w 49"/>
                      <a:gd name="T55" fmla="*/ 0 h 67"/>
                      <a:gd name="T56" fmla="*/ 2 w 49"/>
                      <a:gd name="T57" fmla="*/ 0 h 67"/>
                      <a:gd name="T58" fmla="*/ 2 w 49"/>
                      <a:gd name="T59" fmla="*/ 0 h 67"/>
                      <a:gd name="T60" fmla="*/ 2 w 49"/>
                      <a:gd name="T61" fmla="*/ 0 h 67"/>
                      <a:gd name="T62" fmla="*/ 2 w 49"/>
                      <a:gd name="T63" fmla="*/ 0 h 67"/>
                      <a:gd name="T64" fmla="*/ 2 w 49"/>
                      <a:gd name="T65" fmla="*/ 0 h 67"/>
                      <a:gd name="T66" fmla="*/ 2 w 49"/>
                      <a:gd name="T67" fmla="*/ 0 h 67"/>
                      <a:gd name="T68" fmla="*/ 2 w 49"/>
                      <a:gd name="T69" fmla="*/ 0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9"/>
                      <a:gd name="T106" fmla="*/ 0 h 67"/>
                      <a:gd name="T107" fmla="*/ 49 w 49"/>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9" h="67">
                        <a:moveTo>
                          <a:pt x="47" y="2"/>
                        </a:moveTo>
                        <a:lnTo>
                          <a:pt x="47" y="0"/>
                        </a:lnTo>
                        <a:lnTo>
                          <a:pt x="43" y="4"/>
                        </a:lnTo>
                        <a:lnTo>
                          <a:pt x="38" y="8"/>
                        </a:lnTo>
                        <a:lnTo>
                          <a:pt x="34" y="10"/>
                        </a:lnTo>
                        <a:lnTo>
                          <a:pt x="29" y="14"/>
                        </a:lnTo>
                        <a:lnTo>
                          <a:pt x="26" y="16"/>
                        </a:lnTo>
                        <a:lnTo>
                          <a:pt x="22" y="21"/>
                        </a:lnTo>
                        <a:lnTo>
                          <a:pt x="11" y="32"/>
                        </a:lnTo>
                        <a:lnTo>
                          <a:pt x="9" y="37"/>
                        </a:lnTo>
                        <a:lnTo>
                          <a:pt x="6" y="42"/>
                        </a:lnTo>
                        <a:lnTo>
                          <a:pt x="4" y="46"/>
                        </a:lnTo>
                        <a:lnTo>
                          <a:pt x="2" y="51"/>
                        </a:lnTo>
                        <a:lnTo>
                          <a:pt x="1" y="56"/>
                        </a:lnTo>
                        <a:lnTo>
                          <a:pt x="0" y="62"/>
                        </a:lnTo>
                        <a:lnTo>
                          <a:pt x="0" y="67"/>
                        </a:lnTo>
                        <a:lnTo>
                          <a:pt x="2" y="67"/>
                        </a:lnTo>
                        <a:lnTo>
                          <a:pt x="2" y="62"/>
                        </a:lnTo>
                        <a:lnTo>
                          <a:pt x="4" y="57"/>
                        </a:lnTo>
                        <a:lnTo>
                          <a:pt x="5" y="52"/>
                        </a:lnTo>
                        <a:lnTo>
                          <a:pt x="6" y="47"/>
                        </a:lnTo>
                        <a:lnTo>
                          <a:pt x="9" y="42"/>
                        </a:lnTo>
                        <a:lnTo>
                          <a:pt x="11" y="39"/>
                        </a:lnTo>
                        <a:lnTo>
                          <a:pt x="13" y="35"/>
                        </a:lnTo>
                        <a:lnTo>
                          <a:pt x="17" y="30"/>
                        </a:lnTo>
                        <a:lnTo>
                          <a:pt x="20" y="26"/>
                        </a:lnTo>
                        <a:lnTo>
                          <a:pt x="27" y="19"/>
                        </a:lnTo>
                        <a:lnTo>
                          <a:pt x="32" y="15"/>
                        </a:lnTo>
                        <a:lnTo>
                          <a:pt x="36" y="13"/>
                        </a:lnTo>
                        <a:lnTo>
                          <a:pt x="39" y="9"/>
                        </a:lnTo>
                        <a:lnTo>
                          <a:pt x="44" y="7"/>
                        </a:lnTo>
                        <a:lnTo>
                          <a:pt x="49" y="2"/>
                        </a:lnTo>
                        <a:lnTo>
                          <a:pt x="48" y="3"/>
                        </a:lnTo>
                        <a:lnTo>
                          <a:pt x="49" y="2"/>
                        </a:lnTo>
                        <a:lnTo>
                          <a:pt x="47"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2" name="Freeform 406"/>
                  <p:cNvSpPr>
                    <a:spLocks/>
                  </p:cNvSpPr>
                  <p:nvPr/>
                </p:nvSpPr>
                <p:spPr bwMode="auto">
                  <a:xfrm>
                    <a:off x="4374" y="3536"/>
                    <a:ext cx="30" cy="14"/>
                  </a:xfrm>
                  <a:custGeom>
                    <a:avLst/>
                    <a:gdLst>
                      <a:gd name="T0" fmla="*/ 2 w 59"/>
                      <a:gd name="T1" fmla="*/ 0 h 29"/>
                      <a:gd name="T2" fmla="*/ 2 w 59"/>
                      <a:gd name="T3" fmla="*/ 0 h 29"/>
                      <a:gd name="T4" fmla="*/ 2 w 59"/>
                      <a:gd name="T5" fmla="*/ 0 h 29"/>
                      <a:gd name="T6" fmla="*/ 2 w 59"/>
                      <a:gd name="T7" fmla="*/ 0 h 29"/>
                      <a:gd name="T8" fmla="*/ 2 w 59"/>
                      <a:gd name="T9" fmla="*/ 0 h 29"/>
                      <a:gd name="T10" fmla="*/ 2 w 59"/>
                      <a:gd name="T11" fmla="*/ 0 h 29"/>
                      <a:gd name="T12" fmla="*/ 1 w 59"/>
                      <a:gd name="T13" fmla="*/ 0 h 29"/>
                      <a:gd name="T14" fmla="*/ 1 w 59"/>
                      <a:gd name="T15" fmla="*/ 0 h 29"/>
                      <a:gd name="T16" fmla="*/ 1 w 59"/>
                      <a:gd name="T17" fmla="*/ 0 h 29"/>
                      <a:gd name="T18" fmla="*/ 1 w 59"/>
                      <a:gd name="T19" fmla="*/ 0 h 29"/>
                      <a:gd name="T20" fmla="*/ 1 w 59"/>
                      <a:gd name="T21" fmla="*/ 0 h 29"/>
                      <a:gd name="T22" fmla="*/ 1 w 59"/>
                      <a:gd name="T23" fmla="*/ 0 h 29"/>
                      <a:gd name="T24" fmla="*/ 1 w 59"/>
                      <a:gd name="T25" fmla="*/ 0 h 29"/>
                      <a:gd name="T26" fmla="*/ 1 w 59"/>
                      <a:gd name="T27" fmla="*/ 0 h 29"/>
                      <a:gd name="T28" fmla="*/ 0 w 59"/>
                      <a:gd name="T29" fmla="*/ 0 h 29"/>
                      <a:gd name="T30" fmla="*/ 1 w 59"/>
                      <a:gd name="T31" fmla="*/ 0 h 29"/>
                      <a:gd name="T32" fmla="*/ 1 w 59"/>
                      <a:gd name="T33" fmla="*/ 0 h 29"/>
                      <a:gd name="T34" fmla="*/ 1 w 59"/>
                      <a:gd name="T35" fmla="*/ 0 h 29"/>
                      <a:gd name="T36" fmla="*/ 1 w 59"/>
                      <a:gd name="T37" fmla="*/ 0 h 29"/>
                      <a:gd name="T38" fmla="*/ 1 w 59"/>
                      <a:gd name="T39" fmla="*/ 0 h 29"/>
                      <a:gd name="T40" fmla="*/ 1 w 59"/>
                      <a:gd name="T41" fmla="*/ 0 h 29"/>
                      <a:gd name="T42" fmla="*/ 1 w 59"/>
                      <a:gd name="T43" fmla="*/ 0 h 29"/>
                      <a:gd name="T44" fmla="*/ 1 w 59"/>
                      <a:gd name="T45" fmla="*/ 0 h 29"/>
                      <a:gd name="T46" fmla="*/ 1 w 59"/>
                      <a:gd name="T47" fmla="*/ 0 h 29"/>
                      <a:gd name="T48" fmla="*/ 2 w 59"/>
                      <a:gd name="T49" fmla="*/ 0 h 29"/>
                      <a:gd name="T50" fmla="*/ 2 w 59"/>
                      <a:gd name="T51" fmla="*/ 0 h 29"/>
                      <a:gd name="T52" fmla="*/ 2 w 59"/>
                      <a:gd name="T53" fmla="*/ 0 h 29"/>
                      <a:gd name="T54" fmla="*/ 2 w 59"/>
                      <a:gd name="T55" fmla="*/ 0 h 29"/>
                      <a:gd name="T56" fmla="*/ 2 w 59"/>
                      <a:gd name="T57" fmla="*/ 0 h 29"/>
                      <a:gd name="T58" fmla="*/ 2 w 59"/>
                      <a:gd name="T59" fmla="*/ 0 h 29"/>
                      <a:gd name="T60" fmla="*/ 2 w 59"/>
                      <a:gd name="T61" fmla="*/ 0 h 2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9"/>
                      <a:gd name="T94" fmla="*/ 0 h 29"/>
                      <a:gd name="T95" fmla="*/ 59 w 59"/>
                      <a:gd name="T96" fmla="*/ 29 h 2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9" h="29">
                        <a:moveTo>
                          <a:pt x="59" y="0"/>
                        </a:moveTo>
                        <a:lnTo>
                          <a:pt x="50" y="0"/>
                        </a:lnTo>
                        <a:lnTo>
                          <a:pt x="45" y="2"/>
                        </a:lnTo>
                        <a:lnTo>
                          <a:pt x="42" y="2"/>
                        </a:lnTo>
                        <a:lnTo>
                          <a:pt x="37" y="3"/>
                        </a:lnTo>
                        <a:lnTo>
                          <a:pt x="33" y="3"/>
                        </a:lnTo>
                        <a:lnTo>
                          <a:pt x="28" y="4"/>
                        </a:lnTo>
                        <a:lnTo>
                          <a:pt x="24" y="5"/>
                        </a:lnTo>
                        <a:lnTo>
                          <a:pt x="21" y="8"/>
                        </a:lnTo>
                        <a:lnTo>
                          <a:pt x="17" y="9"/>
                        </a:lnTo>
                        <a:lnTo>
                          <a:pt x="13" y="11"/>
                        </a:lnTo>
                        <a:lnTo>
                          <a:pt x="10" y="14"/>
                        </a:lnTo>
                        <a:lnTo>
                          <a:pt x="3" y="20"/>
                        </a:lnTo>
                        <a:lnTo>
                          <a:pt x="1" y="24"/>
                        </a:lnTo>
                        <a:lnTo>
                          <a:pt x="0" y="29"/>
                        </a:lnTo>
                        <a:lnTo>
                          <a:pt x="2" y="29"/>
                        </a:lnTo>
                        <a:lnTo>
                          <a:pt x="3" y="25"/>
                        </a:lnTo>
                        <a:lnTo>
                          <a:pt x="6" y="21"/>
                        </a:lnTo>
                        <a:lnTo>
                          <a:pt x="11" y="16"/>
                        </a:lnTo>
                        <a:lnTo>
                          <a:pt x="14" y="14"/>
                        </a:lnTo>
                        <a:lnTo>
                          <a:pt x="18" y="11"/>
                        </a:lnTo>
                        <a:lnTo>
                          <a:pt x="21" y="10"/>
                        </a:lnTo>
                        <a:lnTo>
                          <a:pt x="26" y="8"/>
                        </a:lnTo>
                        <a:lnTo>
                          <a:pt x="29" y="6"/>
                        </a:lnTo>
                        <a:lnTo>
                          <a:pt x="33" y="5"/>
                        </a:lnTo>
                        <a:lnTo>
                          <a:pt x="38" y="5"/>
                        </a:lnTo>
                        <a:lnTo>
                          <a:pt x="42" y="4"/>
                        </a:lnTo>
                        <a:lnTo>
                          <a:pt x="45" y="4"/>
                        </a:lnTo>
                        <a:lnTo>
                          <a:pt x="50" y="3"/>
                        </a:lnTo>
                        <a:lnTo>
                          <a:pt x="59" y="3"/>
                        </a:lnTo>
                        <a:lnTo>
                          <a:pt x="59"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3" name="Freeform 407"/>
                  <p:cNvSpPr>
                    <a:spLocks/>
                  </p:cNvSpPr>
                  <p:nvPr/>
                </p:nvSpPr>
                <p:spPr bwMode="auto">
                  <a:xfrm>
                    <a:off x="4404" y="3536"/>
                    <a:ext cx="47" cy="4"/>
                  </a:xfrm>
                  <a:custGeom>
                    <a:avLst/>
                    <a:gdLst>
                      <a:gd name="T0" fmla="*/ 2 w 95"/>
                      <a:gd name="T1" fmla="*/ 1 h 8"/>
                      <a:gd name="T2" fmla="*/ 2 w 95"/>
                      <a:gd name="T3" fmla="*/ 1 h 8"/>
                      <a:gd name="T4" fmla="*/ 2 w 95"/>
                      <a:gd name="T5" fmla="*/ 1 h 8"/>
                      <a:gd name="T6" fmla="*/ 2 w 95"/>
                      <a:gd name="T7" fmla="*/ 1 h 8"/>
                      <a:gd name="T8" fmla="*/ 2 w 95"/>
                      <a:gd name="T9" fmla="*/ 1 h 8"/>
                      <a:gd name="T10" fmla="*/ 1 w 95"/>
                      <a:gd name="T11" fmla="*/ 1 h 8"/>
                      <a:gd name="T12" fmla="*/ 1 w 95"/>
                      <a:gd name="T13" fmla="*/ 0 h 8"/>
                      <a:gd name="T14" fmla="*/ 0 w 95"/>
                      <a:gd name="T15" fmla="*/ 0 h 8"/>
                      <a:gd name="T16" fmla="*/ 0 w 95"/>
                      <a:gd name="T17" fmla="*/ 1 h 8"/>
                      <a:gd name="T18" fmla="*/ 1 w 95"/>
                      <a:gd name="T19" fmla="*/ 1 h 8"/>
                      <a:gd name="T20" fmla="*/ 1 w 95"/>
                      <a:gd name="T21" fmla="*/ 1 h 8"/>
                      <a:gd name="T22" fmla="*/ 2 w 95"/>
                      <a:gd name="T23" fmla="*/ 1 h 8"/>
                      <a:gd name="T24" fmla="*/ 2 w 95"/>
                      <a:gd name="T25" fmla="*/ 1 h 8"/>
                      <a:gd name="T26" fmla="*/ 2 w 95"/>
                      <a:gd name="T27" fmla="*/ 1 h 8"/>
                      <a:gd name="T28" fmla="*/ 2 w 95"/>
                      <a:gd name="T29" fmla="*/ 1 h 8"/>
                      <a:gd name="T30" fmla="*/ 2 w 95"/>
                      <a:gd name="T31" fmla="*/ 1 h 8"/>
                      <a:gd name="T32" fmla="*/ 2 w 95"/>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5"/>
                      <a:gd name="T52" fmla="*/ 0 h 8"/>
                      <a:gd name="T53" fmla="*/ 95 w 95"/>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5" h="8">
                        <a:moveTo>
                          <a:pt x="95" y="5"/>
                        </a:moveTo>
                        <a:lnTo>
                          <a:pt x="89" y="4"/>
                        </a:lnTo>
                        <a:lnTo>
                          <a:pt x="82" y="3"/>
                        </a:lnTo>
                        <a:lnTo>
                          <a:pt x="77" y="3"/>
                        </a:lnTo>
                        <a:lnTo>
                          <a:pt x="71" y="2"/>
                        </a:lnTo>
                        <a:lnTo>
                          <a:pt x="48" y="2"/>
                        </a:lnTo>
                        <a:lnTo>
                          <a:pt x="42" y="0"/>
                        </a:lnTo>
                        <a:lnTo>
                          <a:pt x="0" y="0"/>
                        </a:lnTo>
                        <a:lnTo>
                          <a:pt x="0" y="3"/>
                        </a:lnTo>
                        <a:lnTo>
                          <a:pt x="48" y="3"/>
                        </a:lnTo>
                        <a:lnTo>
                          <a:pt x="54" y="4"/>
                        </a:lnTo>
                        <a:lnTo>
                          <a:pt x="71" y="4"/>
                        </a:lnTo>
                        <a:lnTo>
                          <a:pt x="77" y="5"/>
                        </a:lnTo>
                        <a:lnTo>
                          <a:pt x="82" y="5"/>
                        </a:lnTo>
                        <a:lnTo>
                          <a:pt x="89" y="6"/>
                        </a:lnTo>
                        <a:lnTo>
                          <a:pt x="93" y="8"/>
                        </a:lnTo>
                        <a:lnTo>
                          <a:pt x="95"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4" name="Freeform 408"/>
                  <p:cNvSpPr>
                    <a:spLocks/>
                  </p:cNvSpPr>
                  <p:nvPr/>
                </p:nvSpPr>
                <p:spPr bwMode="auto">
                  <a:xfrm>
                    <a:off x="4592" y="3537"/>
                    <a:ext cx="19" cy="9"/>
                  </a:xfrm>
                  <a:custGeom>
                    <a:avLst/>
                    <a:gdLst>
                      <a:gd name="T0" fmla="*/ 2 w 38"/>
                      <a:gd name="T1" fmla="*/ 1 h 18"/>
                      <a:gd name="T2" fmla="*/ 2 w 38"/>
                      <a:gd name="T3" fmla="*/ 1 h 18"/>
                      <a:gd name="T4" fmla="*/ 2 w 38"/>
                      <a:gd name="T5" fmla="*/ 1 h 18"/>
                      <a:gd name="T6" fmla="*/ 1 w 38"/>
                      <a:gd name="T7" fmla="*/ 1 h 18"/>
                      <a:gd name="T8" fmla="*/ 1 w 38"/>
                      <a:gd name="T9" fmla="*/ 1 h 18"/>
                      <a:gd name="T10" fmla="*/ 1 w 38"/>
                      <a:gd name="T11" fmla="*/ 1 h 18"/>
                      <a:gd name="T12" fmla="*/ 1 w 38"/>
                      <a:gd name="T13" fmla="*/ 1 h 18"/>
                      <a:gd name="T14" fmla="*/ 1 w 38"/>
                      <a:gd name="T15" fmla="*/ 1 h 18"/>
                      <a:gd name="T16" fmla="*/ 1 w 38"/>
                      <a:gd name="T17" fmla="*/ 1 h 18"/>
                      <a:gd name="T18" fmla="*/ 1 w 38"/>
                      <a:gd name="T19" fmla="*/ 1 h 18"/>
                      <a:gd name="T20" fmla="*/ 1 w 38"/>
                      <a:gd name="T21" fmla="*/ 1 h 18"/>
                      <a:gd name="T22" fmla="*/ 1 w 38"/>
                      <a:gd name="T23" fmla="*/ 1 h 18"/>
                      <a:gd name="T24" fmla="*/ 1 w 38"/>
                      <a:gd name="T25" fmla="*/ 1 h 18"/>
                      <a:gd name="T26" fmla="*/ 1 w 38"/>
                      <a:gd name="T27" fmla="*/ 1 h 18"/>
                      <a:gd name="T28" fmla="*/ 1 w 38"/>
                      <a:gd name="T29" fmla="*/ 1 h 18"/>
                      <a:gd name="T30" fmla="*/ 1 w 38"/>
                      <a:gd name="T31" fmla="*/ 1 h 18"/>
                      <a:gd name="T32" fmla="*/ 0 w 38"/>
                      <a:gd name="T33" fmla="*/ 1 h 18"/>
                      <a:gd name="T34" fmla="*/ 1 w 38"/>
                      <a:gd name="T35" fmla="*/ 1 h 18"/>
                      <a:gd name="T36" fmla="*/ 1 w 38"/>
                      <a:gd name="T37" fmla="*/ 1 h 18"/>
                      <a:gd name="T38" fmla="*/ 1 w 38"/>
                      <a:gd name="T39" fmla="*/ 0 h 18"/>
                      <a:gd name="T40" fmla="*/ 1 w 38"/>
                      <a:gd name="T41" fmla="*/ 0 h 18"/>
                      <a:gd name="T42" fmla="*/ 1 w 38"/>
                      <a:gd name="T43" fmla="*/ 1 h 18"/>
                      <a:gd name="T44" fmla="*/ 1 w 38"/>
                      <a:gd name="T45" fmla="*/ 1 h 18"/>
                      <a:gd name="T46" fmla="*/ 2 w 38"/>
                      <a:gd name="T47" fmla="*/ 1 h 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8"/>
                      <a:gd name="T73" fmla="*/ 0 h 18"/>
                      <a:gd name="T74" fmla="*/ 38 w 38"/>
                      <a:gd name="T75" fmla="*/ 18 h 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8" h="18">
                        <a:moveTo>
                          <a:pt x="38" y="18"/>
                        </a:moveTo>
                        <a:lnTo>
                          <a:pt x="35" y="17"/>
                        </a:lnTo>
                        <a:lnTo>
                          <a:pt x="34" y="16"/>
                        </a:lnTo>
                        <a:lnTo>
                          <a:pt x="32" y="14"/>
                        </a:lnTo>
                        <a:lnTo>
                          <a:pt x="30" y="13"/>
                        </a:lnTo>
                        <a:lnTo>
                          <a:pt x="28" y="12"/>
                        </a:lnTo>
                        <a:lnTo>
                          <a:pt x="25" y="12"/>
                        </a:lnTo>
                        <a:lnTo>
                          <a:pt x="24" y="11"/>
                        </a:lnTo>
                        <a:lnTo>
                          <a:pt x="22" y="9"/>
                        </a:lnTo>
                        <a:lnTo>
                          <a:pt x="20" y="8"/>
                        </a:lnTo>
                        <a:lnTo>
                          <a:pt x="18" y="8"/>
                        </a:lnTo>
                        <a:lnTo>
                          <a:pt x="16" y="7"/>
                        </a:lnTo>
                        <a:lnTo>
                          <a:pt x="13" y="7"/>
                        </a:lnTo>
                        <a:lnTo>
                          <a:pt x="12" y="6"/>
                        </a:lnTo>
                        <a:lnTo>
                          <a:pt x="7" y="6"/>
                        </a:lnTo>
                        <a:lnTo>
                          <a:pt x="4" y="4"/>
                        </a:lnTo>
                        <a:lnTo>
                          <a:pt x="0" y="2"/>
                        </a:lnTo>
                        <a:lnTo>
                          <a:pt x="4" y="2"/>
                        </a:lnTo>
                        <a:lnTo>
                          <a:pt x="7" y="1"/>
                        </a:lnTo>
                        <a:lnTo>
                          <a:pt x="8" y="0"/>
                        </a:lnTo>
                        <a:lnTo>
                          <a:pt x="13" y="0"/>
                        </a:lnTo>
                        <a:lnTo>
                          <a:pt x="16" y="1"/>
                        </a:lnTo>
                        <a:lnTo>
                          <a:pt x="18" y="2"/>
                        </a:lnTo>
                        <a:lnTo>
                          <a:pt x="38" y="18"/>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5" name="Freeform 409"/>
                  <p:cNvSpPr>
                    <a:spLocks/>
                  </p:cNvSpPr>
                  <p:nvPr/>
                </p:nvSpPr>
                <p:spPr bwMode="auto">
                  <a:xfrm>
                    <a:off x="4594" y="3539"/>
                    <a:ext cx="17" cy="8"/>
                  </a:xfrm>
                  <a:custGeom>
                    <a:avLst/>
                    <a:gdLst>
                      <a:gd name="T0" fmla="*/ 0 w 34"/>
                      <a:gd name="T1" fmla="*/ 1 h 16"/>
                      <a:gd name="T2" fmla="*/ 1 w 34"/>
                      <a:gd name="T3" fmla="*/ 1 h 16"/>
                      <a:gd name="T4" fmla="*/ 1 w 34"/>
                      <a:gd name="T5" fmla="*/ 1 h 16"/>
                      <a:gd name="T6" fmla="*/ 1 w 34"/>
                      <a:gd name="T7" fmla="*/ 1 h 16"/>
                      <a:gd name="T8" fmla="*/ 1 w 34"/>
                      <a:gd name="T9" fmla="*/ 1 h 16"/>
                      <a:gd name="T10" fmla="*/ 1 w 34"/>
                      <a:gd name="T11" fmla="*/ 1 h 16"/>
                      <a:gd name="T12" fmla="*/ 1 w 34"/>
                      <a:gd name="T13" fmla="*/ 1 h 16"/>
                      <a:gd name="T14" fmla="*/ 1 w 34"/>
                      <a:gd name="T15" fmla="*/ 1 h 16"/>
                      <a:gd name="T16" fmla="*/ 1 w 34"/>
                      <a:gd name="T17" fmla="*/ 1 h 16"/>
                      <a:gd name="T18" fmla="*/ 1 w 34"/>
                      <a:gd name="T19" fmla="*/ 1 h 16"/>
                      <a:gd name="T20" fmla="*/ 1 w 34"/>
                      <a:gd name="T21" fmla="*/ 1 h 16"/>
                      <a:gd name="T22" fmla="*/ 1 w 34"/>
                      <a:gd name="T23" fmla="*/ 1 h 16"/>
                      <a:gd name="T24" fmla="*/ 1 w 34"/>
                      <a:gd name="T25" fmla="*/ 1 h 16"/>
                      <a:gd name="T26" fmla="*/ 1 w 34"/>
                      <a:gd name="T27" fmla="*/ 1 h 16"/>
                      <a:gd name="T28" fmla="*/ 1 w 34"/>
                      <a:gd name="T29" fmla="*/ 1 h 16"/>
                      <a:gd name="T30" fmla="*/ 1 w 34"/>
                      <a:gd name="T31" fmla="*/ 1 h 16"/>
                      <a:gd name="T32" fmla="*/ 1 w 34"/>
                      <a:gd name="T33" fmla="*/ 1 h 16"/>
                      <a:gd name="T34" fmla="*/ 1 w 34"/>
                      <a:gd name="T35" fmla="*/ 1 h 16"/>
                      <a:gd name="T36" fmla="*/ 1 w 34"/>
                      <a:gd name="T37" fmla="*/ 1 h 16"/>
                      <a:gd name="T38" fmla="*/ 1 w 34"/>
                      <a:gd name="T39" fmla="*/ 1 h 16"/>
                      <a:gd name="T40" fmla="*/ 1 w 34"/>
                      <a:gd name="T41" fmla="*/ 1 h 16"/>
                      <a:gd name="T42" fmla="*/ 1 w 34"/>
                      <a:gd name="T43" fmla="*/ 1 h 16"/>
                      <a:gd name="T44" fmla="*/ 1 w 34"/>
                      <a:gd name="T45" fmla="*/ 1 h 16"/>
                      <a:gd name="T46" fmla="*/ 1 w 34"/>
                      <a:gd name="T47" fmla="*/ 1 h 16"/>
                      <a:gd name="T48" fmla="*/ 1 w 34"/>
                      <a:gd name="T49" fmla="*/ 1 h 16"/>
                      <a:gd name="T50" fmla="*/ 1 w 34"/>
                      <a:gd name="T51" fmla="*/ 1 h 16"/>
                      <a:gd name="T52" fmla="*/ 1 w 34"/>
                      <a:gd name="T53" fmla="*/ 1 h 16"/>
                      <a:gd name="T54" fmla="*/ 1 w 34"/>
                      <a:gd name="T55" fmla="*/ 1 h 16"/>
                      <a:gd name="T56" fmla="*/ 1 w 34"/>
                      <a:gd name="T57" fmla="*/ 1 h 16"/>
                      <a:gd name="T58" fmla="*/ 1 w 34"/>
                      <a:gd name="T59" fmla="*/ 1 h 16"/>
                      <a:gd name="T60" fmla="*/ 1 w 34"/>
                      <a:gd name="T61" fmla="*/ 1 h 16"/>
                      <a:gd name="T62" fmla="*/ 0 w 34"/>
                      <a:gd name="T63" fmla="*/ 0 h 16"/>
                      <a:gd name="T64" fmla="*/ 1 w 34"/>
                      <a:gd name="T65" fmla="*/ 0 h 16"/>
                      <a:gd name="T66" fmla="*/ 0 w 34"/>
                      <a:gd name="T67" fmla="*/ 1 h 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4"/>
                      <a:gd name="T103" fmla="*/ 0 h 16"/>
                      <a:gd name="T104" fmla="*/ 34 w 34"/>
                      <a:gd name="T105" fmla="*/ 16 h 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4" h="16">
                        <a:moveTo>
                          <a:pt x="0" y="3"/>
                        </a:moveTo>
                        <a:lnTo>
                          <a:pt x="3" y="3"/>
                        </a:lnTo>
                        <a:lnTo>
                          <a:pt x="5" y="4"/>
                        </a:lnTo>
                        <a:lnTo>
                          <a:pt x="8" y="4"/>
                        </a:lnTo>
                        <a:lnTo>
                          <a:pt x="9" y="5"/>
                        </a:lnTo>
                        <a:lnTo>
                          <a:pt x="12" y="5"/>
                        </a:lnTo>
                        <a:lnTo>
                          <a:pt x="14" y="6"/>
                        </a:lnTo>
                        <a:lnTo>
                          <a:pt x="15" y="6"/>
                        </a:lnTo>
                        <a:lnTo>
                          <a:pt x="18" y="8"/>
                        </a:lnTo>
                        <a:lnTo>
                          <a:pt x="20" y="9"/>
                        </a:lnTo>
                        <a:lnTo>
                          <a:pt x="21" y="10"/>
                        </a:lnTo>
                        <a:lnTo>
                          <a:pt x="24" y="10"/>
                        </a:lnTo>
                        <a:lnTo>
                          <a:pt x="25" y="11"/>
                        </a:lnTo>
                        <a:lnTo>
                          <a:pt x="28" y="13"/>
                        </a:lnTo>
                        <a:lnTo>
                          <a:pt x="30" y="15"/>
                        </a:lnTo>
                        <a:lnTo>
                          <a:pt x="33" y="16"/>
                        </a:lnTo>
                        <a:lnTo>
                          <a:pt x="34" y="15"/>
                        </a:lnTo>
                        <a:lnTo>
                          <a:pt x="33" y="13"/>
                        </a:lnTo>
                        <a:lnTo>
                          <a:pt x="30" y="11"/>
                        </a:lnTo>
                        <a:lnTo>
                          <a:pt x="29" y="10"/>
                        </a:lnTo>
                        <a:lnTo>
                          <a:pt x="26" y="10"/>
                        </a:lnTo>
                        <a:lnTo>
                          <a:pt x="25" y="8"/>
                        </a:lnTo>
                        <a:lnTo>
                          <a:pt x="23" y="8"/>
                        </a:lnTo>
                        <a:lnTo>
                          <a:pt x="20" y="6"/>
                        </a:lnTo>
                        <a:lnTo>
                          <a:pt x="19" y="5"/>
                        </a:lnTo>
                        <a:lnTo>
                          <a:pt x="16" y="4"/>
                        </a:lnTo>
                        <a:lnTo>
                          <a:pt x="14" y="4"/>
                        </a:lnTo>
                        <a:lnTo>
                          <a:pt x="13" y="3"/>
                        </a:lnTo>
                        <a:lnTo>
                          <a:pt x="10" y="3"/>
                        </a:lnTo>
                        <a:lnTo>
                          <a:pt x="8" y="1"/>
                        </a:lnTo>
                        <a:lnTo>
                          <a:pt x="3" y="1"/>
                        </a:lnTo>
                        <a:lnTo>
                          <a:pt x="0" y="0"/>
                        </a:lnTo>
                        <a:lnTo>
                          <a:pt x="2" y="0"/>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6" name="Freeform 410"/>
                  <p:cNvSpPr>
                    <a:spLocks/>
                  </p:cNvSpPr>
                  <p:nvPr/>
                </p:nvSpPr>
                <p:spPr bwMode="auto">
                  <a:xfrm>
                    <a:off x="4591" y="3537"/>
                    <a:ext cx="4" cy="3"/>
                  </a:xfrm>
                  <a:custGeom>
                    <a:avLst/>
                    <a:gdLst>
                      <a:gd name="T0" fmla="*/ 1 w 8"/>
                      <a:gd name="T1" fmla="*/ 0 h 5"/>
                      <a:gd name="T2" fmla="*/ 0 w 8"/>
                      <a:gd name="T3" fmla="*/ 1 h 5"/>
                      <a:gd name="T4" fmla="*/ 1 w 8"/>
                      <a:gd name="T5" fmla="*/ 1 h 5"/>
                      <a:gd name="T6" fmla="*/ 1 w 8"/>
                      <a:gd name="T7" fmla="*/ 1 h 5"/>
                      <a:gd name="T8" fmla="*/ 1 w 8"/>
                      <a:gd name="T9" fmla="*/ 0 h 5"/>
                      <a:gd name="T10" fmla="*/ 0 w 8"/>
                      <a:gd name="T11" fmla="*/ 1 h 5"/>
                      <a:gd name="T12" fmla="*/ 1 w 8"/>
                      <a:gd name="T13" fmla="*/ 0 h 5"/>
                      <a:gd name="T14" fmla="*/ 0 60000 65536"/>
                      <a:gd name="T15" fmla="*/ 0 60000 65536"/>
                      <a:gd name="T16" fmla="*/ 0 60000 65536"/>
                      <a:gd name="T17" fmla="*/ 0 60000 65536"/>
                      <a:gd name="T18" fmla="*/ 0 60000 65536"/>
                      <a:gd name="T19" fmla="*/ 0 60000 65536"/>
                      <a:gd name="T20" fmla="*/ 0 60000 65536"/>
                      <a:gd name="T21" fmla="*/ 0 w 8"/>
                      <a:gd name="T22" fmla="*/ 0 h 5"/>
                      <a:gd name="T23" fmla="*/ 8 w 8"/>
                      <a:gd name="T24" fmla="*/ 5 h 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5">
                        <a:moveTo>
                          <a:pt x="2" y="0"/>
                        </a:moveTo>
                        <a:lnTo>
                          <a:pt x="0" y="2"/>
                        </a:lnTo>
                        <a:lnTo>
                          <a:pt x="6" y="5"/>
                        </a:lnTo>
                        <a:lnTo>
                          <a:pt x="8" y="2"/>
                        </a:lnTo>
                        <a:lnTo>
                          <a:pt x="2" y="0"/>
                        </a:lnTo>
                        <a:lnTo>
                          <a:pt x="0" y="2"/>
                        </a:lnTo>
                        <a:lnTo>
                          <a:pt x="2"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7" name="Freeform 411"/>
                  <p:cNvSpPr>
                    <a:spLocks/>
                  </p:cNvSpPr>
                  <p:nvPr/>
                </p:nvSpPr>
                <p:spPr bwMode="auto">
                  <a:xfrm>
                    <a:off x="4591" y="3536"/>
                    <a:ext cx="10" cy="3"/>
                  </a:xfrm>
                  <a:custGeom>
                    <a:avLst/>
                    <a:gdLst>
                      <a:gd name="T0" fmla="*/ 1 w 20"/>
                      <a:gd name="T1" fmla="*/ 1 h 5"/>
                      <a:gd name="T2" fmla="*/ 1 w 20"/>
                      <a:gd name="T3" fmla="*/ 1 h 5"/>
                      <a:gd name="T4" fmla="*/ 1 w 20"/>
                      <a:gd name="T5" fmla="*/ 0 h 5"/>
                      <a:gd name="T6" fmla="*/ 1 w 20"/>
                      <a:gd name="T7" fmla="*/ 0 h 5"/>
                      <a:gd name="T8" fmla="*/ 1 w 20"/>
                      <a:gd name="T9" fmla="*/ 1 h 5"/>
                      <a:gd name="T10" fmla="*/ 1 w 20"/>
                      <a:gd name="T11" fmla="*/ 1 h 5"/>
                      <a:gd name="T12" fmla="*/ 1 w 20"/>
                      <a:gd name="T13" fmla="*/ 1 h 5"/>
                      <a:gd name="T14" fmla="*/ 1 w 20"/>
                      <a:gd name="T15" fmla="*/ 1 h 5"/>
                      <a:gd name="T16" fmla="*/ 0 w 20"/>
                      <a:gd name="T17" fmla="*/ 1 h 5"/>
                      <a:gd name="T18" fmla="*/ 1 w 20"/>
                      <a:gd name="T19" fmla="*/ 1 h 5"/>
                      <a:gd name="T20" fmla="*/ 1 w 20"/>
                      <a:gd name="T21" fmla="*/ 1 h 5"/>
                      <a:gd name="T22" fmla="*/ 1 w 20"/>
                      <a:gd name="T23" fmla="*/ 1 h 5"/>
                      <a:gd name="T24" fmla="*/ 1 w 20"/>
                      <a:gd name="T25" fmla="*/ 1 h 5"/>
                      <a:gd name="T26" fmla="*/ 1 w 20"/>
                      <a:gd name="T27" fmla="*/ 1 h 5"/>
                      <a:gd name="T28" fmla="*/ 1 w 20"/>
                      <a:gd name="T29" fmla="*/ 1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5"/>
                      <a:gd name="T47" fmla="*/ 20 w 20"/>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5">
                        <a:moveTo>
                          <a:pt x="20" y="4"/>
                        </a:moveTo>
                        <a:lnTo>
                          <a:pt x="18" y="2"/>
                        </a:lnTo>
                        <a:lnTo>
                          <a:pt x="15" y="0"/>
                        </a:lnTo>
                        <a:lnTo>
                          <a:pt x="13" y="0"/>
                        </a:lnTo>
                        <a:lnTo>
                          <a:pt x="10" y="2"/>
                        </a:lnTo>
                        <a:lnTo>
                          <a:pt x="8" y="2"/>
                        </a:lnTo>
                        <a:lnTo>
                          <a:pt x="6" y="3"/>
                        </a:lnTo>
                        <a:lnTo>
                          <a:pt x="2" y="3"/>
                        </a:lnTo>
                        <a:lnTo>
                          <a:pt x="0" y="5"/>
                        </a:lnTo>
                        <a:lnTo>
                          <a:pt x="6" y="5"/>
                        </a:lnTo>
                        <a:lnTo>
                          <a:pt x="9" y="4"/>
                        </a:lnTo>
                        <a:lnTo>
                          <a:pt x="11" y="3"/>
                        </a:lnTo>
                        <a:lnTo>
                          <a:pt x="16" y="3"/>
                        </a:lnTo>
                        <a:lnTo>
                          <a:pt x="19" y="5"/>
                        </a:lnTo>
                        <a:lnTo>
                          <a:pt x="20"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8" name="Freeform 412"/>
                  <p:cNvSpPr>
                    <a:spLocks/>
                  </p:cNvSpPr>
                  <p:nvPr/>
                </p:nvSpPr>
                <p:spPr bwMode="auto">
                  <a:xfrm>
                    <a:off x="4600" y="3538"/>
                    <a:ext cx="11" cy="9"/>
                  </a:xfrm>
                  <a:custGeom>
                    <a:avLst/>
                    <a:gdLst>
                      <a:gd name="T0" fmla="*/ 1 w 21"/>
                      <a:gd name="T1" fmla="*/ 1 h 17"/>
                      <a:gd name="T2" fmla="*/ 1 w 21"/>
                      <a:gd name="T3" fmla="*/ 1 h 17"/>
                      <a:gd name="T4" fmla="*/ 1 w 21"/>
                      <a:gd name="T5" fmla="*/ 0 h 17"/>
                      <a:gd name="T6" fmla="*/ 0 w 21"/>
                      <a:gd name="T7" fmla="*/ 1 h 17"/>
                      <a:gd name="T8" fmla="*/ 1 w 21"/>
                      <a:gd name="T9" fmla="*/ 1 h 17"/>
                      <a:gd name="T10" fmla="*/ 1 w 21"/>
                      <a:gd name="T11" fmla="*/ 1 h 17"/>
                      <a:gd name="T12" fmla="*/ 1 w 21"/>
                      <a:gd name="T13" fmla="*/ 1 h 17"/>
                      <a:gd name="T14" fmla="*/ 0 60000 65536"/>
                      <a:gd name="T15" fmla="*/ 0 60000 65536"/>
                      <a:gd name="T16" fmla="*/ 0 60000 65536"/>
                      <a:gd name="T17" fmla="*/ 0 60000 65536"/>
                      <a:gd name="T18" fmla="*/ 0 60000 65536"/>
                      <a:gd name="T19" fmla="*/ 0 60000 65536"/>
                      <a:gd name="T20" fmla="*/ 0 60000 65536"/>
                      <a:gd name="T21" fmla="*/ 0 w 21"/>
                      <a:gd name="T22" fmla="*/ 0 h 17"/>
                      <a:gd name="T23" fmla="*/ 21 w 21"/>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7">
                        <a:moveTo>
                          <a:pt x="20" y="17"/>
                        </a:moveTo>
                        <a:lnTo>
                          <a:pt x="21" y="16"/>
                        </a:lnTo>
                        <a:lnTo>
                          <a:pt x="1" y="0"/>
                        </a:lnTo>
                        <a:lnTo>
                          <a:pt x="0" y="1"/>
                        </a:lnTo>
                        <a:lnTo>
                          <a:pt x="20" y="17"/>
                        </a:lnTo>
                        <a:lnTo>
                          <a:pt x="21" y="16"/>
                        </a:lnTo>
                        <a:lnTo>
                          <a:pt x="20" y="1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99" name="Freeform 413"/>
                  <p:cNvSpPr>
                    <a:spLocks/>
                  </p:cNvSpPr>
                  <p:nvPr/>
                </p:nvSpPr>
                <p:spPr bwMode="auto">
                  <a:xfrm>
                    <a:off x="4188" y="3539"/>
                    <a:ext cx="3" cy="9"/>
                  </a:xfrm>
                  <a:custGeom>
                    <a:avLst/>
                    <a:gdLst>
                      <a:gd name="T0" fmla="*/ 0 w 8"/>
                      <a:gd name="T1" fmla="*/ 0 h 19"/>
                      <a:gd name="T2" fmla="*/ 0 w 8"/>
                      <a:gd name="T3" fmla="*/ 0 h 19"/>
                      <a:gd name="T4" fmla="*/ 0 w 8"/>
                      <a:gd name="T5" fmla="*/ 0 h 19"/>
                      <a:gd name="T6" fmla="*/ 0 w 8"/>
                      <a:gd name="T7" fmla="*/ 0 h 19"/>
                      <a:gd name="T8" fmla="*/ 0 w 8"/>
                      <a:gd name="T9" fmla="*/ 0 h 19"/>
                      <a:gd name="T10" fmla="*/ 0 w 8"/>
                      <a:gd name="T11" fmla="*/ 0 h 19"/>
                      <a:gd name="T12" fmla="*/ 0 w 8"/>
                      <a:gd name="T13" fmla="*/ 0 h 19"/>
                      <a:gd name="T14" fmla="*/ 0 w 8"/>
                      <a:gd name="T15" fmla="*/ 0 h 19"/>
                      <a:gd name="T16" fmla="*/ 0 w 8"/>
                      <a:gd name="T17" fmla="*/ 0 h 19"/>
                      <a:gd name="T18" fmla="*/ 0 w 8"/>
                      <a:gd name="T19" fmla="*/ 0 h 19"/>
                      <a:gd name="T20" fmla="*/ 0 w 8"/>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
                      <a:gd name="T34" fmla="*/ 0 h 19"/>
                      <a:gd name="T35" fmla="*/ 8 w 8"/>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 h="19">
                        <a:moveTo>
                          <a:pt x="8" y="16"/>
                        </a:moveTo>
                        <a:lnTo>
                          <a:pt x="7" y="19"/>
                        </a:lnTo>
                        <a:lnTo>
                          <a:pt x="2" y="19"/>
                        </a:lnTo>
                        <a:lnTo>
                          <a:pt x="0" y="15"/>
                        </a:lnTo>
                        <a:lnTo>
                          <a:pt x="0" y="4"/>
                        </a:lnTo>
                        <a:lnTo>
                          <a:pt x="3" y="3"/>
                        </a:lnTo>
                        <a:lnTo>
                          <a:pt x="3" y="1"/>
                        </a:lnTo>
                        <a:lnTo>
                          <a:pt x="4" y="0"/>
                        </a:lnTo>
                        <a:lnTo>
                          <a:pt x="5" y="0"/>
                        </a:lnTo>
                        <a:lnTo>
                          <a:pt x="8" y="4"/>
                        </a:lnTo>
                        <a:lnTo>
                          <a:pt x="8" y="1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0" name="Freeform 414"/>
                  <p:cNvSpPr>
                    <a:spLocks/>
                  </p:cNvSpPr>
                  <p:nvPr/>
                </p:nvSpPr>
                <p:spPr bwMode="auto">
                  <a:xfrm>
                    <a:off x="4188" y="3547"/>
                    <a:ext cx="4" cy="1"/>
                  </a:xfrm>
                  <a:custGeom>
                    <a:avLst/>
                    <a:gdLst>
                      <a:gd name="T0" fmla="*/ 0 w 7"/>
                      <a:gd name="T1" fmla="*/ 0 h 4"/>
                      <a:gd name="T2" fmla="*/ 1 w 7"/>
                      <a:gd name="T3" fmla="*/ 0 h 4"/>
                      <a:gd name="T4" fmla="*/ 1 w 7"/>
                      <a:gd name="T5" fmla="*/ 0 h 4"/>
                      <a:gd name="T6" fmla="*/ 1 w 7"/>
                      <a:gd name="T7" fmla="*/ 0 h 4"/>
                      <a:gd name="T8" fmla="*/ 1 w 7"/>
                      <a:gd name="T9" fmla="*/ 0 h 4"/>
                      <a:gd name="T10" fmla="*/ 1 w 7"/>
                      <a:gd name="T11" fmla="*/ 0 h 4"/>
                      <a:gd name="T12" fmla="*/ 1 w 7"/>
                      <a:gd name="T13" fmla="*/ 0 h 4"/>
                      <a:gd name="T14" fmla="*/ 0 w 7"/>
                      <a:gd name="T15" fmla="*/ 0 h 4"/>
                      <a:gd name="T16" fmla="*/ 0 60000 65536"/>
                      <a:gd name="T17" fmla="*/ 0 60000 65536"/>
                      <a:gd name="T18" fmla="*/ 0 60000 65536"/>
                      <a:gd name="T19" fmla="*/ 0 60000 65536"/>
                      <a:gd name="T20" fmla="*/ 0 60000 65536"/>
                      <a:gd name="T21" fmla="*/ 0 60000 65536"/>
                      <a:gd name="T22" fmla="*/ 0 60000 65536"/>
                      <a:gd name="T23" fmla="*/ 0 60000 65536"/>
                      <a:gd name="T24" fmla="*/ 0 w 7"/>
                      <a:gd name="T25" fmla="*/ 0 h 4"/>
                      <a:gd name="T26" fmla="*/ 7 w 7"/>
                      <a:gd name="T27" fmla="*/ 4 h 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 h="4">
                        <a:moveTo>
                          <a:pt x="0" y="4"/>
                        </a:moveTo>
                        <a:lnTo>
                          <a:pt x="3" y="4"/>
                        </a:lnTo>
                        <a:lnTo>
                          <a:pt x="6" y="3"/>
                        </a:lnTo>
                        <a:lnTo>
                          <a:pt x="7" y="0"/>
                        </a:lnTo>
                        <a:lnTo>
                          <a:pt x="5" y="0"/>
                        </a:lnTo>
                        <a:lnTo>
                          <a:pt x="3" y="1"/>
                        </a:lnTo>
                        <a:lnTo>
                          <a:pt x="1" y="1"/>
                        </a:lnTo>
                        <a:lnTo>
                          <a:pt x="0" y="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1" name="Freeform 415"/>
                  <p:cNvSpPr>
                    <a:spLocks/>
                  </p:cNvSpPr>
                  <p:nvPr/>
                </p:nvSpPr>
                <p:spPr bwMode="auto">
                  <a:xfrm>
                    <a:off x="4187" y="3540"/>
                    <a:ext cx="2" cy="8"/>
                  </a:xfrm>
                  <a:custGeom>
                    <a:avLst/>
                    <a:gdLst>
                      <a:gd name="T0" fmla="*/ 1 w 4"/>
                      <a:gd name="T1" fmla="*/ 0 h 17"/>
                      <a:gd name="T2" fmla="*/ 0 w 4"/>
                      <a:gd name="T3" fmla="*/ 0 h 17"/>
                      <a:gd name="T4" fmla="*/ 0 w 4"/>
                      <a:gd name="T5" fmla="*/ 0 h 17"/>
                      <a:gd name="T6" fmla="*/ 1 w 4"/>
                      <a:gd name="T7" fmla="*/ 0 h 17"/>
                      <a:gd name="T8" fmla="*/ 1 w 4"/>
                      <a:gd name="T9" fmla="*/ 0 h 17"/>
                      <a:gd name="T10" fmla="*/ 1 w 4"/>
                      <a:gd name="T11" fmla="*/ 0 h 17"/>
                      <a:gd name="T12" fmla="*/ 1 w 4"/>
                      <a:gd name="T13" fmla="*/ 0 h 17"/>
                      <a:gd name="T14" fmla="*/ 1 w 4"/>
                      <a:gd name="T15" fmla="*/ 0 h 17"/>
                      <a:gd name="T16" fmla="*/ 1 w 4"/>
                      <a:gd name="T17" fmla="*/ 0 h 17"/>
                      <a:gd name="T18" fmla="*/ 0 w 4"/>
                      <a:gd name="T19" fmla="*/ 0 h 17"/>
                      <a:gd name="T20" fmla="*/ 0 w 4"/>
                      <a:gd name="T21" fmla="*/ 0 h 17"/>
                      <a:gd name="T22" fmla="*/ 1 w 4"/>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17"/>
                      <a:gd name="T38" fmla="*/ 4 w 4"/>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17">
                        <a:moveTo>
                          <a:pt x="1" y="0"/>
                        </a:moveTo>
                        <a:lnTo>
                          <a:pt x="0" y="1"/>
                        </a:lnTo>
                        <a:lnTo>
                          <a:pt x="0" y="13"/>
                        </a:lnTo>
                        <a:lnTo>
                          <a:pt x="3" y="17"/>
                        </a:lnTo>
                        <a:lnTo>
                          <a:pt x="4" y="14"/>
                        </a:lnTo>
                        <a:lnTo>
                          <a:pt x="3" y="12"/>
                        </a:lnTo>
                        <a:lnTo>
                          <a:pt x="3" y="1"/>
                        </a:lnTo>
                        <a:lnTo>
                          <a:pt x="3" y="2"/>
                        </a:lnTo>
                        <a:lnTo>
                          <a:pt x="1" y="0"/>
                        </a:lnTo>
                        <a:lnTo>
                          <a:pt x="0" y="0"/>
                        </a:lnTo>
                        <a:lnTo>
                          <a:pt x="0" y="1"/>
                        </a:lnTo>
                        <a:lnTo>
                          <a:pt x="1"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2" name="Freeform 416"/>
                  <p:cNvSpPr>
                    <a:spLocks/>
                  </p:cNvSpPr>
                  <p:nvPr/>
                </p:nvSpPr>
                <p:spPr bwMode="auto">
                  <a:xfrm>
                    <a:off x="4188" y="3538"/>
                    <a:ext cx="3" cy="3"/>
                  </a:xfrm>
                  <a:custGeom>
                    <a:avLst/>
                    <a:gdLst>
                      <a:gd name="T0" fmla="*/ 0 w 7"/>
                      <a:gd name="T1" fmla="*/ 0 h 6"/>
                      <a:gd name="T2" fmla="*/ 0 w 7"/>
                      <a:gd name="T3" fmla="*/ 0 h 6"/>
                      <a:gd name="T4" fmla="*/ 0 w 7"/>
                      <a:gd name="T5" fmla="*/ 1 h 6"/>
                      <a:gd name="T6" fmla="*/ 0 w 7"/>
                      <a:gd name="T7" fmla="*/ 1 h 6"/>
                      <a:gd name="T8" fmla="*/ 0 w 7"/>
                      <a:gd name="T9" fmla="*/ 1 h 6"/>
                      <a:gd name="T10" fmla="*/ 0 w 7"/>
                      <a:gd name="T11" fmla="*/ 1 h 6"/>
                      <a:gd name="T12" fmla="*/ 0 w 7"/>
                      <a:gd name="T13" fmla="*/ 1 h 6"/>
                      <a:gd name="T14" fmla="*/ 0 w 7"/>
                      <a:gd name="T15" fmla="*/ 1 h 6"/>
                      <a:gd name="T16" fmla="*/ 0 w 7"/>
                      <a:gd name="T17" fmla="*/ 1 h 6"/>
                      <a:gd name="T18" fmla="*/ 0 w 7"/>
                      <a:gd name="T19" fmla="*/ 0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6"/>
                      <a:gd name="T32" fmla="*/ 7 w 7"/>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6">
                        <a:moveTo>
                          <a:pt x="7" y="0"/>
                        </a:moveTo>
                        <a:lnTo>
                          <a:pt x="4" y="0"/>
                        </a:lnTo>
                        <a:lnTo>
                          <a:pt x="2" y="1"/>
                        </a:lnTo>
                        <a:lnTo>
                          <a:pt x="2" y="4"/>
                        </a:lnTo>
                        <a:lnTo>
                          <a:pt x="0" y="4"/>
                        </a:lnTo>
                        <a:lnTo>
                          <a:pt x="2" y="6"/>
                        </a:lnTo>
                        <a:lnTo>
                          <a:pt x="3" y="5"/>
                        </a:lnTo>
                        <a:lnTo>
                          <a:pt x="4" y="2"/>
                        </a:lnTo>
                        <a:lnTo>
                          <a:pt x="5" y="2"/>
                        </a:lnTo>
                        <a:lnTo>
                          <a:pt x="7"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3" name="Freeform 417"/>
                  <p:cNvSpPr>
                    <a:spLocks/>
                  </p:cNvSpPr>
                  <p:nvPr/>
                </p:nvSpPr>
                <p:spPr bwMode="auto">
                  <a:xfrm>
                    <a:off x="4190" y="3538"/>
                    <a:ext cx="2" cy="9"/>
                  </a:xfrm>
                  <a:custGeom>
                    <a:avLst/>
                    <a:gdLst>
                      <a:gd name="T0" fmla="*/ 1 w 4"/>
                      <a:gd name="T1" fmla="*/ 1 h 17"/>
                      <a:gd name="T2" fmla="*/ 1 w 4"/>
                      <a:gd name="T3" fmla="*/ 1 h 17"/>
                      <a:gd name="T4" fmla="*/ 1 w 4"/>
                      <a:gd name="T5" fmla="*/ 0 h 17"/>
                      <a:gd name="T6" fmla="*/ 0 w 4"/>
                      <a:gd name="T7" fmla="*/ 1 h 17"/>
                      <a:gd name="T8" fmla="*/ 1 w 4"/>
                      <a:gd name="T9" fmla="*/ 1 h 17"/>
                      <a:gd name="T10" fmla="*/ 1 w 4"/>
                      <a:gd name="T11" fmla="*/ 1 h 17"/>
                      <a:gd name="T12" fmla="*/ 1 w 4"/>
                      <a:gd name="T13" fmla="*/ 1 h 17"/>
                      <a:gd name="T14" fmla="*/ 0 60000 65536"/>
                      <a:gd name="T15" fmla="*/ 0 60000 65536"/>
                      <a:gd name="T16" fmla="*/ 0 60000 65536"/>
                      <a:gd name="T17" fmla="*/ 0 60000 65536"/>
                      <a:gd name="T18" fmla="*/ 0 60000 65536"/>
                      <a:gd name="T19" fmla="*/ 0 60000 65536"/>
                      <a:gd name="T20" fmla="*/ 0 60000 65536"/>
                      <a:gd name="T21" fmla="*/ 0 w 4"/>
                      <a:gd name="T22" fmla="*/ 0 h 17"/>
                      <a:gd name="T23" fmla="*/ 4 w 4"/>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 h="17">
                        <a:moveTo>
                          <a:pt x="4" y="17"/>
                        </a:moveTo>
                        <a:lnTo>
                          <a:pt x="4" y="5"/>
                        </a:lnTo>
                        <a:lnTo>
                          <a:pt x="2" y="0"/>
                        </a:lnTo>
                        <a:lnTo>
                          <a:pt x="0" y="2"/>
                        </a:lnTo>
                        <a:lnTo>
                          <a:pt x="2" y="5"/>
                        </a:lnTo>
                        <a:lnTo>
                          <a:pt x="2" y="17"/>
                        </a:lnTo>
                        <a:lnTo>
                          <a:pt x="4" y="1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4" name="Freeform 418"/>
                  <p:cNvSpPr>
                    <a:spLocks/>
                  </p:cNvSpPr>
                  <p:nvPr/>
                </p:nvSpPr>
                <p:spPr bwMode="auto">
                  <a:xfrm>
                    <a:off x="4408" y="3542"/>
                    <a:ext cx="32" cy="23"/>
                  </a:xfrm>
                  <a:custGeom>
                    <a:avLst/>
                    <a:gdLst>
                      <a:gd name="T0" fmla="*/ 1 w 65"/>
                      <a:gd name="T1" fmla="*/ 1 h 45"/>
                      <a:gd name="T2" fmla="*/ 1 w 65"/>
                      <a:gd name="T3" fmla="*/ 1 h 45"/>
                      <a:gd name="T4" fmla="*/ 1 w 65"/>
                      <a:gd name="T5" fmla="*/ 1 h 45"/>
                      <a:gd name="T6" fmla="*/ 1 w 65"/>
                      <a:gd name="T7" fmla="*/ 2 h 45"/>
                      <a:gd name="T8" fmla="*/ 1 w 65"/>
                      <a:gd name="T9" fmla="*/ 2 h 45"/>
                      <a:gd name="T10" fmla="*/ 1 w 65"/>
                      <a:gd name="T11" fmla="*/ 1 h 45"/>
                      <a:gd name="T12" fmla="*/ 1 w 65"/>
                      <a:gd name="T13" fmla="*/ 1 h 45"/>
                      <a:gd name="T14" fmla="*/ 1 w 65"/>
                      <a:gd name="T15" fmla="*/ 1 h 45"/>
                      <a:gd name="T16" fmla="*/ 1 w 65"/>
                      <a:gd name="T17" fmla="*/ 1 h 45"/>
                      <a:gd name="T18" fmla="*/ 1 w 65"/>
                      <a:gd name="T19" fmla="*/ 1 h 45"/>
                      <a:gd name="T20" fmla="*/ 1 w 65"/>
                      <a:gd name="T21" fmla="*/ 1 h 45"/>
                      <a:gd name="T22" fmla="*/ 1 w 65"/>
                      <a:gd name="T23" fmla="*/ 1 h 45"/>
                      <a:gd name="T24" fmla="*/ 1 w 65"/>
                      <a:gd name="T25" fmla="*/ 1 h 45"/>
                      <a:gd name="T26" fmla="*/ 0 w 65"/>
                      <a:gd name="T27" fmla="*/ 1 h 45"/>
                      <a:gd name="T28" fmla="*/ 0 w 65"/>
                      <a:gd name="T29" fmla="*/ 1 h 45"/>
                      <a:gd name="T30" fmla="*/ 0 w 65"/>
                      <a:gd name="T31" fmla="*/ 1 h 45"/>
                      <a:gd name="T32" fmla="*/ 1 w 65"/>
                      <a:gd name="T33" fmla="*/ 1 h 45"/>
                      <a:gd name="T34" fmla="*/ 1 w 65"/>
                      <a:gd name="T35" fmla="*/ 1 h 45"/>
                      <a:gd name="T36" fmla="*/ 1 w 65"/>
                      <a:gd name="T37" fmla="*/ 1 h 45"/>
                      <a:gd name="T38" fmla="*/ 1 w 65"/>
                      <a:gd name="T39" fmla="*/ 2 h 45"/>
                      <a:gd name="T40" fmla="*/ 1 w 65"/>
                      <a:gd name="T41" fmla="*/ 2 h 45"/>
                      <a:gd name="T42" fmla="*/ 1 w 65"/>
                      <a:gd name="T43" fmla="*/ 2 h 45"/>
                      <a:gd name="T44" fmla="*/ 1 w 65"/>
                      <a:gd name="T45" fmla="*/ 2 h 45"/>
                      <a:gd name="T46" fmla="*/ 1 w 65"/>
                      <a:gd name="T47" fmla="*/ 2 h 45"/>
                      <a:gd name="T48" fmla="*/ 1 w 65"/>
                      <a:gd name="T49" fmla="*/ 1 h 45"/>
                      <a:gd name="T50" fmla="*/ 0 w 65"/>
                      <a:gd name="T51" fmla="*/ 1 h 45"/>
                      <a:gd name="T52" fmla="*/ 0 w 65"/>
                      <a:gd name="T53" fmla="*/ 1 h 45"/>
                      <a:gd name="T54" fmla="*/ 0 w 65"/>
                      <a:gd name="T55" fmla="*/ 1 h 45"/>
                      <a:gd name="T56" fmla="*/ 0 w 65"/>
                      <a:gd name="T57" fmla="*/ 1 h 45"/>
                      <a:gd name="T58" fmla="*/ 0 w 65"/>
                      <a:gd name="T59" fmla="*/ 1 h 45"/>
                      <a:gd name="T60" fmla="*/ 0 w 65"/>
                      <a:gd name="T61" fmla="*/ 1 h 45"/>
                      <a:gd name="T62" fmla="*/ 0 w 65"/>
                      <a:gd name="T63" fmla="*/ 1 h 45"/>
                      <a:gd name="T64" fmla="*/ 0 w 65"/>
                      <a:gd name="T65" fmla="*/ 1 h 45"/>
                      <a:gd name="T66" fmla="*/ 0 w 65"/>
                      <a:gd name="T67" fmla="*/ 1 h 45"/>
                      <a:gd name="T68" fmla="*/ 0 w 65"/>
                      <a:gd name="T69" fmla="*/ 0 h 45"/>
                      <a:gd name="T70" fmla="*/ 1 w 65"/>
                      <a:gd name="T71" fmla="*/ 1 h 45"/>
                      <a:gd name="T72" fmla="*/ 1 w 65"/>
                      <a:gd name="T73" fmla="*/ 1 h 4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5"/>
                      <a:gd name="T112" fmla="*/ 0 h 45"/>
                      <a:gd name="T113" fmla="*/ 65 w 65"/>
                      <a:gd name="T114" fmla="*/ 45 h 4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5" h="45">
                        <a:moveTo>
                          <a:pt x="50" y="3"/>
                        </a:moveTo>
                        <a:lnTo>
                          <a:pt x="50" y="8"/>
                        </a:lnTo>
                        <a:lnTo>
                          <a:pt x="51" y="13"/>
                        </a:lnTo>
                        <a:lnTo>
                          <a:pt x="52" y="18"/>
                        </a:lnTo>
                        <a:lnTo>
                          <a:pt x="55" y="22"/>
                        </a:lnTo>
                        <a:lnTo>
                          <a:pt x="57" y="27"/>
                        </a:lnTo>
                        <a:lnTo>
                          <a:pt x="60" y="32"/>
                        </a:lnTo>
                        <a:lnTo>
                          <a:pt x="62" y="35"/>
                        </a:lnTo>
                        <a:lnTo>
                          <a:pt x="65" y="40"/>
                        </a:lnTo>
                        <a:lnTo>
                          <a:pt x="58" y="34"/>
                        </a:lnTo>
                        <a:lnTo>
                          <a:pt x="56" y="30"/>
                        </a:lnTo>
                        <a:lnTo>
                          <a:pt x="53" y="28"/>
                        </a:lnTo>
                        <a:lnTo>
                          <a:pt x="52" y="24"/>
                        </a:lnTo>
                        <a:lnTo>
                          <a:pt x="50" y="22"/>
                        </a:lnTo>
                        <a:lnTo>
                          <a:pt x="49" y="18"/>
                        </a:lnTo>
                        <a:lnTo>
                          <a:pt x="49" y="14"/>
                        </a:lnTo>
                        <a:lnTo>
                          <a:pt x="47" y="12"/>
                        </a:lnTo>
                        <a:lnTo>
                          <a:pt x="46" y="8"/>
                        </a:lnTo>
                        <a:lnTo>
                          <a:pt x="46" y="5"/>
                        </a:lnTo>
                        <a:lnTo>
                          <a:pt x="44" y="5"/>
                        </a:lnTo>
                        <a:lnTo>
                          <a:pt x="42" y="3"/>
                        </a:lnTo>
                        <a:lnTo>
                          <a:pt x="37" y="3"/>
                        </a:lnTo>
                        <a:lnTo>
                          <a:pt x="37" y="7"/>
                        </a:lnTo>
                        <a:lnTo>
                          <a:pt x="39" y="8"/>
                        </a:lnTo>
                        <a:lnTo>
                          <a:pt x="36" y="9"/>
                        </a:lnTo>
                        <a:lnTo>
                          <a:pt x="35" y="11"/>
                        </a:lnTo>
                        <a:lnTo>
                          <a:pt x="31" y="11"/>
                        </a:lnTo>
                        <a:lnTo>
                          <a:pt x="29" y="12"/>
                        </a:lnTo>
                        <a:lnTo>
                          <a:pt x="28" y="12"/>
                        </a:lnTo>
                        <a:lnTo>
                          <a:pt x="26" y="13"/>
                        </a:lnTo>
                        <a:lnTo>
                          <a:pt x="24" y="13"/>
                        </a:lnTo>
                        <a:lnTo>
                          <a:pt x="24" y="16"/>
                        </a:lnTo>
                        <a:lnTo>
                          <a:pt x="30" y="22"/>
                        </a:lnTo>
                        <a:lnTo>
                          <a:pt x="32" y="23"/>
                        </a:lnTo>
                        <a:lnTo>
                          <a:pt x="34" y="25"/>
                        </a:lnTo>
                        <a:lnTo>
                          <a:pt x="36" y="27"/>
                        </a:lnTo>
                        <a:lnTo>
                          <a:pt x="40" y="29"/>
                        </a:lnTo>
                        <a:lnTo>
                          <a:pt x="42" y="32"/>
                        </a:lnTo>
                        <a:lnTo>
                          <a:pt x="46" y="34"/>
                        </a:lnTo>
                        <a:lnTo>
                          <a:pt x="57" y="45"/>
                        </a:lnTo>
                        <a:lnTo>
                          <a:pt x="56" y="45"/>
                        </a:lnTo>
                        <a:lnTo>
                          <a:pt x="55" y="44"/>
                        </a:lnTo>
                        <a:lnTo>
                          <a:pt x="53" y="44"/>
                        </a:lnTo>
                        <a:lnTo>
                          <a:pt x="50" y="40"/>
                        </a:lnTo>
                        <a:lnTo>
                          <a:pt x="49" y="40"/>
                        </a:lnTo>
                        <a:lnTo>
                          <a:pt x="49" y="39"/>
                        </a:lnTo>
                        <a:lnTo>
                          <a:pt x="46" y="37"/>
                        </a:lnTo>
                        <a:lnTo>
                          <a:pt x="42" y="34"/>
                        </a:lnTo>
                        <a:lnTo>
                          <a:pt x="40" y="33"/>
                        </a:lnTo>
                        <a:lnTo>
                          <a:pt x="36" y="30"/>
                        </a:lnTo>
                        <a:lnTo>
                          <a:pt x="34" y="29"/>
                        </a:lnTo>
                        <a:lnTo>
                          <a:pt x="31" y="28"/>
                        </a:lnTo>
                        <a:lnTo>
                          <a:pt x="28" y="27"/>
                        </a:lnTo>
                        <a:lnTo>
                          <a:pt x="25" y="24"/>
                        </a:lnTo>
                        <a:lnTo>
                          <a:pt x="21" y="23"/>
                        </a:lnTo>
                        <a:lnTo>
                          <a:pt x="19" y="22"/>
                        </a:lnTo>
                        <a:lnTo>
                          <a:pt x="15" y="21"/>
                        </a:lnTo>
                        <a:lnTo>
                          <a:pt x="10" y="16"/>
                        </a:lnTo>
                        <a:lnTo>
                          <a:pt x="8" y="14"/>
                        </a:lnTo>
                        <a:lnTo>
                          <a:pt x="5" y="12"/>
                        </a:lnTo>
                        <a:lnTo>
                          <a:pt x="2" y="9"/>
                        </a:lnTo>
                        <a:lnTo>
                          <a:pt x="0" y="8"/>
                        </a:lnTo>
                        <a:lnTo>
                          <a:pt x="2" y="6"/>
                        </a:lnTo>
                        <a:lnTo>
                          <a:pt x="4" y="3"/>
                        </a:lnTo>
                        <a:lnTo>
                          <a:pt x="7" y="3"/>
                        </a:lnTo>
                        <a:lnTo>
                          <a:pt x="10" y="2"/>
                        </a:lnTo>
                        <a:lnTo>
                          <a:pt x="15" y="2"/>
                        </a:lnTo>
                        <a:lnTo>
                          <a:pt x="18" y="1"/>
                        </a:lnTo>
                        <a:lnTo>
                          <a:pt x="23" y="1"/>
                        </a:lnTo>
                        <a:lnTo>
                          <a:pt x="26" y="0"/>
                        </a:lnTo>
                        <a:lnTo>
                          <a:pt x="42" y="0"/>
                        </a:lnTo>
                        <a:lnTo>
                          <a:pt x="45" y="1"/>
                        </a:lnTo>
                        <a:lnTo>
                          <a:pt x="47" y="1"/>
                        </a:lnTo>
                        <a:lnTo>
                          <a:pt x="5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5" name="Freeform 419"/>
                  <p:cNvSpPr>
                    <a:spLocks/>
                  </p:cNvSpPr>
                  <p:nvPr/>
                </p:nvSpPr>
                <p:spPr bwMode="auto">
                  <a:xfrm>
                    <a:off x="4432" y="3544"/>
                    <a:ext cx="10" cy="20"/>
                  </a:xfrm>
                  <a:custGeom>
                    <a:avLst/>
                    <a:gdLst>
                      <a:gd name="T0" fmla="*/ 1 w 19"/>
                      <a:gd name="T1" fmla="*/ 1 h 41"/>
                      <a:gd name="T2" fmla="*/ 1 w 19"/>
                      <a:gd name="T3" fmla="*/ 1 h 41"/>
                      <a:gd name="T4" fmla="*/ 1 w 19"/>
                      <a:gd name="T5" fmla="*/ 1 h 41"/>
                      <a:gd name="T6" fmla="*/ 1 w 19"/>
                      <a:gd name="T7" fmla="*/ 0 h 41"/>
                      <a:gd name="T8" fmla="*/ 1 w 19"/>
                      <a:gd name="T9" fmla="*/ 0 h 41"/>
                      <a:gd name="T10" fmla="*/ 1 w 19"/>
                      <a:gd name="T11" fmla="*/ 0 h 41"/>
                      <a:gd name="T12" fmla="*/ 1 w 19"/>
                      <a:gd name="T13" fmla="*/ 0 h 41"/>
                      <a:gd name="T14" fmla="*/ 1 w 19"/>
                      <a:gd name="T15" fmla="*/ 0 h 41"/>
                      <a:gd name="T16" fmla="*/ 1 w 19"/>
                      <a:gd name="T17" fmla="*/ 0 h 41"/>
                      <a:gd name="T18" fmla="*/ 1 w 19"/>
                      <a:gd name="T19" fmla="*/ 0 h 41"/>
                      <a:gd name="T20" fmla="*/ 0 w 19"/>
                      <a:gd name="T21" fmla="*/ 0 h 41"/>
                      <a:gd name="T22" fmla="*/ 0 w 19"/>
                      <a:gd name="T23" fmla="*/ 0 h 41"/>
                      <a:gd name="T24" fmla="*/ 1 w 19"/>
                      <a:gd name="T25" fmla="*/ 0 h 41"/>
                      <a:gd name="T26" fmla="*/ 1 w 19"/>
                      <a:gd name="T27" fmla="*/ 0 h 41"/>
                      <a:gd name="T28" fmla="*/ 1 w 19"/>
                      <a:gd name="T29" fmla="*/ 0 h 41"/>
                      <a:gd name="T30" fmla="*/ 1 w 19"/>
                      <a:gd name="T31" fmla="*/ 0 h 41"/>
                      <a:gd name="T32" fmla="*/ 1 w 19"/>
                      <a:gd name="T33" fmla="*/ 0 h 41"/>
                      <a:gd name="T34" fmla="*/ 1 w 19"/>
                      <a:gd name="T35" fmla="*/ 1 h 41"/>
                      <a:gd name="T36" fmla="*/ 1 w 19"/>
                      <a:gd name="T37" fmla="*/ 1 h 41"/>
                      <a:gd name="T38" fmla="*/ 1 w 19"/>
                      <a:gd name="T39" fmla="*/ 1 h 41"/>
                      <a:gd name="T40" fmla="*/ 1 w 19"/>
                      <a:gd name="T41" fmla="*/ 1 h 41"/>
                      <a:gd name="T42" fmla="*/ 1 w 19"/>
                      <a:gd name="T43" fmla="*/ 1 h 41"/>
                      <a:gd name="T44" fmla="*/ 1 w 19"/>
                      <a:gd name="T45" fmla="*/ 1 h 41"/>
                      <a:gd name="T46" fmla="*/ 1 w 19"/>
                      <a:gd name="T47" fmla="*/ 1 h 4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9"/>
                      <a:gd name="T73" fmla="*/ 0 h 41"/>
                      <a:gd name="T74" fmla="*/ 19 w 19"/>
                      <a:gd name="T75" fmla="*/ 41 h 4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9" h="41">
                        <a:moveTo>
                          <a:pt x="16" y="39"/>
                        </a:moveTo>
                        <a:lnTo>
                          <a:pt x="17" y="36"/>
                        </a:lnTo>
                        <a:lnTo>
                          <a:pt x="14" y="32"/>
                        </a:lnTo>
                        <a:lnTo>
                          <a:pt x="12" y="27"/>
                        </a:lnTo>
                        <a:lnTo>
                          <a:pt x="9" y="24"/>
                        </a:lnTo>
                        <a:lnTo>
                          <a:pt x="7" y="19"/>
                        </a:lnTo>
                        <a:lnTo>
                          <a:pt x="4" y="14"/>
                        </a:lnTo>
                        <a:lnTo>
                          <a:pt x="3" y="10"/>
                        </a:lnTo>
                        <a:lnTo>
                          <a:pt x="2" y="5"/>
                        </a:lnTo>
                        <a:lnTo>
                          <a:pt x="2" y="0"/>
                        </a:lnTo>
                        <a:lnTo>
                          <a:pt x="0" y="0"/>
                        </a:lnTo>
                        <a:lnTo>
                          <a:pt x="0" y="5"/>
                        </a:lnTo>
                        <a:lnTo>
                          <a:pt x="1" y="10"/>
                        </a:lnTo>
                        <a:lnTo>
                          <a:pt x="2" y="15"/>
                        </a:lnTo>
                        <a:lnTo>
                          <a:pt x="4" y="20"/>
                        </a:lnTo>
                        <a:lnTo>
                          <a:pt x="7" y="25"/>
                        </a:lnTo>
                        <a:lnTo>
                          <a:pt x="9" y="29"/>
                        </a:lnTo>
                        <a:lnTo>
                          <a:pt x="12" y="34"/>
                        </a:lnTo>
                        <a:lnTo>
                          <a:pt x="14" y="37"/>
                        </a:lnTo>
                        <a:lnTo>
                          <a:pt x="17" y="36"/>
                        </a:lnTo>
                        <a:lnTo>
                          <a:pt x="16" y="39"/>
                        </a:lnTo>
                        <a:lnTo>
                          <a:pt x="19" y="41"/>
                        </a:lnTo>
                        <a:lnTo>
                          <a:pt x="17" y="36"/>
                        </a:lnTo>
                        <a:lnTo>
                          <a:pt x="16" y="39"/>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6" name="Freeform 420"/>
                  <p:cNvSpPr>
                    <a:spLocks/>
                  </p:cNvSpPr>
                  <p:nvPr/>
                </p:nvSpPr>
                <p:spPr bwMode="auto">
                  <a:xfrm>
                    <a:off x="4432" y="3552"/>
                    <a:ext cx="9" cy="11"/>
                  </a:xfrm>
                  <a:custGeom>
                    <a:avLst/>
                    <a:gdLst>
                      <a:gd name="T0" fmla="*/ 0 w 19"/>
                      <a:gd name="T1" fmla="*/ 0 h 24"/>
                      <a:gd name="T2" fmla="*/ 0 w 19"/>
                      <a:gd name="T3" fmla="*/ 0 h 24"/>
                      <a:gd name="T4" fmla="*/ 0 w 19"/>
                      <a:gd name="T5" fmla="*/ 0 h 24"/>
                      <a:gd name="T6" fmla="*/ 0 w 19"/>
                      <a:gd name="T7" fmla="*/ 0 h 24"/>
                      <a:gd name="T8" fmla="*/ 0 w 19"/>
                      <a:gd name="T9" fmla="*/ 0 h 24"/>
                      <a:gd name="T10" fmla="*/ 0 w 19"/>
                      <a:gd name="T11" fmla="*/ 0 h 24"/>
                      <a:gd name="T12" fmla="*/ 0 w 19"/>
                      <a:gd name="T13" fmla="*/ 0 h 24"/>
                      <a:gd name="T14" fmla="*/ 0 w 19"/>
                      <a:gd name="T15" fmla="*/ 0 h 24"/>
                      <a:gd name="T16" fmla="*/ 0 w 19"/>
                      <a:gd name="T17" fmla="*/ 0 h 24"/>
                      <a:gd name="T18" fmla="*/ 0 w 19"/>
                      <a:gd name="T19" fmla="*/ 0 h 24"/>
                      <a:gd name="T20" fmla="*/ 0 w 19"/>
                      <a:gd name="T21" fmla="*/ 0 h 24"/>
                      <a:gd name="T22" fmla="*/ 0 w 19"/>
                      <a:gd name="T23" fmla="*/ 0 h 24"/>
                      <a:gd name="T24" fmla="*/ 0 w 19"/>
                      <a:gd name="T25" fmla="*/ 0 h 24"/>
                      <a:gd name="T26" fmla="*/ 0 w 19"/>
                      <a:gd name="T27" fmla="*/ 0 h 24"/>
                      <a:gd name="T28" fmla="*/ 0 w 19"/>
                      <a:gd name="T29" fmla="*/ 0 h 24"/>
                      <a:gd name="T30" fmla="*/ 0 w 19"/>
                      <a:gd name="T31" fmla="*/ 0 h 24"/>
                      <a:gd name="T32" fmla="*/ 0 w 19"/>
                      <a:gd name="T33" fmla="*/ 0 h 24"/>
                      <a:gd name="T34" fmla="*/ 0 w 19"/>
                      <a:gd name="T35" fmla="*/ 0 h 24"/>
                      <a:gd name="T36" fmla="*/ 0 w 19"/>
                      <a:gd name="T37" fmla="*/ 0 h 24"/>
                      <a:gd name="T38" fmla="*/ 0 w 19"/>
                      <a:gd name="T39" fmla="*/ 0 h 24"/>
                      <a:gd name="T40" fmla="*/ 0 w 19"/>
                      <a:gd name="T41" fmla="*/ 0 h 2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
                      <a:gd name="T64" fmla="*/ 0 h 24"/>
                      <a:gd name="T65" fmla="*/ 19 w 19"/>
                      <a:gd name="T66" fmla="*/ 24 h 2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 h="24">
                        <a:moveTo>
                          <a:pt x="0" y="0"/>
                        </a:moveTo>
                        <a:lnTo>
                          <a:pt x="0" y="1"/>
                        </a:lnTo>
                        <a:lnTo>
                          <a:pt x="2" y="4"/>
                        </a:lnTo>
                        <a:lnTo>
                          <a:pt x="4" y="7"/>
                        </a:lnTo>
                        <a:lnTo>
                          <a:pt x="6" y="11"/>
                        </a:lnTo>
                        <a:lnTo>
                          <a:pt x="8" y="14"/>
                        </a:lnTo>
                        <a:lnTo>
                          <a:pt x="10" y="17"/>
                        </a:lnTo>
                        <a:lnTo>
                          <a:pt x="13" y="19"/>
                        </a:lnTo>
                        <a:lnTo>
                          <a:pt x="18" y="24"/>
                        </a:lnTo>
                        <a:lnTo>
                          <a:pt x="19" y="21"/>
                        </a:lnTo>
                        <a:lnTo>
                          <a:pt x="16" y="20"/>
                        </a:lnTo>
                        <a:lnTo>
                          <a:pt x="14" y="17"/>
                        </a:lnTo>
                        <a:lnTo>
                          <a:pt x="13" y="15"/>
                        </a:lnTo>
                        <a:lnTo>
                          <a:pt x="10" y="12"/>
                        </a:lnTo>
                        <a:lnTo>
                          <a:pt x="8" y="9"/>
                        </a:lnTo>
                        <a:lnTo>
                          <a:pt x="5" y="6"/>
                        </a:lnTo>
                        <a:lnTo>
                          <a:pt x="4" y="3"/>
                        </a:lnTo>
                        <a:lnTo>
                          <a:pt x="3" y="0"/>
                        </a:lnTo>
                        <a:lnTo>
                          <a:pt x="0" y="0"/>
                        </a:lnTo>
                        <a:lnTo>
                          <a:pt x="0" y="1"/>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7" name="Freeform 421"/>
                  <p:cNvSpPr>
                    <a:spLocks/>
                  </p:cNvSpPr>
                  <p:nvPr/>
                </p:nvSpPr>
                <p:spPr bwMode="auto">
                  <a:xfrm>
                    <a:off x="4430" y="3544"/>
                    <a:ext cx="3" cy="8"/>
                  </a:xfrm>
                  <a:custGeom>
                    <a:avLst/>
                    <a:gdLst>
                      <a:gd name="T0" fmla="*/ 1 w 6"/>
                      <a:gd name="T1" fmla="*/ 1 h 15"/>
                      <a:gd name="T2" fmla="*/ 0 w 6"/>
                      <a:gd name="T3" fmla="*/ 1 h 15"/>
                      <a:gd name="T4" fmla="*/ 1 w 6"/>
                      <a:gd name="T5" fmla="*/ 1 h 15"/>
                      <a:gd name="T6" fmla="*/ 1 w 6"/>
                      <a:gd name="T7" fmla="*/ 1 h 15"/>
                      <a:gd name="T8" fmla="*/ 1 w 6"/>
                      <a:gd name="T9" fmla="*/ 1 h 15"/>
                      <a:gd name="T10" fmla="*/ 1 w 6"/>
                      <a:gd name="T11" fmla="*/ 1 h 15"/>
                      <a:gd name="T12" fmla="*/ 1 w 6"/>
                      <a:gd name="T13" fmla="*/ 1 h 15"/>
                      <a:gd name="T14" fmla="*/ 1 w 6"/>
                      <a:gd name="T15" fmla="*/ 1 h 15"/>
                      <a:gd name="T16" fmla="*/ 1 w 6"/>
                      <a:gd name="T17" fmla="*/ 1 h 15"/>
                      <a:gd name="T18" fmla="*/ 1 w 6"/>
                      <a:gd name="T19" fmla="*/ 1 h 15"/>
                      <a:gd name="T20" fmla="*/ 1 w 6"/>
                      <a:gd name="T21" fmla="*/ 1 h 15"/>
                      <a:gd name="T22" fmla="*/ 1 w 6"/>
                      <a:gd name="T23" fmla="*/ 0 h 15"/>
                      <a:gd name="T24" fmla="*/ 1 w 6"/>
                      <a:gd name="T25" fmla="*/ 1 h 15"/>
                      <a:gd name="T26" fmla="*/ 1 w 6"/>
                      <a:gd name="T27" fmla="*/ 0 h 15"/>
                      <a:gd name="T28" fmla="*/ 1 w 6"/>
                      <a:gd name="T29" fmla="*/ 1 h 1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5"/>
                      <a:gd name="T47" fmla="*/ 6 w 6"/>
                      <a:gd name="T48" fmla="*/ 15 h 1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5">
                        <a:moveTo>
                          <a:pt x="2" y="3"/>
                        </a:moveTo>
                        <a:lnTo>
                          <a:pt x="0" y="2"/>
                        </a:lnTo>
                        <a:lnTo>
                          <a:pt x="1" y="5"/>
                        </a:lnTo>
                        <a:lnTo>
                          <a:pt x="2" y="9"/>
                        </a:lnTo>
                        <a:lnTo>
                          <a:pt x="3" y="11"/>
                        </a:lnTo>
                        <a:lnTo>
                          <a:pt x="3" y="15"/>
                        </a:lnTo>
                        <a:lnTo>
                          <a:pt x="6" y="15"/>
                        </a:lnTo>
                        <a:lnTo>
                          <a:pt x="6" y="11"/>
                        </a:lnTo>
                        <a:lnTo>
                          <a:pt x="5" y="8"/>
                        </a:lnTo>
                        <a:lnTo>
                          <a:pt x="3" y="5"/>
                        </a:lnTo>
                        <a:lnTo>
                          <a:pt x="3" y="2"/>
                        </a:lnTo>
                        <a:lnTo>
                          <a:pt x="2" y="0"/>
                        </a:lnTo>
                        <a:lnTo>
                          <a:pt x="3" y="2"/>
                        </a:lnTo>
                        <a:lnTo>
                          <a:pt x="2" y="0"/>
                        </a:lnTo>
                        <a:lnTo>
                          <a:pt x="2"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8" name="Freeform 422"/>
                  <p:cNvSpPr>
                    <a:spLocks/>
                  </p:cNvSpPr>
                  <p:nvPr/>
                </p:nvSpPr>
                <p:spPr bwMode="auto">
                  <a:xfrm>
                    <a:off x="4426" y="3544"/>
                    <a:ext cx="5" cy="1"/>
                  </a:xfrm>
                  <a:custGeom>
                    <a:avLst/>
                    <a:gdLst>
                      <a:gd name="T0" fmla="*/ 1 w 10"/>
                      <a:gd name="T1" fmla="*/ 0 h 4"/>
                      <a:gd name="T2" fmla="*/ 1 w 10"/>
                      <a:gd name="T3" fmla="*/ 0 h 4"/>
                      <a:gd name="T4" fmla="*/ 1 w 10"/>
                      <a:gd name="T5" fmla="*/ 0 h 4"/>
                      <a:gd name="T6" fmla="*/ 1 w 10"/>
                      <a:gd name="T7" fmla="*/ 0 h 4"/>
                      <a:gd name="T8" fmla="*/ 1 w 10"/>
                      <a:gd name="T9" fmla="*/ 0 h 4"/>
                      <a:gd name="T10" fmla="*/ 1 w 10"/>
                      <a:gd name="T11" fmla="*/ 0 h 4"/>
                      <a:gd name="T12" fmla="*/ 1 w 10"/>
                      <a:gd name="T13" fmla="*/ 0 h 4"/>
                      <a:gd name="T14" fmla="*/ 1 w 10"/>
                      <a:gd name="T15" fmla="*/ 0 h 4"/>
                      <a:gd name="T16" fmla="*/ 1 w 10"/>
                      <a:gd name="T17" fmla="*/ 0 h 4"/>
                      <a:gd name="T18" fmla="*/ 0 w 10"/>
                      <a:gd name="T19" fmla="*/ 0 h 4"/>
                      <a:gd name="T20" fmla="*/ 1 w 10"/>
                      <a:gd name="T21" fmla="*/ 0 h 4"/>
                      <a:gd name="T22" fmla="*/ 0 w 10"/>
                      <a:gd name="T23" fmla="*/ 0 h 4"/>
                      <a:gd name="T24" fmla="*/ 0 w 10"/>
                      <a:gd name="T25" fmla="*/ 0 h 4"/>
                      <a:gd name="T26" fmla="*/ 1 w 10"/>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4"/>
                      <a:gd name="T44" fmla="*/ 10 w 10"/>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4">
                        <a:moveTo>
                          <a:pt x="3" y="1"/>
                        </a:moveTo>
                        <a:lnTo>
                          <a:pt x="1" y="3"/>
                        </a:lnTo>
                        <a:lnTo>
                          <a:pt x="6" y="3"/>
                        </a:lnTo>
                        <a:lnTo>
                          <a:pt x="8" y="4"/>
                        </a:lnTo>
                        <a:lnTo>
                          <a:pt x="10" y="4"/>
                        </a:lnTo>
                        <a:lnTo>
                          <a:pt x="10" y="1"/>
                        </a:lnTo>
                        <a:lnTo>
                          <a:pt x="8" y="1"/>
                        </a:lnTo>
                        <a:lnTo>
                          <a:pt x="6" y="0"/>
                        </a:lnTo>
                        <a:lnTo>
                          <a:pt x="1" y="0"/>
                        </a:lnTo>
                        <a:lnTo>
                          <a:pt x="0" y="1"/>
                        </a:lnTo>
                        <a:lnTo>
                          <a:pt x="1" y="0"/>
                        </a:lnTo>
                        <a:lnTo>
                          <a:pt x="0" y="0"/>
                        </a:lnTo>
                        <a:lnTo>
                          <a:pt x="0" y="1"/>
                        </a:lnTo>
                        <a:lnTo>
                          <a:pt x="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9" name="Freeform 423"/>
                  <p:cNvSpPr>
                    <a:spLocks/>
                  </p:cNvSpPr>
                  <p:nvPr/>
                </p:nvSpPr>
                <p:spPr bwMode="auto">
                  <a:xfrm>
                    <a:off x="4426" y="3544"/>
                    <a:ext cx="2" cy="3"/>
                  </a:xfrm>
                  <a:custGeom>
                    <a:avLst/>
                    <a:gdLst>
                      <a:gd name="T0" fmla="*/ 1 w 4"/>
                      <a:gd name="T1" fmla="*/ 1 h 6"/>
                      <a:gd name="T2" fmla="*/ 1 w 4"/>
                      <a:gd name="T3" fmla="*/ 1 h 6"/>
                      <a:gd name="T4" fmla="*/ 1 w 4"/>
                      <a:gd name="T5" fmla="*/ 1 h 6"/>
                      <a:gd name="T6" fmla="*/ 1 w 4"/>
                      <a:gd name="T7" fmla="*/ 0 h 6"/>
                      <a:gd name="T8" fmla="*/ 0 w 4"/>
                      <a:gd name="T9" fmla="*/ 0 h 6"/>
                      <a:gd name="T10" fmla="*/ 0 w 4"/>
                      <a:gd name="T11" fmla="*/ 1 h 6"/>
                      <a:gd name="T12" fmla="*/ 1 w 4"/>
                      <a:gd name="T13" fmla="*/ 1 h 6"/>
                      <a:gd name="T14" fmla="*/ 1 w 4"/>
                      <a:gd name="T15" fmla="*/ 1 h 6"/>
                      <a:gd name="T16" fmla="*/ 1 w 4"/>
                      <a:gd name="T17" fmla="*/ 1 h 6"/>
                      <a:gd name="T18" fmla="*/ 1 w 4"/>
                      <a:gd name="T19" fmla="*/ 1 h 6"/>
                      <a:gd name="T20" fmla="*/ 1 w 4"/>
                      <a:gd name="T21" fmla="*/ 1 h 6"/>
                      <a:gd name="T22" fmla="*/ 1 w 4"/>
                      <a:gd name="T23" fmla="*/ 1 h 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
                      <a:gd name="T37" fmla="*/ 0 h 6"/>
                      <a:gd name="T38" fmla="*/ 4 w 4"/>
                      <a:gd name="T39" fmla="*/ 6 h 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 h="6">
                        <a:moveTo>
                          <a:pt x="3" y="6"/>
                        </a:moveTo>
                        <a:lnTo>
                          <a:pt x="4" y="5"/>
                        </a:lnTo>
                        <a:lnTo>
                          <a:pt x="3" y="4"/>
                        </a:lnTo>
                        <a:lnTo>
                          <a:pt x="3" y="0"/>
                        </a:lnTo>
                        <a:lnTo>
                          <a:pt x="0" y="0"/>
                        </a:lnTo>
                        <a:lnTo>
                          <a:pt x="0" y="5"/>
                        </a:lnTo>
                        <a:lnTo>
                          <a:pt x="1" y="6"/>
                        </a:lnTo>
                        <a:lnTo>
                          <a:pt x="1" y="5"/>
                        </a:lnTo>
                        <a:lnTo>
                          <a:pt x="3" y="6"/>
                        </a:lnTo>
                        <a:lnTo>
                          <a:pt x="4" y="6"/>
                        </a:lnTo>
                        <a:lnTo>
                          <a:pt x="4" y="5"/>
                        </a:lnTo>
                        <a:lnTo>
                          <a:pt x="3"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0" name="Freeform 424"/>
                  <p:cNvSpPr>
                    <a:spLocks/>
                  </p:cNvSpPr>
                  <p:nvPr/>
                </p:nvSpPr>
                <p:spPr bwMode="auto">
                  <a:xfrm>
                    <a:off x="4419" y="3547"/>
                    <a:ext cx="8" cy="3"/>
                  </a:xfrm>
                  <a:custGeom>
                    <a:avLst/>
                    <a:gdLst>
                      <a:gd name="T0" fmla="*/ 1 w 16"/>
                      <a:gd name="T1" fmla="*/ 1 h 6"/>
                      <a:gd name="T2" fmla="*/ 1 w 16"/>
                      <a:gd name="T3" fmla="*/ 1 h 6"/>
                      <a:gd name="T4" fmla="*/ 1 w 16"/>
                      <a:gd name="T5" fmla="*/ 1 h 6"/>
                      <a:gd name="T6" fmla="*/ 1 w 16"/>
                      <a:gd name="T7" fmla="*/ 1 h 6"/>
                      <a:gd name="T8" fmla="*/ 1 w 16"/>
                      <a:gd name="T9" fmla="*/ 1 h 6"/>
                      <a:gd name="T10" fmla="*/ 1 w 16"/>
                      <a:gd name="T11" fmla="*/ 1 h 6"/>
                      <a:gd name="T12" fmla="*/ 1 w 16"/>
                      <a:gd name="T13" fmla="*/ 1 h 6"/>
                      <a:gd name="T14" fmla="*/ 1 w 16"/>
                      <a:gd name="T15" fmla="*/ 1 h 6"/>
                      <a:gd name="T16" fmla="*/ 1 w 16"/>
                      <a:gd name="T17" fmla="*/ 1 h 6"/>
                      <a:gd name="T18" fmla="*/ 1 w 16"/>
                      <a:gd name="T19" fmla="*/ 0 h 6"/>
                      <a:gd name="T20" fmla="*/ 1 w 16"/>
                      <a:gd name="T21" fmla="*/ 0 h 6"/>
                      <a:gd name="T22" fmla="*/ 1 w 16"/>
                      <a:gd name="T23" fmla="*/ 1 h 6"/>
                      <a:gd name="T24" fmla="*/ 1 w 16"/>
                      <a:gd name="T25" fmla="*/ 1 h 6"/>
                      <a:gd name="T26" fmla="*/ 1 w 16"/>
                      <a:gd name="T27" fmla="*/ 1 h 6"/>
                      <a:gd name="T28" fmla="*/ 1 w 16"/>
                      <a:gd name="T29" fmla="*/ 1 h 6"/>
                      <a:gd name="T30" fmla="*/ 1 w 16"/>
                      <a:gd name="T31" fmla="*/ 1 h 6"/>
                      <a:gd name="T32" fmla="*/ 1 w 16"/>
                      <a:gd name="T33" fmla="*/ 1 h 6"/>
                      <a:gd name="T34" fmla="*/ 0 w 16"/>
                      <a:gd name="T35" fmla="*/ 1 h 6"/>
                      <a:gd name="T36" fmla="*/ 1 w 16"/>
                      <a:gd name="T37" fmla="*/ 1 h 6"/>
                      <a:gd name="T38" fmla="*/ 0 w 16"/>
                      <a:gd name="T39" fmla="*/ 1 h 6"/>
                      <a:gd name="T40" fmla="*/ 1 w 16"/>
                      <a:gd name="T41" fmla="*/ 1 h 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
                      <a:gd name="T64" fmla="*/ 0 h 6"/>
                      <a:gd name="T65" fmla="*/ 16 w 16"/>
                      <a:gd name="T66" fmla="*/ 6 h 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 h="6">
                        <a:moveTo>
                          <a:pt x="2" y="5"/>
                        </a:moveTo>
                        <a:lnTo>
                          <a:pt x="1" y="6"/>
                        </a:lnTo>
                        <a:lnTo>
                          <a:pt x="3" y="6"/>
                        </a:lnTo>
                        <a:lnTo>
                          <a:pt x="5" y="5"/>
                        </a:lnTo>
                        <a:lnTo>
                          <a:pt x="6" y="5"/>
                        </a:lnTo>
                        <a:lnTo>
                          <a:pt x="8" y="4"/>
                        </a:lnTo>
                        <a:lnTo>
                          <a:pt x="12" y="4"/>
                        </a:lnTo>
                        <a:lnTo>
                          <a:pt x="14" y="3"/>
                        </a:lnTo>
                        <a:lnTo>
                          <a:pt x="16" y="1"/>
                        </a:lnTo>
                        <a:lnTo>
                          <a:pt x="14" y="0"/>
                        </a:lnTo>
                        <a:lnTo>
                          <a:pt x="13" y="0"/>
                        </a:lnTo>
                        <a:lnTo>
                          <a:pt x="12" y="1"/>
                        </a:lnTo>
                        <a:lnTo>
                          <a:pt x="8" y="1"/>
                        </a:lnTo>
                        <a:lnTo>
                          <a:pt x="6" y="3"/>
                        </a:lnTo>
                        <a:lnTo>
                          <a:pt x="5" y="3"/>
                        </a:lnTo>
                        <a:lnTo>
                          <a:pt x="2" y="4"/>
                        </a:lnTo>
                        <a:lnTo>
                          <a:pt x="1" y="4"/>
                        </a:lnTo>
                        <a:lnTo>
                          <a:pt x="0" y="5"/>
                        </a:lnTo>
                        <a:lnTo>
                          <a:pt x="1" y="4"/>
                        </a:lnTo>
                        <a:lnTo>
                          <a:pt x="0" y="5"/>
                        </a:lnTo>
                        <a:lnTo>
                          <a:pt x="2" y="5"/>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1" name="Freeform 425"/>
                  <p:cNvSpPr>
                    <a:spLocks/>
                  </p:cNvSpPr>
                  <p:nvPr/>
                </p:nvSpPr>
                <p:spPr bwMode="auto">
                  <a:xfrm>
                    <a:off x="4419" y="3549"/>
                    <a:ext cx="6" cy="6"/>
                  </a:xfrm>
                  <a:custGeom>
                    <a:avLst/>
                    <a:gdLst>
                      <a:gd name="T0" fmla="*/ 1 w 11"/>
                      <a:gd name="T1" fmla="*/ 1 h 12"/>
                      <a:gd name="T2" fmla="*/ 1 w 11"/>
                      <a:gd name="T3" fmla="*/ 1 h 12"/>
                      <a:gd name="T4" fmla="*/ 1 w 11"/>
                      <a:gd name="T5" fmla="*/ 1 h 12"/>
                      <a:gd name="T6" fmla="*/ 1 w 11"/>
                      <a:gd name="T7" fmla="*/ 1 h 12"/>
                      <a:gd name="T8" fmla="*/ 1 w 11"/>
                      <a:gd name="T9" fmla="*/ 0 h 12"/>
                      <a:gd name="T10" fmla="*/ 0 w 11"/>
                      <a:gd name="T11" fmla="*/ 0 h 12"/>
                      <a:gd name="T12" fmla="*/ 0 w 11"/>
                      <a:gd name="T13" fmla="*/ 1 h 12"/>
                      <a:gd name="T14" fmla="*/ 1 w 11"/>
                      <a:gd name="T15" fmla="*/ 1 h 12"/>
                      <a:gd name="T16" fmla="*/ 1 w 11"/>
                      <a:gd name="T17" fmla="*/ 1 h 12"/>
                      <a:gd name="T18" fmla="*/ 1 w 11"/>
                      <a:gd name="T19" fmla="*/ 1 h 12"/>
                      <a:gd name="T20" fmla="*/ 1 w 11"/>
                      <a:gd name="T21" fmla="*/ 1 h 12"/>
                      <a:gd name="T22" fmla="*/ 1 w 11"/>
                      <a:gd name="T23" fmla="*/ 1 h 12"/>
                      <a:gd name="T24" fmla="*/ 1 w 11"/>
                      <a:gd name="T25" fmla="*/ 1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12"/>
                      <a:gd name="T41" fmla="*/ 11 w 11"/>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12">
                        <a:moveTo>
                          <a:pt x="11" y="11"/>
                        </a:moveTo>
                        <a:lnTo>
                          <a:pt x="3" y="4"/>
                        </a:lnTo>
                        <a:lnTo>
                          <a:pt x="3" y="3"/>
                        </a:lnTo>
                        <a:lnTo>
                          <a:pt x="2" y="1"/>
                        </a:lnTo>
                        <a:lnTo>
                          <a:pt x="2" y="0"/>
                        </a:lnTo>
                        <a:lnTo>
                          <a:pt x="0" y="0"/>
                        </a:lnTo>
                        <a:lnTo>
                          <a:pt x="0" y="3"/>
                        </a:lnTo>
                        <a:lnTo>
                          <a:pt x="1" y="4"/>
                        </a:lnTo>
                        <a:lnTo>
                          <a:pt x="2" y="6"/>
                        </a:lnTo>
                        <a:lnTo>
                          <a:pt x="5" y="9"/>
                        </a:lnTo>
                        <a:lnTo>
                          <a:pt x="7" y="10"/>
                        </a:lnTo>
                        <a:lnTo>
                          <a:pt x="9" y="12"/>
                        </a:lnTo>
                        <a:lnTo>
                          <a:pt x="11" y="1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2" name="Freeform 426"/>
                  <p:cNvSpPr>
                    <a:spLocks/>
                  </p:cNvSpPr>
                  <p:nvPr/>
                </p:nvSpPr>
                <p:spPr bwMode="auto">
                  <a:xfrm>
                    <a:off x="4424" y="3555"/>
                    <a:ext cx="14" cy="11"/>
                  </a:xfrm>
                  <a:custGeom>
                    <a:avLst/>
                    <a:gdLst>
                      <a:gd name="T0" fmla="*/ 1 w 28"/>
                      <a:gd name="T1" fmla="*/ 1 h 22"/>
                      <a:gd name="T2" fmla="*/ 1 w 28"/>
                      <a:gd name="T3" fmla="*/ 1 h 22"/>
                      <a:gd name="T4" fmla="*/ 1 w 28"/>
                      <a:gd name="T5" fmla="*/ 1 h 22"/>
                      <a:gd name="T6" fmla="*/ 1 w 28"/>
                      <a:gd name="T7" fmla="*/ 1 h 22"/>
                      <a:gd name="T8" fmla="*/ 1 w 28"/>
                      <a:gd name="T9" fmla="*/ 1 h 22"/>
                      <a:gd name="T10" fmla="*/ 1 w 28"/>
                      <a:gd name="T11" fmla="*/ 1 h 22"/>
                      <a:gd name="T12" fmla="*/ 1 w 28"/>
                      <a:gd name="T13" fmla="*/ 1 h 22"/>
                      <a:gd name="T14" fmla="*/ 1 w 28"/>
                      <a:gd name="T15" fmla="*/ 1 h 22"/>
                      <a:gd name="T16" fmla="*/ 1 w 28"/>
                      <a:gd name="T17" fmla="*/ 0 h 22"/>
                      <a:gd name="T18" fmla="*/ 0 w 28"/>
                      <a:gd name="T19" fmla="*/ 1 h 22"/>
                      <a:gd name="T20" fmla="*/ 1 w 28"/>
                      <a:gd name="T21" fmla="*/ 1 h 22"/>
                      <a:gd name="T22" fmla="*/ 1 w 28"/>
                      <a:gd name="T23" fmla="*/ 1 h 22"/>
                      <a:gd name="T24" fmla="*/ 1 w 28"/>
                      <a:gd name="T25" fmla="*/ 1 h 22"/>
                      <a:gd name="T26" fmla="*/ 1 w 28"/>
                      <a:gd name="T27" fmla="*/ 1 h 22"/>
                      <a:gd name="T28" fmla="*/ 1 w 28"/>
                      <a:gd name="T29" fmla="*/ 1 h 22"/>
                      <a:gd name="T30" fmla="*/ 1 w 28"/>
                      <a:gd name="T31" fmla="*/ 1 h 22"/>
                      <a:gd name="T32" fmla="*/ 1 w 28"/>
                      <a:gd name="T33" fmla="*/ 1 h 22"/>
                      <a:gd name="T34" fmla="*/ 1 w 28"/>
                      <a:gd name="T35" fmla="*/ 1 h 22"/>
                      <a:gd name="T36" fmla="*/ 1 w 28"/>
                      <a:gd name="T37" fmla="*/ 1 h 22"/>
                      <a:gd name="T38" fmla="*/ 1 w 28"/>
                      <a:gd name="T39" fmla="*/ 1 h 22"/>
                      <a:gd name="T40" fmla="*/ 1 w 28"/>
                      <a:gd name="T41" fmla="*/ 1 h 2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22"/>
                      <a:gd name="T65" fmla="*/ 28 w 28"/>
                      <a:gd name="T66" fmla="*/ 22 h 2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22">
                        <a:moveTo>
                          <a:pt x="25" y="22"/>
                        </a:moveTo>
                        <a:lnTo>
                          <a:pt x="26" y="20"/>
                        </a:lnTo>
                        <a:lnTo>
                          <a:pt x="23" y="18"/>
                        </a:lnTo>
                        <a:lnTo>
                          <a:pt x="20" y="14"/>
                        </a:lnTo>
                        <a:lnTo>
                          <a:pt x="15" y="9"/>
                        </a:lnTo>
                        <a:lnTo>
                          <a:pt x="12" y="6"/>
                        </a:lnTo>
                        <a:lnTo>
                          <a:pt x="8" y="4"/>
                        </a:lnTo>
                        <a:lnTo>
                          <a:pt x="5" y="3"/>
                        </a:lnTo>
                        <a:lnTo>
                          <a:pt x="2" y="0"/>
                        </a:lnTo>
                        <a:lnTo>
                          <a:pt x="0" y="1"/>
                        </a:lnTo>
                        <a:lnTo>
                          <a:pt x="4" y="4"/>
                        </a:lnTo>
                        <a:lnTo>
                          <a:pt x="7" y="6"/>
                        </a:lnTo>
                        <a:lnTo>
                          <a:pt x="10" y="9"/>
                        </a:lnTo>
                        <a:lnTo>
                          <a:pt x="15" y="14"/>
                        </a:lnTo>
                        <a:lnTo>
                          <a:pt x="19" y="16"/>
                        </a:lnTo>
                        <a:lnTo>
                          <a:pt x="24" y="21"/>
                        </a:lnTo>
                        <a:lnTo>
                          <a:pt x="25" y="19"/>
                        </a:lnTo>
                        <a:lnTo>
                          <a:pt x="25" y="22"/>
                        </a:lnTo>
                        <a:lnTo>
                          <a:pt x="28" y="21"/>
                        </a:lnTo>
                        <a:lnTo>
                          <a:pt x="26" y="20"/>
                        </a:lnTo>
                        <a:lnTo>
                          <a:pt x="25" y="2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3" name="Freeform 427"/>
                  <p:cNvSpPr>
                    <a:spLocks/>
                  </p:cNvSpPr>
                  <p:nvPr/>
                </p:nvSpPr>
                <p:spPr bwMode="auto">
                  <a:xfrm>
                    <a:off x="4432" y="3561"/>
                    <a:ext cx="5" cy="5"/>
                  </a:xfrm>
                  <a:custGeom>
                    <a:avLst/>
                    <a:gdLst>
                      <a:gd name="T0" fmla="*/ 0 w 10"/>
                      <a:gd name="T1" fmla="*/ 1 h 8"/>
                      <a:gd name="T2" fmla="*/ 1 w 10"/>
                      <a:gd name="T3" fmla="*/ 1 h 8"/>
                      <a:gd name="T4" fmla="*/ 1 w 10"/>
                      <a:gd name="T5" fmla="*/ 1 h 8"/>
                      <a:gd name="T6" fmla="*/ 1 w 10"/>
                      <a:gd name="T7" fmla="*/ 1 h 8"/>
                      <a:gd name="T8" fmla="*/ 1 w 10"/>
                      <a:gd name="T9" fmla="*/ 1 h 8"/>
                      <a:gd name="T10" fmla="*/ 1 w 10"/>
                      <a:gd name="T11" fmla="*/ 1 h 8"/>
                      <a:gd name="T12" fmla="*/ 1 w 10"/>
                      <a:gd name="T13" fmla="*/ 1 h 8"/>
                      <a:gd name="T14" fmla="*/ 1 w 10"/>
                      <a:gd name="T15" fmla="*/ 1 h 8"/>
                      <a:gd name="T16" fmla="*/ 1 w 10"/>
                      <a:gd name="T17" fmla="*/ 1 h 8"/>
                      <a:gd name="T18" fmla="*/ 1 w 10"/>
                      <a:gd name="T19" fmla="*/ 1 h 8"/>
                      <a:gd name="T20" fmla="*/ 1 w 10"/>
                      <a:gd name="T21" fmla="*/ 1 h 8"/>
                      <a:gd name="T22" fmla="*/ 1 w 10"/>
                      <a:gd name="T23" fmla="*/ 1 h 8"/>
                      <a:gd name="T24" fmla="*/ 1 w 10"/>
                      <a:gd name="T25" fmla="*/ 1 h 8"/>
                      <a:gd name="T26" fmla="*/ 1 w 10"/>
                      <a:gd name="T27" fmla="*/ 0 h 8"/>
                      <a:gd name="T28" fmla="*/ 0 w 10"/>
                      <a:gd name="T29" fmla="*/ 1 h 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
                      <a:gd name="T46" fmla="*/ 0 h 8"/>
                      <a:gd name="T47" fmla="*/ 10 w 10"/>
                      <a:gd name="T48" fmla="*/ 8 h 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 h="8">
                        <a:moveTo>
                          <a:pt x="0" y="2"/>
                        </a:moveTo>
                        <a:lnTo>
                          <a:pt x="2" y="2"/>
                        </a:lnTo>
                        <a:lnTo>
                          <a:pt x="5" y="6"/>
                        </a:lnTo>
                        <a:lnTo>
                          <a:pt x="5" y="7"/>
                        </a:lnTo>
                        <a:lnTo>
                          <a:pt x="6" y="7"/>
                        </a:lnTo>
                        <a:lnTo>
                          <a:pt x="9" y="8"/>
                        </a:lnTo>
                        <a:lnTo>
                          <a:pt x="10" y="8"/>
                        </a:lnTo>
                        <a:lnTo>
                          <a:pt x="10" y="5"/>
                        </a:lnTo>
                        <a:lnTo>
                          <a:pt x="9" y="6"/>
                        </a:lnTo>
                        <a:lnTo>
                          <a:pt x="8" y="5"/>
                        </a:lnTo>
                        <a:lnTo>
                          <a:pt x="6" y="5"/>
                        </a:lnTo>
                        <a:lnTo>
                          <a:pt x="6" y="4"/>
                        </a:lnTo>
                        <a:lnTo>
                          <a:pt x="5" y="4"/>
                        </a:lnTo>
                        <a:lnTo>
                          <a:pt x="2" y="0"/>
                        </a:lnTo>
                        <a:lnTo>
                          <a:pt x="0"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4" name="Freeform 428"/>
                  <p:cNvSpPr>
                    <a:spLocks/>
                  </p:cNvSpPr>
                  <p:nvPr/>
                </p:nvSpPr>
                <p:spPr bwMode="auto">
                  <a:xfrm>
                    <a:off x="4409" y="3547"/>
                    <a:ext cx="23" cy="16"/>
                  </a:xfrm>
                  <a:custGeom>
                    <a:avLst/>
                    <a:gdLst>
                      <a:gd name="T0" fmla="*/ 0 w 47"/>
                      <a:gd name="T1" fmla="*/ 1 h 32"/>
                      <a:gd name="T2" fmla="*/ 0 w 47"/>
                      <a:gd name="T3" fmla="*/ 1 h 32"/>
                      <a:gd name="T4" fmla="*/ 0 w 47"/>
                      <a:gd name="T5" fmla="*/ 1 h 32"/>
                      <a:gd name="T6" fmla="*/ 0 w 47"/>
                      <a:gd name="T7" fmla="*/ 1 h 32"/>
                      <a:gd name="T8" fmla="*/ 0 w 47"/>
                      <a:gd name="T9" fmla="*/ 1 h 32"/>
                      <a:gd name="T10" fmla="*/ 0 w 47"/>
                      <a:gd name="T11" fmla="*/ 1 h 32"/>
                      <a:gd name="T12" fmla="*/ 0 w 47"/>
                      <a:gd name="T13" fmla="*/ 1 h 32"/>
                      <a:gd name="T14" fmla="*/ 0 w 47"/>
                      <a:gd name="T15" fmla="*/ 1 h 32"/>
                      <a:gd name="T16" fmla="*/ 0 w 47"/>
                      <a:gd name="T17" fmla="*/ 1 h 32"/>
                      <a:gd name="T18" fmla="*/ 0 w 47"/>
                      <a:gd name="T19" fmla="*/ 1 h 32"/>
                      <a:gd name="T20" fmla="*/ 0 w 47"/>
                      <a:gd name="T21" fmla="*/ 1 h 32"/>
                      <a:gd name="T22" fmla="*/ 0 w 47"/>
                      <a:gd name="T23" fmla="*/ 1 h 32"/>
                      <a:gd name="T24" fmla="*/ 1 w 47"/>
                      <a:gd name="T25" fmla="*/ 1 h 32"/>
                      <a:gd name="T26" fmla="*/ 1 w 47"/>
                      <a:gd name="T27" fmla="*/ 1 h 32"/>
                      <a:gd name="T28" fmla="*/ 1 w 47"/>
                      <a:gd name="T29" fmla="*/ 1 h 32"/>
                      <a:gd name="T30" fmla="*/ 1 w 47"/>
                      <a:gd name="T31" fmla="*/ 1 h 32"/>
                      <a:gd name="T32" fmla="*/ 1 w 47"/>
                      <a:gd name="T33" fmla="*/ 1 h 32"/>
                      <a:gd name="T34" fmla="*/ 1 w 47"/>
                      <a:gd name="T35" fmla="*/ 1 h 32"/>
                      <a:gd name="T36" fmla="*/ 1 w 47"/>
                      <a:gd name="T37" fmla="*/ 1 h 32"/>
                      <a:gd name="T38" fmla="*/ 1 w 47"/>
                      <a:gd name="T39" fmla="*/ 1 h 32"/>
                      <a:gd name="T40" fmla="*/ 1 w 47"/>
                      <a:gd name="T41" fmla="*/ 1 h 32"/>
                      <a:gd name="T42" fmla="*/ 1 w 47"/>
                      <a:gd name="T43" fmla="*/ 1 h 32"/>
                      <a:gd name="T44" fmla="*/ 1 w 47"/>
                      <a:gd name="T45" fmla="*/ 1 h 32"/>
                      <a:gd name="T46" fmla="*/ 0 w 47"/>
                      <a:gd name="T47" fmla="*/ 1 h 32"/>
                      <a:gd name="T48" fmla="*/ 0 w 47"/>
                      <a:gd name="T49" fmla="*/ 1 h 32"/>
                      <a:gd name="T50" fmla="*/ 0 w 47"/>
                      <a:gd name="T51" fmla="*/ 1 h 32"/>
                      <a:gd name="T52" fmla="*/ 0 w 47"/>
                      <a:gd name="T53" fmla="*/ 1 h 32"/>
                      <a:gd name="T54" fmla="*/ 0 w 47"/>
                      <a:gd name="T55" fmla="*/ 1 h 32"/>
                      <a:gd name="T56" fmla="*/ 0 w 47"/>
                      <a:gd name="T57" fmla="*/ 1 h 32"/>
                      <a:gd name="T58" fmla="*/ 0 w 47"/>
                      <a:gd name="T59" fmla="*/ 1 h 32"/>
                      <a:gd name="T60" fmla="*/ 0 w 47"/>
                      <a:gd name="T61" fmla="*/ 1 h 32"/>
                      <a:gd name="T62" fmla="*/ 0 w 47"/>
                      <a:gd name="T63" fmla="*/ 0 h 32"/>
                      <a:gd name="T64" fmla="*/ 0 w 47"/>
                      <a:gd name="T65" fmla="*/ 1 h 3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7"/>
                      <a:gd name="T100" fmla="*/ 0 h 32"/>
                      <a:gd name="T101" fmla="*/ 47 w 47"/>
                      <a:gd name="T102" fmla="*/ 32 h 3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7" h="32">
                        <a:moveTo>
                          <a:pt x="0" y="3"/>
                        </a:moveTo>
                        <a:lnTo>
                          <a:pt x="0" y="1"/>
                        </a:lnTo>
                        <a:lnTo>
                          <a:pt x="2" y="5"/>
                        </a:lnTo>
                        <a:lnTo>
                          <a:pt x="5" y="8"/>
                        </a:lnTo>
                        <a:lnTo>
                          <a:pt x="7" y="9"/>
                        </a:lnTo>
                        <a:lnTo>
                          <a:pt x="11" y="11"/>
                        </a:lnTo>
                        <a:lnTo>
                          <a:pt x="13" y="14"/>
                        </a:lnTo>
                        <a:lnTo>
                          <a:pt x="16" y="15"/>
                        </a:lnTo>
                        <a:lnTo>
                          <a:pt x="19" y="16"/>
                        </a:lnTo>
                        <a:lnTo>
                          <a:pt x="22" y="17"/>
                        </a:lnTo>
                        <a:lnTo>
                          <a:pt x="24" y="20"/>
                        </a:lnTo>
                        <a:lnTo>
                          <a:pt x="28" y="21"/>
                        </a:lnTo>
                        <a:lnTo>
                          <a:pt x="32" y="22"/>
                        </a:lnTo>
                        <a:lnTo>
                          <a:pt x="34" y="24"/>
                        </a:lnTo>
                        <a:lnTo>
                          <a:pt x="37" y="26"/>
                        </a:lnTo>
                        <a:lnTo>
                          <a:pt x="40" y="27"/>
                        </a:lnTo>
                        <a:lnTo>
                          <a:pt x="45" y="32"/>
                        </a:lnTo>
                        <a:lnTo>
                          <a:pt x="47" y="30"/>
                        </a:lnTo>
                        <a:lnTo>
                          <a:pt x="44" y="27"/>
                        </a:lnTo>
                        <a:lnTo>
                          <a:pt x="42" y="26"/>
                        </a:lnTo>
                        <a:lnTo>
                          <a:pt x="38" y="24"/>
                        </a:lnTo>
                        <a:lnTo>
                          <a:pt x="35" y="21"/>
                        </a:lnTo>
                        <a:lnTo>
                          <a:pt x="32" y="20"/>
                        </a:lnTo>
                        <a:lnTo>
                          <a:pt x="29" y="19"/>
                        </a:lnTo>
                        <a:lnTo>
                          <a:pt x="26" y="17"/>
                        </a:lnTo>
                        <a:lnTo>
                          <a:pt x="23" y="15"/>
                        </a:lnTo>
                        <a:lnTo>
                          <a:pt x="21" y="14"/>
                        </a:lnTo>
                        <a:lnTo>
                          <a:pt x="17" y="13"/>
                        </a:lnTo>
                        <a:lnTo>
                          <a:pt x="14" y="11"/>
                        </a:lnTo>
                        <a:lnTo>
                          <a:pt x="11" y="9"/>
                        </a:lnTo>
                        <a:lnTo>
                          <a:pt x="8" y="8"/>
                        </a:lnTo>
                        <a:lnTo>
                          <a:pt x="1" y="0"/>
                        </a:lnTo>
                        <a:lnTo>
                          <a:pt x="0"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5" name="Freeform 429"/>
                  <p:cNvSpPr>
                    <a:spLocks/>
                  </p:cNvSpPr>
                  <p:nvPr/>
                </p:nvSpPr>
                <p:spPr bwMode="auto">
                  <a:xfrm>
                    <a:off x="4408" y="3544"/>
                    <a:ext cx="3" cy="4"/>
                  </a:xfrm>
                  <a:custGeom>
                    <a:avLst/>
                    <a:gdLst>
                      <a:gd name="T0" fmla="*/ 1 w 6"/>
                      <a:gd name="T1" fmla="*/ 0 h 9"/>
                      <a:gd name="T2" fmla="*/ 1 w 6"/>
                      <a:gd name="T3" fmla="*/ 0 h 9"/>
                      <a:gd name="T4" fmla="*/ 1 w 6"/>
                      <a:gd name="T5" fmla="*/ 0 h 9"/>
                      <a:gd name="T6" fmla="*/ 0 w 6"/>
                      <a:gd name="T7" fmla="*/ 0 h 9"/>
                      <a:gd name="T8" fmla="*/ 1 w 6"/>
                      <a:gd name="T9" fmla="*/ 0 h 9"/>
                      <a:gd name="T10" fmla="*/ 1 w 6"/>
                      <a:gd name="T11" fmla="*/ 0 h 9"/>
                      <a:gd name="T12" fmla="*/ 1 w 6"/>
                      <a:gd name="T13" fmla="*/ 0 h 9"/>
                      <a:gd name="T14" fmla="*/ 1 w 6"/>
                      <a:gd name="T15" fmla="*/ 0 h 9"/>
                      <a:gd name="T16" fmla="*/ 1 w 6"/>
                      <a:gd name="T17" fmla="*/ 0 h 9"/>
                      <a:gd name="T18" fmla="*/ 1 w 6"/>
                      <a:gd name="T19" fmla="*/ 0 h 9"/>
                      <a:gd name="T20" fmla="*/ 1 w 6"/>
                      <a:gd name="T21" fmla="*/ 0 h 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9"/>
                      <a:gd name="T35" fmla="*/ 6 w 6"/>
                      <a:gd name="T36" fmla="*/ 9 h 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9">
                        <a:moveTo>
                          <a:pt x="5" y="0"/>
                        </a:moveTo>
                        <a:lnTo>
                          <a:pt x="3" y="1"/>
                        </a:lnTo>
                        <a:lnTo>
                          <a:pt x="1" y="3"/>
                        </a:lnTo>
                        <a:lnTo>
                          <a:pt x="0" y="6"/>
                        </a:lnTo>
                        <a:lnTo>
                          <a:pt x="3" y="9"/>
                        </a:lnTo>
                        <a:lnTo>
                          <a:pt x="4" y="6"/>
                        </a:lnTo>
                        <a:lnTo>
                          <a:pt x="3" y="5"/>
                        </a:lnTo>
                        <a:lnTo>
                          <a:pt x="4" y="5"/>
                        </a:lnTo>
                        <a:lnTo>
                          <a:pt x="4" y="3"/>
                        </a:lnTo>
                        <a:lnTo>
                          <a:pt x="6" y="3"/>
                        </a:lnTo>
                        <a:lnTo>
                          <a:pt x="5" y="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6" name="Freeform 430"/>
                  <p:cNvSpPr>
                    <a:spLocks/>
                  </p:cNvSpPr>
                  <p:nvPr/>
                </p:nvSpPr>
                <p:spPr bwMode="auto">
                  <a:xfrm>
                    <a:off x="4410" y="3542"/>
                    <a:ext cx="22" cy="3"/>
                  </a:xfrm>
                  <a:custGeom>
                    <a:avLst/>
                    <a:gdLst>
                      <a:gd name="T0" fmla="*/ 1 w 45"/>
                      <a:gd name="T1" fmla="*/ 0 h 7"/>
                      <a:gd name="T2" fmla="*/ 1 w 45"/>
                      <a:gd name="T3" fmla="*/ 0 h 7"/>
                      <a:gd name="T4" fmla="*/ 1 w 45"/>
                      <a:gd name="T5" fmla="*/ 0 h 7"/>
                      <a:gd name="T6" fmla="*/ 0 w 45"/>
                      <a:gd name="T7" fmla="*/ 0 h 7"/>
                      <a:gd name="T8" fmla="*/ 0 w 45"/>
                      <a:gd name="T9" fmla="*/ 0 h 7"/>
                      <a:gd name="T10" fmla="*/ 0 w 45"/>
                      <a:gd name="T11" fmla="*/ 0 h 7"/>
                      <a:gd name="T12" fmla="*/ 0 w 45"/>
                      <a:gd name="T13" fmla="*/ 0 h 7"/>
                      <a:gd name="T14" fmla="*/ 0 w 45"/>
                      <a:gd name="T15" fmla="*/ 0 h 7"/>
                      <a:gd name="T16" fmla="*/ 0 w 45"/>
                      <a:gd name="T17" fmla="*/ 0 h 7"/>
                      <a:gd name="T18" fmla="*/ 0 w 45"/>
                      <a:gd name="T19" fmla="*/ 0 h 7"/>
                      <a:gd name="T20" fmla="*/ 0 w 45"/>
                      <a:gd name="T21" fmla="*/ 0 h 7"/>
                      <a:gd name="T22" fmla="*/ 0 w 45"/>
                      <a:gd name="T23" fmla="*/ 0 h 7"/>
                      <a:gd name="T24" fmla="*/ 0 w 45"/>
                      <a:gd name="T25" fmla="*/ 0 h 7"/>
                      <a:gd name="T26" fmla="*/ 0 w 45"/>
                      <a:gd name="T27" fmla="*/ 0 h 7"/>
                      <a:gd name="T28" fmla="*/ 0 w 45"/>
                      <a:gd name="T29" fmla="*/ 0 h 7"/>
                      <a:gd name="T30" fmla="*/ 0 w 45"/>
                      <a:gd name="T31" fmla="*/ 0 h 7"/>
                      <a:gd name="T32" fmla="*/ 0 w 45"/>
                      <a:gd name="T33" fmla="*/ 0 h 7"/>
                      <a:gd name="T34" fmla="*/ 1 w 45"/>
                      <a:gd name="T35" fmla="*/ 0 h 7"/>
                      <a:gd name="T36" fmla="*/ 1 w 45"/>
                      <a:gd name="T37" fmla="*/ 0 h 7"/>
                      <a:gd name="T38" fmla="*/ 1 w 45"/>
                      <a:gd name="T39" fmla="*/ 0 h 7"/>
                      <a:gd name="T40" fmla="*/ 1 w 45"/>
                      <a:gd name="T41" fmla="*/ 0 h 7"/>
                      <a:gd name="T42" fmla="*/ 1 w 45"/>
                      <a:gd name="T43" fmla="*/ 0 h 7"/>
                      <a:gd name="T44" fmla="*/ 1 w 45"/>
                      <a:gd name="T45" fmla="*/ 0 h 7"/>
                      <a:gd name="T46" fmla="*/ 1 w 45"/>
                      <a:gd name="T47" fmla="*/ 0 h 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5"/>
                      <a:gd name="T73" fmla="*/ 0 h 7"/>
                      <a:gd name="T74" fmla="*/ 45 w 45"/>
                      <a:gd name="T75" fmla="*/ 7 h 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5" h="7">
                        <a:moveTo>
                          <a:pt x="45" y="2"/>
                        </a:moveTo>
                        <a:lnTo>
                          <a:pt x="41" y="2"/>
                        </a:lnTo>
                        <a:lnTo>
                          <a:pt x="38" y="0"/>
                        </a:lnTo>
                        <a:lnTo>
                          <a:pt x="22" y="0"/>
                        </a:lnTo>
                        <a:lnTo>
                          <a:pt x="19" y="2"/>
                        </a:lnTo>
                        <a:lnTo>
                          <a:pt x="14" y="2"/>
                        </a:lnTo>
                        <a:lnTo>
                          <a:pt x="11" y="3"/>
                        </a:lnTo>
                        <a:lnTo>
                          <a:pt x="5" y="3"/>
                        </a:lnTo>
                        <a:lnTo>
                          <a:pt x="3" y="4"/>
                        </a:lnTo>
                        <a:lnTo>
                          <a:pt x="0" y="4"/>
                        </a:lnTo>
                        <a:lnTo>
                          <a:pt x="1" y="7"/>
                        </a:lnTo>
                        <a:lnTo>
                          <a:pt x="4" y="7"/>
                        </a:lnTo>
                        <a:lnTo>
                          <a:pt x="6" y="5"/>
                        </a:lnTo>
                        <a:lnTo>
                          <a:pt x="9" y="5"/>
                        </a:lnTo>
                        <a:lnTo>
                          <a:pt x="11" y="4"/>
                        </a:lnTo>
                        <a:lnTo>
                          <a:pt x="19" y="4"/>
                        </a:lnTo>
                        <a:lnTo>
                          <a:pt x="22" y="3"/>
                        </a:lnTo>
                        <a:lnTo>
                          <a:pt x="37" y="3"/>
                        </a:lnTo>
                        <a:lnTo>
                          <a:pt x="41" y="4"/>
                        </a:lnTo>
                        <a:lnTo>
                          <a:pt x="43" y="4"/>
                        </a:lnTo>
                        <a:lnTo>
                          <a:pt x="42" y="4"/>
                        </a:lnTo>
                        <a:lnTo>
                          <a:pt x="45" y="2"/>
                        </a:lnTo>
                        <a:lnTo>
                          <a:pt x="43" y="2"/>
                        </a:lnTo>
                        <a:lnTo>
                          <a:pt x="45" y="2"/>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17" name="Freeform 431"/>
                  <p:cNvSpPr>
                    <a:spLocks/>
                  </p:cNvSpPr>
                  <p:nvPr/>
                </p:nvSpPr>
                <p:spPr bwMode="auto">
                  <a:xfrm>
                    <a:off x="4431" y="3542"/>
                    <a:ext cx="2" cy="3"/>
                  </a:xfrm>
                  <a:custGeom>
                    <a:avLst/>
                    <a:gdLst>
                      <a:gd name="T0" fmla="*/ 0 w 5"/>
                      <a:gd name="T1" fmla="*/ 1 h 5"/>
                      <a:gd name="T2" fmla="*/ 0 w 5"/>
                      <a:gd name="T3" fmla="*/ 1 h 5"/>
                      <a:gd name="T4" fmla="*/ 0 w 5"/>
                      <a:gd name="T5" fmla="*/ 0 h 5"/>
                      <a:gd name="T6" fmla="*/ 0 w 5"/>
                      <a:gd name="T7" fmla="*/ 1 h 5"/>
                      <a:gd name="T8" fmla="*/ 0 w 5"/>
                      <a:gd name="T9" fmla="*/ 1 h 5"/>
                      <a:gd name="T10" fmla="*/ 0 w 5"/>
                      <a:gd name="T11" fmla="*/ 1 h 5"/>
                      <a:gd name="T12" fmla="*/ 0 w 5"/>
                      <a:gd name="T13" fmla="*/ 1 h 5"/>
                      <a:gd name="T14" fmla="*/ 0 w 5"/>
                      <a:gd name="T15" fmla="*/ 1 h 5"/>
                      <a:gd name="T16" fmla="*/ 0 w 5"/>
                      <a:gd name="T17" fmla="*/ 1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5"/>
                      <a:gd name="T29" fmla="*/ 5 w 5"/>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5">
                        <a:moveTo>
                          <a:pt x="5" y="3"/>
                        </a:moveTo>
                        <a:lnTo>
                          <a:pt x="5" y="2"/>
                        </a:lnTo>
                        <a:lnTo>
                          <a:pt x="3" y="0"/>
                        </a:lnTo>
                        <a:lnTo>
                          <a:pt x="0" y="2"/>
                        </a:lnTo>
                        <a:lnTo>
                          <a:pt x="3" y="5"/>
                        </a:lnTo>
                        <a:lnTo>
                          <a:pt x="3" y="3"/>
                        </a:lnTo>
                        <a:lnTo>
                          <a:pt x="5" y="3"/>
                        </a:lnTo>
                        <a:lnTo>
                          <a:pt x="5" y="2"/>
                        </a:lnTo>
                        <a:lnTo>
                          <a:pt x="5" y="3"/>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184" name="Group 432"/>
                <p:cNvGrpSpPr>
                  <a:grpSpLocks/>
                </p:cNvGrpSpPr>
                <p:nvPr/>
              </p:nvGrpSpPr>
              <p:grpSpPr bwMode="auto">
                <a:xfrm>
                  <a:off x="4272" y="3584"/>
                  <a:ext cx="495" cy="96"/>
                  <a:chOff x="4171" y="3544"/>
                  <a:chExt cx="495" cy="117"/>
                </a:xfrm>
              </p:grpSpPr>
              <p:sp>
                <p:nvSpPr>
                  <p:cNvPr id="6618" name="Freeform 433"/>
                  <p:cNvSpPr>
                    <a:spLocks/>
                  </p:cNvSpPr>
                  <p:nvPr/>
                </p:nvSpPr>
                <p:spPr bwMode="auto">
                  <a:xfrm>
                    <a:off x="4352" y="3544"/>
                    <a:ext cx="8" cy="7"/>
                  </a:xfrm>
                  <a:custGeom>
                    <a:avLst/>
                    <a:gdLst>
                      <a:gd name="T0" fmla="*/ 1 w 16"/>
                      <a:gd name="T1" fmla="*/ 1 h 14"/>
                      <a:gd name="T2" fmla="*/ 1 w 16"/>
                      <a:gd name="T3" fmla="*/ 1 h 14"/>
                      <a:gd name="T4" fmla="*/ 1 w 16"/>
                      <a:gd name="T5" fmla="*/ 1 h 14"/>
                      <a:gd name="T6" fmla="*/ 1 w 16"/>
                      <a:gd name="T7" fmla="*/ 1 h 14"/>
                      <a:gd name="T8" fmla="*/ 1 w 16"/>
                      <a:gd name="T9" fmla="*/ 1 h 14"/>
                      <a:gd name="T10" fmla="*/ 1 w 16"/>
                      <a:gd name="T11" fmla="*/ 1 h 14"/>
                      <a:gd name="T12" fmla="*/ 1 w 16"/>
                      <a:gd name="T13" fmla="*/ 1 h 14"/>
                      <a:gd name="T14" fmla="*/ 1 w 16"/>
                      <a:gd name="T15" fmla="*/ 1 h 14"/>
                      <a:gd name="T16" fmla="*/ 1 w 16"/>
                      <a:gd name="T17" fmla="*/ 1 h 14"/>
                      <a:gd name="T18" fmla="*/ 0 w 16"/>
                      <a:gd name="T19" fmla="*/ 0 h 14"/>
                      <a:gd name="T20" fmla="*/ 1 w 16"/>
                      <a:gd name="T21" fmla="*/ 0 h 14"/>
                      <a:gd name="T22" fmla="*/ 1 w 16"/>
                      <a:gd name="T23" fmla="*/ 1 h 14"/>
                      <a:gd name="T24" fmla="*/ 1 w 16"/>
                      <a:gd name="T25" fmla="*/ 1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4"/>
                      <a:gd name="T41" fmla="*/ 16 w 16"/>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4">
                        <a:moveTo>
                          <a:pt x="5" y="4"/>
                        </a:moveTo>
                        <a:lnTo>
                          <a:pt x="11" y="10"/>
                        </a:lnTo>
                        <a:lnTo>
                          <a:pt x="14" y="11"/>
                        </a:lnTo>
                        <a:lnTo>
                          <a:pt x="16" y="14"/>
                        </a:lnTo>
                        <a:lnTo>
                          <a:pt x="10" y="14"/>
                        </a:lnTo>
                        <a:lnTo>
                          <a:pt x="7" y="10"/>
                        </a:lnTo>
                        <a:lnTo>
                          <a:pt x="5" y="8"/>
                        </a:lnTo>
                        <a:lnTo>
                          <a:pt x="4" y="5"/>
                        </a:lnTo>
                        <a:lnTo>
                          <a:pt x="2" y="3"/>
                        </a:lnTo>
                        <a:lnTo>
                          <a:pt x="0" y="0"/>
                        </a:lnTo>
                        <a:lnTo>
                          <a:pt x="3" y="0"/>
                        </a:lnTo>
                        <a:lnTo>
                          <a:pt x="3" y="2"/>
                        </a:lnTo>
                        <a:lnTo>
                          <a:pt x="5"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9" name="Freeform 434"/>
                  <p:cNvSpPr>
                    <a:spLocks/>
                  </p:cNvSpPr>
                  <p:nvPr/>
                </p:nvSpPr>
                <p:spPr bwMode="auto">
                  <a:xfrm>
                    <a:off x="4354" y="3546"/>
                    <a:ext cx="7" cy="6"/>
                  </a:xfrm>
                  <a:custGeom>
                    <a:avLst/>
                    <a:gdLst>
                      <a:gd name="T0" fmla="*/ 1 w 14"/>
                      <a:gd name="T1" fmla="*/ 1 h 11"/>
                      <a:gd name="T2" fmla="*/ 1 w 14"/>
                      <a:gd name="T3" fmla="*/ 1 h 11"/>
                      <a:gd name="T4" fmla="*/ 1 w 14"/>
                      <a:gd name="T5" fmla="*/ 1 h 11"/>
                      <a:gd name="T6" fmla="*/ 1 w 14"/>
                      <a:gd name="T7" fmla="*/ 1 h 11"/>
                      <a:gd name="T8" fmla="*/ 1 w 14"/>
                      <a:gd name="T9" fmla="*/ 0 h 11"/>
                      <a:gd name="T10" fmla="*/ 0 w 14"/>
                      <a:gd name="T11" fmla="*/ 1 h 11"/>
                      <a:gd name="T12" fmla="*/ 1 w 14"/>
                      <a:gd name="T13" fmla="*/ 1 h 11"/>
                      <a:gd name="T14" fmla="*/ 1 w 14"/>
                      <a:gd name="T15" fmla="*/ 1 h 11"/>
                      <a:gd name="T16" fmla="*/ 1 w 14"/>
                      <a:gd name="T17" fmla="*/ 1 h 11"/>
                      <a:gd name="T18" fmla="*/ 1 w 14"/>
                      <a:gd name="T19" fmla="*/ 1 h 11"/>
                      <a:gd name="T20" fmla="*/ 1 w 14"/>
                      <a:gd name="T21" fmla="*/ 1 h 11"/>
                      <a:gd name="T22" fmla="*/ 1 w 14"/>
                      <a:gd name="T23" fmla="*/ 1 h 11"/>
                      <a:gd name="T24" fmla="*/ 1 w 14"/>
                      <a:gd name="T25" fmla="*/ 1 h 11"/>
                      <a:gd name="T26" fmla="*/ 1 w 14"/>
                      <a:gd name="T27" fmla="*/ 1 h 11"/>
                      <a:gd name="T28" fmla="*/ 1 w 14"/>
                      <a:gd name="T29" fmla="*/ 1 h 11"/>
                      <a:gd name="T30" fmla="*/ 1 w 14"/>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
                      <a:gd name="T49" fmla="*/ 0 h 11"/>
                      <a:gd name="T50" fmla="*/ 14 w 14"/>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 h="11">
                        <a:moveTo>
                          <a:pt x="12" y="11"/>
                        </a:moveTo>
                        <a:lnTo>
                          <a:pt x="12" y="9"/>
                        </a:lnTo>
                        <a:lnTo>
                          <a:pt x="5" y="1"/>
                        </a:lnTo>
                        <a:lnTo>
                          <a:pt x="4" y="1"/>
                        </a:lnTo>
                        <a:lnTo>
                          <a:pt x="3" y="0"/>
                        </a:lnTo>
                        <a:lnTo>
                          <a:pt x="0" y="1"/>
                        </a:lnTo>
                        <a:lnTo>
                          <a:pt x="1" y="2"/>
                        </a:lnTo>
                        <a:lnTo>
                          <a:pt x="4" y="4"/>
                        </a:lnTo>
                        <a:lnTo>
                          <a:pt x="9" y="9"/>
                        </a:lnTo>
                        <a:lnTo>
                          <a:pt x="10" y="9"/>
                        </a:lnTo>
                        <a:lnTo>
                          <a:pt x="11" y="10"/>
                        </a:lnTo>
                        <a:lnTo>
                          <a:pt x="11" y="9"/>
                        </a:lnTo>
                        <a:lnTo>
                          <a:pt x="12" y="11"/>
                        </a:lnTo>
                        <a:lnTo>
                          <a:pt x="14" y="10"/>
                        </a:lnTo>
                        <a:lnTo>
                          <a:pt x="12" y="9"/>
                        </a:lnTo>
                        <a:lnTo>
                          <a:pt x="1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0" name="Freeform 435"/>
                  <p:cNvSpPr>
                    <a:spLocks/>
                  </p:cNvSpPr>
                  <p:nvPr/>
                </p:nvSpPr>
                <p:spPr bwMode="auto">
                  <a:xfrm>
                    <a:off x="4350" y="3544"/>
                    <a:ext cx="10" cy="8"/>
                  </a:xfrm>
                  <a:custGeom>
                    <a:avLst/>
                    <a:gdLst>
                      <a:gd name="T0" fmla="*/ 1 w 19"/>
                      <a:gd name="T1" fmla="*/ 0 h 16"/>
                      <a:gd name="T2" fmla="*/ 1 w 19"/>
                      <a:gd name="T3" fmla="*/ 1 h 16"/>
                      <a:gd name="T4" fmla="*/ 1 w 19"/>
                      <a:gd name="T5" fmla="*/ 1 h 16"/>
                      <a:gd name="T6" fmla="*/ 1 w 19"/>
                      <a:gd name="T7" fmla="*/ 1 h 16"/>
                      <a:gd name="T8" fmla="*/ 1 w 19"/>
                      <a:gd name="T9" fmla="*/ 1 h 16"/>
                      <a:gd name="T10" fmla="*/ 1 w 19"/>
                      <a:gd name="T11" fmla="*/ 1 h 16"/>
                      <a:gd name="T12" fmla="*/ 1 w 19"/>
                      <a:gd name="T13" fmla="*/ 1 h 16"/>
                      <a:gd name="T14" fmla="*/ 1 w 19"/>
                      <a:gd name="T15" fmla="*/ 1 h 16"/>
                      <a:gd name="T16" fmla="*/ 1 w 19"/>
                      <a:gd name="T17" fmla="*/ 1 h 16"/>
                      <a:gd name="T18" fmla="*/ 1 w 19"/>
                      <a:gd name="T19" fmla="*/ 1 h 16"/>
                      <a:gd name="T20" fmla="*/ 1 w 19"/>
                      <a:gd name="T21" fmla="*/ 1 h 16"/>
                      <a:gd name="T22" fmla="*/ 1 w 19"/>
                      <a:gd name="T23" fmla="*/ 1 h 16"/>
                      <a:gd name="T24" fmla="*/ 1 w 19"/>
                      <a:gd name="T25" fmla="*/ 1 h 16"/>
                      <a:gd name="T26" fmla="*/ 1 w 19"/>
                      <a:gd name="T27" fmla="*/ 1 h 16"/>
                      <a:gd name="T28" fmla="*/ 1 w 19"/>
                      <a:gd name="T29" fmla="*/ 0 h 16"/>
                      <a:gd name="T30" fmla="*/ 1 w 19"/>
                      <a:gd name="T31" fmla="*/ 1 h 16"/>
                      <a:gd name="T32" fmla="*/ 1 w 19"/>
                      <a:gd name="T33" fmla="*/ 0 h 16"/>
                      <a:gd name="T34" fmla="*/ 0 w 19"/>
                      <a:gd name="T35" fmla="*/ 1 h 16"/>
                      <a:gd name="T36" fmla="*/ 1 w 19"/>
                      <a:gd name="T37" fmla="*/ 1 h 16"/>
                      <a:gd name="T38" fmla="*/ 1 w 19"/>
                      <a:gd name="T39" fmla="*/ 0 h 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
                      <a:gd name="T61" fmla="*/ 0 h 16"/>
                      <a:gd name="T62" fmla="*/ 19 w 19"/>
                      <a:gd name="T63" fmla="*/ 16 h 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 h="16">
                        <a:moveTo>
                          <a:pt x="2" y="0"/>
                        </a:moveTo>
                        <a:lnTo>
                          <a:pt x="2" y="3"/>
                        </a:lnTo>
                        <a:lnTo>
                          <a:pt x="6" y="6"/>
                        </a:lnTo>
                        <a:lnTo>
                          <a:pt x="7" y="9"/>
                        </a:lnTo>
                        <a:lnTo>
                          <a:pt x="8" y="11"/>
                        </a:lnTo>
                        <a:lnTo>
                          <a:pt x="13" y="16"/>
                        </a:lnTo>
                        <a:lnTo>
                          <a:pt x="19" y="16"/>
                        </a:lnTo>
                        <a:lnTo>
                          <a:pt x="18" y="14"/>
                        </a:lnTo>
                        <a:lnTo>
                          <a:pt x="13" y="14"/>
                        </a:lnTo>
                        <a:lnTo>
                          <a:pt x="12" y="12"/>
                        </a:lnTo>
                        <a:lnTo>
                          <a:pt x="11" y="10"/>
                        </a:lnTo>
                        <a:lnTo>
                          <a:pt x="10" y="7"/>
                        </a:lnTo>
                        <a:lnTo>
                          <a:pt x="7" y="5"/>
                        </a:lnTo>
                        <a:lnTo>
                          <a:pt x="6" y="3"/>
                        </a:lnTo>
                        <a:lnTo>
                          <a:pt x="3" y="0"/>
                        </a:lnTo>
                        <a:lnTo>
                          <a:pt x="3" y="3"/>
                        </a:lnTo>
                        <a:lnTo>
                          <a:pt x="2" y="0"/>
                        </a:lnTo>
                        <a:lnTo>
                          <a:pt x="0" y="1"/>
                        </a:lnTo>
                        <a:lnTo>
                          <a:pt x="2" y="3"/>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1" name="Freeform 436"/>
                  <p:cNvSpPr>
                    <a:spLocks/>
                  </p:cNvSpPr>
                  <p:nvPr/>
                </p:nvSpPr>
                <p:spPr bwMode="auto">
                  <a:xfrm>
                    <a:off x="4352" y="3544"/>
                    <a:ext cx="3" cy="3"/>
                  </a:xfrm>
                  <a:custGeom>
                    <a:avLst/>
                    <a:gdLst>
                      <a:gd name="T0" fmla="*/ 0 w 8"/>
                      <a:gd name="T1" fmla="*/ 1 h 6"/>
                      <a:gd name="T2" fmla="*/ 0 w 8"/>
                      <a:gd name="T3" fmla="*/ 1 h 6"/>
                      <a:gd name="T4" fmla="*/ 0 w 8"/>
                      <a:gd name="T5" fmla="*/ 0 h 6"/>
                      <a:gd name="T6" fmla="*/ 0 w 8"/>
                      <a:gd name="T7" fmla="*/ 0 h 6"/>
                      <a:gd name="T8" fmla="*/ 0 w 8"/>
                      <a:gd name="T9" fmla="*/ 1 h 6"/>
                      <a:gd name="T10" fmla="*/ 0 w 8"/>
                      <a:gd name="T11" fmla="*/ 1 h 6"/>
                      <a:gd name="T12" fmla="*/ 0 w 8"/>
                      <a:gd name="T13" fmla="*/ 1 h 6"/>
                      <a:gd name="T14" fmla="*/ 0 w 8"/>
                      <a:gd name="T15" fmla="*/ 1 h 6"/>
                      <a:gd name="T16" fmla="*/ 0 w 8"/>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6"/>
                      <a:gd name="T29" fmla="*/ 8 w 8"/>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6">
                        <a:moveTo>
                          <a:pt x="8" y="5"/>
                        </a:moveTo>
                        <a:lnTo>
                          <a:pt x="6" y="3"/>
                        </a:lnTo>
                        <a:lnTo>
                          <a:pt x="4" y="0"/>
                        </a:lnTo>
                        <a:lnTo>
                          <a:pt x="0" y="0"/>
                        </a:lnTo>
                        <a:lnTo>
                          <a:pt x="1" y="3"/>
                        </a:lnTo>
                        <a:lnTo>
                          <a:pt x="4" y="3"/>
                        </a:lnTo>
                        <a:lnTo>
                          <a:pt x="4" y="5"/>
                        </a:lnTo>
                        <a:lnTo>
                          <a:pt x="5" y="6"/>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2" name="Freeform 437"/>
                  <p:cNvSpPr>
                    <a:spLocks/>
                  </p:cNvSpPr>
                  <p:nvPr/>
                </p:nvSpPr>
                <p:spPr bwMode="auto">
                  <a:xfrm>
                    <a:off x="4444" y="3544"/>
                    <a:ext cx="14" cy="3"/>
                  </a:xfrm>
                  <a:custGeom>
                    <a:avLst/>
                    <a:gdLst>
                      <a:gd name="T0" fmla="*/ 1 w 27"/>
                      <a:gd name="T1" fmla="*/ 1 h 5"/>
                      <a:gd name="T2" fmla="*/ 1 w 27"/>
                      <a:gd name="T3" fmla="*/ 1 h 5"/>
                      <a:gd name="T4" fmla="*/ 1 w 27"/>
                      <a:gd name="T5" fmla="*/ 1 h 5"/>
                      <a:gd name="T6" fmla="*/ 1 w 27"/>
                      <a:gd name="T7" fmla="*/ 1 h 5"/>
                      <a:gd name="T8" fmla="*/ 1 w 27"/>
                      <a:gd name="T9" fmla="*/ 1 h 5"/>
                      <a:gd name="T10" fmla="*/ 1 w 27"/>
                      <a:gd name="T11" fmla="*/ 1 h 5"/>
                      <a:gd name="T12" fmla="*/ 0 w 27"/>
                      <a:gd name="T13" fmla="*/ 1 h 5"/>
                      <a:gd name="T14" fmla="*/ 0 w 27"/>
                      <a:gd name="T15" fmla="*/ 1 h 5"/>
                      <a:gd name="T16" fmla="*/ 1 w 27"/>
                      <a:gd name="T17" fmla="*/ 1 h 5"/>
                      <a:gd name="T18" fmla="*/ 1 w 27"/>
                      <a:gd name="T19" fmla="*/ 1 h 5"/>
                      <a:gd name="T20" fmla="*/ 1 w 27"/>
                      <a:gd name="T21" fmla="*/ 0 h 5"/>
                      <a:gd name="T22" fmla="*/ 1 w 27"/>
                      <a:gd name="T23" fmla="*/ 0 h 5"/>
                      <a:gd name="T24" fmla="*/ 1 w 27"/>
                      <a:gd name="T25" fmla="*/ 1 h 5"/>
                      <a:gd name="T26" fmla="*/ 1 w 27"/>
                      <a:gd name="T27" fmla="*/ 1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5"/>
                      <a:gd name="T44" fmla="*/ 27 w 27"/>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5">
                        <a:moveTo>
                          <a:pt x="27" y="2"/>
                        </a:moveTo>
                        <a:lnTo>
                          <a:pt x="23" y="3"/>
                        </a:lnTo>
                        <a:lnTo>
                          <a:pt x="21" y="4"/>
                        </a:lnTo>
                        <a:lnTo>
                          <a:pt x="4" y="4"/>
                        </a:lnTo>
                        <a:lnTo>
                          <a:pt x="1" y="5"/>
                        </a:lnTo>
                        <a:lnTo>
                          <a:pt x="1" y="4"/>
                        </a:lnTo>
                        <a:lnTo>
                          <a:pt x="0" y="4"/>
                        </a:lnTo>
                        <a:lnTo>
                          <a:pt x="0" y="3"/>
                        </a:lnTo>
                        <a:lnTo>
                          <a:pt x="2" y="2"/>
                        </a:lnTo>
                        <a:lnTo>
                          <a:pt x="6" y="2"/>
                        </a:lnTo>
                        <a:lnTo>
                          <a:pt x="10" y="0"/>
                        </a:lnTo>
                        <a:lnTo>
                          <a:pt x="20" y="0"/>
                        </a:lnTo>
                        <a:lnTo>
                          <a:pt x="23" y="2"/>
                        </a:lnTo>
                        <a:lnTo>
                          <a:pt x="2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3" name="Freeform 438"/>
                  <p:cNvSpPr>
                    <a:spLocks/>
                  </p:cNvSpPr>
                  <p:nvPr/>
                </p:nvSpPr>
                <p:spPr bwMode="auto">
                  <a:xfrm>
                    <a:off x="4444" y="3544"/>
                    <a:ext cx="14" cy="3"/>
                  </a:xfrm>
                  <a:custGeom>
                    <a:avLst/>
                    <a:gdLst>
                      <a:gd name="T0" fmla="*/ 0 w 27"/>
                      <a:gd name="T1" fmla="*/ 1 h 6"/>
                      <a:gd name="T2" fmla="*/ 1 w 27"/>
                      <a:gd name="T3" fmla="*/ 1 h 6"/>
                      <a:gd name="T4" fmla="*/ 1 w 27"/>
                      <a:gd name="T5" fmla="*/ 1 h 6"/>
                      <a:gd name="T6" fmla="*/ 1 w 27"/>
                      <a:gd name="T7" fmla="*/ 1 h 6"/>
                      <a:gd name="T8" fmla="*/ 1 w 27"/>
                      <a:gd name="T9" fmla="*/ 1 h 6"/>
                      <a:gd name="T10" fmla="*/ 1 w 27"/>
                      <a:gd name="T11" fmla="*/ 1 h 6"/>
                      <a:gd name="T12" fmla="*/ 1 w 27"/>
                      <a:gd name="T13" fmla="*/ 0 h 6"/>
                      <a:gd name="T14" fmla="*/ 1 w 27"/>
                      <a:gd name="T15" fmla="*/ 1 h 6"/>
                      <a:gd name="T16" fmla="*/ 1 w 27"/>
                      <a:gd name="T17" fmla="*/ 1 h 6"/>
                      <a:gd name="T18" fmla="*/ 1 w 27"/>
                      <a:gd name="T19" fmla="*/ 1 h 6"/>
                      <a:gd name="T20" fmla="*/ 1 w 27"/>
                      <a:gd name="T21" fmla="*/ 1 h 6"/>
                      <a:gd name="T22" fmla="*/ 1 w 27"/>
                      <a:gd name="T23" fmla="*/ 1 h 6"/>
                      <a:gd name="T24" fmla="*/ 1 w 27"/>
                      <a:gd name="T25" fmla="*/ 1 h 6"/>
                      <a:gd name="T26" fmla="*/ 0 w 27"/>
                      <a:gd name="T27" fmla="*/ 1 h 6"/>
                      <a:gd name="T28" fmla="*/ 0 w 27"/>
                      <a:gd name="T29" fmla="*/ 1 h 6"/>
                      <a:gd name="T30" fmla="*/ 1 w 27"/>
                      <a:gd name="T31" fmla="*/ 1 h 6"/>
                      <a:gd name="T32" fmla="*/ 0 w 27"/>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
                      <a:gd name="T52" fmla="*/ 0 h 6"/>
                      <a:gd name="T53" fmla="*/ 27 w 27"/>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 h="6">
                        <a:moveTo>
                          <a:pt x="0" y="5"/>
                        </a:moveTo>
                        <a:lnTo>
                          <a:pt x="1" y="6"/>
                        </a:lnTo>
                        <a:lnTo>
                          <a:pt x="5" y="5"/>
                        </a:lnTo>
                        <a:lnTo>
                          <a:pt x="21" y="5"/>
                        </a:lnTo>
                        <a:lnTo>
                          <a:pt x="23" y="4"/>
                        </a:lnTo>
                        <a:lnTo>
                          <a:pt x="27" y="3"/>
                        </a:lnTo>
                        <a:lnTo>
                          <a:pt x="26" y="0"/>
                        </a:lnTo>
                        <a:lnTo>
                          <a:pt x="23" y="2"/>
                        </a:lnTo>
                        <a:lnTo>
                          <a:pt x="20" y="2"/>
                        </a:lnTo>
                        <a:lnTo>
                          <a:pt x="17" y="3"/>
                        </a:lnTo>
                        <a:lnTo>
                          <a:pt x="4" y="3"/>
                        </a:lnTo>
                        <a:lnTo>
                          <a:pt x="1" y="4"/>
                        </a:lnTo>
                        <a:lnTo>
                          <a:pt x="2" y="4"/>
                        </a:lnTo>
                        <a:lnTo>
                          <a:pt x="0" y="5"/>
                        </a:lnTo>
                        <a:lnTo>
                          <a:pt x="0" y="6"/>
                        </a:lnTo>
                        <a:lnTo>
                          <a:pt x="1" y="6"/>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4" name="Freeform 439"/>
                  <p:cNvSpPr>
                    <a:spLocks/>
                  </p:cNvSpPr>
                  <p:nvPr/>
                </p:nvSpPr>
                <p:spPr bwMode="auto">
                  <a:xfrm>
                    <a:off x="4443" y="3545"/>
                    <a:ext cx="2" cy="2"/>
                  </a:xfrm>
                  <a:custGeom>
                    <a:avLst/>
                    <a:gdLst>
                      <a:gd name="T0" fmla="*/ 1 w 3"/>
                      <a:gd name="T1" fmla="*/ 0 h 3"/>
                      <a:gd name="T2" fmla="*/ 0 w 3"/>
                      <a:gd name="T3" fmla="*/ 0 h 3"/>
                      <a:gd name="T4" fmla="*/ 0 w 3"/>
                      <a:gd name="T5" fmla="*/ 1 h 3"/>
                      <a:gd name="T6" fmla="*/ 1 w 3"/>
                      <a:gd name="T7" fmla="*/ 1 h 3"/>
                      <a:gd name="T8" fmla="*/ 1 w 3"/>
                      <a:gd name="T9" fmla="*/ 1 h 3"/>
                      <a:gd name="T10" fmla="*/ 1 w 3"/>
                      <a:gd name="T11" fmla="*/ 1 h 3"/>
                      <a:gd name="T12" fmla="*/ 1 w 3"/>
                      <a:gd name="T13" fmla="*/ 1 h 3"/>
                      <a:gd name="T14" fmla="*/ 1 w 3"/>
                      <a:gd name="T15" fmla="*/ 1 h 3"/>
                      <a:gd name="T16" fmla="*/ 1 w 3"/>
                      <a:gd name="T17" fmla="*/ 0 h 3"/>
                      <a:gd name="T18" fmla="*/ 0 w 3"/>
                      <a:gd name="T19" fmla="*/ 0 h 3"/>
                      <a:gd name="T20" fmla="*/ 1 w 3"/>
                      <a:gd name="T21" fmla="*/ 0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3"/>
                      <a:gd name="T35" fmla="*/ 3 w 3"/>
                      <a:gd name="T36" fmla="*/ 3 h 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3">
                        <a:moveTo>
                          <a:pt x="1" y="0"/>
                        </a:moveTo>
                        <a:lnTo>
                          <a:pt x="0" y="0"/>
                        </a:lnTo>
                        <a:lnTo>
                          <a:pt x="0" y="3"/>
                        </a:lnTo>
                        <a:lnTo>
                          <a:pt x="1" y="3"/>
                        </a:lnTo>
                        <a:lnTo>
                          <a:pt x="3" y="2"/>
                        </a:lnTo>
                        <a:lnTo>
                          <a:pt x="2" y="2"/>
                        </a:lnTo>
                        <a:lnTo>
                          <a:pt x="2" y="1"/>
                        </a:lnTo>
                        <a:lnTo>
                          <a:pt x="1" y="2"/>
                        </a:lnTo>
                        <a:lnTo>
                          <a:pt x="1" y="0"/>
                        </a:lnTo>
                        <a:lnTo>
                          <a:pt x="0"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5" name="Freeform 440"/>
                  <p:cNvSpPr>
                    <a:spLocks/>
                  </p:cNvSpPr>
                  <p:nvPr/>
                </p:nvSpPr>
                <p:spPr bwMode="auto">
                  <a:xfrm>
                    <a:off x="4444" y="3544"/>
                    <a:ext cx="15" cy="2"/>
                  </a:xfrm>
                  <a:custGeom>
                    <a:avLst/>
                    <a:gdLst>
                      <a:gd name="T0" fmla="*/ 0 w 31"/>
                      <a:gd name="T1" fmla="*/ 0 h 5"/>
                      <a:gd name="T2" fmla="*/ 0 w 31"/>
                      <a:gd name="T3" fmla="*/ 0 h 5"/>
                      <a:gd name="T4" fmla="*/ 0 w 31"/>
                      <a:gd name="T5" fmla="*/ 0 h 5"/>
                      <a:gd name="T6" fmla="*/ 0 w 31"/>
                      <a:gd name="T7" fmla="*/ 0 h 5"/>
                      <a:gd name="T8" fmla="*/ 0 w 31"/>
                      <a:gd name="T9" fmla="*/ 0 h 5"/>
                      <a:gd name="T10" fmla="*/ 0 w 31"/>
                      <a:gd name="T11" fmla="*/ 0 h 5"/>
                      <a:gd name="T12" fmla="*/ 0 w 31"/>
                      <a:gd name="T13" fmla="*/ 0 h 5"/>
                      <a:gd name="T14" fmla="*/ 0 w 31"/>
                      <a:gd name="T15" fmla="*/ 0 h 5"/>
                      <a:gd name="T16" fmla="*/ 0 w 31"/>
                      <a:gd name="T17" fmla="*/ 0 h 5"/>
                      <a:gd name="T18" fmla="*/ 0 w 31"/>
                      <a:gd name="T19" fmla="*/ 0 h 5"/>
                      <a:gd name="T20" fmla="*/ 0 w 31"/>
                      <a:gd name="T21" fmla="*/ 0 h 5"/>
                      <a:gd name="T22" fmla="*/ 0 w 31"/>
                      <a:gd name="T23" fmla="*/ 0 h 5"/>
                      <a:gd name="T24" fmla="*/ 0 w 31"/>
                      <a:gd name="T25" fmla="*/ 0 h 5"/>
                      <a:gd name="T26" fmla="*/ 0 w 31"/>
                      <a:gd name="T27" fmla="*/ 0 h 5"/>
                      <a:gd name="T28" fmla="*/ 0 w 31"/>
                      <a:gd name="T29" fmla="*/ 0 h 5"/>
                      <a:gd name="T30" fmla="*/ 0 w 31"/>
                      <a:gd name="T31" fmla="*/ 0 h 5"/>
                      <a:gd name="T32" fmla="*/ 0 w 31"/>
                      <a:gd name="T33" fmla="*/ 0 h 5"/>
                      <a:gd name="T34" fmla="*/ 0 w 31"/>
                      <a:gd name="T35" fmla="*/ 0 h 5"/>
                      <a:gd name="T36" fmla="*/ 0 w 31"/>
                      <a:gd name="T37" fmla="*/ 0 h 5"/>
                      <a:gd name="T38" fmla="*/ 0 w 31"/>
                      <a:gd name="T39" fmla="*/ 0 h 5"/>
                      <a:gd name="T40" fmla="*/ 0 w 31"/>
                      <a:gd name="T41" fmla="*/ 0 h 5"/>
                      <a:gd name="T42" fmla="*/ 0 w 31"/>
                      <a:gd name="T43" fmla="*/ 0 h 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1"/>
                      <a:gd name="T67" fmla="*/ 0 h 5"/>
                      <a:gd name="T68" fmla="*/ 31 w 31"/>
                      <a:gd name="T69" fmla="*/ 5 h 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1" h="5">
                        <a:moveTo>
                          <a:pt x="27" y="4"/>
                        </a:moveTo>
                        <a:lnTo>
                          <a:pt x="27" y="1"/>
                        </a:lnTo>
                        <a:lnTo>
                          <a:pt x="23" y="1"/>
                        </a:lnTo>
                        <a:lnTo>
                          <a:pt x="20" y="0"/>
                        </a:lnTo>
                        <a:lnTo>
                          <a:pt x="10" y="0"/>
                        </a:lnTo>
                        <a:lnTo>
                          <a:pt x="6" y="1"/>
                        </a:lnTo>
                        <a:lnTo>
                          <a:pt x="2" y="1"/>
                        </a:lnTo>
                        <a:lnTo>
                          <a:pt x="0" y="3"/>
                        </a:lnTo>
                        <a:lnTo>
                          <a:pt x="0" y="5"/>
                        </a:lnTo>
                        <a:lnTo>
                          <a:pt x="2" y="4"/>
                        </a:lnTo>
                        <a:lnTo>
                          <a:pt x="6" y="4"/>
                        </a:lnTo>
                        <a:lnTo>
                          <a:pt x="10" y="3"/>
                        </a:lnTo>
                        <a:lnTo>
                          <a:pt x="13" y="3"/>
                        </a:lnTo>
                        <a:lnTo>
                          <a:pt x="16" y="4"/>
                        </a:lnTo>
                        <a:lnTo>
                          <a:pt x="20" y="3"/>
                        </a:lnTo>
                        <a:lnTo>
                          <a:pt x="23" y="4"/>
                        </a:lnTo>
                        <a:lnTo>
                          <a:pt x="27" y="4"/>
                        </a:lnTo>
                        <a:lnTo>
                          <a:pt x="26" y="1"/>
                        </a:lnTo>
                        <a:lnTo>
                          <a:pt x="27" y="4"/>
                        </a:lnTo>
                        <a:lnTo>
                          <a:pt x="31" y="1"/>
                        </a:lnTo>
                        <a:lnTo>
                          <a:pt x="27" y="1"/>
                        </a:lnTo>
                        <a:lnTo>
                          <a:pt x="2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6" name="Freeform 441"/>
                  <p:cNvSpPr>
                    <a:spLocks/>
                  </p:cNvSpPr>
                  <p:nvPr/>
                </p:nvSpPr>
                <p:spPr bwMode="auto">
                  <a:xfrm>
                    <a:off x="4358" y="3545"/>
                    <a:ext cx="7" cy="3"/>
                  </a:xfrm>
                  <a:custGeom>
                    <a:avLst/>
                    <a:gdLst>
                      <a:gd name="T0" fmla="*/ 0 w 15"/>
                      <a:gd name="T1" fmla="*/ 0 h 7"/>
                      <a:gd name="T2" fmla="*/ 0 w 15"/>
                      <a:gd name="T3" fmla="*/ 0 h 7"/>
                      <a:gd name="T4" fmla="*/ 0 w 15"/>
                      <a:gd name="T5" fmla="*/ 0 h 7"/>
                      <a:gd name="T6" fmla="*/ 0 w 15"/>
                      <a:gd name="T7" fmla="*/ 0 h 7"/>
                      <a:gd name="T8" fmla="*/ 0 w 15"/>
                      <a:gd name="T9" fmla="*/ 0 h 7"/>
                      <a:gd name="T10" fmla="*/ 0 w 15"/>
                      <a:gd name="T11" fmla="*/ 0 h 7"/>
                      <a:gd name="T12" fmla="*/ 0 w 15"/>
                      <a:gd name="T13" fmla="*/ 0 h 7"/>
                      <a:gd name="T14" fmla="*/ 0 w 15"/>
                      <a:gd name="T15" fmla="*/ 0 h 7"/>
                      <a:gd name="T16" fmla="*/ 0 w 15"/>
                      <a:gd name="T17" fmla="*/ 0 h 7"/>
                      <a:gd name="T18" fmla="*/ 0 w 15"/>
                      <a:gd name="T19" fmla="*/ 0 h 7"/>
                      <a:gd name="T20" fmla="*/ 0 w 15"/>
                      <a:gd name="T21" fmla="*/ 0 h 7"/>
                      <a:gd name="T22" fmla="*/ 0 w 15"/>
                      <a:gd name="T23" fmla="*/ 0 h 7"/>
                      <a:gd name="T24" fmla="*/ 0 w 15"/>
                      <a:gd name="T25" fmla="*/ 0 h 7"/>
                      <a:gd name="T26" fmla="*/ 0 w 15"/>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7"/>
                      <a:gd name="T44" fmla="*/ 15 w 15"/>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7">
                        <a:moveTo>
                          <a:pt x="15" y="3"/>
                        </a:moveTo>
                        <a:lnTo>
                          <a:pt x="12" y="7"/>
                        </a:lnTo>
                        <a:lnTo>
                          <a:pt x="8" y="7"/>
                        </a:lnTo>
                        <a:lnTo>
                          <a:pt x="5" y="4"/>
                        </a:lnTo>
                        <a:lnTo>
                          <a:pt x="4" y="4"/>
                        </a:lnTo>
                        <a:lnTo>
                          <a:pt x="0" y="1"/>
                        </a:lnTo>
                        <a:lnTo>
                          <a:pt x="3" y="0"/>
                        </a:lnTo>
                        <a:lnTo>
                          <a:pt x="5" y="0"/>
                        </a:lnTo>
                        <a:lnTo>
                          <a:pt x="7" y="1"/>
                        </a:lnTo>
                        <a:lnTo>
                          <a:pt x="9" y="1"/>
                        </a:lnTo>
                        <a:lnTo>
                          <a:pt x="10" y="2"/>
                        </a:lnTo>
                        <a:lnTo>
                          <a:pt x="12" y="2"/>
                        </a:lnTo>
                        <a:lnTo>
                          <a:pt x="14" y="3"/>
                        </a:lnTo>
                        <a:lnTo>
                          <a:pt x="15"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7" name="Freeform 442"/>
                  <p:cNvSpPr>
                    <a:spLocks/>
                  </p:cNvSpPr>
                  <p:nvPr/>
                </p:nvSpPr>
                <p:spPr bwMode="auto">
                  <a:xfrm>
                    <a:off x="4363" y="3547"/>
                    <a:ext cx="3" cy="2"/>
                  </a:xfrm>
                  <a:custGeom>
                    <a:avLst/>
                    <a:gdLst>
                      <a:gd name="T0" fmla="*/ 0 w 6"/>
                      <a:gd name="T1" fmla="*/ 0 h 5"/>
                      <a:gd name="T2" fmla="*/ 1 w 6"/>
                      <a:gd name="T3" fmla="*/ 0 h 5"/>
                      <a:gd name="T4" fmla="*/ 1 w 6"/>
                      <a:gd name="T5" fmla="*/ 0 h 5"/>
                      <a:gd name="T6" fmla="*/ 1 w 6"/>
                      <a:gd name="T7" fmla="*/ 0 h 5"/>
                      <a:gd name="T8" fmla="*/ 1 w 6"/>
                      <a:gd name="T9" fmla="*/ 0 h 5"/>
                      <a:gd name="T10" fmla="*/ 1 w 6"/>
                      <a:gd name="T11" fmla="*/ 0 h 5"/>
                      <a:gd name="T12" fmla="*/ 1 w 6"/>
                      <a:gd name="T13" fmla="*/ 0 h 5"/>
                      <a:gd name="T14" fmla="*/ 0 w 6"/>
                      <a:gd name="T15" fmla="*/ 0 h 5"/>
                      <a:gd name="T16" fmla="*/ 0 w 6"/>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5"/>
                      <a:gd name="T29" fmla="*/ 6 w 6"/>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5">
                        <a:moveTo>
                          <a:pt x="0" y="5"/>
                        </a:moveTo>
                        <a:lnTo>
                          <a:pt x="3" y="5"/>
                        </a:lnTo>
                        <a:lnTo>
                          <a:pt x="5" y="3"/>
                        </a:lnTo>
                        <a:lnTo>
                          <a:pt x="6" y="0"/>
                        </a:lnTo>
                        <a:lnTo>
                          <a:pt x="3" y="0"/>
                        </a:lnTo>
                        <a:lnTo>
                          <a:pt x="3" y="1"/>
                        </a:lnTo>
                        <a:lnTo>
                          <a:pt x="2" y="3"/>
                        </a:lnTo>
                        <a:lnTo>
                          <a:pt x="0"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8" name="Freeform 443"/>
                  <p:cNvSpPr>
                    <a:spLocks/>
                  </p:cNvSpPr>
                  <p:nvPr/>
                </p:nvSpPr>
                <p:spPr bwMode="auto">
                  <a:xfrm>
                    <a:off x="4356" y="3545"/>
                    <a:ext cx="7" cy="4"/>
                  </a:xfrm>
                  <a:custGeom>
                    <a:avLst/>
                    <a:gdLst>
                      <a:gd name="T0" fmla="*/ 1 w 12"/>
                      <a:gd name="T1" fmla="*/ 0 h 8"/>
                      <a:gd name="T2" fmla="*/ 1 w 12"/>
                      <a:gd name="T3" fmla="*/ 1 h 8"/>
                      <a:gd name="T4" fmla="*/ 1 w 12"/>
                      <a:gd name="T5" fmla="*/ 1 h 8"/>
                      <a:gd name="T6" fmla="*/ 1 w 12"/>
                      <a:gd name="T7" fmla="*/ 1 h 8"/>
                      <a:gd name="T8" fmla="*/ 1 w 12"/>
                      <a:gd name="T9" fmla="*/ 1 h 8"/>
                      <a:gd name="T10" fmla="*/ 1 w 12"/>
                      <a:gd name="T11" fmla="*/ 1 h 8"/>
                      <a:gd name="T12" fmla="*/ 1 w 12"/>
                      <a:gd name="T13" fmla="*/ 1 h 8"/>
                      <a:gd name="T14" fmla="*/ 1 w 12"/>
                      <a:gd name="T15" fmla="*/ 1 h 8"/>
                      <a:gd name="T16" fmla="*/ 1 w 12"/>
                      <a:gd name="T17" fmla="*/ 1 h 8"/>
                      <a:gd name="T18" fmla="*/ 1 w 12"/>
                      <a:gd name="T19" fmla="*/ 1 h 8"/>
                      <a:gd name="T20" fmla="*/ 1 w 12"/>
                      <a:gd name="T21" fmla="*/ 0 h 8"/>
                      <a:gd name="T22" fmla="*/ 1 w 12"/>
                      <a:gd name="T23" fmla="*/ 1 h 8"/>
                      <a:gd name="T24" fmla="*/ 1 w 12"/>
                      <a:gd name="T25" fmla="*/ 0 h 8"/>
                      <a:gd name="T26" fmla="*/ 0 w 12"/>
                      <a:gd name="T27" fmla="*/ 0 h 8"/>
                      <a:gd name="T28" fmla="*/ 1 w 12"/>
                      <a:gd name="T29" fmla="*/ 1 h 8"/>
                      <a:gd name="T30" fmla="*/ 1 w 12"/>
                      <a:gd name="T31" fmla="*/ 0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8"/>
                      <a:gd name="T50" fmla="*/ 12 w 12"/>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8">
                        <a:moveTo>
                          <a:pt x="2" y="0"/>
                        </a:moveTo>
                        <a:lnTo>
                          <a:pt x="1" y="1"/>
                        </a:lnTo>
                        <a:lnTo>
                          <a:pt x="9" y="8"/>
                        </a:lnTo>
                        <a:lnTo>
                          <a:pt x="12" y="8"/>
                        </a:lnTo>
                        <a:lnTo>
                          <a:pt x="12" y="6"/>
                        </a:lnTo>
                        <a:lnTo>
                          <a:pt x="10" y="6"/>
                        </a:lnTo>
                        <a:lnTo>
                          <a:pt x="9" y="4"/>
                        </a:lnTo>
                        <a:lnTo>
                          <a:pt x="7" y="4"/>
                        </a:lnTo>
                        <a:lnTo>
                          <a:pt x="6" y="3"/>
                        </a:lnTo>
                        <a:lnTo>
                          <a:pt x="6" y="2"/>
                        </a:lnTo>
                        <a:lnTo>
                          <a:pt x="4" y="0"/>
                        </a:lnTo>
                        <a:lnTo>
                          <a:pt x="2" y="2"/>
                        </a:lnTo>
                        <a:lnTo>
                          <a:pt x="2" y="0"/>
                        </a:lnTo>
                        <a:lnTo>
                          <a:pt x="0" y="0"/>
                        </a:lnTo>
                        <a:lnTo>
                          <a:pt x="1" y="1"/>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29" name="Freeform 444"/>
                  <p:cNvSpPr>
                    <a:spLocks/>
                  </p:cNvSpPr>
                  <p:nvPr/>
                </p:nvSpPr>
                <p:spPr bwMode="auto">
                  <a:xfrm>
                    <a:off x="4358" y="3544"/>
                    <a:ext cx="8" cy="3"/>
                  </a:xfrm>
                  <a:custGeom>
                    <a:avLst/>
                    <a:gdLst>
                      <a:gd name="T0" fmla="*/ 0 w 18"/>
                      <a:gd name="T1" fmla="*/ 1 h 6"/>
                      <a:gd name="T2" fmla="*/ 0 w 18"/>
                      <a:gd name="T3" fmla="*/ 1 h 6"/>
                      <a:gd name="T4" fmla="*/ 0 w 18"/>
                      <a:gd name="T5" fmla="*/ 1 h 6"/>
                      <a:gd name="T6" fmla="*/ 0 w 18"/>
                      <a:gd name="T7" fmla="*/ 1 h 6"/>
                      <a:gd name="T8" fmla="*/ 0 w 18"/>
                      <a:gd name="T9" fmla="*/ 1 h 6"/>
                      <a:gd name="T10" fmla="*/ 0 w 18"/>
                      <a:gd name="T11" fmla="*/ 1 h 6"/>
                      <a:gd name="T12" fmla="*/ 0 w 18"/>
                      <a:gd name="T13" fmla="*/ 1 h 6"/>
                      <a:gd name="T14" fmla="*/ 0 w 18"/>
                      <a:gd name="T15" fmla="*/ 0 h 6"/>
                      <a:gd name="T16" fmla="*/ 0 w 18"/>
                      <a:gd name="T17" fmla="*/ 0 h 6"/>
                      <a:gd name="T18" fmla="*/ 0 w 18"/>
                      <a:gd name="T19" fmla="*/ 1 h 6"/>
                      <a:gd name="T20" fmla="*/ 0 w 18"/>
                      <a:gd name="T21" fmla="*/ 1 h 6"/>
                      <a:gd name="T22" fmla="*/ 0 w 18"/>
                      <a:gd name="T23" fmla="*/ 1 h 6"/>
                      <a:gd name="T24" fmla="*/ 0 w 18"/>
                      <a:gd name="T25" fmla="*/ 1 h 6"/>
                      <a:gd name="T26" fmla="*/ 0 w 18"/>
                      <a:gd name="T27" fmla="*/ 1 h 6"/>
                      <a:gd name="T28" fmla="*/ 0 w 18"/>
                      <a:gd name="T29" fmla="*/ 1 h 6"/>
                      <a:gd name="T30" fmla="*/ 0 w 18"/>
                      <a:gd name="T31" fmla="*/ 1 h 6"/>
                      <a:gd name="T32" fmla="*/ 0 w 18"/>
                      <a:gd name="T33" fmla="*/ 1 h 6"/>
                      <a:gd name="T34" fmla="*/ 0 w 18"/>
                      <a:gd name="T35" fmla="*/ 1 h 6"/>
                      <a:gd name="T36" fmla="*/ 0 w 18"/>
                      <a:gd name="T37" fmla="*/ 1 h 6"/>
                      <a:gd name="T38" fmla="*/ 0 w 18"/>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
                      <a:gd name="T61" fmla="*/ 0 h 6"/>
                      <a:gd name="T62" fmla="*/ 18 w 18"/>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 h="6">
                        <a:moveTo>
                          <a:pt x="16" y="5"/>
                        </a:moveTo>
                        <a:lnTo>
                          <a:pt x="15" y="4"/>
                        </a:lnTo>
                        <a:lnTo>
                          <a:pt x="14" y="4"/>
                        </a:lnTo>
                        <a:lnTo>
                          <a:pt x="13" y="3"/>
                        </a:lnTo>
                        <a:lnTo>
                          <a:pt x="10" y="3"/>
                        </a:lnTo>
                        <a:lnTo>
                          <a:pt x="9" y="2"/>
                        </a:lnTo>
                        <a:lnTo>
                          <a:pt x="7" y="2"/>
                        </a:lnTo>
                        <a:lnTo>
                          <a:pt x="5" y="0"/>
                        </a:lnTo>
                        <a:lnTo>
                          <a:pt x="3" y="0"/>
                        </a:lnTo>
                        <a:lnTo>
                          <a:pt x="0" y="2"/>
                        </a:lnTo>
                        <a:lnTo>
                          <a:pt x="0" y="4"/>
                        </a:lnTo>
                        <a:lnTo>
                          <a:pt x="8" y="4"/>
                        </a:lnTo>
                        <a:lnTo>
                          <a:pt x="10" y="5"/>
                        </a:lnTo>
                        <a:lnTo>
                          <a:pt x="13" y="5"/>
                        </a:lnTo>
                        <a:lnTo>
                          <a:pt x="15" y="6"/>
                        </a:lnTo>
                        <a:lnTo>
                          <a:pt x="14" y="5"/>
                        </a:lnTo>
                        <a:lnTo>
                          <a:pt x="16" y="5"/>
                        </a:lnTo>
                        <a:lnTo>
                          <a:pt x="18" y="4"/>
                        </a:lnTo>
                        <a:lnTo>
                          <a:pt x="15" y="4"/>
                        </a:lnTo>
                        <a:lnTo>
                          <a:pt x="1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0" name="Freeform 445"/>
                  <p:cNvSpPr>
                    <a:spLocks/>
                  </p:cNvSpPr>
                  <p:nvPr/>
                </p:nvSpPr>
                <p:spPr bwMode="auto">
                  <a:xfrm>
                    <a:off x="4393" y="3549"/>
                    <a:ext cx="74" cy="51"/>
                  </a:xfrm>
                  <a:custGeom>
                    <a:avLst/>
                    <a:gdLst>
                      <a:gd name="T0" fmla="*/ 2 w 148"/>
                      <a:gd name="T1" fmla="*/ 2 h 101"/>
                      <a:gd name="T2" fmla="*/ 3 w 148"/>
                      <a:gd name="T3" fmla="*/ 2 h 101"/>
                      <a:gd name="T4" fmla="*/ 3 w 148"/>
                      <a:gd name="T5" fmla="*/ 2 h 101"/>
                      <a:gd name="T6" fmla="*/ 3 w 148"/>
                      <a:gd name="T7" fmla="*/ 2 h 101"/>
                      <a:gd name="T8" fmla="*/ 3 w 148"/>
                      <a:gd name="T9" fmla="*/ 2 h 101"/>
                      <a:gd name="T10" fmla="*/ 3 w 148"/>
                      <a:gd name="T11" fmla="*/ 2 h 101"/>
                      <a:gd name="T12" fmla="*/ 3 w 148"/>
                      <a:gd name="T13" fmla="*/ 2 h 101"/>
                      <a:gd name="T14" fmla="*/ 3 w 148"/>
                      <a:gd name="T15" fmla="*/ 2 h 101"/>
                      <a:gd name="T16" fmla="*/ 3 w 148"/>
                      <a:gd name="T17" fmla="*/ 2 h 101"/>
                      <a:gd name="T18" fmla="*/ 4 w 148"/>
                      <a:gd name="T19" fmla="*/ 3 h 101"/>
                      <a:gd name="T20" fmla="*/ 4 w 148"/>
                      <a:gd name="T21" fmla="*/ 3 h 101"/>
                      <a:gd name="T22" fmla="*/ 4 w 148"/>
                      <a:gd name="T23" fmla="*/ 3 h 101"/>
                      <a:gd name="T24" fmla="*/ 5 w 148"/>
                      <a:gd name="T25" fmla="*/ 3 h 101"/>
                      <a:gd name="T26" fmla="*/ 5 w 148"/>
                      <a:gd name="T27" fmla="*/ 4 h 101"/>
                      <a:gd name="T28" fmla="*/ 5 w 148"/>
                      <a:gd name="T29" fmla="*/ 4 h 101"/>
                      <a:gd name="T30" fmla="*/ 5 w 148"/>
                      <a:gd name="T31" fmla="*/ 4 h 101"/>
                      <a:gd name="T32" fmla="*/ 5 w 148"/>
                      <a:gd name="T33" fmla="*/ 3 h 101"/>
                      <a:gd name="T34" fmla="*/ 4 w 148"/>
                      <a:gd name="T35" fmla="*/ 3 h 101"/>
                      <a:gd name="T36" fmla="*/ 4 w 148"/>
                      <a:gd name="T37" fmla="*/ 3 h 101"/>
                      <a:gd name="T38" fmla="*/ 3 w 148"/>
                      <a:gd name="T39" fmla="*/ 3 h 101"/>
                      <a:gd name="T40" fmla="*/ 3 w 148"/>
                      <a:gd name="T41" fmla="*/ 2 h 101"/>
                      <a:gd name="T42" fmla="*/ 3 w 148"/>
                      <a:gd name="T43" fmla="*/ 2 h 101"/>
                      <a:gd name="T44" fmla="*/ 3 w 148"/>
                      <a:gd name="T45" fmla="*/ 2 h 101"/>
                      <a:gd name="T46" fmla="*/ 3 w 148"/>
                      <a:gd name="T47" fmla="*/ 2 h 101"/>
                      <a:gd name="T48" fmla="*/ 3 w 148"/>
                      <a:gd name="T49" fmla="*/ 2 h 101"/>
                      <a:gd name="T50" fmla="*/ 3 w 148"/>
                      <a:gd name="T51" fmla="*/ 2 h 101"/>
                      <a:gd name="T52" fmla="*/ 2 w 148"/>
                      <a:gd name="T53" fmla="*/ 2 h 101"/>
                      <a:gd name="T54" fmla="*/ 2 w 148"/>
                      <a:gd name="T55" fmla="*/ 2 h 101"/>
                      <a:gd name="T56" fmla="*/ 2 w 148"/>
                      <a:gd name="T57" fmla="*/ 2 h 101"/>
                      <a:gd name="T58" fmla="*/ 2 w 148"/>
                      <a:gd name="T59" fmla="*/ 1 h 101"/>
                      <a:gd name="T60" fmla="*/ 2 w 148"/>
                      <a:gd name="T61" fmla="*/ 1 h 101"/>
                      <a:gd name="T62" fmla="*/ 2 w 148"/>
                      <a:gd name="T63" fmla="*/ 1 h 101"/>
                      <a:gd name="T64" fmla="*/ 1 w 148"/>
                      <a:gd name="T65" fmla="*/ 1 h 101"/>
                      <a:gd name="T66" fmla="*/ 1 w 148"/>
                      <a:gd name="T67" fmla="*/ 1 h 101"/>
                      <a:gd name="T68" fmla="*/ 1 w 148"/>
                      <a:gd name="T69" fmla="*/ 1 h 101"/>
                      <a:gd name="T70" fmla="*/ 1 w 148"/>
                      <a:gd name="T71" fmla="*/ 1 h 101"/>
                      <a:gd name="T72" fmla="*/ 1 w 148"/>
                      <a:gd name="T73" fmla="*/ 1 h 101"/>
                      <a:gd name="T74" fmla="*/ 1 w 148"/>
                      <a:gd name="T75" fmla="*/ 1 h 101"/>
                      <a:gd name="T76" fmla="*/ 0 w 148"/>
                      <a:gd name="T77" fmla="*/ 1 h 101"/>
                      <a:gd name="T78" fmla="*/ 1 w 148"/>
                      <a:gd name="T79" fmla="*/ 1 h 101"/>
                      <a:gd name="T80" fmla="*/ 1 w 148"/>
                      <a:gd name="T81" fmla="*/ 1 h 101"/>
                      <a:gd name="T82" fmla="*/ 1 w 148"/>
                      <a:gd name="T83" fmla="*/ 1 h 101"/>
                      <a:gd name="T84" fmla="*/ 1 w 148"/>
                      <a:gd name="T85" fmla="*/ 1 h 101"/>
                      <a:gd name="T86" fmla="*/ 2 w 148"/>
                      <a:gd name="T87" fmla="*/ 1 h 101"/>
                      <a:gd name="T88" fmla="*/ 2 w 148"/>
                      <a:gd name="T89" fmla="*/ 1 h 101"/>
                      <a:gd name="T90" fmla="*/ 2 w 148"/>
                      <a:gd name="T91" fmla="*/ 1 h 101"/>
                      <a:gd name="T92" fmla="*/ 2 w 148"/>
                      <a:gd name="T93" fmla="*/ 1 h 10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48"/>
                      <a:gd name="T142" fmla="*/ 0 h 101"/>
                      <a:gd name="T143" fmla="*/ 148 w 148"/>
                      <a:gd name="T144" fmla="*/ 101 h 10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48" h="101">
                        <a:moveTo>
                          <a:pt x="59" y="35"/>
                        </a:moveTo>
                        <a:lnTo>
                          <a:pt x="60" y="36"/>
                        </a:lnTo>
                        <a:lnTo>
                          <a:pt x="63" y="37"/>
                        </a:lnTo>
                        <a:lnTo>
                          <a:pt x="65" y="38"/>
                        </a:lnTo>
                        <a:lnTo>
                          <a:pt x="66" y="40"/>
                        </a:lnTo>
                        <a:lnTo>
                          <a:pt x="69" y="41"/>
                        </a:lnTo>
                        <a:lnTo>
                          <a:pt x="70" y="42"/>
                        </a:lnTo>
                        <a:lnTo>
                          <a:pt x="73" y="43"/>
                        </a:lnTo>
                        <a:lnTo>
                          <a:pt x="75" y="45"/>
                        </a:lnTo>
                        <a:lnTo>
                          <a:pt x="76" y="46"/>
                        </a:lnTo>
                        <a:lnTo>
                          <a:pt x="79" y="47"/>
                        </a:lnTo>
                        <a:lnTo>
                          <a:pt x="81" y="48"/>
                        </a:lnTo>
                        <a:lnTo>
                          <a:pt x="82" y="49"/>
                        </a:lnTo>
                        <a:lnTo>
                          <a:pt x="85" y="51"/>
                        </a:lnTo>
                        <a:lnTo>
                          <a:pt x="89" y="54"/>
                        </a:lnTo>
                        <a:lnTo>
                          <a:pt x="91" y="56"/>
                        </a:lnTo>
                        <a:lnTo>
                          <a:pt x="97" y="62"/>
                        </a:lnTo>
                        <a:lnTo>
                          <a:pt x="102" y="64"/>
                        </a:lnTo>
                        <a:lnTo>
                          <a:pt x="108" y="70"/>
                        </a:lnTo>
                        <a:lnTo>
                          <a:pt x="112" y="73"/>
                        </a:lnTo>
                        <a:lnTo>
                          <a:pt x="116" y="75"/>
                        </a:lnTo>
                        <a:lnTo>
                          <a:pt x="119" y="79"/>
                        </a:lnTo>
                        <a:lnTo>
                          <a:pt x="123" y="82"/>
                        </a:lnTo>
                        <a:lnTo>
                          <a:pt x="127" y="84"/>
                        </a:lnTo>
                        <a:lnTo>
                          <a:pt x="130" y="88"/>
                        </a:lnTo>
                        <a:lnTo>
                          <a:pt x="134" y="90"/>
                        </a:lnTo>
                        <a:lnTo>
                          <a:pt x="140" y="96"/>
                        </a:lnTo>
                        <a:lnTo>
                          <a:pt x="144" y="99"/>
                        </a:lnTo>
                        <a:lnTo>
                          <a:pt x="148" y="101"/>
                        </a:lnTo>
                        <a:lnTo>
                          <a:pt x="144" y="101"/>
                        </a:lnTo>
                        <a:lnTo>
                          <a:pt x="142" y="100"/>
                        </a:lnTo>
                        <a:lnTo>
                          <a:pt x="139" y="99"/>
                        </a:lnTo>
                        <a:lnTo>
                          <a:pt x="132" y="91"/>
                        </a:lnTo>
                        <a:lnTo>
                          <a:pt x="129" y="90"/>
                        </a:lnTo>
                        <a:lnTo>
                          <a:pt x="127" y="88"/>
                        </a:lnTo>
                        <a:lnTo>
                          <a:pt x="123" y="86"/>
                        </a:lnTo>
                        <a:lnTo>
                          <a:pt x="116" y="79"/>
                        </a:lnTo>
                        <a:lnTo>
                          <a:pt x="112" y="78"/>
                        </a:lnTo>
                        <a:lnTo>
                          <a:pt x="105" y="70"/>
                        </a:lnTo>
                        <a:lnTo>
                          <a:pt x="102" y="69"/>
                        </a:lnTo>
                        <a:lnTo>
                          <a:pt x="98" y="67"/>
                        </a:lnTo>
                        <a:lnTo>
                          <a:pt x="96" y="64"/>
                        </a:lnTo>
                        <a:lnTo>
                          <a:pt x="94" y="63"/>
                        </a:lnTo>
                        <a:lnTo>
                          <a:pt x="90" y="61"/>
                        </a:lnTo>
                        <a:lnTo>
                          <a:pt x="85" y="56"/>
                        </a:lnTo>
                        <a:lnTo>
                          <a:pt x="82" y="54"/>
                        </a:lnTo>
                        <a:lnTo>
                          <a:pt x="80" y="52"/>
                        </a:lnTo>
                        <a:lnTo>
                          <a:pt x="78" y="51"/>
                        </a:lnTo>
                        <a:lnTo>
                          <a:pt x="75" y="49"/>
                        </a:lnTo>
                        <a:lnTo>
                          <a:pt x="73" y="47"/>
                        </a:lnTo>
                        <a:lnTo>
                          <a:pt x="70" y="46"/>
                        </a:lnTo>
                        <a:lnTo>
                          <a:pt x="68" y="43"/>
                        </a:lnTo>
                        <a:lnTo>
                          <a:pt x="65" y="42"/>
                        </a:lnTo>
                        <a:lnTo>
                          <a:pt x="63" y="41"/>
                        </a:lnTo>
                        <a:lnTo>
                          <a:pt x="59" y="38"/>
                        </a:lnTo>
                        <a:lnTo>
                          <a:pt x="57" y="37"/>
                        </a:lnTo>
                        <a:lnTo>
                          <a:pt x="54" y="36"/>
                        </a:lnTo>
                        <a:lnTo>
                          <a:pt x="52" y="33"/>
                        </a:lnTo>
                        <a:lnTo>
                          <a:pt x="49" y="32"/>
                        </a:lnTo>
                        <a:lnTo>
                          <a:pt x="47" y="31"/>
                        </a:lnTo>
                        <a:lnTo>
                          <a:pt x="43" y="30"/>
                        </a:lnTo>
                        <a:lnTo>
                          <a:pt x="42" y="27"/>
                        </a:lnTo>
                        <a:lnTo>
                          <a:pt x="38" y="26"/>
                        </a:lnTo>
                        <a:lnTo>
                          <a:pt x="36" y="25"/>
                        </a:lnTo>
                        <a:lnTo>
                          <a:pt x="33" y="22"/>
                        </a:lnTo>
                        <a:lnTo>
                          <a:pt x="31" y="21"/>
                        </a:lnTo>
                        <a:lnTo>
                          <a:pt x="28" y="20"/>
                        </a:lnTo>
                        <a:lnTo>
                          <a:pt x="26" y="17"/>
                        </a:lnTo>
                        <a:lnTo>
                          <a:pt x="23" y="16"/>
                        </a:lnTo>
                        <a:lnTo>
                          <a:pt x="21" y="15"/>
                        </a:lnTo>
                        <a:lnTo>
                          <a:pt x="18" y="12"/>
                        </a:lnTo>
                        <a:lnTo>
                          <a:pt x="16" y="11"/>
                        </a:lnTo>
                        <a:lnTo>
                          <a:pt x="13" y="9"/>
                        </a:lnTo>
                        <a:lnTo>
                          <a:pt x="11" y="9"/>
                        </a:lnTo>
                        <a:lnTo>
                          <a:pt x="9" y="6"/>
                        </a:lnTo>
                        <a:lnTo>
                          <a:pt x="5" y="5"/>
                        </a:lnTo>
                        <a:lnTo>
                          <a:pt x="2" y="4"/>
                        </a:lnTo>
                        <a:lnTo>
                          <a:pt x="0" y="4"/>
                        </a:lnTo>
                        <a:lnTo>
                          <a:pt x="0" y="0"/>
                        </a:lnTo>
                        <a:lnTo>
                          <a:pt x="4" y="3"/>
                        </a:lnTo>
                        <a:lnTo>
                          <a:pt x="7" y="4"/>
                        </a:lnTo>
                        <a:lnTo>
                          <a:pt x="11" y="5"/>
                        </a:lnTo>
                        <a:lnTo>
                          <a:pt x="15" y="8"/>
                        </a:lnTo>
                        <a:lnTo>
                          <a:pt x="18" y="10"/>
                        </a:lnTo>
                        <a:lnTo>
                          <a:pt x="22" y="11"/>
                        </a:lnTo>
                        <a:lnTo>
                          <a:pt x="26" y="14"/>
                        </a:lnTo>
                        <a:lnTo>
                          <a:pt x="29" y="16"/>
                        </a:lnTo>
                        <a:lnTo>
                          <a:pt x="33" y="19"/>
                        </a:lnTo>
                        <a:lnTo>
                          <a:pt x="37" y="21"/>
                        </a:lnTo>
                        <a:lnTo>
                          <a:pt x="41" y="24"/>
                        </a:lnTo>
                        <a:lnTo>
                          <a:pt x="44" y="26"/>
                        </a:lnTo>
                        <a:lnTo>
                          <a:pt x="48" y="29"/>
                        </a:lnTo>
                        <a:lnTo>
                          <a:pt x="52" y="30"/>
                        </a:lnTo>
                        <a:lnTo>
                          <a:pt x="55" y="32"/>
                        </a:lnTo>
                        <a:lnTo>
                          <a:pt x="59"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1" name="Freeform 446"/>
                  <p:cNvSpPr>
                    <a:spLocks/>
                  </p:cNvSpPr>
                  <p:nvPr/>
                </p:nvSpPr>
                <p:spPr bwMode="auto">
                  <a:xfrm>
                    <a:off x="4422" y="3566"/>
                    <a:ext cx="17" cy="11"/>
                  </a:xfrm>
                  <a:custGeom>
                    <a:avLst/>
                    <a:gdLst>
                      <a:gd name="T0" fmla="*/ 2 w 33"/>
                      <a:gd name="T1" fmla="*/ 0 h 24"/>
                      <a:gd name="T2" fmla="*/ 1 w 33"/>
                      <a:gd name="T3" fmla="*/ 0 h 24"/>
                      <a:gd name="T4" fmla="*/ 1 w 33"/>
                      <a:gd name="T5" fmla="*/ 0 h 24"/>
                      <a:gd name="T6" fmla="*/ 1 w 33"/>
                      <a:gd name="T7" fmla="*/ 0 h 24"/>
                      <a:gd name="T8" fmla="*/ 1 w 33"/>
                      <a:gd name="T9" fmla="*/ 0 h 24"/>
                      <a:gd name="T10" fmla="*/ 1 w 33"/>
                      <a:gd name="T11" fmla="*/ 0 h 24"/>
                      <a:gd name="T12" fmla="*/ 1 w 33"/>
                      <a:gd name="T13" fmla="*/ 0 h 24"/>
                      <a:gd name="T14" fmla="*/ 1 w 33"/>
                      <a:gd name="T15" fmla="*/ 0 h 24"/>
                      <a:gd name="T16" fmla="*/ 1 w 33"/>
                      <a:gd name="T17" fmla="*/ 0 h 24"/>
                      <a:gd name="T18" fmla="*/ 1 w 33"/>
                      <a:gd name="T19" fmla="*/ 0 h 24"/>
                      <a:gd name="T20" fmla="*/ 1 w 33"/>
                      <a:gd name="T21" fmla="*/ 0 h 24"/>
                      <a:gd name="T22" fmla="*/ 1 w 33"/>
                      <a:gd name="T23" fmla="*/ 0 h 24"/>
                      <a:gd name="T24" fmla="*/ 1 w 33"/>
                      <a:gd name="T25" fmla="*/ 0 h 24"/>
                      <a:gd name="T26" fmla="*/ 1 w 33"/>
                      <a:gd name="T27" fmla="*/ 0 h 24"/>
                      <a:gd name="T28" fmla="*/ 1 w 33"/>
                      <a:gd name="T29" fmla="*/ 0 h 24"/>
                      <a:gd name="T30" fmla="*/ 0 w 33"/>
                      <a:gd name="T31" fmla="*/ 0 h 24"/>
                      <a:gd name="T32" fmla="*/ 1 w 33"/>
                      <a:gd name="T33" fmla="*/ 0 h 24"/>
                      <a:gd name="T34" fmla="*/ 1 w 33"/>
                      <a:gd name="T35" fmla="*/ 0 h 24"/>
                      <a:gd name="T36" fmla="*/ 1 w 33"/>
                      <a:gd name="T37" fmla="*/ 0 h 24"/>
                      <a:gd name="T38" fmla="*/ 1 w 33"/>
                      <a:gd name="T39" fmla="*/ 0 h 24"/>
                      <a:gd name="T40" fmla="*/ 1 w 33"/>
                      <a:gd name="T41" fmla="*/ 0 h 24"/>
                      <a:gd name="T42" fmla="*/ 1 w 33"/>
                      <a:gd name="T43" fmla="*/ 0 h 24"/>
                      <a:gd name="T44" fmla="*/ 1 w 33"/>
                      <a:gd name="T45" fmla="*/ 0 h 24"/>
                      <a:gd name="T46" fmla="*/ 1 w 33"/>
                      <a:gd name="T47" fmla="*/ 0 h 24"/>
                      <a:gd name="T48" fmla="*/ 1 w 33"/>
                      <a:gd name="T49" fmla="*/ 0 h 24"/>
                      <a:gd name="T50" fmla="*/ 1 w 33"/>
                      <a:gd name="T51" fmla="*/ 0 h 24"/>
                      <a:gd name="T52" fmla="*/ 1 w 33"/>
                      <a:gd name="T53" fmla="*/ 0 h 24"/>
                      <a:gd name="T54" fmla="*/ 1 w 33"/>
                      <a:gd name="T55" fmla="*/ 0 h 24"/>
                      <a:gd name="T56" fmla="*/ 1 w 33"/>
                      <a:gd name="T57" fmla="*/ 0 h 24"/>
                      <a:gd name="T58" fmla="*/ 1 w 33"/>
                      <a:gd name="T59" fmla="*/ 0 h 24"/>
                      <a:gd name="T60" fmla="*/ 1 w 33"/>
                      <a:gd name="T61" fmla="*/ 0 h 24"/>
                      <a:gd name="T62" fmla="*/ 2 w 33"/>
                      <a:gd name="T63" fmla="*/ 0 h 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3"/>
                      <a:gd name="T97" fmla="*/ 0 h 24"/>
                      <a:gd name="T98" fmla="*/ 33 w 33"/>
                      <a:gd name="T99" fmla="*/ 24 h 2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3" h="24">
                        <a:moveTo>
                          <a:pt x="33" y="23"/>
                        </a:moveTo>
                        <a:lnTo>
                          <a:pt x="32" y="20"/>
                        </a:lnTo>
                        <a:lnTo>
                          <a:pt x="31" y="19"/>
                        </a:lnTo>
                        <a:lnTo>
                          <a:pt x="28" y="18"/>
                        </a:lnTo>
                        <a:lnTo>
                          <a:pt x="26" y="16"/>
                        </a:lnTo>
                        <a:lnTo>
                          <a:pt x="23" y="15"/>
                        </a:lnTo>
                        <a:lnTo>
                          <a:pt x="18" y="10"/>
                        </a:lnTo>
                        <a:lnTo>
                          <a:pt x="16" y="10"/>
                        </a:lnTo>
                        <a:lnTo>
                          <a:pt x="13" y="8"/>
                        </a:lnTo>
                        <a:lnTo>
                          <a:pt x="11" y="7"/>
                        </a:lnTo>
                        <a:lnTo>
                          <a:pt x="10" y="5"/>
                        </a:lnTo>
                        <a:lnTo>
                          <a:pt x="7" y="4"/>
                        </a:lnTo>
                        <a:lnTo>
                          <a:pt x="5" y="3"/>
                        </a:lnTo>
                        <a:lnTo>
                          <a:pt x="3" y="2"/>
                        </a:lnTo>
                        <a:lnTo>
                          <a:pt x="1" y="0"/>
                        </a:lnTo>
                        <a:lnTo>
                          <a:pt x="0" y="3"/>
                        </a:lnTo>
                        <a:lnTo>
                          <a:pt x="2" y="4"/>
                        </a:lnTo>
                        <a:lnTo>
                          <a:pt x="5" y="5"/>
                        </a:lnTo>
                        <a:lnTo>
                          <a:pt x="6" y="7"/>
                        </a:lnTo>
                        <a:lnTo>
                          <a:pt x="8" y="8"/>
                        </a:lnTo>
                        <a:lnTo>
                          <a:pt x="10" y="9"/>
                        </a:lnTo>
                        <a:lnTo>
                          <a:pt x="12" y="10"/>
                        </a:lnTo>
                        <a:lnTo>
                          <a:pt x="15" y="12"/>
                        </a:lnTo>
                        <a:lnTo>
                          <a:pt x="17" y="13"/>
                        </a:lnTo>
                        <a:lnTo>
                          <a:pt x="18" y="14"/>
                        </a:lnTo>
                        <a:lnTo>
                          <a:pt x="21" y="15"/>
                        </a:lnTo>
                        <a:lnTo>
                          <a:pt x="22" y="16"/>
                        </a:lnTo>
                        <a:lnTo>
                          <a:pt x="24" y="18"/>
                        </a:lnTo>
                        <a:lnTo>
                          <a:pt x="28" y="21"/>
                        </a:lnTo>
                        <a:lnTo>
                          <a:pt x="31" y="23"/>
                        </a:lnTo>
                        <a:lnTo>
                          <a:pt x="32" y="24"/>
                        </a:lnTo>
                        <a:lnTo>
                          <a:pt x="3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2" name="Freeform 447"/>
                  <p:cNvSpPr>
                    <a:spLocks/>
                  </p:cNvSpPr>
                  <p:nvPr/>
                </p:nvSpPr>
                <p:spPr bwMode="auto">
                  <a:xfrm>
                    <a:off x="4438" y="3577"/>
                    <a:ext cx="31" cy="23"/>
                  </a:xfrm>
                  <a:custGeom>
                    <a:avLst/>
                    <a:gdLst>
                      <a:gd name="T0" fmla="*/ 2 w 61"/>
                      <a:gd name="T1" fmla="*/ 2 h 46"/>
                      <a:gd name="T2" fmla="*/ 2 w 61"/>
                      <a:gd name="T3" fmla="*/ 2 h 46"/>
                      <a:gd name="T4" fmla="*/ 2 w 61"/>
                      <a:gd name="T5" fmla="*/ 2 h 46"/>
                      <a:gd name="T6" fmla="*/ 2 w 61"/>
                      <a:gd name="T7" fmla="*/ 2 h 46"/>
                      <a:gd name="T8" fmla="*/ 2 w 61"/>
                      <a:gd name="T9" fmla="*/ 2 h 46"/>
                      <a:gd name="T10" fmla="*/ 2 w 61"/>
                      <a:gd name="T11" fmla="*/ 2 h 46"/>
                      <a:gd name="T12" fmla="*/ 2 w 61"/>
                      <a:gd name="T13" fmla="*/ 1 h 46"/>
                      <a:gd name="T14" fmla="*/ 2 w 61"/>
                      <a:gd name="T15" fmla="*/ 1 h 46"/>
                      <a:gd name="T16" fmla="*/ 1 w 61"/>
                      <a:gd name="T17" fmla="*/ 1 h 46"/>
                      <a:gd name="T18" fmla="*/ 1 w 61"/>
                      <a:gd name="T19" fmla="*/ 1 h 46"/>
                      <a:gd name="T20" fmla="*/ 1 w 61"/>
                      <a:gd name="T21" fmla="*/ 1 h 46"/>
                      <a:gd name="T22" fmla="*/ 1 w 61"/>
                      <a:gd name="T23" fmla="*/ 1 h 46"/>
                      <a:gd name="T24" fmla="*/ 1 w 61"/>
                      <a:gd name="T25" fmla="*/ 1 h 46"/>
                      <a:gd name="T26" fmla="*/ 1 w 61"/>
                      <a:gd name="T27" fmla="*/ 1 h 46"/>
                      <a:gd name="T28" fmla="*/ 1 w 61"/>
                      <a:gd name="T29" fmla="*/ 1 h 46"/>
                      <a:gd name="T30" fmla="*/ 1 w 61"/>
                      <a:gd name="T31" fmla="*/ 1 h 46"/>
                      <a:gd name="T32" fmla="*/ 1 w 61"/>
                      <a:gd name="T33" fmla="*/ 0 h 46"/>
                      <a:gd name="T34" fmla="*/ 0 w 61"/>
                      <a:gd name="T35" fmla="*/ 1 h 46"/>
                      <a:gd name="T36" fmla="*/ 1 w 61"/>
                      <a:gd name="T37" fmla="*/ 1 h 46"/>
                      <a:gd name="T38" fmla="*/ 1 w 61"/>
                      <a:gd name="T39" fmla="*/ 1 h 46"/>
                      <a:gd name="T40" fmla="*/ 1 w 61"/>
                      <a:gd name="T41" fmla="*/ 1 h 46"/>
                      <a:gd name="T42" fmla="*/ 1 w 61"/>
                      <a:gd name="T43" fmla="*/ 1 h 46"/>
                      <a:gd name="T44" fmla="*/ 1 w 61"/>
                      <a:gd name="T45" fmla="*/ 1 h 46"/>
                      <a:gd name="T46" fmla="*/ 1 w 61"/>
                      <a:gd name="T47" fmla="*/ 1 h 46"/>
                      <a:gd name="T48" fmla="*/ 1 w 61"/>
                      <a:gd name="T49" fmla="*/ 1 h 46"/>
                      <a:gd name="T50" fmla="*/ 1 w 61"/>
                      <a:gd name="T51" fmla="*/ 1 h 46"/>
                      <a:gd name="T52" fmla="*/ 2 w 61"/>
                      <a:gd name="T53" fmla="*/ 1 h 46"/>
                      <a:gd name="T54" fmla="*/ 2 w 61"/>
                      <a:gd name="T55" fmla="*/ 1 h 46"/>
                      <a:gd name="T56" fmla="*/ 2 w 61"/>
                      <a:gd name="T57" fmla="*/ 2 h 46"/>
                      <a:gd name="T58" fmla="*/ 2 w 61"/>
                      <a:gd name="T59" fmla="*/ 2 h 46"/>
                      <a:gd name="T60" fmla="*/ 2 w 61"/>
                      <a:gd name="T61" fmla="*/ 2 h 46"/>
                      <a:gd name="T62" fmla="*/ 2 w 61"/>
                      <a:gd name="T63" fmla="*/ 2 h 46"/>
                      <a:gd name="T64" fmla="*/ 2 w 61"/>
                      <a:gd name="T65" fmla="*/ 2 h 46"/>
                      <a:gd name="T66" fmla="*/ 2 w 61"/>
                      <a:gd name="T67" fmla="*/ 2 h 46"/>
                      <a:gd name="T68" fmla="*/ 2 w 61"/>
                      <a:gd name="T69" fmla="*/ 2 h 46"/>
                      <a:gd name="T70" fmla="*/ 2 w 61"/>
                      <a:gd name="T71" fmla="*/ 2 h 46"/>
                      <a:gd name="T72" fmla="*/ 2 w 61"/>
                      <a:gd name="T73" fmla="*/ 2 h 46"/>
                      <a:gd name="T74" fmla="*/ 2 w 61"/>
                      <a:gd name="T75" fmla="*/ 2 h 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1"/>
                      <a:gd name="T115" fmla="*/ 0 h 46"/>
                      <a:gd name="T116" fmla="*/ 61 w 61"/>
                      <a:gd name="T117" fmla="*/ 46 h 4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1" h="46">
                        <a:moveTo>
                          <a:pt x="58" y="46"/>
                        </a:moveTo>
                        <a:lnTo>
                          <a:pt x="59" y="44"/>
                        </a:lnTo>
                        <a:lnTo>
                          <a:pt x="55" y="42"/>
                        </a:lnTo>
                        <a:lnTo>
                          <a:pt x="52" y="39"/>
                        </a:lnTo>
                        <a:lnTo>
                          <a:pt x="48" y="35"/>
                        </a:lnTo>
                        <a:lnTo>
                          <a:pt x="44" y="33"/>
                        </a:lnTo>
                        <a:lnTo>
                          <a:pt x="40" y="30"/>
                        </a:lnTo>
                        <a:lnTo>
                          <a:pt x="34" y="24"/>
                        </a:lnTo>
                        <a:lnTo>
                          <a:pt x="31" y="22"/>
                        </a:lnTo>
                        <a:lnTo>
                          <a:pt x="27" y="19"/>
                        </a:lnTo>
                        <a:lnTo>
                          <a:pt x="23" y="16"/>
                        </a:lnTo>
                        <a:lnTo>
                          <a:pt x="20" y="13"/>
                        </a:lnTo>
                        <a:lnTo>
                          <a:pt x="16" y="11"/>
                        </a:lnTo>
                        <a:lnTo>
                          <a:pt x="12" y="7"/>
                        </a:lnTo>
                        <a:lnTo>
                          <a:pt x="8" y="5"/>
                        </a:lnTo>
                        <a:lnTo>
                          <a:pt x="5" y="2"/>
                        </a:lnTo>
                        <a:lnTo>
                          <a:pt x="1" y="0"/>
                        </a:lnTo>
                        <a:lnTo>
                          <a:pt x="0" y="1"/>
                        </a:lnTo>
                        <a:lnTo>
                          <a:pt x="4" y="3"/>
                        </a:lnTo>
                        <a:lnTo>
                          <a:pt x="7" y="7"/>
                        </a:lnTo>
                        <a:lnTo>
                          <a:pt x="11" y="10"/>
                        </a:lnTo>
                        <a:lnTo>
                          <a:pt x="15" y="12"/>
                        </a:lnTo>
                        <a:lnTo>
                          <a:pt x="18" y="16"/>
                        </a:lnTo>
                        <a:lnTo>
                          <a:pt x="22" y="18"/>
                        </a:lnTo>
                        <a:lnTo>
                          <a:pt x="26" y="21"/>
                        </a:lnTo>
                        <a:lnTo>
                          <a:pt x="32" y="27"/>
                        </a:lnTo>
                        <a:lnTo>
                          <a:pt x="36" y="29"/>
                        </a:lnTo>
                        <a:lnTo>
                          <a:pt x="39" y="32"/>
                        </a:lnTo>
                        <a:lnTo>
                          <a:pt x="43" y="34"/>
                        </a:lnTo>
                        <a:lnTo>
                          <a:pt x="47" y="38"/>
                        </a:lnTo>
                        <a:lnTo>
                          <a:pt x="50" y="40"/>
                        </a:lnTo>
                        <a:lnTo>
                          <a:pt x="54" y="43"/>
                        </a:lnTo>
                        <a:lnTo>
                          <a:pt x="56" y="46"/>
                        </a:lnTo>
                        <a:lnTo>
                          <a:pt x="58" y="44"/>
                        </a:lnTo>
                        <a:lnTo>
                          <a:pt x="58" y="46"/>
                        </a:lnTo>
                        <a:lnTo>
                          <a:pt x="61" y="46"/>
                        </a:lnTo>
                        <a:lnTo>
                          <a:pt x="59" y="44"/>
                        </a:lnTo>
                        <a:lnTo>
                          <a:pt x="58"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3" name="Freeform 448"/>
                  <p:cNvSpPr>
                    <a:spLocks/>
                  </p:cNvSpPr>
                  <p:nvPr/>
                </p:nvSpPr>
                <p:spPr bwMode="auto">
                  <a:xfrm>
                    <a:off x="4456" y="3593"/>
                    <a:ext cx="11" cy="7"/>
                  </a:xfrm>
                  <a:custGeom>
                    <a:avLst/>
                    <a:gdLst>
                      <a:gd name="T0" fmla="*/ 0 w 22"/>
                      <a:gd name="T1" fmla="*/ 1 h 14"/>
                      <a:gd name="T2" fmla="*/ 1 w 22"/>
                      <a:gd name="T3" fmla="*/ 1 h 14"/>
                      <a:gd name="T4" fmla="*/ 1 w 22"/>
                      <a:gd name="T5" fmla="*/ 1 h 14"/>
                      <a:gd name="T6" fmla="*/ 1 w 22"/>
                      <a:gd name="T7" fmla="*/ 1 h 14"/>
                      <a:gd name="T8" fmla="*/ 1 w 22"/>
                      <a:gd name="T9" fmla="*/ 1 h 14"/>
                      <a:gd name="T10" fmla="*/ 1 w 22"/>
                      <a:gd name="T11" fmla="*/ 1 h 14"/>
                      <a:gd name="T12" fmla="*/ 1 w 22"/>
                      <a:gd name="T13" fmla="*/ 1 h 14"/>
                      <a:gd name="T14" fmla="*/ 1 w 22"/>
                      <a:gd name="T15" fmla="*/ 1 h 14"/>
                      <a:gd name="T16" fmla="*/ 1 w 22"/>
                      <a:gd name="T17" fmla="*/ 1 h 14"/>
                      <a:gd name="T18" fmla="*/ 1 w 22"/>
                      <a:gd name="T19" fmla="*/ 1 h 14"/>
                      <a:gd name="T20" fmla="*/ 1 w 22"/>
                      <a:gd name="T21" fmla="*/ 1 h 14"/>
                      <a:gd name="T22" fmla="*/ 1 w 22"/>
                      <a:gd name="T23" fmla="*/ 1 h 14"/>
                      <a:gd name="T24" fmla="*/ 1 w 22"/>
                      <a:gd name="T25" fmla="*/ 0 h 14"/>
                      <a:gd name="T26" fmla="*/ 0 w 22"/>
                      <a:gd name="T27" fmla="*/ 1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
                      <a:gd name="T43" fmla="*/ 0 h 14"/>
                      <a:gd name="T44" fmla="*/ 22 w 22"/>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 h="14">
                        <a:moveTo>
                          <a:pt x="0" y="1"/>
                        </a:moveTo>
                        <a:lnTo>
                          <a:pt x="2" y="2"/>
                        </a:lnTo>
                        <a:lnTo>
                          <a:pt x="12" y="12"/>
                        </a:lnTo>
                        <a:lnTo>
                          <a:pt x="16" y="13"/>
                        </a:lnTo>
                        <a:lnTo>
                          <a:pt x="18" y="14"/>
                        </a:lnTo>
                        <a:lnTo>
                          <a:pt x="22" y="14"/>
                        </a:lnTo>
                        <a:lnTo>
                          <a:pt x="22" y="12"/>
                        </a:lnTo>
                        <a:lnTo>
                          <a:pt x="19" y="12"/>
                        </a:lnTo>
                        <a:lnTo>
                          <a:pt x="17" y="11"/>
                        </a:lnTo>
                        <a:lnTo>
                          <a:pt x="13" y="10"/>
                        </a:lnTo>
                        <a:lnTo>
                          <a:pt x="11" y="8"/>
                        </a:lnTo>
                        <a:lnTo>
                          <a:pt x="3" y="1"/>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4" name="Freeform 449"/>
                  <p:cNvSpPr>
                    <a:spLocks/>
                  </p:cNvSpPr>
                  <p:nvPr/>
                </p:nvSpPr>
                <p:spPr bwMode="auto">
                  <a:xfrm>
                    <a:off x="4434" y="3576"/>
                    <a:ext cx="23" cy="17"/>
                  </a:xfrm>
                  <a:custGeom>
                    <a:avLst/>
                    <a:gdLst>
                      <a:gd name="T0" fmla="*/ 0 w 46"/>
                      <a:gd name="T1" fmla="*/ 0 h 36"/>
                      <a:gd name="T2" fmla="*/ 1 w 46"/>
                      <a:gd name="T3" fmla="*/ 0 h 36"/>
                      <a:gd name="T4" fmla="*/ 1 w 46"/>
                      <a:gd name="T5" fmla="*/ 0 h 36"/>
                      <a:gd name="T6" fmla="*/ 1 w 46"/>
                      <a:gd name="T7" fmla="*/ 0 h 36"/>
                      <a:gd name="T8" fmla="*/ 1 w 46"/>
                      <a:gd name="T9" fmla="*/ 0 h 36"/>
                      <a:gd name="T10" fmla="*/ 1 w 46"/>
                      <a:gd name="T11" fmla="*/ 0 h 36"/>
                      <a:gd name="T12" fmla="*/ 1 w 46"/>
                      <a:gd name="T13" fmla="*/ 0 h 36"/>
                      <a:gd name="T14" fmla="*/ 1 w 46"/>
                      <a:gd name="T15" fmla="*/ 0 h 36"/>
                      <a:gd name="T16" fmla="*/ 1 w 46"/>
                      <a:gd name="T17" fmla="*/ 0 h 36"/>
                      <a:gd name="T18" fmla="*/ 1 w 46"/>
                      <a:gd name="T19" fmla="*/ 0 h 36"/>
                      <a:gd name="T20" fmla="*/ 1 w 46"/>
                      <a:gd name="T21" fmla="*/ 0 h 36"/>
                      <a:gd name="T22" fmla="*/ 2 w 46"/>
                      <a:gd name="T23" fmla="*/ 0 h 36"/>
                      <a:gd name="T24" fmla="*/ 2 w 46"/>
                      <a:gd name="T25" fmla="*/ 1 h 36"/>
                      <a:gd name="T26" fmla="*/ 2 w 46"/>
                      <a:gd name="T27" fmla="*/ 1 h 36"/>
                      <a:gd name="T28" fmla="*/ 2 w 46"/>
                      <a:gd name="T29" fmla="*/ 1 h 36"/>
                      <a:gd name="T30" fmla="*/ 2 w 46"/>
                      <a:gd name="T31" fmla="*/ 0 h 36"/>
                      <a:gd name="T32" fmla="*/ 2 w 46"/>
                      <a:gd name="T33" fmla="*/ 0 h 36"/>
                      <a:gd name="T34" fmla="*/ 2 w 46"/>
                      <a:gd name="T35" fmla="*/ 0 h 36"/>
                      <a:gd name="T36" fmla="*/ 1 w 46"/>
                      <a:gd name="T37" fmla="*/ 0 h 36"/>
                      <a:gd name="T38" fmla="*/ 1 w 46"/>
                      <a:gd name="T39" fmla="*/ 0 h 36"/>
                      <a:gd name="T40" fmla="*/ 1 w 46"/>
                      <a:gd name="T41" fmla="*/ 0 h 36"/>
                      <a:gd name="T42" fmla="*/ 1 w 46"/>
                      <a:gd name="T43" fmla="*/ 0 h 36"/>
                      <a:gd name="T44" fmla="*/ 1 w 46"/>
                      <a:gd name="T45" fmla="*/ 0 h 36"/>
                      <a:gd name="T46" fmla="*/ 1 w 46"/>
                      <a:gd name="T47" fmla="*/ 0 h 36"/>
                      <a:gd name="T48" fmla="*/ 1 w 46"/>
                      <a:gd name="T49" fmla="*/ 0 h 36"/>
                      <a:gd name="T50" fmla="*/ 1 w 46"/>
                      <a:gd name="T51" fmla="*/ 0 h 36"/>
                      <a:gd name="T52" fmla="*/ 0 w 46"/>
                      <a:gd name="T53" fmla="*/ 0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6"/>
                      <a:gd name="T82" fmla="*/ 0 h 36"/>
                      <a:gd name="T83" fmla="*/ 46 w 4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6" h="36">
                        <a:moveTo>
                          <a:pt x="0" y="1"/>
                        </a:moveTo>
                        <a:lnTo>
                          <a:pt x="3" y="4"/>
                        </a:lnTo>
                        <a:lnTo>
                          <a:pt x="6" y="6"/>
                        </a:lnTo>
                        <a:lnTo>
                          <a:pt x="9" y="9"/>
                        </a:lnTo>
                        <a:lnTo>
                          <a:pt x="11" y="10"/>
                        </a:lnTo>
                        <a:lnTo>
                          <a:pt x="16" y="15"/>
                        </a:lnTo>
                        <a:lnTo>
                          <a:pt x="20" y="17"/>
                        </a:lnTo>
                        <a:lnTo>
                          <a:pt x="22" y="19"/>
                        </a:lnTo>
                        <a:lnTo>
                          <a:pt x="25" y="21"/>
                        </a:lnTo>
                        <a:lnTo>
                          <a:pt x="29" y="24"/>
                        </a:lnTo>
                        <a:lnTo>
                          <a:pt x="31" y="25"/>
                        </a:lnTo>
                        <a:lnTo>
                          <a:pt x="38" y="32"/>
                        </a:lnTo>
                        <a:lnTo>
                          <a:pt x="42" y="33"/>
                        </a:lnTo>
                        <a:lnTo>
                          <a:pt x="45" y="36"/>
                        </a:lnTo>
                        <a:lnTo>
                          <a:pt x="46" y="35"/>
                        </a:lnTo>
                        <a:lnTo>
                          <a:pt x="41" y="30"/>
                        </a:lnTo>
                        <a:lnTo>
                          <a:pt x="37" y="27"/>
                        </a:lnTo>
                        <a:lnTo>
                          <a:pt x="35" y="26"/>
                        </a:lnTo>
                        <a:lnTo>
                          <a:pt x="27" y="19"/>
                        </a:lnTo>
                        <a:lnTo>
                          <a:pt x="24" y="17"/>
                        </a:lnTo>
                        <a:lnTo>
                          <a:pt x="19" y="13"/>
                        </a:lnTo>
                        <a:lnTo>
                          <a:pt x="15" y="10"/>
                        </a:lnTo>
                        <a:lnTo>
                          <a:pt x="13" y="9"/>
                        </a:lnTo>
                        <a:lnTo>
                          <a:pt x="8" y="4"/>
                        </a:lnTo>
                        <a:lnTo>
                          <a:pt x="5" y="3"/>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5" name="Freeform 450"/>
                  <p:cNvSpPr>
                    <a:spLocks/>
                  </p:cNvSpPr>
                  <p:nvPr/>
                </p:nvSpPr>
                <p:spPr bwMode="auto">
                  <a:xfrm>
                    <a:off x="4414" y="3562"/>
                    <a:ext cx="21" cy="14"/>
                  </a:xfrm>
                  <a:custGeom>
                    <a:avLst/>
                    <a:gdLst>
                      <a:gd name="T0" fmla="*/ 0 w 41"/>
                      <a:gd name="T1" fmla="*/ 1 h 28"/>
                      <a:gd name="T2" fmla="*/ 1 w 41"/>
                      <a:gd name="T3" fmla="*/ 1 h 28"/>
                      <a:gd name="T4" fmla="*/ 1 w 41"/>
                      <a:gd name="T5" fmla="*/ 1 h 28"/>
                      <a:gd name="T6" fmla="*/ 1 w 41"/>
                      <a:gd name="T7" fmla="*/ 1 h 28"/>
                      <a:gd name="T8" fmla="*/ 1 w 41"/>
                      <a:gd name="T9" fmla="*/ 1 h 28"/>
                      <a:gd name="T10" fmla="*/ 1 w 41"/>
                      <a:gd name="T11" fmla="*/ 1 h 28"/>
                      <a:gd name="T12" fmla="*/ 1 w 41"/>
                      <a:gd name="T13" fmla="*/ 1 h 28"/>
                      <a:gd name="T14" fmla="*/ 1 w 41"/>
                      <a:gd name="T15" fmla="*/ 1 h 28"/>
                      <a:gd name="T16" fmla="*/ 1 w 41"/>
                      <a:gd name="T17" fmla="*/ 1 h 28"/>
                      <a:gd name="T18" fmla="*/ 1 w 41"/>
                      <a:gd name="T19" fmla="*/ 1 h 28"/>
                      <a:gd name="T20" fmla="*/ 1 w 41"/>
                      <a:gd name="T21" fmla="*/ 1 h 28"/>
                      <a:gd name="T22" fmla="*/ 1 w 41"/>
                      <a:gd name="T23" fmla="*/ 1 h 28"/>
                      <a:gd name="T24" fmla="*/ 1 w 41"/>
                      <a:gd name="T25" fmla="*/ 1 h 28"/>
                      <a:gd name="T26" fmla="*/ 2 w 41"/>
                      <a:gd name="T27" fmla="*/ 1 h 28"/>
                      <a:gd name="T28" fmla="*/ 2 w 41"/>
                      <a:gd name="T29" fmla="*/ 1 h 28"/>
                      <a:gd name="T30" fmla="*/ 2 w 41"/>
                      <a:gd name="T31" fmla="*/ 1 h 28"/>
                      <a:gd name="T32" fmla="*/ 2 w 41"/>
                      <a:gd name="T33" fmla="*/ 1 h 28"/>
                      <a:gd name="T34" fmla="*/ 2 w 41"/>
                      <a:gd name="T35" fmla="*/ 1 h 28"/>
                      <a:gd name="T36" fmla="*/ 2 w 41"/>
                      <a:gd name="T37" fmla="*/ 1 h 28"/>
                      <a:gd name="T38" fmla="*/ 2 w 41"/>
                      <a:gd name="T39" fmla="*/ 1 h 28"/>
                      <a:gd name="T40" fmla="*/ 1 w 41"/>
                      <a:gd name="T41" fmla="*/ 1 h 28"/>
                      <a:gd name="T42" fmla="*/ 1 w 41"/>
                      <a:gd name="T43" fmla="*/ 1 h 28"/>
                      <a:gd name="T44" fmla="*/ 1 w 41"/>
                      <a:gd name="T45" fmla="*/ 1 h 28"/>
                      <a:gd name="T46" fmla="*/ 1 w 41"/>
                      <a:gd name="T47" fmla="*/ 1 h 28"/>
                      <a:gd name="T48" fmla="*/ 1 w 41"/>
                      <a:gd name="T49" fmla="*/ 1 h 28"/>
                      <a:gd name="T50" fmla="*/ 1 w 41"/>
                      <a:gd name="T51" fmla="*/ 1 h 28"/>
                      <a:gd name="T52" fmla="*/ 1 w 41"/>
                      <a:gd name="T53" fmla="*/ 1 h 28"/>
                      <a:gd name="T54" fmla="*/ 1 w 41"/>
                      <a:gd name="T55" fmla="*/ 1 h 28"/>
                      <a:gd name="T56" fmla="*/ 1 w 41"/>
                      <a:gd name="T57" fmla="*/ 1 h 28"/>
                      <a:gd name="T58" fmla="*/ 1 w 41"/>
                      <a:gd name="T59" fmla="*/ 1 h 28"/>
                      <a:gd name="T60" fmla="*/ 1 w 41"/>
                      <a:gd name="T61" fmla="*/ 1 h 28"/>
                      <a:gd name="T62" fmla="*/ 1 w 41"/>
                      <a:gd name="T63" fmla="*/ 1 h 28"/>
                      <a:gd name="T64" fmla="*/ 1 w 41"/>
                      <a:gd name="T65" fmla="*/ 0 h 28"/>
                      <a:gd name="T66" fmla="*/ 0 w 41"/>
                      <a:gd name="T67" fmla="*/ 1 h 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
                      <a:gd name="T103" fmla="*/ 0 h 28"/>
                      <a:gd name="T104" fmla="*/ 41 w 41"/>
                      <a:gd name="T105" fmla="*/ 28 h 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 h="28">
                        <a:moveTo>
                          <a:pt x="0" y="3"/>
                        </a:moveTo>
                        <a:lnTo>
                          <a:pt x="2" y="4"/>
                        </a:lnTo>
                        <a:lnTo>
                          <a:pt x="4" y="6"/>
                        </a:lnTo>
                        <a:lnTo>
                          <a:pt x="7" y="7"/>
                        </a:lnTo>
                        <a:lnTo>
                          <a:pt x="9" y="9"/>
                        </a:lnTo>
                        <a:lnTo>
                          <a:pt x="13" y="10"/>
                        </a:lnTo>
                        <a:lnTo>
                          <a:pt x="16" y="12"/>
                        </a:lnTo>
                        <a:lnTo>
                          <a:pt x="18" y="14"/>
                        </a:lnTo>
                        <a:lnTo>
                          <a:pt x="20" y="15"/>
                        </a:lnTo>
                        <a:lnTo>
                          <a:pt x="23" y="17"/>
                        </a:lnTo>
                        <a:lnTo>
                          <a:pt x="25" y="19"/>
                        </a:lnTo>
                        <a:lnTo>
                          <a:pt x="28" y="20"/>
                        </a:lnTo>
                        <a:lnTo>
                          <a:pt x="30" y="22"/>
                        </a:lnTo>
                        <a:lnTo>
                          <a:pt x="34" y="23"/>
                        </a:lnTo>
                        <a:lnTo>
                          <a:pt x="38" y="27"/>
                        </a:lnTo>
                        <a:lnTo>
                          <a:pt x="40" y="28"/>
                        </a:lnTo>
                        <a:lnTo>
                          <a:pt x="41" y="27"/>
                        </a:lnTo>
                        <a:lnTo>
                          <a:pt x="40" y="25"/>
                        </a:lnTo>
                        <a:lnTo>
                          <a:pt x="37" y="23"/>
                        </a:lnTo>
                        <a:lnTo>
                          <a:pt x="35" y="22"/>
                        </a:lnTo>
                        <a:lnTo>
                          <a:pt x="32" y="20"/>
                        </a:lnTo>
                        <a:lnTo>
                          <a:pt x="29" y="19"/>
                        </a:lnTo>
                        <a:lnTo>
                          <a:pt x="27" y="17"/>
                        </a:lnTo>
                        <a:lnTo>
                          <a:pt x="24" y="15"/>
                        </a:lnTo>
                        <a:lnTo>
                          <a:pt x="22" y="14"/>
                        </a:lnTo>
                        <a:lnTo>
                          <a:pt x="19" y="11"/>
                        </a:lnTo>
                        <a:lnTo>
                          <a:pt x="17" y="10"/>
                        </a:lnTo>
                        <a:lnTo>
                          <a:pt x="14" y="9"/>
                        </a:lnTo>
                        <a:lnTo>
                          <a:pt x="11" y="6"/>
                        </a:lnTo>
                        <a:lnTo>
                          <a:pt x="8" y="5"/>
                        </a:lnTo>
                        <a:lnTo>
                          <a:pt x="6" y="4"/>
                        </a:lnTo>
                        <a:lnTo>
                          <a:pt x="3"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6" name="Freeform 451"/>
                  <p:cNvSpPr>
                    <a:spLocks/>
                  </p:cNvSpPr>
                  <p:nvPr/>
                </p:nvSpPr>
                <p:spPr bwMode="auto">
                  <a:xfrm>
                    <a:off x="4393" y="3550"/>
                    <a:ext cx="21" cy="13"/>
                  </a:xfrm>
                  <a:custGeom>
                    <a:avLst/>
                    <a:gdLst>
                      <a:gd name="T0" fmla="*/ 0 w 43"/>
                      <a:gd name="T1" fmla="*/ 1 h 26"/>
                      <a:gd name="T2" fmla="*/ 0 w 43"/>
                      <a:gd name="T3" fmla="*/ 1 h 26"/>
                      <a:gd name="T4" fmla="*/ 0 w 43"/>
                      <a:gd name="T5" fmla="*/ 1 h 26"/>
                      <a:gd name="T6" fmla="*/ 0 w 43"/>
                      <a:gd name="T7" fmla="*/ 1 h 26"/>
                      <a:gd name="T8" fmla="*/ 0 w 43"/>
                      <a:gd name="T9" fmla="*/ 1 h 26"/>
                      <a:gd name="T10" fmla="*/ 0 w 43"/>
                      <a:gd name="T11" fmla="*/ 1 h 26"/>
                      <a:gd name="T12" fmla="*/ 0 w 43"/>
                      <a:gd name="T13" fmla="*/ 1 h 26"/>
                      <a:gd name="T14" fmla="*/ 0 w 43"/>
                      <a:gd name="T15" fmla="*/ 1 h 26"/>
                      <a:gd name="T16" fmla="*/ 0 w 43"/>
                      <a:gd name="T17" fmla="*/ 1 h 26"/>
                      <a:gd name="T18" fmla="*/ 0 w 43"/>
                      <a:gd name="T19" fmla="*/ 1 h 26"/>
                      <a:gd name="T20" fmla="*/ 0 w 43"/>
                      <a:gd name="T21" fmla="*/ 1 h 26"/>
                      <a:gd name="T22" fmla="*/ 0 w 43"/>
                      <a:gd name="T23" fmla="*/ 1 h 26"/>
                      <a:gd name="T24" fmla="*/ 1 w 43"/>
                      <a:gd name="T25" fmla="*/ 1 h 26"/>
                      <a:gd name="T26" fmla="*/ 1 w 43"/>
                      <a:gd name="T27" fmla="*/ 1 h 26"/>
                      <a:gd name="T28" fmla="*/ 1 w 43"/>
                      <a:gd name="T29" fmla="*/ 1 h 26"/>
                      <a:gd name="T30" fmla="*/ 1 w 43"/>
                      <a:gd name="T31" fmla="*/ 1 h 26"/>
                      <a:gd name="T32" fmla="*/ 1 w 43"/>
                      <a:gd name="T33" fmla="*/ 1 h 26"/>
                      <a:gd name="T34" fmla="*/ 1 w 43"/>
                      <a:gd name="T35" fmla="*/ 1 h 26"/>
                      <a:gd name="T36" fmla="*/ 1 w 43"/>
                      <a:gd name="T37" fmla="*/ 1 h 26"/>
                      <a:gd name="T38" fmla="*/ 1 w 43"/>
                      <a:gd name="T39" fmla="*/ 1 h 26"/>
                      <a:gd name="T40" fmla="*/ 1 w 43"/>
                      <a:gd name="T41" fmla="*/ 1 h 26"/>
                      <a:gd name="T42" fmla="*/ 1 w 43"/>
                      <a:gd name="T43" fmla="*/ 1 h 26"/>
                      <a:gd name="T44" fmla="*/ 0 w 43"/>
                      <a:gd name="T45" fmla="*/ 1 h 26"/>
                      <a:gd name="T46" fmla="*/ 0 w 43"/>
                      <a:gd name="T47" fmla="*/ 1 h 26"/>
                      <a:gd name="T48" fmla="*/ 0 w 43"/>
                      <a:gd name="T49" fmla="*/ 1 h 26"/>
                      <a:gd name="T50" fmla="*/ 0 w 43"/>
                      <a:gd name="T51" fmla="*/ 1 h 26"/>
                      <a:gd name="T52" fmla="*/ 0 w 43"/>
                      <a:gd name="T53" fmla="*/ 1 h 26"/>
                      <a:gd name="T54" fmla="*/ 0 w 43"/>
                      <a:gd name="T55" fmla="*/ 1 h 26"/>
                      <a:gd name="T56" fmla="*/ 0 w 43"/>
                      <a:gd name="T57" fmla="*/ 1 h 26"/>
                      <a:gd name="T58" fmla="*/ 0 w 43"/>
                      <a:gd name="T59" fmla="*/ 1 h 26"/>
                      <a:gd name="T60" fmla="*/ 0 w 43"/>
                      <a:gd name="T61" fmla="*/ 1 h 26"/>
                      <a:gd name="T62" fmla="*/ 0 w 43"/>
                      <a:gd name="T63" fmla="*/ 1 h 26"/>
                      <a:gd name="T64" fmla="*/ 0 w 43"/>
                      <a:gd name="T65" fmla="*/ 0 h 26"/>
                      <a:gd name="T66" fmla="*/ 0 w 43"/>
                      <a:gd name="T67" fmla="*/ 0 h 26"/>
                      <a:gd name="T68" fmla="*/ 0 w 43"/>
                      <a:gd name="T69" fmla="*/ 1 h 26"/>
                      <a:gd name="T70" fmla="*/ 0 w 43"/>
                      <a:gd name="T71" fmla="*/ 1 h 26"/>
                      <a:gd name="T72" fmla="*/ 0 w 43"/>
                      <a:gd name="T73" fmla="*/ 1 h 26"/>
                      <a:gd name="T74" fmla="*/ 0 w 43"/>
                      <a:gd name="T75" fmla="*/ 1 h 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3"/>
                      <a:gd name="T115" fmla="*/ 0 h 26"/>
                      <a:gd name="T116" fmla="*/ 43 w 43"/>
                      <a:gd name="T117" fmla="*/ 26 h 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3" h="26">
                        <a:moveTo>
                          <a:pt x="0" y="1"/>
                        </a:moveTo>
                        <a:lnTo>
                          <a:pt x="1" y="2"/>
                        </a:lnTo>
                        <a:lnTo>
                          <a:pt x="3" y="3"/>
                        </a:lnTo>
                        <a:lnTo>
                          <a:pt x="6" y="3"/>
                        </a:lnTo>
                        <a:lnTo>
                          <a:pt x="8" y="5"/>
                        </a:lnTo>
                        <a:lnTo>
                          <a:pt x="11" y="6"/>
                        </a:lnTo>
                        <a:lnTo>
                          <a:pt x="13" y="7"/>
                        </a:lnTo>
                        <a:lnTo>
                          <a:pt x="16" y="9"/>
                        </a:lnTo>
                        <a:lnTo>
                          <a:pt x="18" y="11"/>
                        </a:lnTo>
                        <a:lnTo>
                          <a:pt x="22" y="12"/>
                        </a:lnTo>
                        <a:lnTo>
                          <a:pt x="26" y="16"/>
                        </a:lnTo>
                        <a:lnTo>
                          <a:pt x="29" y="18"/>
                        </a:lnTo>
                        <a:lnTo>
                          <a:pt x="32" y="19"/>
                        </a:lnTo>
                        <a:lnTo>
                          <a:pt x="34" y="21"/>
                        </a:lnTo>
                        <a:lnTo>
                          <a:pt x="37" y="23"/>
                        </a:lnTo>
                        <a:lnTo>
                          <a:pt x="39" y="24"/>
                        </a:lnTo>
                        <a:lnTo>
                          <a:pt x="42" y="26"/>
                        </a:lnTo>
                        <a:lnTo>
                          <a:pt x="43" y="23"/>
                        </a:lnTo>
                        <a:lnTo>
                          <a:pt x="40" y="22"/>
                        </a:lnTo>
                        <a:lnTo>
                          <a:pt x="38" y="21"/>
                        </a:lnTo>
                        <a:lnTo>
                          <a:pt x="35" y="19"/>
                        </a:lnTo>
                        <a:lnTo>
                          <a:pt x="33" y="17"/>
                        </a:lnTo>
                        <a:lnTo>
                          <a:pt x="29" y="16"/>
                        </a:lnTo>
                        <a:lnTo>
                          <a:pt x="28" y="13"/>
                        </a:lnTo>
                        <a:lnTo>
                          <a:pt x="26" y="12"/>
                        </a:lnTo>
                        <a:lnTo>
                          <a:pt x="23" y="11"/>
                        </a:lnTo>
                        <a:lnTo>
                          <a:pt x="19" y="8"/>
                        </a:lnTo>
                        <a:lnTo>
                          <a:pt x="17" y="7"/>
                        </a:lnTo>
                        <a:lnTo>
                          <a:pt x="14" y="6"/>
                        </a:lnTo>
                        <a:lnTo>
                          <a:pt x="12" y="5"/>
                        </a:lnTo>
                        <a:lnTo>
                          <a:pt x="10" y="2"/>
                        </a:lnTo>
                        <a:lnTo>
                          <a:pt x="7" y="1"/>
                        </a:lnTo>
                        <a:lnTo>
                          <a:pt x="3" y="0"/>
                        </a:lnTo>
                        <a:lnTo>
                          <a:pt x="1" y="0"/>
                        </a:lnTo>
                        <a:lnTo>
                          <a:pt x="2" y="1"/>
                        </a:lnTo>
                        <a:lnTo>
                          <a:pt x="0" y="1"/>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7" name="Freeform 452"/>
                  <p:cNvSpPr>
                    <a:spLocks/>
                  </p:cNvSpPr>
                  <p:nvPr/>
                </p:nvSpPr>
                <p:spPr bwMode="auto">
                  <a:xfrm>
                    <a:off x="4393" y="3548"/>
                    <a:ext cx="1" cy="3"/>
                  </a:xfrm>
                  <a:custGeom>
                    <a:avLst/>
                    <a:gdLst>
                      <a:gd name="T0" fmla="*/ 1 w 2"/>
                      <a:gd name="T1" fmla="*/ 0 h 5"/>
                      <a:gd name="T2" fmla="*/ 0 w 2"/>
                      <a:gd name="T3" fmla="*/ 1 h 5"/>
                      <a:gd name="T4" fmla="*/ 0 w 2"/>
                      <a:gd name="T5" fmla="*/ 1 h 5"/>
                      <a:gd name="T6" fmla="*/ 1 w 2"/>
                      <a:gd name="T7" fmla="*/ 1 h 5"/>
                      <a:gd name="T8" fmla="*/ 1 w 2"/>
                      <a:gd name="T9" fmla="*/ 1 h 5"/>
                      <a:gd name="T10" fmla="*/ 1 w 2"/>
                      <a:gd name="T11" fmla="*/ 1 h 5"/>
                      <a:gd name="T12" fmla="*/ 1 w 2"/>
                      <a:gd name="T13" fmla="*/ 0 h 5"/>
                      <a:gd name="T14" fmla="*/ 0 w 2"/>
                      <a:gd name="T15" fmla="*/ 0 h 5"/>
                      <a:gd name="T16" fmla="*/ 0 w 2"/>
                      <a:gd name="T17" fmla="*/ 1 h 5"/>
                      <a:gd name="T18" fmla="*/ 1 w 2"/>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1" y="0"/>
                        </a:moveTo>
                        <a:lnTo>
                          <a:pt x="0" y="1"/>
                        </a:lnTo>
                        <a:lnTo>
                          <a:pt x="0" y="5"/>
                        </a:lnTo>
                        <a:lnTo>
                          <a:pt x="2" y="5"/>
                        </a:lnTo>
                        <a:lnTo>
                          <a:pt x="2" y="1"/>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8" name="Freeform 453"/>
                  <p:cNvSpPr>
                    <a:spLocks/>
                  </p:cNvSpPr>
                  <p:nvPr/>
                </p:nvSpPr>
                <p:spPr bwMode="auto">
                  <a:xfrm>
                    <a:off x="4393" y="3548"/>
                    <a:ext cx="30" cy="19"/>
                  </a:xfrm>
                  <a:custGeom>
                    <a:avLst/>
                    <a:gdLst>
                      <a:gd name="T0" fmla="*/ 2 w 59"/>
                      <a:gd name="T1" fmla="*/ 2 h 37"/>
                      <a:gd name="T2" fmla="*/ 2 w 59"/>
                      <a:gd name="T3" fmla="*/ 1 h 37"/>
                      <a:gd name="T4" fmla="*/ 2 w 59"/>
                      <a:gd name="T5" fmla="*/ 1 h 37"/>
                      <a:gd name="T6" fmla="*/ 2 w 59"/>
                      <a:gd name="T7" fmla="*/ 1 h 37"/>
                      <a:gd name="T8" fmla="*/ 2 w 59"/>
                      <a:gd name="T9" fmla="*/ 1 h 37"/>
                      <a:gd name="T10" fmla="*/ 2 w 59"/>
                      <a:gd name="T11" fmla="*/ 1 h 37"/>
                      <a:gd name="T12" fmla="*/ 2 w 59"/>
                      <a:gd name="T13" fmla="*/ 1 h 37"/>
                      <a:gd name="T14" fmla="*/ 2 w 59"/>
                      <a:gd name="T15" fmla="*/ 1 h 37"/>
                      <a:gd name="T16" fmla="*/ 1 w 59"/>
                      <a:gd name="T17" fmla="*/ 1 h 37"/>
                      <a:gd name="T18" fmla="*/ 1 w 59"/>
                      <a:gd name="T19" fmla="*/ 1 h 37"/>
                      <a:gd name="T20" fmla="*/ 1 w 59"/>
                      <a:gd name="T21" fmla="*/ 1 h 37"/>
                      <a:gd name="T22" fmla="*/ 1 w 59"/>
                      <a:gd name="T23" fmla="*/ 1 h 37"/>
                      <a:gd name="T24" fmla="*/ 1 w 59"/>
                      <a:gd name="T25" fmla="*/ 1 h 37"/>
                      <a:gd name="T26" fmla="*/ 1 w 59"/>
                      <a:gd name="T27" fmla="*/ 1 h 37"/>
                      <a:gd name="T28" fmla="*/ 1 w 59"/>
                      <a:gd name="T29" fmla="*/ 1 h 37"/>
                      <a:gd name="T30" fmla="*/ 1 w 59"/>
                      <a:gd name="T31" fmla="*/ 1 h 37"/>
                      <a:gd name="T32" fmla="*/ 0 w 59"/>
                      <a:gd name="T33" fmla="*/ 0 h 37"/>
                      <a:gd name="T34" fmla="*/ 0 w 59"/>
                      <a:gd name="T35" fmla="*/ 1 h 37"/>
                      <a:gd name="T36" fmla="*/ 1 w 59"/>
                      <a:gd name="T37" fmla="*/ 1 h 37"/>
                      <a:gd name="T38" fmla="*/ 1 w 59"/>
                      <a:gd name="T39" fmla="*/ 1 h 37"/>
                      <a:gd name="T40" fmla="*/ 1 w 59"/>
                      <a:gd name="T41" fmla="*/ 1 h 37"/>
                      <a:gd name="T42" fmla="*/ 1 w 59"/>
                      <a:gd name="T43" fmla="*/ 1 h 37"/>
                      <a:gd name="T44" fmla="*/ 1 w 59"/>
                      <a:gd name="T45" fmla="*/ 1 h 37"/>
                      <a:gd name="T46" fmla="*/ 1 w 59"/>
                      <a:gd name="T47" fmla="*/ 1 h 37"/>
                      <a:gd name="T48" fmla="*/ 1 w 59"/>
                      <a:gd name="T49" fmla="*/ 1 h 37"/>
                      <a:gd name="T50" fmla="*/ 1 w 59"/>
                      <a:gd name="T51" fmla="*/ 1 h 37"/>
                      <a:gd name="T52" fmla="*/ 1 w 59"/>
                      <a:gd name="T53" fmla="*/ 1 h 37"/>
                      <a:gd name="T54" fmla="*/ 2 w 59"/>
                      <a:gd name="T55" fmla="*/ 1 h 37"/>
                      <a:gd name="T56" fmla="*/ 2 w 59"/>
                      <a:gd name="T57" fmla="*/ 1 h 37"/>
                      <a:gd name="T58" fmla="*/ 2 w 59"/>
                      <a:gd name="T59" fmla="*/ 1 h 37"/>
                      <a:gd name="T60" fmla="*/ 2 w 59"/>
                      <a:gd name="T61" fmla="*/ 1 h 37"/>
                      <a:gd name="T62" fmla="*/ 2 w 59"/>
                      <a:gd name="T63" fmla="*/ 1 h 37"/>
                      <a:gd name="T64" fmla="*/ 2 w 59"/>
                      <a:gd name="T65" fmla="*/ 2 h 37"/>
                      <a:gd name="T66" fmla="*/ 2 w 59"/>
                      <a:gd name="T67" fmla="*/ 2 h 37"/>
                      <a:gd name="T68" fmla="*/ 2 w 59"/>
                      <a:gd name="T69" fmla="*/ 2 h 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9"/>
                      <a:gd name="T106" fmla="*/ 0 h 37"/>
                      <a:gd name="T107" fmla="*/ 59 w 59"/>
                      <a:gd name="T108" fmla="*/ 37 h 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9" h="37">
                        <a:moveTo>
                          <a:pt x="59" y="34"/>
                        </a:moveTo>
                        <a:lnTo>
                          <a:pt x="55" y="32"/>
                        </a:lnTo>
                        <a:lnTo>
                          <a:pt x="52" y="30"/>
                        </a:lnTo>
                        <a:lnTo>
                          <a:pt x="48" y="28"/>
                        </a:lnTo>
                        <a:lnTo>
                          <a:pt x="44" y="26"/>
                        </a:lnTo>
                        <a:lnTo>
                          <a:pt x="41" y="23"/>
                        </a:lnTo>
                        <a:lnTo>
                          <a:pt x="37" y="21"/>
                        </a:lnTo>
                        <a:lnTo>
                          <a:pt x="33" y="18"/>
                        </a:lnTo>
                        <a:lnTo>
                          <a:pt x="29" y="16"/>
                        </a:lnTo>
                        <a:lnTo>
                          <a:pt x="27" y="15"/>
                        </a:lnTo>
                        <a:lnTo>
                          <a:pt x="22" y="12"/>
                        </a:lnTo>
                        <a:lnTo>
                          <a:pt x="20" y="10"/>
                        </a:lnTo>
                        <a:lnTo>
                          <a:pt x="15" y="7"/>
                        </a:lnTo>
                        <a:lnTo>
                          <a:pt x="12" y="5"/>
                        </a:lnTo>
                        <a:lnTo>
                          <a:pt x="9" y="4"/>
                        </a:lnTo>
                        <a:lnTo>
                          <a:pt x="4" y="2"/>
                        </a:lnTo>
                        <a:lnTo>
                          <a:pt x="0" y="0"/>
                        </a:lnTo>
                        <a:lnTo>
                          <a:pt x="0" y="2"/>
                        </a:lnTo>
                        <a:lnTo>
                          <a:pt x="4" y="4"/>
                        </a:lnTo>
                        <a:lnTo>
                          <a:pt x="7" y="6"/>
                        </a:lnTo>
                        <a:lnTo>
                          <a:pt x="10" y="7"/>
                        </a:lnTo>
                        <a:lnTo>
                          <a:pt x="15" y="10"/>
                        </a:lnTo>
                        <a:lnTo>
                          <a:pt x="18" y="12"/>
                        </a:lnTo>
                        <a:lnTo>
                          <a:pt x="22" y="13"/>
                        </a:lnTo>
                        <a:lnTo>
                          <a:pt x="26" y="16"/>
                        </a:lnTo>
                        <a:lnTo>
                          <a:pt x="28" y="18"/>
                        </a:lnTo>
                        <a:lnTo>
                          <a:pt x="32" y="21"/>
                        </a:lnTo>
                        <a:lnTo>
                          <a:pt x="36" y="23"/>
                        </a:lnTo>
                        <a:lnTo>
                          <a:pt x="39" y="25"/>
                        </a:lnTo>
                        <a:lnTo>
                          <a:pt x="43" y="27"/>
                        </a:lnTo>
                        <a:lnTo>
                          <a:pt x="47" y="30"/>
                        </a:lnTo>
                        <a:lnTo>
                          <a:pt x="50" y="32"/>
                        </a:lnTo>
                        <a:lnTo>
                          <a:pt x="54" y="34"/>
                        </a:lnTo>
                        <a:lnTo>
                          <a:pt x="58" y="37"/>
                        </a:lnTo>
                        <a:lnTo>
                          <a:pt x="59"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39" name="Freeform 454"/>
                  <p:cNvSpPr>
                    <a:spLocks/>
                  </p:cNvSpPr>
                  <p:nvPr/>
                </p:nvSpPr>
                <p:spPr bwMode="auto">
                  <a:xfrm>
                    <a:off x="4185" y="3553"/>
                    <a:ext cx="3" cy="10"/>
                  </a:xfrm>
                  <a:custGeom>
                    <a:avLst/>
                    <a:gdLst>
                      <a:gd name="T0" fmla="*/ 0 w 8"/>
                      <a:gd name="T1" fmla="*/ 1 h 19"/>
                      <a:gd name="T2" fmla="*/ 0 w 8"/>
                      <a:gd name="T3" fmla="*/ 1 h 19"/>
                      <a:gd name="T4" fmla="*/ 0 w 8"/>
                      <a:gd name="T5" fmla="*/ 1 h 19"/>
                      <a:gd name="T6" fmla="*/ 0 w 8"/>
                      <a:gd name="T7" fmla="*/ 1 h 19"/>
                      <a:gd name="T8" fmla="*/ 0 w 8"/>
                      <a:gd name="T9" fmla="*/ 1 h 19"/>
                      <a:gd name="T10" fmla="*/ 0 w 8"/>
                      <a:gd name="T11" fmla="*/ 1 h 19"/>
                      <a:gd name="T12" fmla="*/ 0 w 8"/>
                      <a:gd name="T13" fmla="*/ 1 h 19"/>
                      <a:gd name="T14" fmla="*/ 0 w 8"/>
                      <a:gd name="T15" fmla="*/ 1 h 19"/>
                      <a:gd name="T16" fmla="*/ 0 w 8"/>
                      <a:gd name="T17" fmla="*/ 1 h 19"/>
                      <a:gd name="T18" fmla="*/ 0 w 8"/>
                      <a:gd name="T19" fmla="*/ 0 h 19"/>
                      <a:gd name="T20" fmla="*/ 0 w 8"/>
                      <a:gd name="T21" fmla="*/ 0 h 19"/>
                      <a:gd name="T22" fmla="*/ 0 w 8"/>
                      <a:gd name="T23" fmla="*/ 1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9"/>
                      <a:gd name="T38" fmla="*/ 8 w 8"/>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9">
                        <a:moveTo>
                          <a:pt x="6" y="1"/>
                        </a:moveTo>
                        <a:lnTo>
                          <a:pt x="8" y="7"/>
                        </a:lnTo>
                        <a:lnTo>
                          <a:pt x="8" y="12"/>
                        </a:lnTo>
                        <a:lnTo>
                          <a:pt x="6" y="17"/>
                        </a:lnTo>
                        <a:lnTo>
                          <a:pt x="4" y="19"/>
                        </a:lnTo>
                        <a:lnTo>
                          <a:pt x="2" y="16"/>
                        </a:lnTo>
                        <a:lnTo>
                          <a:pt x="0" y="12"/>
                        </a:lnTo>
                        <a:lnTo>
                          <a:pt x="0" y="7"/>
                        </a:lnTo>
                        <a:lnTo>
                          <a:pt x="2" y="2"/>
                        </a:lnTo>
                        <a:lnTo>
                          <a:pt x="4" y="0"/>
                        </a:lnTo>
                        <a:lnTo>
                          <a:pt x="5" y="0"/>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0" name="Freeform 455"/>
                  <p:cNvSpPr>
                    <a:spLocks/>
                  </p:cNvSpPr>
                  <p:nvPr/>
                </p:nvSpPr>
                <p:spPr bwMode="auto">
                  <a:xfrm>
                    <a:off x="4186" y="3553"/>
                    <a:ext cx="3" cy="11"/>
                  </a:xfrm>
                  <a:custGeom>
                    <a:avLst/>
                    <a:gdLst>
                      <a:gd name="T0" fmla="*/ 0 w 6"/>
                      <a:gd name="T1" fmla="*/ 1 h 21"/>
                      <a:gd name="T2" fmla="*/ 1 w 6"/>
                      <a:gd name="T3" fmla="*/ 1 h 21"/>
                      <a:gd name="T4" fmla="*/ 1 w 6"/>
                      <a:gd name="T5" fmla="*/ 1 h 21"/>
                      <a:gd name="T6" fmla="*/ 1 w 6"/>
                      <a:gd name="T7" fmla="*/ 1 h 21"/>
                      <a:gd name="T8" fmla="*/ 1 w 6"/>
                      <a:gd name="T9" fmla="*/ 1 h 21"/>
                      <a:gd name="T10" fmla="*/ 1 w 6"/>
                      <a:gd name="T11" fmla="*/ 0 h 21"/>
                      <a:gd name="T12" fmla="*/ 1 w 6"/>
                      <a:gd name="T13" fmla="*/ 0 h 21"/>
                      <a:gd name="T14" fmla="*/ 1 w 6"/>
                      <a:gd name="T15" fmla="*/ 1 h 21"/>
                      <a:gd name="T16" fmla="*/ 1 w 6"/>
                      <a:gd name="T17" fmla="*/ 1 h 21"/>
                      <a:gd name="T18" fmla="*/ 1 w 6"/>
                      <a:gd name="T19" fmla="*/ 1 h 21"/>
                      <a:gd name="T20" fmla="*/ 1 w 6"/>
                      <a:gd name="T21" fmla="*/ 1 h 21"/>
                      <a:gd name="T22" fmla="*/ 1 w 6"/>
                      <a:gd name="T23" fmla="*/ 1 h 21"/>
                      <a:gd name="T24" fmla="*/ 0 w 6"/>
                      <a:gd name="T25" fmla="*/ 1 h 21"/>
                      <a:gd name="T26" fmla="*/ 1 w 6"/>
                      <a:gd name="T27" fmla="*/ 1 h 21"/>
                      <a:gd name="T28" fmla="*/ 1 w 6"/>
                      <a:gd name="T29" fmla="*/ 1 h 21"/>
                      <a:gd name="T30" fmla="*/ 0 w 6"/>
                      <a:gd name="T31" fmla="*/ 1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
                      <a:gd name="T49" fmla="*/ 0 h 21"/>
                      <a:gd name="T50" fmla="*/ 6 w 6"/>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 h="21">
                        <a:moveTo>
                          <a:pt x="0" y="20"/>
                        </a:moveTo>
                        <a:lnTo>
                          <a:pt x="2" y="20"/>
                        </a:lnTo>
                        <a:lnTo>
                          <a:pt x="5" y="16"/>
                        </a:lnTo>
                        <a:lnTo>
                          <a:pt x="6" y="11"/>
                        </a:lnTo>
                        <a:lnTo>
                          <a:pt x="6" y="6"/>
                        </a:lnTo>
                        <a:lnTo>
                          <a:pt x="5" y="0"/>
                        </a:lnTo>
                        <a:lnTo>
                          <a:pt x="2" y="0"/>
                        </a:lnTo>
                        <a:lnTo>
                          <a:pt x="3" y="6"/>
                        </a:lnTo>
                        <a:lnTo>
                          <a:pt x="3" y="11"/>
                        </a:lnTo>
                        <a:lnTo>
                          <a:pt x="2" y="15"/>
                        </a:lnTo>
                        <a:lnTo>
                          <a:pt x="1" y="17"/>
                        </a:lnTo>
                        <a:lnTo>
                          <a:pt x="2" y="18"/>
                        </a:lnTo>
                        <a:lnTo>
                          <a:pt x="0" y="20"/>
                        </a:lnTo>
                        <a:lnTo>
                          <a:pt x="1" y="21"/>
                        </a:lnTo>
                        <a:lnTo>
                          <a:pt x="2" y="20"/>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1" name="Freeform 456"/>
                  <p:cNvSpPr>
                    <a:spLocks/>
                  </p:cNvSpPr>
                  <p:nvPr/>
                </p:nvSpPr>
                <p:spPr bwMode="auto">
                  <a:xfrm>
                    <a:off x="4184" y="3554"/>
                    <a:ext cx="3" cy="9"/>
                  </a:xfrm>
                  <a:custGeom>
                    <a:avLst/>
                    <a:gdLst>
                      <a:gd name="T0" fmla="*/ 1 w 6"/>
                      <a:gd name="T1" fmla="*/ 0 h 19"/>
                      <a:gd name="T2" fmla="*/ 0 w 6"/>
                      <a:gd name="T3" fmla="*/ 0 h 19"/>
                      <a:gd name="T4" fmla="*/ 0 w 6"/>
                      <a:gd name="T5" fmla="*/ 0 h 19"/>
                      <a:gd name="T6" fmla="*/ 1 w 6"/>
                      <a:gd name="T7" fmla="*/ 0 h 19"/>
                      <a:gd name="T8" fmla="*/ 1 w 6"/>
                      <a:gd name="T9" fmla="*/ 0 h 19"/>
                      <a:gd name="T10" fmla="*/ 1 w 6"/>
                      <a:gd name="T11" fmla="*/ 0 h 19"/>
                      <a:gd name="T12" fmla="*/ 1 w 6"/>
                      <a:gd name="T13" fmla="*/ 0 h 19"/>
                      <a:gd name="T14" fmla="*/ 1 w 6"/>
                      <a:gd name="T15" fmla="*/ 0 h 19"/>
                      <a:gd name="T16" fmla="*/ 1 w 6"/>
                      <a:gd name="T17" fmla="*/ 0 h 19"/>
                      <a:gd name="T18" fmla="*/ 1 w 6"/>
                      <a:gd name="T19" fmla="*/ 0 h 19"/>
                      <a:gd name="T20" fmla="*/ 1 w 6"/>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9"/>
                      <a:gd name="T35" fmla="*/ 6 w 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9">
                        <a:moveTo>
                          <a:pt x="1" y="0"/>
                        </a:moveTo>
                        <a:lnTo>
                          <a:pt x="0" y="5"/>
                        </a:lnTo>
                        <a:lnTo>
                          <a:pt x="0" y="10"/>
                        </a:lnTo>
                        <a:lnTo>
                          <a:pt x="1" y="15"/>
                        </a:lnTo>
                        <a:lnTo>
                          <a:pt x="4" y="19"/>
                        </a:lnTo>
                        <a:lnTo>
                          <a:pt x="6" y="17"/>
                        </a:lnTo>
                        <a:lnTo>
                          <a:pt x="4" y="14"/>
                        </a:lnTo>
                        <a:lnTo>
                          <a:pt x="3" y="10"/>
                        </a:lnTo>
                        <a:lnTo>
                          <a:pt x="3" y="5"/>
                        </a:lnTo>
                        <a:lnTo>
                          <a:pt x="4"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2" name="Freeform 457"/>
                  <p:cNvSpPr>
                    <a:spLocks/>
                  </p:cNvSpPr>
                  <p:nvPr/>
                </p:nvSpPr>
                <p:spPr bwMode="auto">
                  <a:xfrm>
                    <a:off x="4185" y="3552"/>
                    <a:ext cx="3" cy="3"/>
                  </a:xfrm>
                  <a:custGeom>
                    <a:avLst/>
                    <a:gdLst>
                      <a:gd name="T0" fmla="*/ 0 w 8"/>
                      <a:gd name="T1" fmla="*/ 1 h 5"/>
                      <a:gd name="T2" fmla="*/ 0 w 8"/>
                      <a:gd name="T3" fmla="*/ 0 h 5"/>
                      <a:gd name="T4" fmla="*/ 0 w 8"/>
                      <a:gd name="T5" fmla="*/ 0 h 5"/>
                      <a:gd name="T6" fmla="*/ 0 w 8"/>
                      <a:gd name="T7" fmla="*/ 1 h 5"/>
                      <a:gd name="T8" fmla="*/ 0 w 8"/>
                      <a:gd name="T9" fmla="*/ 1 h 5"/>
                      <a:gd name="T10" fmla="*/ 0 w 8"/>
                      <a:gd name="T11" fmla="*/ 1 h 5"/>
                      <a:gd name="T12" fmla="*/ 0 w 8"/>
                      <a:gd name="T13" fmla="*/ 1 h 5"/>
                      <a:gd name="T14" fmla="*/ 0 w 8"/>
                      <a:gd name="T15" fmla="*/ 1 h 5"/>
                      <a:gd name="T16" fmla="*/ 0 w 8"/>
                      <a:gd name="T17" fmla="*/ 1 h 5"/>
                      <a:gd name="T18" fmla="*/ 0 w 8"/>
                      <a:gd name="T19" fmla="*/ 1 h 5"/>
                      <a:gd name="T20" fmla="*/ 0 w 8"/>
                      <a:gd name="T21" fmla="*/ 1 h 5"/>
                      <a:gd name="T22" fmla="*/ 0 w 8"/>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5"/>
                      <a:gd name="T38" fmla="*/ 8 w 8"/>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5">
                        <a:moveTo>
                          <a:pt x="8" y="3"/>
                        </a:moveTo>
                        <a:lnTo>
                          <a:pt x="5" y="0"/>
                        </a:lnTo>
                        <a:lnTo>
                          <a:pt x="3" y="0"/>
                        </a:lnTo>
                        <a:lnTo>
                          <a:pt x="2" y="3"/>
                        </a:lnTo>
                        <a:lnTo>
                          <a:pt x="0" y="4"/>
                        </a:lnTo>
                        <a:lnTo>
                          <a:pt x="3" y="5"/>
                        </a:lnTo>
                        <a:lnTo>
                          <a:pt x="3" y="4"/>
                        </a:lnTo>
                        <a:lnTo>
                          <a:pt x="4" y="3"/>
                        </a:lnTo>
                        <a:lnTo>
                          <a:pt x="5" y="3"/>
                        </a:lnTo>
                        <a:lnTo>
                          <a:pt x="5" y="4"/>
                        </a:lnTo>
                        <a:lnTo>
                          <a:pt x="5" y="3"/>
                        </a:lnTo>
                        <a:lnTo>
                          <a:pt x="8"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3" name="Freeform 458"/>
                  <p:cNvSpPr>
                    <a:spLocks/>
                  </p:cNvSpPr>
                  <p:nvPr/>
                </p:nvSpPr>
                <p:spPr bwMode="auto">
                  <a:xfrm>
                    <a:off x="4192" y="3553"/>
                    <a:ext cx="4" cy="10"/>
                  </a:xfrm>
                  <a:custGeom>
                    <a:avLst/>
                    <a:gdLst>
                      <a:gd name="T0" fmla="*/ 1 w 7"/>
                      <a:gd name="T1" fmla="*/ 1 h 20"/>
                      <a:gd name="T2" fmla="*/ 1 w 7"/>
                      <a:gd name="T3" fmla="*/ 1 h 20"/>
                      <a:gd name="T4" fmla="*/ 1 w 7"/>
                      <a:gd name="T5" fmla="*/ 1 h 20"/>
                      <a:gd name="T6" fmla="*/ 1 w 7"/>
                      <a:gd name="T7" fmla="*/ 1 h 20"/>
                      <a:gd name="T8" fmla="*/ 1 w 7"/>
                      <a:gd name="T9" fmla="*/ 1 h 20"/>
                      <a:gd name="T10" fmla="*/ 1 w 7"/>
                      <a:gd name="T11" fmla="*/ 1 h 20"/>
                      <a:gd name="T12" fmla="*/ 1 w 7"/>
                      <a:gd name="T13" fmla="*/ 1 h 20"/>
                      <a:gd name="T14" fmla="*/ 0 w 7"/>
                      <a:gd name="T15" fmla="*/ 1 h 20"/>
                      <a:gd name="T16" fmla="*/ 1 w 7"/>
                      <a:gd name="T17" fmla="*/ 1 h 20"/>
                      <a:gd name="T18" fmla="*/ 0 w 7"/>
                      <a:gd name="T19" fmla="*/ 1 h 20"/>
                      <a:gd name="T20" fmla="*/ 1 w 7"/>
                      <a:gd name="T21" fmla="*/ 1 h 20"/>
                      <a:gd name="T22" fmla="*/ 1 w 7"/>
                      <a:gd name="T23" fmla="*/ 0 h 20"/>
                      <a:gd name="T24" fmla="*/ 1 w 7"/>
                      <a:gd name="T25" fmla="*/ 0 h 20"/>
                      <a:gd name="T26" fmla="*/ 1 w 7"/>
                      <a:gd name="T27" fmla="*/ 1 h 20"/>
                      <a:gd name="T28" fmla="*/ 1 w 7"/>
                      <a:gd name="T29" fmla="*/ 1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20"/>
                      <a:gd name="T47" fmla="*/ 7 w 7"/>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20">
                        <a:moveTo>
                          <a:pt x="7" y="15"/>
                        </a:moveTo>
                        <a:lnTo>
                          <a:pt x="6" y="16"/>
                        </a:lnTo>
                        <a:lnTo>
                          <a:pt x="6" y="18"/>
                        </a:lnTo>
                        <a:lnTo>
                          <a:pt x="5" y="20"/>
                        </a:lnTo>
                        <a:lnTo>
                          <a:pt x="3" y="20"/>
                        </a:lnTo>
                        <a:lnTo>
                          <a:pt x="1" y="18"/>
                        </a:lnTo>
                        <a:lnTo>
                          <a:pt x="1" y="15"/>
                        </a:lnTo>
                        <a:lnTo>
                          <a:pt x="0" y="13"/>
                        </a:lnTo>
                        <a:lnTo>
                          <a:pt x="1" y="10"/>
                        </a:lnTo>
                        <a:lnTo>
                          <a:pt x="0" y="6"/>
                        </a:lnTo>
                        <a:lnTo>
                          <a:pt x="1" y="1"/>
                        </a:lnTo>
                        <a:lnTo>
                          <a:pt x="4" y="0"/>
                        </a:lnTo>
                        <a:lnTo>
                          <a:pt x="5" y="0"/>
                        </a:lnTo>
                        <a:lnTo>
                          <a:pt x="7" y="1"/>
                        </a:lnTo>
                        <a:lnTo>
                          <a:pt x="7"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4" name="Freeform 459"/>
                  <p:cNvSpPr>
                    <a:spLocks/>
                  </p:cNvSpPr>
                  <p:nvPr/>
                </p:nvSpPr>
                <p:spPr bwMode="auto">
                  <a:xfrm>
                    <a:off x="4195" y="3560"/>
                    <a:ext cx="1" cy="4"/>
                  </a:xfrm>
                  <a:custGeom>
                    <a:avLst/>
                    <a:gdLst>
                      <a:gd name="T0" fmla="*/ 1 w 2"/>
                      <a:gd name="T1" fmla="*/ 1 h 8"/>
                      <a:gd name="T2" fmla="*/ 1 w 2"/>
                      <a:gd name="T3" fmla="*/ 1 h 8"/>
                      <a:gd name="T4" fmla="*/ 1 w 2"/>
                      <a:gd name="T5" fmla="*/ 0 h 8"/>
                      <a:gd name="T6" fmla="*/ 0 w 2"/>
                      <a:gd name="T7" fmla="*/ 1 h 8"/>
                      <a:gd name="T8" fmla="*/ 0 w 2"/>
                      <a:gd name="T9" fmla="*/ 1 h 8"/>
                      <a:gd name="T10" fmla="*/ 1 w 2"/>
                      <a:gd name="T11" fmla="*/ 1 h 8"/>
                      <a:gd name="T12" fmla="*/ 0 60000 65536"/>
                      <a:gd name="T13" fmla="*/ 0 60000 65536"/>
                      <a:gd name="T14" fmla="*/ 0 60000 65536"/>
                      <a:gd name="T15" fmla="*/ 0 60000 65536"/>
                      <a:gd name="T16" fmla="*/ 0 60000 65536"/>
                      <a:gd name="T17" fmla="*/ 0 60000 65536"/>
                      <a:gd name="T18" fmla="*/ 0 w 2"/>
                      <a:gd name="T19" fmla="*/ 0 h 8"/>
                      <a:gd name="T20" fmla="*/ 2 w 2"/>
                      <a:gd name="T21" fmla="*/ 8 h 8"/>
                    </a:gdLst>
                    <a:ahLst/>
                    <a:cxnLst>
                      <a:cxn ang="T12">
                        <a:pos x="T0" y="T1"/>
                      </a:cxn>
                      <a:cxn ang="T13">
                        <a:pos x="T2" y="T3"/>
                      </a:cxn>
                      <a:cxn ang="T14">
                        <a:pos x="T4" y="T5"/>
                      </a:cxn>
                      <a:cxn ang="T15">
                        <a:pos x="T6" y="T7"/>
                      </a:cxn>
                      <a:cxn ang="T16">
                        <a:pos x="T8" y="T9"/>
                      </a:cxn>
                      <a:cxn ang="T17">
                        <a:pos x="T10" y="T11"/>
                      </a:cxn>
                    </a:cxnLst>
                    <a:rect l="T18" t="T19" r="T20" b="T21"/>
                    <a:pathLst>
                      <a:path w="2" h="8">
                        <a:moveTo>
                          <a:pt x="1" y="8"/>
                        </a:moveTo>
                        <a:lnTo>
                          <a:pt x="2" y="5"/>
                        </a:lnTo>
                        <a:lnTo>
                          <a:pt x="2" y="0"/>
                        </a:lnTo>
                        <a:lnTo>
                          <a:pt x="0" y="2"/>
                        </a:lnTo>
                        <a:lnTo>
                          <a:pt x="0" y="5"/>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5" name="Freeform 460"/>
                  <p:cNvSpPr>
                    <a:spLocks/>
                  </p:cNvSpPr>
                  <p:nvPr/>
                </p:nvSpPr>
                <p:spPr bwMode="auto">
                  <a:xfrm>
                    <a:off x="4191" y="3560"/>
                    <a:ext cx="4" cy="4"/>
                  </a:xfrm>
                  <a:custGeom>
                    <a:avLst/>
                    <a:gdLst>
                      <a:gd name="T0" fmla="*/ 0 w 7"/>
                      <a:gd name="T1" fmla="*/ 0 h 9"/>
                      <a:gd name="T2" fmla="*/ 0 w 7"/>
                      <a:gd name="T3" fmla="*/ 0 h 9"/>
                      <a:gd name="T4" fmla="*/ 1 w 7"/>
                      <a:gd name="T5" fmla="*/ 0 h 9"/>
                      <a:gd name="T6" fmla="*/ 1 w 7"/>
                      <a:gd name="T7" fmla="*/ 0 h 9"/>
                      <a:gd name="T8" fmla="*/ 1 w 7"/>
                      <a:gd name="T9" fmla="*/ 0 h 9"/>
                      <a:gd name="T10" fmla="*/ 1 w 7"/>
                      <a:gd name="T11" fmla="*/ 0 h 9"/>
                      <a:gd name="T12" fmla="*/ 1 w 7"/>
                      <a:gd name="T13" fmla="*/ 0 h 9"/>
                      <a:gd name="T14" fmla="*/ 1 w 7"/>
                      <a:gd name="T15" fmla="*/ 0 h 9"/>
                      <a:gd name="T16" fmla="*/ 1 w 7"/>
                      <a:gd name="T17" fmla="*/ 0 h 9"/>
                      <a:gd name="T18" fmla="*/ 1 w 7"/>
                      <a:gd name="T19" fmla="*/ 0 h 9"/>
                      <a:gd name="T20" fmla="*/ 1 w 7"/>
                      <a:gd name="T21" fmla="*/ 0 h 9"/>
                      <a:gd name="T22" fmla="*/ 1 w 7"/>
                      <a:gd name="T23" fmla="*/ 0 h 9"/>
                      <a:gd name="T24" fmla="*/ 0 w 7"/>
                      <a:gd name="T25" fmla="*/ 0 h 9"/>
                      <a:gd name="T26" fmla="*/ 0 w 7"/>
                      <a:gd name="T27" fmla="*/ 0 h 9"/>
                      <a:gd name="T28" fmla="*/ 0 w 7"/>
                      <a:gd name="T29" fmla="*/ 0 h 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9"/>
                      <a:gd name="T47" fmla="*/ 7 w 7"/>
                      <a:gd name="T48" fmla="*/ 9 h 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9">
                        <a:moveTo>
                          <a:pt x="0" y="0"/>
                        </a:moveTo>
                        <a:lnTo>
                          <a:pt x="0" y="1"/>
                        </a:lnTo>
                        <a:lnTo>
                          <a:pt x="1" y="4"/>
                        </a:lnTo>
                        <a:lnTo>
                          <a:pt x="1" y="6"/>
                        </a:lnTo>
                        <a:lnTo>
                          <a:pt x="4" y="9"/>
                        </a:lnTo>
                        <a:lnTo>
                          <a:pt x="7" y="9"/>
                        </a:lnTo>
                        <a:lnTo>
                          <a:pt x="6" y="6"/>
                        </a:lnTo>
                        <a:lnTo>
                          <a:pt x="5" y="6"/>
                        </a:lnTo>
                        <a:lnTo>
                          <a:pt x="4" y="5"/>
                        </a:lnTo>
                        <a:lnTo>
                          <a:pt x="4" y="3"/>
                        </a:lnTo>
                        <a:lnTo>
                          <a:pt x="2" y="0"/>
                        </a:lnTo>
                        <a:lnTo>
                          <a:pt x="2" y="1"/>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6" name="Freeform 461"/>
                  <p:cNvSpPr>
                    <a:spLocks/>
                  </p:cNvSpPr>
                  <p:nvPr/>
                </p:nvSpPr>
                <p:spPr bwMode="auto">
                  <a:xfrm>
                    <a:off x="4191" y="3552"/>
                    <a:ext cx="3" cy="8"/>
                  </a:xfrm>
                  <a:custGeom>
                    <a:avLst/>
                    <a:gdLst>
                      <a:gd name="T0" fmla="*/ 1 w 5"/>
                      <a:gd name="T1" fmla="*/ 1 h 16"/>
                      <a:gd name="T2" fmla="*/ 1 w 5"/>
                      <a:gd name="T3" fmla="*/ 1 h 16"/>
                      <a:gd name="T4" fmla="*/ 0 w 5"/>
                      <a:gd name="T5" fmla="*/ 1 h 16"/>
                      <a:gd name="T6" fmla="*/ 1 w 5"/>
                      <a:gd name="T7" fmla="*/ 1 h 16"/>
                      <a:gd name="T8" fmla="*/ 0 w 5"/>
                      <a:gd name="T9" fmla="*/ 1 h 16"/>
                      <a:gd name="T10" fmla="*/ 1 w 5"/>
                      <a:gd name="T11" fmla="*/ 1 h 16"/>
                      <a:gd name="T12" fmla="*/ 1 w 5"/>
                      <a:gd name="T13" fmla="*/ 1 h 16"/>
                      <a:gd name="T14" fmla="*/ 1 w 5"/>
                      <a:gd name="T15" fmla="*/ 1 h 16"/>
                      <a:gd name="T16" fmla="*/ 1 w 5"/>
                      <a:gd name="T17" fmla="*/ 1 h 16"/>
                      <a:gd name="T18" fmla="*/ 1 w 5"/>
                      <a:gd name="T19" fmla="*/ 0 h 16"/>
                      <a:gd name="T20" fmla="*/ 1 w 5"/>
                      <a:gd name="T21" fmla="*/ 1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16"/>
                      <a:gd name="T35" fmla="*/ 5 w 5"/>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16">
                        <a:moveTo>
                          <a:pt x="5" y="2"/>
                        </a:moveTo>
                        <a:lnTo>
                          <a:pt x="1" y="4"/>
                        </a:lnTo>
                        <a:lnTo>
                          <a:pt x="0" y="9"/>
                        </a:lnTo>
                        <a:lnTo>
                          <a:pt x="1" y="13"/>
                        </a:lnTo>
                        <a:lnTo>
                          <a:pt x="0" y="15"/>
                        </a:lnTo>
                        <a:lnTo>
                          <a:pt x="2" y="16"/>
                        </a:lnTo>
                        <a:lnTo>
                          <a:pt x="4" y="13"/>
                        </a:lnTo>
                        <a:lnTo>
                          <a:pt x="4" y="5"/>
                        </a:lnTo>
                        <a:lnTo>
                          <a:pt x="5" y="3"/>
                        </a:lnTo>
                        <a:lnTo>
                          <a:pt x="5" y="0"/>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7" name="Freeform 462"/>
                  <p:cNvSpPr>
                    <a:spLocks/>
                  </p:cNvSpPr>
                  <p:nvPr/>
                </p:nvSpPr>
                <p:spPr bwMode="auto">
                  <a:xfrm>
                    <a:off x="4194" y="3553"/>
                    <a:ext cx="2" cy="8"/>
                  </a:xfrm>
                  <a:custGeom>
                    <a:avLst/>
                    <a:gdLst>
                      <a:gd name="T0" fmla="*/ 0 w 5"/>
                      <a:gd name="T1" fmla="*/ 0 h 17"/>
                      <a:gd name="T2" fmla="*/ 0 w 5"/>
                      <a:gd name="T3" fmla="*/ 0 h 17"/>
                      <a:gd name="T4" fmla="*/ 0 w 5"/>
                      <a:gd name="T5" fmla="*/ 0 h 17"/>
                      <a:gd name="T6" fmla="*/ 0 w 5"/>
                      <a:gd name="T7" fmla="*/ 0 h 17"/>
                      <a:gd name="T8" fmla="*/ 0 w 5"/>
                      <a:gd name="T9" fmla="*/ 0 h 17"/>
                      <a:gd name="T10" fmla="*/ 0 w 5"/>
                      <a:gd name="T11" fmla="*/ 0 h 17"/>
                      <a:gd name="T12" fmla="*/ 0 w 5"/>
                      <a:gd name="T13" fmla="*/ 0 h 17"/>
                      <a:gd name="T14" fmla="*/ 0 w 5"/>
                      <a:gd name="T15" fmla="*/ 0 h 17"/>
                      <a:gd name="T16" fmla="*/ 0 w 5"/>
                      <a:gd name="T17" fmla="*/ 0 h 17"/>
                      <a:gd name="T18" fmla="*/ 0 w 5"/>
                      <a:gd name="T19" fmla="*/ 0 h 17"/>
                      <a:gd name="T20" fmla="*/ 0 w 5"/>
                      <a:gd name="T21" fmla="*/ 0 h 17"/>
                      <a:gd name="T22" fmla="*/ 0 w 5"/>
                      <a:gd name="T23" fmla="*/ 0 h 17"/>
                      <a:gd name="T24" fmla="*/ 0 w 5"/>
                      <a:gd name="T25" fmla="*/ 0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17"/>
                      <a:gd name="T41" fmla="*/ 5 w 5"/>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17">
                        <a:moveTo>
                          <a:pt x="3" y="17"/>
                        </a:moveTo>
                        <a:lnTo>
                          <a:pt x="5" y="16"/>
                        </a:lnTo>
                        <a:lnTo>
                          <a:pt x="5" y="2"/>
                        </a:lnTo>
                        <a:lnTo>
                          <a:pt x="2" y="0"/>
                        </a:lnTo>
                        <a:lnTo>
                          <a:pt x="0" y="0"/>
                        </a:lnTo>
                        <a:lnTo>
                          <a:pt x="0" y="1"/>
                        </a:lnTo>
                        <a:lnTo>
                          <a:pt x="2" y="3"/>
                        </a:lnTo>
                        <a:lnTo>
                          <a:pt x="2" y="16"/>
                        </a:lnTo>
                        <a:lnTo>
                          <a:pt x="3" y="14"/>
                        </a:lnTo>
                        <a:lnTo>
                          <a:pt x="3" y="17"/>
                        </a:lnTo>
                        <a:lnTo>
                          <a:pt x="5" y="17"/>
                        </a:lnTo>
                        <a:lnTo>
                          <a:pt x="5" y="16"/>
                        </a:lnTo>
                        <a:lnTo>
                          <a:pt x="3"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8" name="Freeform 463"/>
                  <p:cNvSpPr>
                    <a:spLocks/>
                  </p:cNvSpPr>
                  <p:nvPr/>
                </p:nvSpPr>
                <p:spPr bwMode="auto">
                  <a:xfrm>
                    <a:off x="4385" y="3553"/>
                    <a:ext cx="21" cy="16"/>
                  </a:xfrm>
                  <a:custGeom>
                    <a:avLst/>
                    <a:gdLst>
                      <a:gd name="T0" fmla="*/ 2 w 41"/>
                      <a:gd name="T1" fmla="*/ 1 h 32"/>
                      <a:gd name="T2" fmla="*/ 2 w 41"/>
                      <a:gd name="T3" fmla="*/ 1 h 32"/>
                      <a:gd name="T4" fmla="*/ 2 w 41"/>
                      <a:gd name="T5" fmla="*/ 1 h 32"/>
                      <a:gd name="T6" fmla="*/ 2 w 41"/>
                      <a:gd name="T7" fmla="*/ 1 h 32"/>
                      <a:gd name="T8" fmla="*/ 1 w 41"/>
                      <a:gd name="T9" fmla="*/ 1 h 32"/>
                      <a:gd name="T10" fmla="*/ 1 w 41"/>
                      <a:gd name="T11" fmla="*/ 1 h 32"/>
                      <a:gd name="T12" fmla="*/ 1 w 41"/>
                      <a:gd name="T13" fmla="*/ 1 h 32"/>
                      <a:gd name="T14" fmla="*/ 1 w 41"/>
                      <a:gd name="T15" fmla="*/ 1 h 32"/>
                      <a:gd name="T16" fmla="*/ 1 w 41"/>
                      <a:gd name="T17" fmla="*/ 1 h 32"/>
                      <a:gd name="T18" fmla="*/ 1 w 41"/>
                      <a:gd name="T19" fmla="*/ 1 h 32"/>
                      <a:gd name="T20" fmla="*/ 1 w 41"/>
                      <a:gd name="T21" fmla="*/ 1 h 32"/>
                      <a:gd name="T22" fmla="*/ 1 w 41"/>
                      <a:gd name="T23" fmla="*/ 1 h 32"/>
                      <a:gd name="T24" fmla="*/ 0 w 41"/>
                      <a:gd name="T25" fmla="*/ 1 h 32"/>
                      <a:gd name="T26" fmla="*/ 0 w 41"/>
                      <a:gd name="T27" fmla="*/ 0 h 32"/>
                      <a:gd name="T28" fmla="*/ 1 w 41"/>
                      <a:gd name="T29" fmla="*/ 0 h 32"/>
                      <a:gd name="T30" fmla="*/ 1 w 41"/>
                      <a:gd name="T31" fmla="*/ 1 h 32"/>
                      <a:gd name="T32" fmla="*/ 1 w 41"/>
                      <a:gd name="T33" fmla="*/ 1 h 32"/>
                      <a:gd name="T34" fmla="*/ 1 w 41"/>
                      <a:gd name="T35" fmla="*/ 1 h 32"/>
                      <a:gd name="T36" fmla="*/ 1 w 41"/>
                      <a:gd name="T37" fmla="*/ 1 h 32"/>
                      <a:gd name="T38" fmla="*/ 1 w 41"/>
                      <a:gd name="T39" fmla="*/ 1 h 32"/>
                      <a:gd name="T40" fmla="*/ 1 w 41"/>
                      <a:gd name="T41" fmla="*/ 1 h 32"/>
                      <a:gd name="T42" fmla="*/ 1 w 41"/>
                      <a:gd name="T43" fmla="*/ 1 h 32"/>
                      <a:gd name="T44" fmla="*/ 1 w 41"/>
                      <a:gd name="T45" fmla="*/ 1 h 32"/>
                      <a:gd name="T46" fmla="*/ 1 w 41"/>
                      <a:gd name="T47" fmla="*/ 1 h 32"/>
                      <a:gd name="T48" fmla="*/ 1 w 41"/>
                      <a:gd name="T49" fmla="*/ 1 h 32"/>
                      <a:gd name="T50" fmla="*/ 2 w 41"/>
                      <a:gd name="T51" fmla="*/ 1 h 32"/>
                      <a:gd name="T52" fmla="*/ 2 w 41"/>
                      <a:gd name="T53" fmla="*/ 1 h 32"/>
                      <a:gd name="T54" fmla="*/ 2 w 41"/>
                      <a:gd name="T55" fmla="*/ 1 h 3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1"/>
                      <a:gd name="T85" fmla="*/ 0 h 32"/>
                      <a:gd name="T86" fmla="*/ 41 w 41"/>
                      <a:gd name="T87" fmla="*/ 32 h 3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1" h="32">
                        <a:moveTo>
                          <a:pt x="41" y="31"/>
                        </a:moveTo>
                        <a:lnTo>
                          <a:pt x="41" y="32"/>
                        </a:lnTo>
                        <a:lnTo>
                          <a:pt x="38" y="29"/>
                        </a:lnTo>
                        <a:lnTo>
                          <a:pt x="36" y="28"/>
                        </a:lnTo>
                        <a:lnTo>
                          <a:pt x="32" y="24"/>
                        </a:lnTo>
                        <a:lnTo>
                          <a:pt x="31" y="22"/>
                        </a:lnTo>
                        <a:lnTo>
                          <a:pt x="28" y="21"/>
                        </a:lnTo>
                        <a:lnTo>
                          <a:pt x="15" y="7"/>
                        </a:lnTo>
                        <a:lnTo>
                          <a:pt x="12" y="6"/>
                        </a:lnTo>
                        <a:lnTo>
                          <a:pt x="10" y="5"/>
                        </a:lnTo>
                        <a:lnTo>
                          <a:pt x="7" y="3"/>
                        </a:lnTo>
                        <a:lnTo>
                          <a:pt x="6" y="2"/>
                        </a:lnTo>
                        <a:lnTo>
                          <a:pt x="0" y="2"/>
                        </a:lnTo>
                        <a:lnTo>
                          <a:pt x="0" y="0"/>
                        </a:lnTo>
                        <a:lnTo>
                          <a:pt x="6" y="0"/>
                        </a:lnTo>
                        <a:lnTo>
                          <a:pt x="10" y="1"/>
                        </a:lnTo>
                        <a:lnTo>
                          <a:pt x="12" y="2"/>
                        </a:lnTo>
                        <a:lnTo>
                          <a:pt x="15" y="5"/>
                        </a:lnTo>
                        <a:lnTo>
                          <a:pt x="17" y="6"/>
                        </a:lnTo>
                        <a:lnTo>
                          <a:pt x="21" y="8"/>
                        </a:lnTo>
                        <a:lnTo>
                          <a:pt x="23" y="11"/>
                        </a:lnTo>
                        <a:lnTo>
                          <a:pt x="25" y="13"/>
                        </a:lnTo>
                        <a:lnTo>
                          <a:pt x="28" y="16"/>
                        </a:lnTo>
                        <a:lnTo>
                          <a:pt x="31" y="18"/>
                        </a:lnTo>
                        <a:lnTo>
                          <a:pt x="32" y="21"/>
                        </a:lnTo>
                        <a:lnTo>
                          <a:pt x="37" y="26"/>
                        </a:lnTo>
                        <a:lnTo>
                          <a:pt x="38" y="28"/>
                        </a:lnTo>
                        <a:lnTo>
                          <a:pt x="4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49" name="Freeform 464"/>
                  <p:cNvSpPr>
                    <a:spLocks/>
                  </p:cNvSpPr>
                  <p:nvPr/>
                </p:nvSpPr>
                <p:spPr bwMode="auto">
                  <a:xfrm>
                    <a:off x="4405" y="3569"/>
                    <a:ext cx="1" cy="2"/>
                  </a:xfrm>
                  <a:custGeom>
                    <a:avLst/>
                    <a:gdLst>
                      <a:gd name="T0" fmla="*/ 0 w 3"/>
                      <a:gd name="T1" fmla="*/ 1 h 3"/>
                      <a:gd name="T2" fmla="*/ 0 w 3"/>
                      <a:gd name="T3" fmla="*/ 1 h 3"/>
                      <a:gd name="T4" fmla="*/ 0 w 3"/>
                      <a:gd name="T5" fmla="*/ 0 h 3"/>
                      <a:gd name="T6" fmla="*/ 0 w 3"/>
                      <a:gd name="T7" fmla="*/ 0 h 3"/>
                      <a:gd name="T8" fmla="*/ 0 w 3"/>
                      <a:gd name="T9" fmla="*/ 1 h 3"/>
                      <a:gd name="T10" fmla="*/ 0 w 3"/>
                      <a:gd name="T11" fmla="*/ 0 h 3"/>
                      <a:gd name="T12" fmla="*/ 0 w 3"/>
                      <a:gd name="T13" fmla="*/ 1 h 3"/>
                      <a:gd name="T14" fmla="*/ 0 w 3"/>
                      <a:gd name="T15" fmla="*/ 1 h 3"/>
                      <a:gd name="T16" fmla="*/ 0 w 3"/>
                      <a:gd name="T17" fmla="*/ 1 h 3"/>
                      <a:gd name="T18" fmla="*/ 0 w 3"/>
                      <a:gd name="T19" fmla="*/ 1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3"/>
                      <a:gd name="T32" fmla="*/ 3 w 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3">
                        <a:moveTo>
                          <a:pt x="0" y="2"/>
                        </a:moveTo>
                        <a:lnTo>
                          <a:pt x="3" y="1"/>
                        </a:lnTo>
                        <a:lnTo>
                          <a:pt x="3" y="0"/>
                        </a:lnTo>
                        <a:lnTo>
                          <a:pt x="0" y="0"/>
                        </a:lnTo>
                        <a:lnTo>
                          <a:pt x="0" y="1"/>
                        </a:lnTo>
                        <a:lnTo>
                          <a:pt x="3" y="0"/>
                        </a:lnTo>
                        <a:lnTo>
                          <a:pt x="0" y="2"/>
                        </a:lnTo>
                        <a:lnTo>
                          <a:pt x="3" y="3"/>
                        </a:lnTo>
                        <a:lnTo>
                          <a:pt x="3" y="1"/>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0" name="Freeform 465"/>
                  <p:cNvSpPr>
                    <a:spLocks/>
                  </p:cNvSpPr>
                  <p:nvPr/>
                </p:nvSpPr>
                <p:spPr bwMode="auto">
                  <a:xfrm>
                    <a:off x="4389" y="3555"/>
                    <a:ext cx="17" cy="15"/>
                  </a:xfrm>
                  <a:custGeom>
                    <a:avLst/>
                    <a:gdLst>
                      <a:gd name="T0" fmla="*/ 0 w 36"/>
                      <a:gd name="T1" fmla="*/ 0 h 31"/>
                      <a:gd name="T2" fmla="*/ 0 w 36"/>
                      <a:gd name="T3" fmla="*/ 0 h 31"/>
                      <a:gd name="T4" fmla="*/ 0 w 36"/>
                      <a:gd name="T5" fmla="*/ 0 h 31"/>
                      <a:gd name="T6" fmla="*/ 0 w 36"/>
                      <a:gd name="T7" fmla="*/ 0 h 31"/>
                      <a:gd name="T8" fmla="*/ 0 w 36"/>
                      <a:gd name="T9" fmla="*/ 0 h 31"/>
                      <a:gd name="T10" fmla="*/ 0 w 36"/>
                      <a:gd name="T11" fmla="*/ 0 h 31"/>
                      <a:gd name="T12" fmla="*/ 0 w 36"/>
                      <a:gd name="T13" fmla="*/ 0 h 31"/>
                      <a:gd name="T14" fmla="*/ 0 w 36"/>
                      <a:gd name="T15" fmla="*/ 0 h 31"/>
                      <a:gd name="T16" fmla="*/ 0 w 36"/>
                      <a:gd name="T17" fmla="*/ 0 h 31"/>
                      <a:gd name="T18" fmla="*/ 0 w 36"/>
                      <a:gd name="T19" fmla="*/ 0 h 31"/>
                      <a:gd name="T20" fmla="*/ 0 w 36"/>
                      <a:gd name="T21" fmla="*/ 0 h 31"/>
                      <a:gd name="T22" fmla="*/ 0 w 36"/>
                      <a:gd name="T23" fmla="*/ 0 h 31"/>
                      <a:gd name="T24" fmla="*/ 0 w 36"/>
                      <a:gd name="T25" fmla="*/ 0 h 31"/>
                      <a:gd name="T26" fmla="*/ 0 w 36"/>
                      <a:gd name="T27" fmla="*/ 0 h 31"/>
                      <a:gd name="T28" fmla="*/ 1 w 36"/>
                      <a:gd name="T29" fmla="*/ 0 h 31"/>
                      <a:gd name="T30" fmla="*/ 1 w 36"/>
                      <a:gd name="T31" fmla="*/ 0 h 31"/>
                      <a:gd name="T32" fmla="*/ 1 w 36"/>
                      <a:gd name="T33" fmla="*/ 0 h 31"/>
                      <a:gd name="T34" fmla="*/ 0 w 36"/>
                      <a:gd name="T35" fmla="*/ 0 h 31"/>
                      <a:gd name="T36" fmla="*/ 0 w 36"/>
                      <a:gd name="T37" fmla="*/ 0 h 31"/>
                      <a:gd name="T38" fmla="*/ 0 w 36"/>
                      <a:gd name="T39" fmla="*/ 0 h 31"/>
                      <a:gd name="T40" fmla="*/ 0 w 36"/>
                      <a:gd name="T41" fmla="*/ 0 h 31"/>
                      <a:gd name="T42" fmla="*/ 0 w 36"/>
                      <a:gd name="T43" fmla="*/ 0 h 31"/>
                      <a:gd name="T44" fmla="*/ 0 w 36"/>
                      <a:gd name="T45" fmla="*/ 0 h 31"/>
                      <a:gd name="T46" fmla="*/ 0 w 36"/>
                      <a:gd name="T47" fmla="*/ 0 h 31"/>
                      <a:gd name="T48" fmla="*/ 0 w 36"/>
                      <a:gd name="T49" fmla="*/ 0 h 31"/>
                      <a:gd name="T50" fmla="*/ 0 w 36"/>
                      <a:gd name="T51" fmla="*/ 0 h 31"/>
                      <a:gd name="T52" fmla="*/ 0 w 36"/>
                      <a:gd name="T53" fmla="*/ 0 h 31"/>
                      <a:gd name="T54" fmla="*/ 0 w 36"/>
                      <a:gd name="T55" fmla="*/ 0 h 31"/>
                      <a:gd name="T56" fmla="*/ 0 w 36"/>
                      <a:gd name="T57" fmla="*/ 0 h 31"/>
                      <a:gd name="T58" fmla="*/ 0 w 36"/>
                      <a:gd name="T59" fmla="*/ 0 h 31"/>
                      <a:gd name="T60" fmla="*/ 0 w 36"/>
                      <a:gd name="T61" fmla="*/ 0 h 3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6"/>
                      <a:gd name="T94" fmla="*/ 0 h 31"/>
                      <a:gd name="T95" fmla="*/ 36 w 36"/>
                      <a:gd name="T96" fmla="*/ 31 h 3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6" h="31">
                        <a:moveTo>
                          <a:pt x="0" y="3"/>
                        </a:moveTo>
                        <a:lnTo>
                          <a:pt x="4" y="4"/>
                        </a:lnTo>
                        <a:lnTo>
                          <a:pt x="5" y="5"/>
                        </a:lnTo>
                        <a:lnTo>
                          <a:pt x="7" y="6"/>
                        </a:lnTo>
                        <a:lnTo>
                          <a:pt x="11" y="10"/>
                        </a:lnTo>
                        <a:lnTo>
                          <a:pt x="14" y="11"/>
                        </a:lnTo>
                        <a:lnTo>
                          <a:pt x="17" y="15"/>
                        </a:lnTo>
                        <a:lnTo>
                          <a:pt x="19" y="18"/>
                        </a:lnTo>
                        <a:lnTo>
                          <a:pt x="21" y="20"/>
                        </a:lnTo>
                        <a:lnTo>
                          <a:pt x="23" y="21"/>
                        </a:lnTo>
                        <a:lnTo>
                          <a:pt x="25" y="24"/>
                        </a:lnTo>
                        <a:lnTo>
                          <a:pt x="27" y="25"/>
                        </a:lnTo>
                        <a:lnTo>
                          <a:pt x="30" y="27"/>
                        </a:lnTo>
                        <a:lnTo>
                          <a:pt x="32" y="29"/>
                        </a:lnTo>
                        <a:lnTo>
                          <a:pt x="33" y="31"/>
                        </a:lnTo>
                        <a:lnTo>
                          <a:pt x="36" y="29"/>
                        </a:lnTo>
                        <a:lnTo>
                          <a:pt x="33" y="27"/>
                        </a:lnTo>
                        <a:lnTo>
                          <a:pt x="31" y="25"/>
                        </a:lnTo>
                        <a:lnTo>
                          <a:pt x="28" y="24"/>
                        </a:lnTo>
                        <a:lnTo>
                          <a:pt x="27" y="21"/>
                        </a:lnTo>
                        <a:lnTo>
                          <a:pt x="23" y="18"/>
                        </a:lnTo>
                        <a:lnTo>
                          <a:pt x="21" y="16"/>
                        </a:lnTo>
                        <a:lnTo>
                          <a:pt x="20" y="14"/>
                        </a:lnTo>
                        <a:lnTo>
                          <a:pt x="17" y="11"/>
                        </a:lnTo>
                        <a:lnTo>
                          <a:pt x="15" y="10"/>
                        </a:lnTo>
                        <a:lnTo>
                          <a:pt x="14" y="8"/>
                        </a:lnTo>
                        <a:lnTo>
                          <a:pt x="11" y="6"/>
                        </a:lnTo>
                        <a:lnTo>
                          <a:pt x="9" y="5"/>
                        </a:lnTo>
                        <a:lnTo>
                          <a:pt x="5" y="1"/>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1" name="Freeform 466"/>
                  <p:cNvSpPr>
                    <a:spLocks/>
                  </p:cNvSpPr>
                  <p:nvPr/>
                </p:nvSpPr>
                <p:spPr bwMode="auto">
                  <a:xfrm>
                    <a:off x="4385" y="3554"/>
                    <a:ext cx="4" cy="2"/>
                  </a:xfrm>
                  <a:custGeom>
                    <a:avLst/>
                    <a:gdLst>
                      <a:gd name="T0" fmla="*/ 0 w 8"/>
                      <a:gd name="T1" fmla="*/ 1 h 4"/>
                      <a:gd name="T2" fmla="*/ 1 w 8"/>
                      <a:gd name="T3" fmla="*/ 1 h 4"/>
                      <a:gd name="T4" fmla="*/ 1 w 8"/>
                      <a:gd name="T5" fmla="*/ 1 h 4"/>
                      <a:gd name="T6" fmla="*/ 1 w 8"/>
                      <a:gd name="T7" fmla="*/ 1 h 4"/>
                      <a:gd name="T8" fmla="*/ 1 w 8"/>
                      <a:gd name="T9" fmla="*/ 1 h 4"/>
                      <a:gd name="T10" fmla="*/ 1 w 8"/>
                      <a:gd name="T11" fmla="*/ 0 h 4"/>
                      <a:gd name="T12" fmla="*/ 1 w 8"/>
                      <a:gd name="T13" fmla="*/ 0 h 4"/>
                      <a:gd name="T14" fmla="*/ 1 w 8"/>
                      <a:gd name="T15" fmla="*/ 1 h 4"/>
                      <a:gd name="T16" fmla="*/ 0 w 8"/>
                      <a:gd name="T17" fmla="*/ 1 h 4"/>
                      <a:gd name="T18" fmla="*/ 0 w 8"/>
                      <a:gd name="T19" fmla="*/ 1 h 4"/>
                      <a:gd name="T20" fmla="*/ 1 w 8"/>
                      <a:gd name="T21" fmla="*/ 1 h 4"/>
                      <a:gd name="T22" fmla="*/ 0 w 8"/>
                      <a:gd name="T23" fmla="*/ 1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4"/>
                      <a:gd name="T38" fmla="*/ 8 w 8"/>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4">
                        <a:moveTo>
                          <a:pt x="0" y="1"/>
                        </a:moveTo>
                        <a:lnTo>
                          <a:pt x="1" y="2"/>
                        </a:lnTo>
                        <a:lnTo>
                          <a:pt x="7" y="2"/>
                        </a:lnTo>
                        <a:lnTo>
                          <a:pt x="7" y="4"/>
                        </a:lnTo>
                        <a:lnTo>
                          <a:pt x="8" y="1"/>
                        </a:lnTo>
                        <a:lnTo>
                          <a:pt x="7" y="0"/>
                        </a:lnTo>
                        <a:lnTo>
                          <a:pt x="1" y="0"/>
                        </a:lnTo>
                        <a:lnTo>
                          <a:pt x="2" y="1"/>
                        </a:lnTo>
                        <a:lnTo>
                          <a:pt x="0" y="1"/>
                        </a:lnTo>
                        <a:lnTo>
                          <a:pt x="0" y="2"/>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2" name="Freeform 467"/>
                  <p:cNvSpPr>
                    <a:spLocks/>
                  </p:cNvSpPr>
                  <p:nvPr/>
                </p:nvSpPr>
                <p:spPr bwMode="auto">
                  <a:xfrm>
                    <a:off x="4385" y="3552"/>
                    <a:ext cx="1" cy="3"/>
                  </a:xfrm>
                  <a:custGeom>
                    <a:avLst/>
                    <a:gdLst>
                      <a:gd name="T0" fmla="*/ 1 w 2"/>
                      <a:gd name="T1" fmla="*/ 1 h 5"/>
                      <a:gd name="T2" fmla="*/ 0 w 2"/>
                      <a:gd name="T3" fmla="*/ 1 h 5"/>
                      <a:gd name="T4" fmla="*/ 0 w 2"/>
                      <a:gd name="T5" fmla="*/ 1 h 5"/>
                      <a:gd name="T6" fmla="*/ 1 w 2"/>
                      <a:gd name="T7" fmla="*/ 1 h 5"/>
                      <a:gd name="T8" fmla="*/ 1 w 2"/>
                      <a:gd name="T9" fmla="*/ 1 h 5"/>
                      <a:gd name="T10" fmla="*/ 1 w 2"/>
                      <a:gd name="T11" fmla="*/ 1 h 5"/>
                      <a:gd name="T12" fmla="*/ 1 w 2"/>
                      <a:gd name="T13" fmla="*/ 1 h 5"/>
                      <a:gd name="T14" fmla="*/ 0 w 2"/>
                      <a:gd name="T15" fmla="*/ 0 h 5"/>
                      <a:gd name="T16" fmla="*/ 0 w 2"/>
                      <a:gd name="T17" fmla="*/ 1 h 5"/>
                      <a:gd name="T18" fmla="*/ 1 w 2"/>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1" y="2"/>
                        </a:moveTo>
                        <a:lnTo>
                          <a:pt x="0" y="3"/>
                        </a:lnTo>
                        <a:lnTo>
                          <a:pt x="0" y="5"/>
                        </a:lnTo>
                        <a:lnTo>
                          <a:pt x="2" y="5"/>
                        </a:lnTo>
                        <a:lnTo>
                          <a:pt x="2" y="3"/>
                        </a:lnTo>
                        <a:lnTo>
                          <a:pt x="1" y="3"/>
                        </a:lnTo>
                        <a:lnTo>
                          <a:pt x="1" y="2"/>
                        </a:lnTo>
                        <a:lnTo>
                          <a:pt x="0" y="0"/>
                        </a:lnTo>
                        <a:lnTo>
                          <a:pt x="0" y="3"/>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3" name="Freeform 468"/>
                  <p:cNvSpPr>
                    <a:spLocks/>
                  </p:cNvSpPr>
                  <p:nvPr/>
                </p:nvSpPr>
                <p:spPr bwMode="auto">
                  <a:xfrm>
                    <a:off x="4385" y="3553"/>
                    <a:ext cx="21" cy="16"/>
                  </a:xfrm>
                  <a:custGeom>
                    <a:avLst/>
                    <a:gdLst>
                      <a:gd name="T0" fmla="*/ 2 w 42"/>
                      <a:gd name="T1" fmla="*/ 1 h 33"/>
                      <a:gd name="T2" fmla="*/ 2 w 42"/>
                      <a:gd name="T3" fmla="*/ 0 h 33"/>
                      <a:gd name="T4" fmla="*/ 2 w 42"/>
                      <a:gd name="T5" fmla="*/ 0 h 33"/>
                      <a:gd name="T6" fmla="*/ 2 w 42"/>
                      <a:gd name="T7" fmla="*/ 0 h 33"/>
                      <a:gd name="T8" fmla="*/ 1 w 42"/>
                      <a:gd name="T9" fmla="*/ 0 h 33"/>
                      <a:gd name="T10" fmla="*/ 1 w 42"/>
                      <a:gd name="T11" fmla="*/ 0 h 33"/>
                      <a:gd name="T12" fmla="*/ 1 w 42"/>
                      <a:gd name="T13" fmla="*/ 0 h 33"/>
                      <a:gd name="T14" fmla="*/ 1 w 42"/>
                      <a:gd name="T15" fmla="*/ 0 h 33"/>
                      <a:gd name="T16" fmla="*/ 1 w 42"/>
                      <a:gd name="T17" fmla="*/ 0 h 33"/>
                      <a:gd name="T18" fmla="*/ 1 w 42"/>
                      <a:gd name="T19" fmla="*/ 0 h 33"/>
                      <a:gd name="T20" fmla="*/ 1 w 42"/>
                      <a:gd name="T21" fmla="*/ 0 h 33"/>
                      <a:gd name="T22" fmla="*/ 0 w 42"/>
                      <a:gd name="T23" fmla="*/ 0 h 33"/>
                      <a:gd name="T24" fmla="*/ 0 w 42"/>
                      <a:gd name="T25" fmla="*/ 0 h 33"/>
                      <a:gd name="T26" fmla="*/ 1 w 42"/>
                      <a:gd name="T27" fmla="*/ 0 h 33"/>
                      <a:gd name="T28" fmla="*/ 1 w 42"/>
                      <a:gd name="T29" fmla="*/ 0 h 33"/>
                      <a:gd name="T30" fmla="*/ 1 w 42"/>
                      <a:gd name="T31" fmla="*/ 0 h 33"/>
                      <a:gd name="T32" fmla="*/ 1 w 42"/>
                      <a:gd name="T33" fmla="*/ 0 h 33"/>
                      <a:gd name="T34" fmla="*/ 1 w 42"/>
                      <a:gd name="T35" fmla="*/ 0 h 33"/>
                      <a:gd name="T36" fmla="*/ 1 w 42"/>
                      <a:gd name="T37" fmla="*/ 0 h 33"/>
                      <a:gd name="T38" fmla="*/ 1 w 42"/>
                      <a:gd name="T39" fmla="*/ 0 h 33"/>
                      <a:gd name="T40" fmla="*/ 1 w 42"/>
                      <a:gd name="T41" fmla="*/ 0 h 33"/>
                      <a:gd name="T42" fmla="*/ 1 w 42"/>
                      <a:gd name="T43" fmla="*/ 0 h 33"/>
                      <a:gd name="T44" fmla="*/ 1 w 42"/>
                      <a:gd name="T45" fmla="*/ 0 h 33"/>
                      <a:gd name="T46" fmla="*/ 2 w 42"/>
                      <a:gd name="T47" fmla="*/ 0 h 33"/>
                      <a:gd name="T48" fmla="*/ 2 w 42"/>
                      <a:gd name="T49" fmla="*/ 0 h 33"/>
                      <a:gd name="T50" fmla="*/ 2 w 42"/>
                      <a:gd name="T51" fmla="*/ 1 h 33"/>
                      <a:gd name="T52" fmla="*/ 2 w 42"/>
                      <a:gd name="T53" fmla="*/ 1 h 33"/>
                      <a:gd name="T54" fmla="*/ 2 w 42"/>
                      <a:gd name="T55" fmla="*/ 1 h 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2"/>
                      <a:gd name="T85" fmla="*/ 0 h 33"/>
                      <a:gd name="T86" fmla="*/ 42 w 42"/>
                      <a:gd name="T87" fmla="*/ 33 h 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2" h="33">
                        <a:moveTo>
                          <a:pt x="42" y="32"/>
                        </a:moveTo>
                        <a:lnTo>
                          <a:pt x="39" y="29"/>
                        </a:lnTo>
                        <a:lnTo>
                          <a:pt x="38" y="27"/>
                        </a:lnTo>
                        <a:lnTo>
                          <a:pt x="36" y="23"/>
                        </a:lnTo>
                        <a:lnTo>
                          <a:pt x="21" y="8"/>
                        </a:lnTo>
                        <a:lnTo>
                          <a:pt x="18" y="7"/>
                        </a:lnTo>
                        <a:lnTo>
                          <a:pt x="16" y="4"/>
                        </a:lnTo>
                        <a:lnTo>
                          <a:pt x="12" y="2"/>
                        </a:lnTo>
                        <a:lnTo>
                          <a:pt x="10" y="1"/>
                        </a:lnTo>
                        <a:lnTo>
                          <a:pt x="7" y="1"/>
                        </a:lnTo>
                        <a:lnTo>
                          <a:pt x="4" y="0"/>
                        </a:lnTo>
                        <a:lnTo>
                          <a:pt x="0" y="0"/>
                        </a:lnTo>
                        <a:lnTo>
                          <a:pt x="0" y="1"/>
                        </a:lnTo>
                        <a:lnTo>
                          <a:pt x="4" y="2"/>
                        </a:lnTo>
                        <a:lnTo>
                          <a:pt x="6" y="2"/>
                        </a:lnTo>
                        <a:lnTo>
                          <a:pt x="9" y="3"/>
                        </a:lnTo>
                        <a:lnTo>
                          <a:pt x="11" y="4"/>
                        </a:lnTo>
                        <a:lnTo>
                          <a:pt x="15" y="7"/>
                        </a:lnTo>
                        <a:lnTo>
                          <a:pt x="17" y="8"/>
                        </a:lnTo>
                        <a:lnTo>
                          <a:pt x="22" y="13"/>
                        </a:lnTo>
                        <a:lnTo>
                          <a:pt x="25" y="14"/>
                        </a:lnTo>
                        <a:lnTo>
                          <a:pt x="29" y="19"/>
                        </a:lnTo>
                        <a:lnTo>
                          <a:pt x="31" y="22"/>
                        </a:lnTo>
                        <a:lnTo>
                          <a:pt x="33" y="25"/>
                        </a:lnTo>
                        <a:lnTo>
                          <a:pt x="38" y="30"/>
                        </a:lnTo>
                        <a:lnTo>
                          <a:pt x="39" y="33"/>
                        </a:lnTo>
                        <a:lnTo>
                          <a:pt x="39" y="32"/>
                        </a:lnTo>
                        <a:lnTo>
                          <a:pt x="4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4" name="Freeform 469"/>
                  <p:cNvSpPr>
                    <a:spLocks/>
                  </p:cNvSpPr>
                  <p:nvPr/>
                </p:nvSpPr>
                <p:spPr bwMode="auto">
                  <a:xfrm>
                    <a:off x="4172" y="3555"/>
                    <a:ext cx="39" cy="43"/>
                  </a:xfrm>
                  <a:custGeom>
                    <a:avLst/>
                    <a:gdLst>
                      <a:gd name="T0" fmla="*/ 1 w 79"/>
                      <a:gd name="T1" fmla="*/ 2 h 88"/>
                      <a:gd name="T2" fmla="*/ 1 w 79"/>
                      <a:gd name="T3" fmla="*/ 2 h 88"/>
                      <a:gd name="T4" fmla="*/ 1 w 79"/>
                      <a:gd name="T5" fmla="*/ 2 h 88"/>
                      <a:gd name="T6" fmla="*/ 1 w 79"/>
                      <a:gd name="T7" fmla="*/ 2 h 88"/>
                      <a:gd name="T8" fmla="*/ 1 w 79"/>
                      <a:gd name="T9" fmla="*/ 2 h 88"/>
                      <a:gd name="T10" fmla="*/ 1 w 79"/>
                      <a:gd name="T11" fmla="*/ 2 h 88"/>
                      <a:gd name="T12" fmla="*/ 1 w 79"/>
                      <a:gd name="T13" fmla="*/ 2 h 88"/>
                      <a:gd name="T14" fmla="*/ 1 w 79"/>
                      <a:gd name="T15" fmla="*/ 2 h 88"/>
                      <a:gd name="T16" fmla="*/ 1 w 79"/>
                      <a:gd name="T17" fmla="*/ 2 h 88"/>
                      <a:gd name="T18" fmla="*/ 1 w 79"/>
                      <a:gd name="T19" fmla="*/ 2 h 88"/>
                      <a:gd name="T20" fmla="*/ 2 w 79"/>
                      <a:gd name="T21" fmla="*/ 2 h 88"/>
                      <a:gd name="T22" fmla="*/ 2 w 79"/>
                      <a:gd name="T23" fmla="*/ 2 h 88"/>
                      <a:gd name="T24" fmla="*/ 2 w 79"/>
                      <a:gd name="T25" fmla="*/ 2 h 88"/>
                      <a:gd name="T26" fmla="*/ 1 w 79"/>
                      <a:gd name="T27" fmla="*/ 2 h 88"/>
                      <a:gd name="T28" fmla="*/ 1 w 79"/>
                      <a:gd name="T29" fmla="*/ 2 h 88"/>
                      <a:gd name="T30" fmla="*/ 1 w 79"/>
                      <a:gd name="T31" fmla="*/ 2 h 88"/>
                      <a:gd name="T32" fmla="*/ 1 w 79"/>
                      <a:gd name="T33" fmla="*/ 2 h 88"/>
                      <a:gd name="T34" fmla="*/ 1 w 79"/>
                      <a:gd name="T35" fmla="*/ 2 h 88"/>
                      <a:gd name="T36" fmla="*/ 1 w 79"/>
                      <a:gd name="T37" fmla="*/ 2 h 88"/>
                      <a:gd name="T38" fmla="*/ 1 w 79"/>
                      <a:gd name="T39" fmla="*/ 2 h 88"/>
                      <a:gd name="T40" fmla="*/ 1 w 79"/>
                      <a:gd name="T41" fmla="*/ 2 h 88"/>
                      <a:gd name="T42" fmla="*/ 0 w 79"/>
                      <a:gd name="T43" fmla="*/ 2 h 88"/>
                      <a:gd name="T44" fmla="*/ 0 w 79"/>
                      <a:gd name="T45" fmla="*/ 2 h 88"/>
                      <a:gd name="T46" fmla="*/ 0 w 79"/>
                      <a:gd name="T47" fmla="*/ 2 h 88"/>
                      <a:gd name="T48" fmla="*/ 0 w 79"/>
                      <a:gd name="T49" fmla="*/ 2 h 88"/>
                      <a:gd name="T50" fmla="*/ 0 w 79"/>
                      <a:gd name="T51" fmla="*/ 2 h 88"/>
                      <a:gd name="T52" fmla="*/ 0 w 79"/>
                      <a:gd name="T53" fmla="*/ 1 h 88"/>
                      <a:gd name="T54" fmla="*/ 0 w 79"/>
                      <a:gd name="T55" fmla="*/ 1 h 88"/>
                      <a:gd name="T56" fmla="*/ 0 w 79"/>
                      <a:gd name="T57" fmla="*/ 1 h 88"/>
                      <a:gd name="T58" fmla="*/ 0 w 79"/>
                      <a:gd name="T59" fmla="*/ 1 h 88"/>
                      <a:gd name="T60" fmla="*/ 0 w 79"/>
                      <a:gd name="T61" fmla="*/ 1 h 88"/>
                      <a:gd name="T62" fmla="*/ 0 w 79"/>
                      <a:gd name="T63" fmla="*/ 0 h 88"/>
                      <a:gd name="T64" fmla="*/ 0 w 79"/>
                      <a:gd name="T65" fmla="*/ 1 h 88"/>
                      <a:gd name="T66" fmla="*/ 0 w 79"/>
                      <a:gd name="T67" fmla="*/ 1 h 88"/>
                      <a:gd name="T68" fmla="*/ 0 w 79"/>
                      <a:gd name="T69" fmla="*/ 1 h 88"/>
                      <a:gd name="T70" fmla="*/ 0 w 79"/>
                      <a:gd name="T71" fmla="*/ 1 h 88"/>
                      <a:gd name="T72" fmla="*/ 0 w 79"/>
                      <a:gd name="T73" fmla="*/ 1 h 88"/>
                      <a:gd name="T74" fmla="*/ 0 w 79"/>
                      <a:gd name="T75" fmla="*/ 2 h 88"/>
                      <a:gd name="T76" fmla="*/ 1 w 79"/>
                      <a:gd name="T77" fmla="*/ 2 h 88"/>
                      <a:gd name="T78" fmla="*/ 1 w 79"/>
                      <a:gd name="T79" fmla="*/ 2 h 88"/>
                      <a:gd name="T80" fmla="*/ 1 w 79"/>
                      <a:gd name="T81" fmla="*/ 2 h 88"/>
                      <a:gd name="T82" fmla="*/ 1 w 79"/>
                      <a:gd name="T83" fmla="*/ 2 h 88"/>
                      <a:gd name="T84" fmla="*/ 1 w 79"/>
                      <a:gd name="T85" fmla="*/ 1 h 88"/>
                      <a:gd name="T86" fmla="*/ 1 w 79"/>
                      <a:gd name="T87" fmla="*/ 1 h 88"/>
                      <a:gd name="T88" fmla="*/ 1 w 79"/>
                      <a:gd name="T89" fmla="*/ 1 h 88"/>
                      <a:gd name="T90" fmla="*/ 1 w 79"/>
                      <a:gd name="T91" fmla="*/ 1 h 88"/>
                      <a:gd name="T92" fmla="*/ 1 w 79"/>
                      <a:gd name="T93" fmla="*/ 0 h 88"/>
                      <a:gd name="T94" fmla="*/ 1 w 79"/>
                      <a:gd name="T95" fmla="*/ 0 h 88"/>
                      <a:gd name="T96" fmla="*/ 1 w 79"/>
                      <a:gd name="T97" fmla="*/ 0 h 88"/>
                      <a:gd name="T98" fmla="*/ 1 w 79"/>
                      <a:gd name="T99" fmla="*/ 0 h 88"/>
                      <a:gd name="T100" fmla="*/ 1 w 79"/>
                      <a:gd name="T101" fmla="*/ 0 h 88"/>
                      <a:gd name="T102" fmla="*/ 1 w 79"/>
                      <a:gd name="T103" fmla="*/ 0 h 88"/>
                      <a:gd name="T104" fmla="*/ 1 w 79"/>
                      <a:gd name="T105" fmla="*/ 1 h 88"/>
                      <a:gd name="T106" fmla="*/ 1 w 79"/>
                      <a:gd name="T107" fmla="*/ 1 h 88"/>
                      <a:gd name="T108" fmla="*/ 1 w 79"/>
                      <a:gd name="T109" fmla="*/ 1 h 88"/>
                      <a:gd name="T110" fmla="*/ 1 w 79"/>
                      <a:gd name="T111" fmla="*/ 1 h 88"/>
                      <a:gd name="T112" fmla="*/ 1 w 79"/>
                      <a:gd name="T113" fmla="*/ 2 h 8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9"/>
                      <a:gd name="T172" fmla="*/ 0 h 88"/>
                      <a:gd name="T173" fmla="*/ 79 w 79"/>
                      <a:gd name="T174" fmla="*/ 88 h 8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9" h="88">
                        <a:moveTo>
                          <a:pt x="45" y="67"/>
                        </a:moveTo>
                        <a:lnTo>
                          <a:pt x="44" y="69"/>
                        </a:lnTo>
                        <a:lnTo>
                          <a:pt x="44" y="75"/>
                        </a:lnTo>
                        <a:lnTo>
                          <a:pt x="45" y="77"/>
                        </a:lnTo>
                        <a:lnTo>
                          <a:pt x="45" y="79"/>
                        </a:lnTo>
                        <a:lnTo>
                          <a:pt x="47" y="80"/>
                        </a:lnTo>
                        <a:lnTo>
                          <a:pt x="50" y="82"/>
                        </a:lnTo>
                        <a:lnTo>
                          <a:pt x="52" y="84"/>
                        </a:lnTo>
                        <a:lnTo>
                          <a:pt x="56" y="85"/>
                        </a:lnTo>
                        <a:lnTo>
                          <a:pt x="60" y="87"/>
                        </a:lnTo>
                        <a:lnTo>
                          <a:pt x="72" y="87"/>
                        </a:lnTo>
                        <a:lnTo>
                          <a:pt x="76" y="88"/>
                        </a:lnTo>
                        <a:lnTo>
                          <a:pt x="79" y="88"/>
                        </a:lnTo>
                        <a:lnTo>
                          <a:pt x="57" y="88"/>
                        </a:lnTo>
                        <a:lnTo>
                          <a:pt x="53" y="87"/>
                        </a:lnTo>
                        <a:lnTo>
                          <a:pt x="50" y="87"/>
                        </a:lnTo>
                        <a:lnTo>
                          <a:pt x="46" y="85"/>
                        </a:lnTo>
                        <a:lnTo>
                          <a:pt x="42" y="85"/>
                        </a:lnTo>
                        <a:lnTo>
                          <a:pt x="39" y="84"/>
                        </a:lnTo>
                        <a:lnTo>
                          <a:pt x="36" y="83"/>
                        </a:lnTo>
                        <a:lnTo>
                          <a:pt x="32" y="82"/>
                        </a:lnTo>
                        <a:lnTo>
                          <a:pt x="29" y="80"/>
                        </a:lnTo>
                        <a:lnTo>
                          <a:pt x="25" y="79"/>
                        </a:lnTo>
                        <a:lnTo>
                          <a:pt x="23" y="78"/>
                        </a:lnTo>
                        <a:lnTo>
                          <a:pt x="18" y="72"/>
                        </a:lnTo>
                        <a:lnTo>
                          <a:pt x="14" y="66"/>
                        </a:lnTo>
                        <a:lnTo>
                          <a:pt x="12" y="59"/>
                        </a:lnTo>
                        <a:lnTo>
                          <a:pt x="8" y="53"/>
                        </a:lnTo>
                        <a:lnTo>
                          <a:pt x="5" y="47"/>
                        </a:lnTo>
                        <a:lnTo>
                          <a:pt x="3" y="41"/>
                        </a:lnTo>
                        <a:lnTo>
                          <a:pt x="2" y="35"/>
                        </a:lnTo>
                        <a:lnTo>
                          <a:pt x="0" y="27"/>
                        </a:lnTo>
                        <a:lnTo>
                          <a:pt x="2" y="34"/>
                        </a:lnTo>
                        <a:lnTo>
                          <a:pt x="4" y="38"/>
                        </a:lnTo>
                        <a:lnTo>
                          <a:pt x="7" y="45"/>
                        </a:lnTo>
                        <a:lnTo>
                          <a:pt x="9" y="50"/>
                        </a:lnTo>
                        <a:lnTo>
                          <a:pt x="12" y="55"/>
                        </a:lnTo>
                        <a:lnTo>
                          <a:pt x="25" y="68"/>
                        </a:lnTo>
                        <a:lnTo>
                          <a:pt x="34" y="68"/>
                        </a:lnTo>
                        <a:lnTo>
                          <a:pt x="36" y="67"/>
                        </a:lnTo>
                        <a:lnTo>
                          <a:pt x="39" y="67"/>
                        </a:lnTo>
                        <a:lnTo>
                          <a:pt x="41" y="66"/>
                        </a:lnTo>
                        <a:lnTo>
                          <a:pt x="48" y="58"/>
                        </a:lnTo>
                        <a:lnTo>
                          <a:pt x="52" y="51"/>
                        </a:lnTo>
                        <a:lnTo>
                          <a:pt x="55" y="43"/>
                        </a:lnTo>
                        <a:lnTo>
                          <a:pt x="56" y="35"/>
                        </a:lnTo>
                        <a:lnTo>
                          <a:pt x="57" y="26"/>
                        </a:lnTo>
                        <a:lnTo>
                          <a:pt x="57" y="9"/>
                        </a:lnTo>
                        <a:lnTo>
                          <a:pt x="56" y="0"/>
                        </a:lnTo>
                        <a:lnTo>
                          <a:pt x="57" y="9"/>
                        </a:lnTo>
                        <a:lnTo>
                          <a:pt x="58" y="18"/>
                        </a:lnTo>
                        <a:lnTo>
                          <a:pt x="60" y="27"/>
                        </a:lnTo>
                        <a:lnTo>
                          <a:pt x="60" y="36"/>
                        </a:lnTo>
                        <a:lnTo>
                          <a:pt x="58" y="45"/>
                        </a:lnTo>
                        <a:lnTo>
                          <a:pt x="56" y="53"/>
                        </a:lnTo>
                        <a:lnTo>
                          <a:pt x="51" y="61"/>
                        </a:lnTo>
                        <a:lnTo>
                          <a:pt x="45" y="67"/>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5" name="Freeform 470"/>
                  <p:cNvSpPr>
                    <a:spLocks/>
                  </p:cNvSpPr>
                  <p:nvPr/>
                </p:nvSpPr>
                <p:spPr bwMode="auto">
                  <a:xfrm>
                    <a:off x="4193" y="3588"/>
                    <a:ext cx="3" cy="8"/>
                  </a:xfrm>
                  <a:custGeom>
                    <a:avLst/>
                    <a:gdLst>
                      <a:gd name="T0" fmla="*/ 0 w 8"/>
                      <a:gd name="T1" fmla="*/ 1 h 16"/>
                      <a:gd name="T2" fmla="*/ 0 w 8"/>
                      <a:gd name="T3" fmla="*/ 1 h 16"/>
                      <a:gd name="T4" fmla="*/ 0 w 8"/>
                      <a:gd name="T5" fmla="*/ 1 h 16"/>
                      <a:gd name="T6" fmla="*/ 0 w 8"/>
                      <a:gd name="T7" fmla="*/ 0 h 16"/>
                      <a:gd name="T8" fmla="*/ 0 w 8"/>
                      <a:gd name="T9" fmla="*/ 0 h 16"/>
                      <a:gd name="T10" fmla="*/ 0 w 8"/>
                      <a:gd name="T11" fmla="*/ 1 h 16"/>
                      <a:gd name="T12" fmla="*/ 0 w 8"/>
                      <a:gd name="T13" fmla="*/ 1 h 16"/>
                      <a:gd name="T14" fmla="*/ 0 w 8"/>
                      <a:gd name="T15" fmla="*/ 1 h 16"/>
                      <a:gd name="T16" fmla="*/ 0 w 8"/>
                      <a:gd name="T17" fmla="*/ 1 h 16"/>
                      <a:gd name="T18" fmla="*/ 0 w 8"/>
                      <a:gd name="T19" fmla="*/ 1 h 16"/>
                      <a:gd name="T20" fmla="*/ 0 w 8"/>
                      <a:gd name="T21" fmla="*/ 1 h 16"/>
                      <a:gd name="T22" fmla="*/ 0 w 8"/>
                      <a:gd name="T23" fmla="*/ 1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6"/>
                      <a:gd name="T38" fmla="*/ 8 w 8"/>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6">
                        <a:moveTo>
                          <a:pt x="8" y="13"/>
                        </a:moveTo>
                        <a:lnTo>
                          <a:pt x="5" y="12"/>
                        </a:lnTo>
                        <a:lnTo>
                          <a:pt x="3" y="10"/>
                        </a:lnTo>
                        <a:lnTo>
                          <a:pt x="3" y="0"/>
                        </a:lnTo>
                        <a:lnTo>
                          <a:pt x="2" y="0"/>
                        </a:lnTo>
                        <a:lnTo>
                          <a:pt x="0" y="2"/>
                        </a:lnTo>
                        <a:lnTo>
                          <a:pt x="0" y="8"/>
                        </a:lnTo>
                        <a:lnTo>
                          <a:pt x="2" y="11"/>
                        </a:lnTo>
                        <a:lnTo>
                          <a:pt x="3" y="12"/>
                        </a:lnTo>
                        <a:lnTo>
                          <a:pt x="4" y="15"/>
                        </a:lnTo>
                        <a:lnTo>
                          <a:pt x="6" y="16"/>
                        </a:lnTo>
                        <a:lnTo>
                          <a:pt x="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6" name="Freeform 471"/>
                  <p:cNvSpPr>
                    <a:spLocks/>
                  </p:cNvSpPr>
                  <p:nvPr/>
                </p:nvSpPr>
                <p:spPr bwMode="auto">
                  <a:xfrm>
                    <a:off x="4196" y="3595"/>
                    <a:ext cx="20" cy="5"/>
                  </a:xfrm>
                  <a:custGeom>
                    <a:avLst/>
                    <a:gdLst>
                      <a:gd name="T0" fmla="*/ 0 w 41"/>
                      <a:gd name="T1" fmla="*/ 1 h 10"/>
                      <a:gd name="T2" fmla="*/ 0 w 41"/>
                      <a:gd name="T3" fmla="*/ 1 h 10"/>
                      <a:gd name="T4" fmla="*/ 0 w 41"/>
                      <a:gd name="T5" fmla="*/ 1 h 10"/>
                      <a:gd name="T6" fmla="*/ 0 w 41"/>
                      <a:gd name="T7" fmla="*/ 1 h 10"/>
                      <a:gd name="T8" fmla="*/ 0 w 41"/>
                      <a:gd name="T9" fmla="*/ 1 h 10"/>
                      <a:gd name="T10" fmla="*/ 0 w 41"/>
                      <a:gd name="T11" fmla="*/ 1 h 10"/>
                      <a:gd name="T12" fmla="*/ 0 w 41"/>
                      <a:gd name="T13" fmla="*/ 1 h 10"/>
                      <a:gd name="T14" fmla="*/ 0 w 41"/>
                      <a:gd name="T15" fmla="*/ 0 h 10"/>
                      <a:gd name="T16" fmla="*/ 0 w 41"/>
                      <a:gd name="T17" fmla="*/ 1 h 10"/>
                      <a:gd name="T18" fmla="*/ 0 w 41"/>
                      <a:gd name="T19" fmla="*/ 1 h 10"/>
                      <a:gd name="T20" fmla="*/ 0 w 41"/>
                      <a:gd name="T21" fmla="*/ 1 h 10"/>
                      <a:gd name="T22" fmla="*/ 0 w 41"/>
                      <a:gd name="T23" fmla="*/ 1 h 10"/>
                      <a:gd name="T24" fmla="*/ 0 w 41"/>
                      <a:gd name="T25" fmla="*/ 1 h 10"/>
                      <a:gd name="T26" fmla="*/ 0 w 41"/>
                      <a:gd name="T27" fmla="*/ 1 h 10"/>
                      <a:gd name="T28" fmla="*/ 0 w 41"/>
                      <a:gd name="T29" fmla="*/ 1 h 10"/>
                      <a:gd name="T30" fmla="*/ 0 w 41"/>
                      <a:gd name="T31" fmla="*/ 1 h 10"/>
                      <a:gd name="T32" fmla="*/ 0 w 41"/>
                      <a:gd name="T33" fmla="*/ 1 h 10"/>
                      <a:gd name="T34" fmla="*/ 0 w 41"/>
                      <a:gd name="T35" fmla="*/ 1 h 10"/>
                      <a:gd name="T36" fmla="*/ 1 w 41"/>
                      <a:gd name="T37" fmla="*/ 1 h 10"/>
                      <a:gd name="T38" fmla="*/ 0 w 41"/>
                      <a:gd name="T39" fmla="*/ 1 h 10"/>
                      <a:gd name="T40" fmla="*/ 0 w 41"/>
                      <a:gd name="T41" fmla="*/ 1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1"/>
                      <a:gd name="T64" fmla="*/ 0 h 10"/>
                      <a:gd name="T65" fmla="*/ 41 w 4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1" h="10">
                        <a:moveTo>
                          <a:pt x="31" y="9"/>
                        </a:moveTo>
                        <a:lnTo>
                          <a:pt x="31" y="7"/>
                        </a:lnTo>
                        <a:lnTo>
                          <a:pt x="24" y="7"/>
                        </a:lnTo>
                        <a:lnTo>
                          <a:pt x="19" y="5"/>
                        </a:lnTo>
                        <a:lnTo>
                          <a:pt x="12" y="5"/>
                        </a:lnTo>
                        <a:lnTo>
                          <a:pt x="9" y="4"/>
                        </a:lnTo>
                        <a:lnTo>
                          <a:pt x="5" y="3"/>
                        </a:lnTo>
                        <a:lnTo>
                          <a:pt x="2" y="0"/>
                        </a:lnTo>
                        <a:lnTo>
                          <a:pt x="0" y="3"/>
                        </a:lnTo>
                        <a:lnTo>
                          <a:pt x="4" y="5"/>
                        </a:lnTo>
                        <a:lnTo>
                          <a:pt x="8" y="7"/>
                        </a:lnTo>
                        <a:lnTo>
                          <a:pt x="12" y="7"/>
                        </a:lnTo>
                        <a:lnTo>
                          <a:pt x="15" y="8"/>
                        </a:lnTo>
                        <a:lnTo>
                          <a:pt x="24" y="8"/>
                        </a:lnTo>
                        <a:lnTo>
                          <a:pt x="28" y="9"/>
                        </a:lnTo>
                        <a:lnTo>
                          <a:pt x="31" y="9"/>
                        </a:lnTo>
                        <a:lnTo>
                          <a:pt x="31" y="7"/>
                        </a:lnTo>
                        <a:lnTo>
                          <a:pt x="31" y="10"/>
                        </a:lnTo>
                        <a:lnTo>
                          <a:pt x="41" y="9"/>
                        </a:lnTo>
                        <a:lnTo>
                          <a:pt x="31" y="7"/>
                        </a:lnTo>
                        <a:lnTo>
                          <a:pt x="3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7" name="Freeform 472"/>
                  <p:cNvSpPr>
                    <a:spLocks/>
                  </p:cNvSpPr>
                  <p:nvPr/>
                </p:nvSpPr>
                <p:spPr bwMode="auto">
                  <a:xfrm>
                    <a:off x="4182" y="3593"/>
                    <a:ext cx="29" cy="7"/>
                  </a:xfrm>
                  <a:custGeom>
                    <a:avLst/>
                    <a:gdLst>
                      <a:gd name="T0" fmla="*/ 0 w 58"/>
                      <a:gd name="T1" fmla="*/ 1 h 13"/>
                      <a:gd name="T2" fmla="*/ 1 w 58"/>
                      <a:gd name="T3" fmla="*/ 1 h 13"/>
                      <a:gd name="T4" fmla="*/ 1 w 58"/>
                      <a:gd name="T5" fmla="*/ 1 h 13"/>
                      <a:gd name="T6" fmla="*/ 1 w 58"/>
                      <a:gd name="T7" fmla="*/ 1 h 13"/>
                      <a:gd name="T8" fmla="*/ 1 w 58"/>
                      <a:gd name="T9" fmla="*/ 1 h 13"/>
                      <a:gd name="T10" fmla="*/ 1 w 58"/>
                      <a:gd name="T11" fmla="*/ 1 h 13"/>
                      <a:gd name="T12" fmla="*/ 1 w 58"/>
                      <a:gd name="T13" fmla="*/ 1 h 13"/>
                      <a:gd name="T14" fmla="*/ 1 w 58"/>
                      <a:gd name="T15" fmla="*/ 1 h 13"/>
                      <a:gd name="T16" fmla="*/ 1 w 58"/>
                      <a:gd name="T17" fmla="*/ 1 h 13"/>
                      <a:gd name="T18" fmla="*/ 1 w 58"/>
                      <a:gd name="T19" fmla="*/ 1 h 13"/>
                      <a:gd name="T20" fmla="*/ 2 w 58"/>
                      <a:gd name="T21" fmla="*/ 1 h 13"/>
                      <a:gd name="T22" fmla="*/ 2 w 58"/>
                      <a:gd name="T23" fmla="*/ 1 h 13"/>
                      <a:gd name="T24" fmla="*/ 2 w 58"/>
                      <a:gd name="T25" fmla="*/ 1 h 13"/>
                      <a:gd name="T26" fmla="*/ 2 w 58"/>
                      <a:gd name="T27" fmla="*/ 1 h 13"/>
                      <a:gd name="T28" fmla="*/ 2 w 58"/>
                      <a:gd name="T29" fmla="*/ 1 h 13"/>
                      <a:gd name="T30" fmla="*/ 2 w 58"/>
                      <a:gd name="T31" fmla="*/ 1 h 13"/>
                      <a:gd name="T32" fmla="*/ 1 w 58"/>
                      <a:gd name="T33" fmla="*/ 1 h 13"/>
                      <a:gd name="T34" fmla="*/ 1 w 58"/>
                      <a:gd name="T35" fmla="*/ 1 h 13"/>
                      <a:gd name="T36" fmla="*/ 1 w 58"/>
                      <a:gd name="T37" fmla="*/ 1 h 13"/>
                      <a:gd name="T38" fmla="*/ 1 w 58"/>
                      <a:gd name="T39" fmla="*/ 1 h 13"/>
                      <a:gd name="T40" fmla="*/ 1 w 58"/>
                      <a:gd name="T41" fmla="*/ 1 h 13"/>
                      <a:gd name="T42" fmla="*/ 1 w 58"/>
                      <a:gd name="T43" fmla="*/ 1 h 13"/>
                      <a:gd name="T44" fmla="*/ 1 w 58"/>
                      <a:gd name="T45" fmla="*/ 1 h 13"/>
                      <a:gd name="T46" fmla="*/ 1 w 58"/>
                      <a:gd name="T47" fmla="*/ 1 h 13"/>
                      <a:gd name="T48" fmla="*/ 1 w 58"/>
                      <a:gd name="T49" fmla="*/ 1 h 13"/>
                      <a:gd name="T50" fmla="*/ 1 w 58"/>
                      <a:gd name="T51" fmla="*/ 0 h 13"/>
                      <a:gd name="T52" fmla="*/ 1 w 58"/>
                      <a:gd name="T53" fmla="*/ 1 h 13"/>
                      <a:gd name="T54" fmla="*/ 0 w 58"/>
                      <a:gd name="T55" fmla="*/ 1 h 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
                      <a:gd name="T85" fmla="*/ 0 h 13"/>
                      <a:gd name="T86" fmla="*/ 58 w 58"/>
                      <a:gd name="T87" fmla="*/ 13 h 1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 h="13">
                        <a:moveTo>
                          <a:pt x="0" y="2"/>
                        </a:moveTo>
                        <a:lnTo>
                          <a:pt x="4" y="3"/>
                        </a:lnTo>
                        <a:lnTo>
                          <a:pt x="8" y="5"/>
                        </a:lnTo>
                        <a:lnTo>
                          <a:pt x="10" y="6"/>
                        </a:lnTo>
                        <a:lnTo>
                          <a:pt x="14" y="7"/>
                        </a:lnTo>
                        <a:lnTo>
                          <a:pt x="18" y="8"/>
                        </a:lnTo>
                        <a:lnTo>
                          <a:pt x="21" y="10"/>
                        </a:lnTo>
                        <a:lnTo>
                          <a:pt x="25" y="10"/>
                        </a:lnTo>
                        <a:lnTo>
                          <a:pt x="29" y="11"/>
                        </a:lnTo>
                        <a:lnTo>
                          <a:pt x="32" y="11"/>
                        </a:lnTo>
                        <a:lnTo>
                          <a:pt x="36" y="12"/>
                        </a:lnTo>
                        <a:lnTo>
                          <a:pt x="47" y="12"/>
                        </a:lnTo>
                        <a:lnTo>
                          <a:pt x="51" y="13"/>
                        </a:lnTo>
                        <a:lnTo>
                          <a:pt x="55" y="13"/>
                        </a:lnTo>
                        <a:lnTo>
                          <a:pt x="58" y="12"/>
                        </a:lnTo>
                        <a:lnTo>
                          <a:pt x="58" y="10"/>
                        </a:lnTo>
                        <a:lnTo>
                          <a:pt x="32" y="10"/>
                        </a:lnTo>
                        <a:lnTo>
                          <a:pt x="29" y="8"/>
                        </a:lnTo>
                        <a:lnTo>
                          <a:pt x="25" y="7"/>
                        </a:lnTo>
                        <a:lnTo>
                          <a:pt x="23" y="7"/>
                        </a:lnTo>
                        <a:lnTo>
                          <a:pt x="18" y="6"/>
                        </a:lnTo>
                        <a:lnTo>
                          <a:pt x="15" y="5"/>
                        </a:lnTo>
                        <a:lnTo>
                          <a:pt x="11" y="3"/>
                        </a:lnTo>
                        <a:lnTo>
                          <a:pt x="8" y="2"/>
                        </a:lnTo>
                        <a:lnTo>
                          <a:pt x="4" y="1"/>
                        </a:lnTo>
                        <a:lnTo>
                          <a:pt x="2" y="0"/>
                        </a:lnTo>
                        <a:lnTo>
                          <a:pt x="3" y="1"/>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8" name="Freeform 473"/>
                  <p:cNvSpPr>
                    <a:spLocks/>
                  </p:cNvSpPr>
                  <p:nvPr/>
                </p:nvSpPr>
                <p:spPr bwMode="auto">
                  <a:xfrm>
                    <a:off x="4171" y="3568"/>
                    <a:ext cx="12" cy="26"/>
                  </a:xfrm>
                  <a:custGeom>
                    <a:avLst/>
                    <a:gdLst>
                      <a:gd name="T0" fmla="*/ 0 w 25"/>
                      <a:gd name="T1" fmla="*/ 0 h 52"/>
                      <a:gd name="T2" fmla="*/ 0 w 25"/>
                      <a:gd name="T3" fmla="*/ 0 h 52"/>
                      <a:gd name="T4" fmla="*/ 0 w 25"/>
                      <a:gd name="T5" fmla="*/ 1 h 52"/>
                      <a:gd name="T6" fmla="*/ 0 w 25"/>
                      <a:gd name="T7" fmla="*/ 1 h 52"/>
                      <a:gd name="T8" fmla="*/ 0 w 25"/>
                      <a:gd name="T9" fmla="*/ 1 h 52"/>
                      <a:gd name="T10" fmla="*/ 0 w 25"/>
                      <a:gd name="T11" fmla="*/ 1 h 52"/>
                      <a:gd name="T12" fmla="*/ 0 w 25"/>
                      <a:gd name="T13" fmla="*/ 2 h 52"/>
                      <a:gd name="T14" fmla="*/ 0 w 25"/>
                      <a:gd name="T15" fmla="*/ 2 h 52"/>
                      <a:gd name="T16" fmla="*/ 0 w 25"/>
                      <a:gd name="T17" fmla="*/ 2 h 52"/>
                      <a:gd name="T18" fmla="*/ 0 w 25"/>
                      <a:gd name="T19" fmla="*/ 2 h 52"/>
                      <a:gd name="T20" fmla="*/ 0 w 25"/>
                      <a:gd name="T21" fmla="*/ 2 h 52"/>
                      <a:gd name="T22" fmla="*/ 0 w 25"/>
                      <a:gd name="T23" fmla="*/ 2 h 52"/>
                      <a:gd name="T24" fmla="*/ 0 w 25"/>
                      <a:gd name="T25" fmla="*/ 2 h 52"/>
                      <a:gd name="T26" fmla="*/ 0 w 25"/>
                      <a:gd name="T27" fmla="*/ 1 h 52"/>
                      <a:gd name="T28" fmla="*/ 0 w 25"/>
                      <a:gd name="T29" fmla="*/ 1 h 52"/>
                      <a:gd name="T30" fmla="*/ 0 w 25"/>
                      <a:gd name="T31" fmla="*/ 1 h 52"/>
                      <a:gd name="T32" fmla="*/ 0 w 25"/>
                      <a:gd name="T33" fmla="*/ 1 h 52"/>
                      <a:gd name="T34" fmla="*/ 0 w 25"/>
                      <a:gd name="T35" fmla="*/ 1 h 52"/>
                      <a:gd name="T36" fmla="*/ 0 w 25"/>
                      <a:gd name="T37" fmla="*/ 0 h 52"/>
                      <a:gd name="T38" fmla="*/ 0 w 25"/>
                      <a:gd name="T39" fmla="*/ 0 h 52"/>
                      <a:gd name="T40" fmla="*/ 0 w 25"/>
                      <a:gd name="T41" fmla="*/ 0 h 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52"/>
                      <a:gd name="T65" fmla="*/ 25 w 25"/>
                      <a:gd name="T66" fmla="*/ 52 h 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52">
                        <a:moveTo>
                          <a:pt x="3" y="0"/>
                        </a:moveTo>
                        <a:lnTo>
                          <a:pt x="0" y="0"/>
                        </a:lnTo>
                        <a:lnTo>
                          <a:pt x="1" y="8"/>
                        </a:lnTo>
                        <a:lnTo>
                          <a:pt x="3" y="14"/>
                        </a:lnTo>
                        <a:lnTo>
                          <a:pt x="5" y="21"/>
                        </a:lnTo>
                        <a:lnTo>
                          <a:pt x="8" y="28"/>
                        </a:lnTo>
                        <a:lnTo>
                          <a:pt x="11" y="34"/>
                        </a:lnTo>
                        <a:lnTo>
                          <a:pt x="14" y="40"/>
                        </a:lnTo>
                        <a:lnTo>
                          <a:pt x="19" y="46"/>
                        </a:lnTo>
                        <a:lnTo>
                          <a:pt x="22" y="52"/>
                        </a:lnTo>
                        <a:lnTo>
                          <a:pt x="25" y="51"/>
                        </a:lnTo>
                        <a:lnTo>
                          <a:pt x="20" y="45"/>
                        </a:lnTo>
                        <a:lnTo>
                          <a:pt x="16" y="39"/>
                        </a:lnTo>
                        <a:lnTo>
                          <a:pt x="14" y="32"/>
                        </a:lnTo>
                        <a:lnTo>
                          <a:pt x="10" y="26"/>
                        </a:lnTo>
                        <a:lnTo>
                          <a:pt x="8" y="20"/>
                        </a:lnTo>
                        <a:lnTo>
                          <a:pt x="5" y="14"/>
                        </a:lnTo>
                        <a:lnTo>
                          <a:pt x="4" y="7"/>
                        </a:lnTo>
                        <a:lnTo>
                          <a:pt x="3" y="0"/>
                        </a:lnTo>
                        <a:lnTo>
                          <a:pt x="0"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59" name="Freeform 474"/>
                  <p:cNvSpPr>
                    <a:spLocks/>
                  </p:cNvSpPr>
                  <p:nvPr/>
                </p:nvSpPr>
                <p:spPr bwMode="auto">
                  <a:xfrm>
                    <a:off x="4171" y="3568"/>
                    <a:ext cx="13" cy="21"/>
                  </a:xfrm>
                  <a:custGeom>
                    <a:avLst/>
                    <a:gdLst>
                      <a:gd name="T0" fmla="*/ 1 w 26"/>
                      <a:gd name="T1" fmla="*/ 2 h 42"/>
                      <a:gd name="T2" fmla="*/ 1 w 26"/>
                      <a:gd name="T3" fmla="*/ 1 h 42"/>
                      <a:gd name="T4" fmla="*/ 1 w 26"/>
                      <a:gd name="T5" fmla="*/ 1 h 42"/>
                      <a:gd name="T6" fmla="*/ 1 w 26"/>
                      <a:gd name="T7" fmla="*/ 1 h 42"/>
                      <a:gd name="T8" fmla="*/ 1 w 26"/>
                      <a:gd name="T9" fmla="*/ 1 h 42"/>
                      <a:gd name="T10" fmla="*/ 1 w 26"/>
                      <a:gd name="T11" fmla="*/ 1 h 42"/>
                      <a:gd name="T12" fmla="*/ 1 w 26"/>
                      <a:gd name="T13" fmla="*/ 1 h 42"/>
                      <a:gd name="T14" fmla="*/ 1 w 26"/>
                      <a:gd name="T15" fmla="*/ 0 h 42"/>
                      <a:gd name="T16" fmla="*/ 0 w 26"/>
                      <a:gd name="T17" fmla="*/ 0 h 42"/>
                      <a:gd name="T18" fmla="*/ 1 w 26"/>
                      <a:gd name="T19" fmla="*/ 1 h 42"/>
                      <a:gd name="T20" fmla="*/ 1 w 26"/>
                      <a:gd name="T21" fmla="*/ 1 h 42"/>
                      <a:gd name="T22" fmla="*/ 1 w 26"/>
                      <a:gd name="T23" fmla="*/ 1 h 42"/>
                      <a:gd name="T24" fmla="*/ 1 w 26"/>
                      <a:gd name="T25" fmla="*/ 1 h 42"/>
                      <a:gd name="T26" fmla="*/ 1 w 26"/>
                      <a:gd name="T27" fmla="*/ 1 h 42"/>
                      <a:gd name="T28" fmla="*/ 1 w 26"/>
                      <a:gd name="T29" fmla="*/ 1 h 42"/>
                      <a:gd name="T30" fmla="*/ 1 w 26"/>
                      <a:gd name="T31" fmla="*/ 2 h 42"/>
                      <a:gd name="T32" fmla="*/ 1 w 26"/>
                      <a:gd name="T33" fmla="*/ 2 h 42"/>
                      <a:gd name="T34" fmla="*/ 1 w 26"/>
                      <a:gd name="T35" fmla="*/ 2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6"/>
                      <a:gd name="T55" fmla="*/ 0 h 42"/>
                      <a:gd name="T56" fmla="*/ 26 w 26"/>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6" h="42">
                        <a:moveTo>
                          <a:pt x="26" y="40"/>
                        </a:moveTo>
                        <a:lnTo>
                          <a:pt x="17" y="31"/>
                        </a:lnTo>
                        <a:lnTo>
                          <a:pt x="14" y="26"/>
                        </a:lnTo>
                        <a:lnTo>
                          <a:pt x="11" y="21"/>
                        </a:lnTo>
                        <a:lnTo>
                          <a:pt x="9" y="16"/>
                        </a:lnTo>
                        <a:lnTo>
                          <a:pt x="6" y="11"/>
                        </a:lnTo>
                        <a:lnTo>
                          <a:pt x="4" y="5"/>
                        </a:lnTo>
                        <a:lnTo>
                          <a:pt x="3" y="0"/>
                        </a:lnTo>
                        <a:lnTo>
                          <a:pt x="0" y="0"/>
                        </a:lnTo>
                        <a:lnTo>
                          <a:pt x="1" y="7"/>
                        </a:lnTo>
                        <a:lnTo>
                          <a:pt x="4" y="11"/>
                        </a:lnTo>
                        <a:lnTo>
                          <a:pt x="6" y="18"/>
                        </a:lnTo>
                        <a:lnTo>
                          <a:pt x="9" y="23"/>
                        </a:lnTo>
                        <a:lnTo>
                          <a:pt x="13" y="28"/>
                        </a:lnTo>
                        <a:lnTo>
                          <a:pt x="16" y="32"/>
                        </a:lnTo>
                        <a:lnTo>
                          <a:pt x="20" y="37"/>
                        </a:lnTo>
                        <a:lnTo>
                          <a:pt x="25" y="42"/>
                        </a:lnTo>
                        <a:lnTo>
                          <a:pt x="2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0" name="Freeform 475"/>
                  <p:cNvSpPr>
                    <a:spLocks/>
                  </p:cNvSpPr>
                  <p:nvPr/>
                </p:nvSpPr>
                <p:spPr bwMode="auto">
                  <a:xfrm>
                    <a:off x="4183" y="3586"/>
                    <a:ext cx="10" cy="4"/>
                  </a:xfrm>
                  <a:custGeom>
                    <a:avLst/>
                    <a:gdLst>
                      <a:gd name="T0" fmla="*/ 1 w 20"/>
                      <a:gd name="T1" fmla="*/ 1 h 8"/>
                      <a:gd name="T2" fmla="*/ 1 w 20"/>
                      <a:gd name="T3" fmla="*/ 0 h 8"/>
                      <a:gd name="T4" fmla="*/ 1 w 20"/>
                      <a:gd name="T5" fmla="*/ 1 h 8"/>
                      <a:gd name="T6" fmla="*/ 1 w 20"/>
                      <a:gd name="T7" fmla="*/ 1 h 8"/>
                      <a:gd name="T8" fmla="*/ 1 w 20"/>
                      <a:gd name="T9" fmla="*/ 1 h 8"/>
                      <a:gd name="T10" fmla="*/ 1 w 20"/>
                      <a:gd name="T11" fmla="*/ 1 h 8"/>
                      <a:gd name="T12" fmla="*/ 1 w 20"/>
                      <a:gd name="T13" fmla="*/ 1 h 8"/>
                      <a:gd name="T14" fmla="*/ 0 w 20"/>
                      <a:gd name="T15" fmla="*/ 1 h 8"/>
                      <a:gd name="T16" fmla="*/ 1 w 20"/>
                      <a:gd name="T17" fmla="*/ 1 h 8"/>
                      <a:gd name="T18" fmla="*/ 1 w 20"/>
                      <a:gd name="T19" fmla="*/ 1 h 8"/>
                      <a:gd name="T20" fmla="*/ 1 w 20"/>
                      <a:gd name="T21" fmla="*/ 1 h 8"/>
                      <a:gd name="T22" fmla="*/ 1 w 20"/>
                      <a:gd name="T23" fmla="*/ 1 h 8"/>
                      <a:gd name="T24" fmla="*/ 1 w 20"/>
                      <a:gd name="T25" fmla="*/ 1 h 8"/>
                      <a:gd name="T26" fmla="*/ 1 w 20"/>
                      <a:gd name="T27" fmla="*/ 1 h 8"/>
                      <a:gd name="T28" fmla="*/ 1 w 20"/>
                      <a:gd name="T29" fmla="*/ 1 h 8"/>
                      <a:gd name="T30" fmla="*/ 1 w 20"/>
                      <a:gd name="T31" fmla="*/ 1 h 8"/>
                      <a:gd name="T32" fmla="*/ 1 w 20"/>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8"/>
                      <a:gd name="T53" fmla="*/ 20 w 20"/>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8">
                        <a:moveTo>
                          <a:pt x="18" y="1"/>
                        </a:moveTo>
                        <a:lnTo>
                          <a:pt x="18" y="0"/>
                        </a:lnTo>
                        <a:lnTo>
                          <a:pt x="16" y="1"/>
                        </a:lnTo>
                        <a:lnTo>
                          <a:pt x="13" y="3"/>
                        </a:lnTo>
                        <a:lnTo>
                          <a:pt x="12" y="3"/>
                        </a:lnTo>
                        <a:lnTo>
                          <a:pt x="10" y="4"/>
                        </a:lnTo>
                        <a:lnTo>
                          <a:pt x="1" y="4"/>
                        </a:lnTo>
                        <a:lnTo>
                          <a:pt x="0" y="6"/>
                        </a:lnTo>
                        <a:lnTo>
                          <a:pt x="4" y="6"/>
                        </a:lnTo>
                        <a:lnTo>
                          <a:pt x="6" y="8"/>
                        </a:lnTo>
                        <a:lnTo>
                          <a:pt x="7" y="6"/>
                        </a:lnTo>
                        <a:lnTo>
                          <a:pt x="10" y="6"/>
                        </a:lnTo>
                        <a:lnTo>
                          <a:pt x="13" y="5"/>
                        </a:lnTo>
                        <a:lnTo>
                          <a:pt x="15" y="5"/>
                        </a:lnTo>
                        <a:lnTo>
                          <a:pt x="17" y="4"/>
                        </a:lnTo>
                        <a:lnTo>
                          <a:pt x="20" y="3"/>
                        </a:lnTo>
                        <a:lnTo>
                          <a:pt x="1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1" name="Freeform 476"/>
                  <p:cNvSpPr>
                    <a:spLocks/>
                  </p:cNvSpPr>
                  <p:nvPr/>
                </p:nvSpPr>
                <p:spPr bwMode="auto">
                  <a:xfrm>
                    <a:off x="4193" y="3555"/>
                    <a:ext cx="8" cy="32"/>
                  </a:xfrm>
                  <a:custGeom>
                    <a:avLst/>
                    <a:gdLst>
                      <a:gd name="T0" fmla="*/ 1 w 16"/>
                      <a:gd name="T1" fmla="*/ 0 h 66"/>
                      <a:gd name="T2" fmla="*/ 1 w 16"/>
                      <a:gd name="T3" fmla="*/ 0 h 66"/>
                      <a:gd name="T4" fmla="*/ 1 w 16"/>
                      <a:gd name="T5" fmla="*/ 0 h 66"/>
                      <a:gd name="T6" fmla="*/ 1 w 16"/>
                      <a:gd name="T7" fmla="*/ 0 h 66"/>
                      <a:gd name="T8" fmla="*/ 1 w 16"/>
                      <a:gd name="T9" fmla="*/ 1 h 66"/>
                      <a:gd name="T10" fmla="*/ 1 w 16"/>
                      <a:gd name="T11" fmla="*/ 1 h 66"/>
                      <a:gd name="T12" fmla="*/ 1 w 16"/>
                      <a:gd name="T13" fmla="*/ 1 h 66"/>
                      <a:gd name="T14" fmla="*/ 1 w 16"/>
                      <a:gd name="T15" fmla="*/ 1 h 66"/>
                      <a:gd name="T16" fmla="*/ 0 w 16"/>
                      <a:gd name="T17" fmla="*/ 1 h 66"/>
                      <a:gd name="T18" fmla="*/ 1 w 16"/>
                      <a:gd name="T19" fmla="*/ 2 h 66"/>
                      <a:gd name="T20" fmla="*/ 1 w 16"/>
                      <a:gd name="T21" fmla="*/ 1 h 66"/>
                      <a:gd name="T22" fmla="*/ 1 w 16"/>
                      <a:gd name="T23" fmla="*/ 1 h 66"/>
                      <a:gd name="T24" fmla="*/ 1 w 16"/>
                      <a:gd name="T25" fmla="*/ 1 h 66"/>
                      <a:gd name="T26" fmla="*/ 1 w 16"/>
                      <a:gd name="T27" fmla="*/ 1 h 66"/>
                      <a:gd name="T28" fmla="*/ 1 w 16"/>
                      <a:gd name="T29" fmla="*/ 0 h 66"/>
                      <a:gd name="T30" fmla="*/ 1 w 16"/>
                      <a:gd name="T31" fmla="*/ 0 h 66"/>
                      <a:gd name="T32" fmla="*/ 1 w 16"/>
                      <a:gd name="T33" fmla="*/ 0 h 66"/>
                      <a:gd name="T34" fmla="*/ 1 w 16"/>
                      <a:gd name="T35" fmla="*/ 0 h 66"/>
                      <a:gd name="T36" fmla="*/ 1 w 16"/>
                      <a:gd name="T37" fmla="*/ 0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66"/>
                      <a:gd name="T59" fmla="*/ 16 w 16"/>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66">
                        <a:moveTo>
                          <a:pt x="15" y="0"/>
                        </a:moveTo>
                        <a:lnTo>
                          <a:pt x="13" y="0"/>
                        </a:lnTo>
                        <a:lnTo>
                          <a:pt x="14" y="9"/>
                        </a:lnTo>
                        <a:lnTo>
                          <a:pt x="14" y="26"/>
                        </a:lnTo>
                        <a:lnTo>
                          <a:pt x="13" y="35"/>
                        </a:lnTo>
                        <a:lnTo>
                          <a:pt x="11" y="43"/>
                        </a:lnTo>
                        <a:lnTo>
                          <a:pt x="9" y="51"/>
                        </a:lnTo>
                        <a:lnTo>
                          <a:pt x="5" y="57"/>
                        </a:lnTo>
                        <a:lnTo>
                          <a:pt x="0" y="64"/>
                        </a:lnTo>
                        <a:lnTo>
                          <a:pt x="2" y="66"/>
                        </a:lnTo>
                        <a:lnTo>
                          <a:pt x="8" y="59"/>
                        </a:lnTo>
                        <a:lnTo>
                          <a:pt x="11" y="52"/>
                        </a:lnTo>
                        <a:lnTo>
                          <a:pt x="14" y="43"/>
                        </a:lnTo>
                        <a:lnTo>
                          <a:pt x="15" y="35"/>
                        </a:lnTo>
                        <a:lnTo>
                          <a:pt x="16" y="26"/>
                        </a:lnTo>
                        <a:lnTo>
                          <a:pt x="16" y="9"/>
                        </a:lnTo>
                        <a:lnTo>
                          <a:pt x="15" y="0"/>
                        </a:lnTo>
                        <a:lnTo>
                          <a:pt x="13" y="0"/>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2" name="Freeform 477"/>
                  <p:cNvSpPr>
                    <a:spLocks/>
                  </p:cNvSpPr>
                  <p:nvPr/>
                </p:nvSpPr>
                <p:spPr bwMode="auto">
                  <a:xfrm>
                    <a:off x="4193" y="3555"/>
                    <a:ext cx="9" cy="34"/>
                  </a:xfrm>
                  <a:custGeom>
                    <a:avLst/>
                    <a:gdLst>
                      <a:gd name="T0" fmla="*/ 1 w 17"/>
                      <a:gd name="T1" fmla="*/ 3 h 68"/>
                      <a:gd name="T2" fmla="*/ 1 w 17"/>
                      <a:gd name="T3" fmla="*/ 3 h 68"/>
                      <a:gd name="T4" fmla="*/ 1 w 17"/>
                      <a:gd name="T5" fmla="*/ 2 h 68"/>
                      <a:gd name="T6" fmla="*/ 1 w 17"/>
                      <a:gd name="T7" fmla="*/ 2 h 68"/>
                      <a:gd name="T8" fmla="*/ 1 w 17"/>
                      <a:gd name="T9" fmla="*/ 2 h 68"/>
                      <a:gd name="T10" fmla="*/ 1 w 17"/>
                      <a:gd name="T11" fmla="*/ 1 h 68"/>
                      <a:gd name="T12" fmla="*/ 1 w 17"/>
                      <a:gd name="T13" fmla="*/ 1 h 68"/>
                      <a:gd name="T14" fmla="*/ 1 w 17"/>
                      <a:gd name="T15" fmla="*/ 1 h 68"/>
                      <a:gd name="T16" fmla="*/ 1 w 17"/>
                      <a:gd name="T17" fmla="*/ 1 h 68"/>
                      <a:gd name="T18" fmla="*/ 1 w 17"/>
                      <a:gd name="T19" fmla="*/ 0 h 68"/>
                      <a:gd name="T20" fmla="*/ 1 w 17"/>
                      <a:gd name="T21" fmla="*/ 0 h 68"/>
                      <a:gd name="T22" fmla="*/ 1 w 17"/>
                      <a:gd name="T23" fmla="*/ 1 h 68"/>
                      <a:gd name="T24" fmla="*/ 1 w 17"/>
                      <a:gd name="T25" fmla="*/ 1 h 68"/>
                      <a:gd name="T26" fmla="*/ 1 w 17"/>
                      <a:gd name="T27" fmla="*/ 1 h 68"/>
                      <a:gd name="T28" fmla="*/ 1 w 17"/>
                      <a:gd name="T29" fmla="*/ 1 h 68"/>
                      <a:gd name="T30" fmla="*/ 1 w 17"/>
                      <a:gd name="T31" fmla="*/ 2 h 68"/>
                      <a:gd name="T32" fmla="*/ 1 w 17"/>
                      <a:gd name="T33" fmla="*/ 2 h 68"/>
                      <a:gd name="T34" fmla="*/ 1 w 17"/>
                      <a:gd name="T35" fmla="*/ 2 h 68"/>
                      <a:gd name="T36" fmla="*/ 0 w 17"/>
                      <a:gd name="T37" fmla="*/ 3 h 68"/>
                      <a:gd name="T38" fmla="*/ 0 w 17"/>
                      <a:gd name="T39" fmla="*/ 3 h 68"/>
                      <a:gd name="T40" fmla="*/ 0 w 17"/>
                      <a:gd name="T41" fmla="*/ 3 h 68"/>
                      <a:gd name="T42" fmla="*/ 0 w 17"/>
                      <a:gd name="T43" fmla="*/ 3 h 68"/>
                      <a:gd name="T44" fmla="*/ 1 w 17"/>
                      <a:gd name="T45" fmla="*/ 3 h 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
                      <a:gd name="T70" fmla="*/ 0 h 68"/>
                      <a:gd name="T71" fmla="*/ 17 w 17"/>
                      <a:gd name="T72" fmla="*/ 68 h 6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 h="68">
                        <a:moveTo>
                          <a:pt x="1" y="67"/>
                        </a:moveTo>
                        <a:lnTo>
                          <a:pt x="1" y="68"/>
                        </a:lnTo>
                        <a:lnTo>
                          <a:pt x="8" y="61"/>
                        </a:lnTo>
                        <a:lnTo>
                          <a:pt x="13" y="53"/>
                        </a:lnTo>
                        <a:lnTo>
                          <a:pt x="16" y="45"/>
                        </a:lnTo>
                        <a:lnTo>
                          <a:pt x="17" y="36"/>
                        </a:lnTo>
                        <a:lnTo>
                          <a:pt x="17" y="27"/>
                        </a:lnTo>
                        <a:lnTo>
                          <a:pt x="16" y="18"/>
                        </a:lnTo>
                        <a:lnTo>
                          <a:pt x="14" y="9"/>
                        </a:lnTo>
                        <a:lnTo>
                          <a:pt x="13" y="0"/>
                        </a:lnTo>
                        <a:lnTo>
                          <a:pt x="11" y="0"/>
                        </a:lnTo>
                        <a:lnTo>
                          <a:pt x="12" y="9"/>
                        </a:lnTo>
                        <a:lnTo>
                          <a:pt x="13" y="18"/>
                        </a:lnTo>
                        <a:lnTo>
                          <a:pt x="14" y="27"/>
                        </a:lnTo>
                        <a:lnTo>
                          <a:pt x="14" y="36"/>
                        </a:lnTo>
                        <a:lnTo>
                          <a:pt x="13" y="45"/>
                        </a:lnTo>
                        <a:lnTo>
                          <a:pt x="11" y="52"/>
                        </a:lnTo>
                        <a:lnTo>
                          <a:pt x="6" y="59"/>
                        </a:lnTo>
                        <a:lnTo>
                          <a:pt x="0" y="66"/>
                        </a:lnTo>
                        <a:lnTo>
                          <a:pt x="0" y="67"/>
                        </a:lnTo>
                        <a:lnTo>
                          <a:pt x="0" y="66"/>
                        </a:lnTo>
                        <a:lnTo>
                          <a:pt x="0" y="67"/>
                        </a:lnTo>
                        <a:lnTo>
                          <a:pt x="1"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3" name="Freeform 478"/>
                  <p:cNvSpPr>
                    <a:spLocks/>
                  </p:cNvSpPr>
                  <p:nvPr/>
                </p:nvSpPr>
                <p:spPr bwMode="auto">
                  <a:xfrm>
                    <a:off x="4360" y="3562"/>
                    <a:ext cx="18" cy="46"/>
                  </a:xfrm>
                  <a:custGeom>
                    <a:avLst/>
                    <a:gdLst>
                      <a:gd name="T0" fmla="*/ 1 w 37"/>
                      <a:gd name="T1" fmla="*/ 0 h 91"/>
                      <a:gd name="T2" fmla="*/ 1 w 37"/>
                      <a:gd name="T3" fmla="*/ 1 h 91"/>
                      <a:gd name="T4" fmla="*/ 1 w 37"/>
                      <a:gd name="T5" fmla="*/ 1 h 91"/>
                      <a:gd name="T6" fmla="*/ 1 w 37"/>
                      <a:gd name="T7" fmla="*/ 1 h 91"/>
                      <a:gd name="T8" fmla="*/ 1 w 37"/>
                      <a:gd name="T9" fmla="*/ 1 h 91"/>
                      <a:gd name="T10" fmla="*/ 1 w 37"/>
                      <a:gd name="T11" fmla="*/ 1 h 91"/>
                      <a:gd name="T12" fmla="*/ 0 w 37"/>
                      <a:gd name="T13" fmla="*/ 1 h 91"/>
                      <a:gd name="T14" fmla="*/ 0 w 37"/>
                      <a:gd name="T15" fmla="*/ 1 h 91"/>
                      <a:gd name="T16" fmla="*/ 0 w 37"/>
                      <a:gd name="T17" fmla="*/ 1 h 91"/>
                      <a:gd name="T18" fmla="*/ 0 w 37"/>
                      <a:gd name="T19" fmla="*/ 1 h 91"/>
                      <a:gd name="T20" fmla="*/ 0 w 37"/>
                      <a:gd name="T21" fmla="*/ 1 h 91"/>
                      <a:gd name="T22" fmla="*/ 0 w 37"/>
                      <a:gd name="T23" fmla="*/ 1 h 91"/>
                      <a:gd name="T24" fmla="*/ 0 w 37"/>
                      <a:gd name="T25" fmla="*/ 1 h 91"/>
                      <a:gd name="T26" fmla="*/ 0 w 37"/>
                      <a:gd name="T27" fmla="*/ 1 h 91"/>
                      <a:gd name="T28" fmla="*/ 0 w 37"/>
                      <a:gd name="T29" fmla="*/ 1 h 91"/>
                      <a:gd name="T30" fmla="*/ 0 w 37"/>
                      <a:gd name="T31" fmla="*/ 1 h 91"/>
                      <a:gd name="T32" fmla="*/ 0 w 37"/>
                      <a:gd name="T33" fmla="*/ 1 h 91"/>
                      <a:gd name="T34" fmla="*/ 0 w 37"/>
                      <a:gd name="T35" fmla="*/ 2 h 91"/>
                      <a:gd name="T36" fmla="*/ 0 w 37"/>
                      <a:gd name="T37" fmla="*/ 2 h 91"/>
                      <a:gd name="T38" fmla="*/ 0 w 37"/>
                      <a:gd name="T39" fmla="*/ 2 h 91"/>
                      <a:gd name="T40" fmla="*/ 0 w 37"/>
                      <a:gd name="T41" fmla="*/ 2 h 91"/>
                      <a:gd name="T42" fmla="*/ 0 w 37"/>
                      <a:gd name="T43" fmla="*/ 2 h 91"/>
                      <a:gd name="T44" fmla="*/ 0 w 37"/>
                      <a:gd name="T45" fmla="*/ 3 h 91"/>
                      <a:gd name="T46" fmla="*/ 0 w 37"/>
                      <a:gd name="T47" fmla="*/ 3 h 91"/>
                      <a:gd name="T48" fmla="*/ 0 w 37"/>
                      <a:gd name="T49" fmla="*/ 3 h 91"/>
                      <a:gd name="T50" fmla="*/ 0 w 37"/>
                      <a:gd name="T51" fmla="*/ 3 h 91"/>
                      <a:gd name="T52" fmla="*/ 0 w 37"/>
                      <a:gd name="T53" fmla="*/ 3 h 91"/>
                      <a:gd name="T54" fmla="*/ 0 w 37"/>
                      <a:gd name="T55" fmla="*/ 2 h 91"/>
                      <a:gd name="T56" fmla="*/ 0 w 37"/>
                      <a:gd name="T57" fmla="*/ 2 h 91"/>
                      <a:gd name="T58" fmla="*/ 0 w 37"/>
                      <a:gd name="T59" fmla="*/ 2 h 91"/>
                      <a:gd name="T60" fmla="*/ 0 w 37"/>
                      <a:gd name="T61" fmla="*/ 1 h 91"/>
                      <a:gd name="T62" fmla="*/ 0 w 37"/>
                      <a:gd name="T63" fmla="*/ 1 h 91"/>
                      <a:gd name="T64" fmla="*/ 0 w 37"/>
                      <a:gd name="T65" fmla="*/ 1 h 91"/>
                      <a:gd name="T66" fmla="*/ 0 w 37"/>
                      <a:gd name="T67" fmla="*/ 1 h 91"/>
                      <a:gd name="T68" fmla="*/ 0 w 37"/>
                      <a:gd name="T69" fmla="*/ 1 h 91"/>
                      <a:gd name="T70" fmla="*/ 0 w 37"/>
                      <a:gd name="T71" fmla="*/ 1 h 91"/>
                      <a:gd name="T72" fmla="*/ 0 w 37"/>
                      <a:gd name="T73" fmla="*/ 1 h 91"/>
                      <a:gd name="T74" fmla="*/ 1 w 37"/>
                      <a:gd name="T75" fmla="*/ 0 h 91"/>
                      <a:gd name="T76" fmla="*/ 1 w 37"/>
                      <a:gd name="T77" fmla="*/ 0 h 9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7"/>
                      <a:gd name="T118" fmla="*/ 0 h 91"/>
                      <a:gd name="T119" fmla="*/ 37 w 37"/>
                      <a:gd name="T120" fmla="*/ 91 h 9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7" h="91">
                        <a:moveTo>
                          <a:pt x="37" y="0"/>
                        </a:moveTo>
                        <a:lnTo>
                          <a:pt x="36" y="1"/>
                        </a:lnTo>
                        <a:lnTo>
                          <a:pt x="36" y="3"/>
                        </a:lnTo>
                        <a:lnTo>
                          <a:pt x="35" y="3"/>
                        </a:lnTo>
                        <a:lnTo>
                          <a:pt x="33" y="4"/>
                        </a:lnTo>
                        <a:lnTo>
                          <a:pt x="32" y="4"/>
                        </a:lnTo>
                        <a:lnTo>
                          <a:pt x="28" y="7"/>
                        </a:lnTo>
                        <a:lnTo>
                          <a:pt x="28" y="9"/>
                        </a:lnTo>
                        <a:lnTo>
                          <a:pt x="30" y="10"/>
                        </a:lnTo>
                        <a:lnTo>
                          <a:pt x="30" y="11"/>
                        </a:lnTo>
                        <a:lnTo>
                          <a:pt x="31" y="12"/>
                        </a:lnTo>
                        <a:lnTo>
                          <a:pt x="26" y="14"/>
                        </a:lnTo>
                        <a:lnTo>
                          <a:pt x="21" y="19"/>
                        </a:lnTo>
                        <a:lnTo>
                          <a:pt x="19" y="22"/>
                        </a:lnTo>
                        <a:lnTo>
                          <a:pt x="16" y="25"/>
                        </a:lnTo>
                        <a:lnTo>
                          <a:pt x="14" y="30"/>
                        </a:lnTo>
                        <a:lnTo>
                          <a:pt x="12" y="32"/>
                        </a:lnTo>
                        <a:lnTo>
                          <a:pt x="10" y="36"/>
                        </a:lnTo>
                        <a:lnTo>
                          <a:pt x="9" y="42"/>
                        </a:lnTo>
                        <a:lnTo>
                          <a:pt x="6" y="49"/>
                        </a:lnTo>
                        <a:lnTo>
                          <a:pt x="5" y="57"/>
                        </a:lnTo>
                        <a:lnTo>
                          <a:pt x="4" y="64"/>
                        </a:lnTo>
                        <a:lnTo>
                          <a:pt x="3" y="72"/>
                        </a:lnTo>
                        <a:lnTo>
                          <a:pt x="1" y="78"/>
                        </a:lnTo>
                        <a:lnTo>
                          <a:pt x="1" y="91"/>
                        </a:lnTo>
                        <a:lnTo>
                          <a:pt x="1" y="83"/>
                        </a:lnTo>
                        <a:lnTo>
                          <a:pt x="0" y="74"/>
                        </a:lnTo>
                        <a:lnTo>
                          <a:pt x="0" y="49"/>
                        </a:lnTo>
                        <a:lnTo>
                          <a:pt x="1" y="42"/>
                        </a:lnTo>
                        <a:lnTo>
                          <a:pt x="4" y="33"/>
                        </a:lnTo>
                        <a:lnTo>
                          <a:pt x="8" y="27"/>
                        </a:lnTo>
                        <a:lnTo>
                          <a:pt x="9" y="22"/>
                        </a:lnTo>
                        <a:lnTo>
                          <a:pt x="10" y="17"/>
                        </a:lnTo>
                        <a:lnTo>
                          <a:pt x="17" y="10"/>
                        </a:lnTo>
                        <a:lnTo>
                          <a:pt x="21" y="7"/>
                        </a:lnTo>
                        <a:lnTo>
                          <a:pt x="25" y="5"/>
                        </a:lnTo>
                        <a:lnTo>
                          <a:pt x="28" y="3"/>
                        </a:lnTo>
                        <a:lnTo>
                          <a:pt x="33" y="0"/>
                        </a:lnTo>
                        <a:lnTo>
                          <a:pt x="37" y="0"/>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4" name="Freeform 479"/>
                  <p:cNvSpPr>
                    <a:spLocks/>
                  </p:cNvSpPr>
                  <p:nvPr/>
                </p:nvSpPr>
                <p:spPr bwMode="auto">
                  <a:xfrm>
                    <a:off x="4374" y="3562"/>
                    <a:ext cx="5" cy="4"/>
                  </a:xfrm>
                  <a:custGeom>
                    <a:avLst/>
                    <a:gdLst>
                      <a:gd name="T0" fmla="*/ 1 w 10"/>
                      <a:gd name="T1" fmla="*/ 1 h 7"/>
                      <a:gd name="T2" fmla="*/ 1 w 10"/>
                      <a:gd name="T3" fmla="*/ 1 h 7"/>
                      <a:gd name="T4" fmla="*/ 1 w 10"/>
                      <a:gd name="T5" fmla="*/ 1 h 7"/>
                      <a:gd name="T6" fmla="*/ 1 w 10"/>
                      <a:gd name="T7" fmla="*/ 1 h 7"/>
                      <a:gd name="T8" fmla="*/ 1 w 10"/>
                      <a:gd name="T9" fmla="*/ 0 h 7"/>
                      <a:gd name="T10" fmla="*/ 1 w 10"/>
                      <a:gd name="T11" fmla="*/ 0 h 7"/>
                      <a:gd name="T12" fmla="*/ 1 w 10"/>
                      <a:gd name="T13" fmla="*/ 1 h 7"/>
                      <a:gd name="T14" fmla="*/ 1 w 10"/>
                      <a:gd name="T15" fmla="*/ 1 h 7"/>
                      <a:gd name="T16" fmla="*/ 1 w 10"/>
                      <a:gd name="T17" fmla="*/ 1 h 7"/>
                      <a:gd name="T18" fmla="*/ 1 w 10"/>
                      <a:gd name="T19" fmla="*/ 1 h 7"/>
                      <a:gd name="T20" fmla="*/ 0 w 10"/>
                      <a:gd name="T21" fmla="*/ 1 h 7"/>
                      <a:gd name="T22" fmla="*/ 0 w 10"/>
                      <a:gd name="T23" fmla="*/ 1 h 7"/>
                      <a:gd name="T24" fmla="*/ 1 w 10"/>
                      <a:gd name="T25" fmla="*/ 1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
                      <a:gd name="T40" fmla="*/ 0 h 7"/>
                      <a:gd name="T41" fmla="*/ 10 w 10"/>
                      <a:gd name="T42" fmla="*/ 7 h 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 h="7">
                        <a:moveTo>
                          <a:pt x="2" y="7"/>
                        </a:moveTo>
                        <a:lnTo>
                          <a:pt x="5" y="4"/>
                        </a:lnTo>
                        <a:lnTo>
                          <a:pt x="8" y="4"/>
                        </a:lnTo>
                        <a:lnTo>
                          <a:pt x="10" y="1"/>
                        </a:lnTo>
                        <a:lnTo>
                          <a:pt x="9" y="0"/>
                        </a:lnTo>
                        <a:lnTo>
                          <a:pt x="8" y="0"/>
                        </a:lnTo>
                        <a:lnTo>
                          <a:pt x="7" y="1"/>
                        </a:lnTo>
                        <a:lnTo>
                          <a:pt x="5" y="1"/>
                        </a:lnTo>
                        <a:lnTo>
                          <a:pt x="4" y="3"/>
                        </a:lnTo>
                        <a:lnTo>
                          <a:pt x="3" y="3"/>
                        </a:lnTo>
                        <a:lnTo>
                          <a:pt x="0" y="5"/>
                        </a:lnTo>
                        <a:lnTo>
                          <a:pt x="0" y="7"/>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5" name="Freeform 480"/>
                  <p:cNvSpPr>
                    <a:spLocks/>
                  </p:cNvSpPr>
                  <p:nvPr/>
                </p:nvSpPr>
                <p:spPr bwMode="auto">
                  <a:xfrm>
                    <a:off x="4374" y="3566"/>
                    <a:ext cx="2" cy="3"/>
                  </a:xfrm>
                  <a:custGeom>
                    <a:avLst/>
                    <a:gdLst>
                      <a:gd name="T0" fmla="*/ 1 w 4"/>
                      <a:gd name="T1" fmla="*/ 0 h 7"/>
                      <a:gd name="T2" fmla="*/ 1 w 4"/>
                      <a:gd name="T3" fmla="*/ 0 h 7"/>
                      <a:gd name="T4" fmla="*/ 1 w 4"/>
                      <a:gd name="T5" fmla="*/ 0 h 7"/>
                      <a:gd name="T6" fmla="*/ 1 w 4"/>
                      <a:gd name="T7" fmla="*/ 0 h 7"/>
                      <a:gd name="T8" fmla="*/ 1 w 4"/>
                      <a:gd name="T9" fmla="*/ 0 h 7"/>
                      <a:gd name="T10" fmla="*/ 1 w 4"/>
                      <a:gd name="T11" fmla="*/ 0 h 7"/>
                      <a:gd name="T12" fmla="*/ 0 w 4"/>
                      <a:gd name="T13" fmla="*/ 0 h 7"/>
                      <a:gd name="T14" fmla="*/ 0 w 4"/>
                      <a:gd name="T15" fmla="*/ 0 h 7"/>
                      <a:gd name="T16" fmla="*/ 1 w 4"/>
                      <a:gd name="T17" fmla="*/ 0 h 7"/>
                      <a:gd name="T18" fmla="*/ 1 w 4"/>
                      <a:gd name="T19" fmla="*/ 0 h 7"/>
                      <a:gd name="T20" fmla="*/ 1 w 4"/>
                      <a:gd name="T21" fmla="*/ 0 h 7"/>
                      <a:gd name="T22" fmla="*/ 1 w 4"/>
                      <a:gd name="T23" fmla="*/ 0 h 7"/>
                      <a:gd name="T24" fmla="*/ 1 w 4"/>
                      <a:gd name="T25" fmla="*/ 0 h 7"/>
                      <a:gd name="T26" fmla="*/ 1 w 4"/>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7"/>
                      <a:gd name="T44" fmla="*/ 4 w 4"/>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7">
                        <a:moveTo>
                          <a:pt x="3" y="7"/>
                        </a:moveTo>
                        <a:lnTo>
                          <a:pt x="4" y="5"/>
                        </a:lnTo>
                        <a:lnTo>
                          <a:pt x="3" y="4"/>
                        </a:lnTo>
                        <a:lnTo>
                          <a:pt x="3" y="3"/>
                        </a:lnTo>
                        <a:lnTo>
                          <a:pt x="2" y="2"/>
                        </a:lnTo>
                        <a:lnTo>
                          <a:pt x="2" y="0"/>
                        </a:lnTo>
                        <a:lnTo>
                          <a:pt x="0" y="0"/>
                        </a:lnTo>
                        <a:lnTo>
                          <a:pt x="0" y="5"/>
                        </a:lnTo>
                        <a:lnTo>
                          <a:pt x="2" y="7"/>
                        </a:lnTo>
                        <a:lnTo>
                          <a:pt x="3" y="4"/>
                        </a:lnTo>
                        <a:lnTo>
                          <a:pt x="3" y="7"/>
                        </a:lnTo>
                        <a:lnTo>
                          <a:pt x="4" y="7"/>
                        </a:lnTo>
                        <a:lnTo>
                          <a:pt x="4"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6" name="Freeform 481"/>
                  <p:cNvSpPr>
                    <a:spLocks/>
                  </p:cNvSpPr>
                  <p:nvPr/>
                </p:nvSpPr>
                <p:spPr bwMode="auto">
                  <a:xfrm>
                    <a:off x="4364" y="3568"/>
                    <a:ext cx="11" cy="13"/>
                  </a:xfrm>
                  <a:custGeom>
                    <a:avLst/>
                    <a:gdLst>
                      <a:gd name="T0" fmla="*/ 1 w 22"/>
                      <a:gd name="T1" fmla="*/ 1 h 26"/>
                      <a:gd name="T2" fmla="*/ 1 w 22"/>
                      <a:gd name="T3" fmla="*/ 1 h 26"/>
                      <a:gd name="T4" fmla="*/ 1 w 22"/>
                      <a:gd name="T5" fmla="*/ 1 h 26"/>
                      <a:gd name="T6" fmla="*/ 1 w 22"/>
                      <a:gd name="T7" fmla="*/ 1 h 26"/>
                      <a:gd name="T8" fmla="*/ 1 w 22"/>
                      <a:gd name="T9" fmla="*/ 1 h 26"/>
                      <a:gd name="T10" fmla="*/ 1 w 22"/>
                      <a:gd name="T11" fmla="*/ 1 h 26"/>
                      <a:gd name="T12" fmla="*/ 1 w 22"/>
                      <a:gd name="T13" fmla="*/ 1 h 26"/>
                      <a:gd name="T14" fmla="*/ 1 w 22"/>
                      <a:gd name="T15" fmla="*/ 1 h 26"/>
                      <a:gd name="T16" fmla="*/ 1 w 22"/>
                      <a:gd name="T17" fmla="*/ 1 h 26"/>
                      <a:gd name="T18" fmla="*/ 1 w 22"/>
                      <a:gd name="T19" fmla="*/ 1 h 26"/>
                      <a:gd name="T20" fmla="*/ 1 w 22"/>
                      <a:gd name="T21" fmla="*/ 0 h 26"/>
                      <a:gd name="T22" fmla="*/ 1 w 22"/>
                      <a:gd name="T23" fmla="*/ 1 h 26"/>
                      <a:gd name="T24" fmla="*/ 1 w 22"/>
                      <a:gd name="T25" fmla="*/ 1 h 26"/>
                      <a:gd name="T26" fmla="*/ 1 w 22"/>
                      <a:gd name="T27" fmla="*/ 1 h 26"/>
                      <a:gd name="T28" fmla="*/ 1 w 22"/>
                      <a:gd name="T29" fmla="*/ 1 h 26"/>
                      <a:gd name="T30" fmla="*/ 1 w 22"/>
                      <a:gd name="T31" fmla="*/ 1 h 26"/>
                      <a:gd name="T32" fmla="*/ 1 w 22"/>
                      <a:gd name="T33" fmla="*/ 1 h 26"/>
                      <a:gd name="T34" fmla="*/ 1 w 22"/>
                      <a:gd name="T35" fmla="*/ 1 h 26"/>
                      <a:gd name="T36" fmla="*/ 0 w 22"/>
                      <a:gd name="T37" fmla="*/ 1 h 26"/>
                      <a:gd name="T38" fmla="*/ 0 w 22"/>
                      <a:gd name="T39" fmla="*/ 1 h 26"/>
                      <a:gd name="T40" fmla="*/ 0 w 22"/>
                      <a:gd name="T41" fmla="*/ 1 h 26"/>
                      <a:gd name="T42" fmla="*/ 0 w 22"/>
                      <a:gd name="T43" fmla="*/ 1 h 26"/>
                      <a:gd name="T44" fmla="*/ 1 w 22"/>
                      <a:gd name="T45" fmla="*/ 1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
                      <a:gd name="T70" fmla="*/ 0 h 26"/>
                      <a:gd name="T71" fmla="*/ 22 w 22"/>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 h="26">
                        <a:moveTo>
                          <a:pt x="2" y="25"/>
                        </a:moveTo>
                        <a:lnTo>
                          <a:pt x="2" y="26"/>
                        </a:lnTo>
                        <a:lnTo>
                          <a:pt x="5" y="22"/>
                        </a:lnTo>
                        <a:lnTo>
                          <a:pt x="6" y="19"/>
                        </a:lnTo>
                        <a:lnTo>
                          <a:pt x="8" y="15"/>
                        </a:lnTo>
                        <a:lnTo>
                          <a:pt x="11" y="11"/>
                        </a:lnTo>
                        <a:lnTo>
                          <a:pt x="12" y="9"/>
                        </a:lnTo>
                        <a:lnTo>
                          <a:pt x="15" y="6"/>
                        </a:lnTo>
                        <a:lnTo>
                          <a:pt x="18" y="4"/>
                        </a:lnTo>
                        <a:lnTo>
                          <a:pt x="22" y="3"/>
                        </a:lnTo>
                        <a:lnTo>
                          <a:pt x="22" y="0"/>
                        </a:lnTo>
                        <a:lnTo>
                          <a:pt x="17" y="1"/>
                        </a:lnTo>
                        <a:lnTo>
                          <a:pt x="13" y="4"/>
                        </a:lnTo>
                        <a:lnTo>
                          <a:pt x="11" y="6"/>
                        </a:lnTo>
                        <a:lnTo>
                          <a:pt x="8" y="10"/>
                        </a:lnTo>
                        <a:lnTo>
                          <a:pt x="6" y="14"/>
                        </a:lnTo>
                        <a:lnTo>
                          <a:pt x="3" y="17"/>
                        </a:lnTo>
                        <a:lnTo>
                          <a:pt x="2" y="21"/>
                        </a:lnTo>
                        <a:lnTo>
                          <a:pt x="0" y="24"/>
                        </a:lnTo>
                        <a:lnTo>
                          <a:pt x="0" y="25"/>
                        </a:lnTo>
                        <a:lnTo>
                          <a:pt x="0" y="24"/>
                        </a:lnTo>
                        <a:lnTo>
                          <a:pt x="0" y="25"/>
                        </a:lnTo>
                        <a:lnTo>
                          <a:pt x="2"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7" name="Freeform 482"/>
                  <p:cNvSpPr>
                    <a:spLocks/>
                  </p:cNvSpPr>
                  <p:nvPr/>
                </p:nvSpPr>
                <p:spPr bwMode="auto">
                  <a:xfrm>
                    <a:off x="4360" y="3580"/>
                    <a:ext cx="5" cy="28"/>
                  </a:xfrm>
                  <a:custGeom>
                    <a:avLst/>
                    <a:gdLst>
                      <a:gd name="T0" fmla="*/ 0 w 11"/>
                      <a:gd name="T1" fmla="*/ 2 h 55"/>
                      <a:gd name="T2" fmla="*/ 0 w 11"/>
                      <a:gd name="T3" fmla="*/ 2 h 55"/>
                      <a:gd name="T4" fmla="*/ 0 w 11"/>
                      <a:gd name="T5" fmla="*/ 2 h 55"/>
                      <a:gd name="T6" fmla="*/ 0 w 11"/>
                      <a:gd name="T7" fmla="*/ 2 h 55"/>
                      <a:gd name="T8" fmla="*/ 0 w 11"/>
                      <a:gd name="T9" fmla="*/ 1 h 55"/>
                      <a:gd name="T10" fmla="*/ 0 w 11"/>
                      <a:gd name="T11" fmla="*/ 1 h 55"/>
                      <a:gd name="T12" fmla="*/ 0 w 11"/>
                      <a:gd name="T13" fmla="*/ 1 h 55"/>
                      <a:gd name="T14" fmla="*/ 0 w 11"/>
                      <a:gd name="T15" fmla="*/ 1 h 55"/>
                      <a:gd name="T16" fmla="*/ 0 w 11"/>
                      <a:gd name="T17" fmla="*/ 0 h 55"/>
                      <a:gd name="T18" fmla="*/ 0 w 11"/>
                      <a:gd name="T19" fmla="*/ 0 h 55"/>
                      <a:gd name="T20" fmla="*/ 0 w 11"/>
                      <a:gd name="T21" fmla="*/ 1 h 55"/>
                      <a:gd name="T22" fmla="*/ 0 w 11"/>
                      <a:gd name="T23" fmla="*/ 1 h 55"/>
                      <a:gd name="T24" fmla="*/ 0 w 11"/>
                      <a:gd name="T25" fmla="*/ 1 h 55"/>
                      <a:gd name="T26" fmla="*/ 0 w 11"/>
                      <a:gd name="T27" fmla="*/ 1 h 55"/>
                      <a:gd name="T28" fmla="*/ 0 w 11"/>
                      <a:gd name="T29" fmla="*/ 2 h 55"/>
                      <a:gd name="T30" fmla="*/ 0 w 11"/>
                      <a:gd name="T31" fmla="*/ 2 h 55"/>
                      <a:gd name="T32" fmla="*/ 0 w 11"/>
                      <a:gd name="T33" fmla="*/ 2 h 55"/>
                      <a:gd name="T34" fmla="*/ 0 w 11"/>
                      <a:gd name="T35" fmla="*/ 2 h 55"/>
                      <a:gd name="T36" fmla="*/ 0 w 11"/>
                      <a:gd name="T37" fmla="*/ 2 h 55"/>
                      <a:gd name="T38" fmla="*/ 0 w 11"/>
                      <a:gd name="T39" fmla="*/ 2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
                      <a:gd name="T61" fmla="*/ 0 h 55"/>
                      <a:gd name="T62" fmla="*/ 11 w 11"/>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 h="55">
                        <a:moveTo>
                          <a:pt x="0" y="55"/>
                        </a:moveTo>
                        <a:lnTo>
                          <a:pt x="3" y="55"/>
                        </a:lnTo>
                        <a:lnTo>
                          <a:pt x="3" y="42"/>
                        </a:lnTo>
                        <a:lnTo>
                          <a:pt x="4" y="36"/>
                        </a:lnTo>
                        <a:lnTo>
                          <a:pt x="5" y="28"/>
                        </a:lnTo>
                        <a:lnTo>
                          <a:pt x="6" y="21"/>
                        </a:lnTo>
                        <a:lnTo>
                          <a:pt x="8" y="13"/>
                        </a:lnTo>
                        <a:lnTo>
                          <a:pt x="9" y="7"/>
                        </a:lnTo>
                        <a:lnTo>
                          <a:pt x="11" y="0"/>
                        </a:lnTo>
                        <a:lnTo>
                          <a:pt x="9" y="0"/>
                        </a:lnTo>
                        <a:lnTo>
                          <a:pt x="8" y="6"/>
                        </a:lnTo>
                        <a:lnTo>
                          <a:pt x="5" y="13"/>
                        </a:lnTo>
                        <a:lnTo>
                          <a:pt x="4" y="21"/>
                        </a:lnTo>
                        <a:lnTo>
                          <a:pt x="3" y="28"/>
                        </a:lnTo>
                        <a:lnTo>
                          <a:pt x="1" y="36"/>
                        </a:lnTo>
                        <a:lnTo>
                          <a:pt x="1" y="42"/>
                        </a:lnTo>
                        <a:lnTo>
                          <a:pt x="0" y="49"/>
                        </a:lnTo>
                        <a:lnTo>
                          <a:pt x="0" y="55"/>
                        </a:lnTo>
                        <a:lnTo>
                          <a:pt x="3" y="55"/>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8" name="Freeform 483"/>
                  <p:cNvSpPr>
                    <a:spLocks/>
                  </p:cNvSpPr>
                  <p:nvPr/>
                </p:nvSpPr>
                <p:spPr bwMode="auto">
                  <a:xfrm>
                    <a:off x="4359" y="3575"/>
                    <a:ext cx="5" cy="33"/>
                  </a:xfrm>
                  <a:custGeom>
                    <a:avLst/>
                    <a:gdLst>
                      <a:gd name="T0" fmla="*/ 1 w 10"/>
                      <a:gd name="T1" fmla="*/ 1 h 65"/>
                      <a:gd name="T2" fmla="*/ 1 w 10"/>
                      <a:gd name="T3" fmla="*/ 0 h 65"/>
                      <a:gd name="T4" fmla="*/ 1 w 10"/>
                      <a:gd name="T5" fmla="*/ 1 h 65"/>
                      <a:gd name="T6" fmla="*/ 1 w 10"/>
                      <a:gd name="T7" fmla="*/ 1 h 65"/>
                      <a:gd name="T8" fmla="*/ 0 w 10"/>
                      <a:gd name="T9" fmla="*/ 1 h 65"/>
                      <a:gd name="T10" fmla="*/ 0 w 10"/>
                      <a:gd name="T11" fmla="*/ 2 h 65"/>
                      <a:gd name="T12" fmla="*/ 1 w 10"/>
                      <a:gd name="T13" fmla="*/ 2 h 65"/>
                      <a:gd name="T14" fmla="*/ 1 w 10"/>
                      <a:gd name="T15" fmla="*/ 3 h 65"/>
                      <a:gd name="T16" fmla="*/ 1 w 10"/>
                      <a:gd name="T17" fmla="*/ 3 h 65"/>
                      <a:gd name="T18" fmla="*/ 1 w 10"/>
                      <a:gd name="T19" fmla="*/ 2 h 65"/>
                      <a:gd name="T20" fmla="*/ 1 w 10"/>
                      <a:gd name="T21" fmla="*/ 1 h 65"/>
                      <a:gd name="T22" fmla="*/ 1 w 10"/>
                      <a:gd name="T23" fmla="*/ 1 h 65"/>
                      <a:gd name="T24" fmla="*/ 1 w 10"/>
                      <a:gd name="T25" fmla="*/ 1 h 65"/>
                      <a:gd name="T26" fmla="*/ 1 w 10"/>
                      <a:gd name="T27" fmla="*/ 1 h 65"/>
                      <a:gd name="T28" fmla="*/ 1 w 10"/>
                      <a:gd name="T29" fmla="*/ 1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
                      <a:gd name="T46" fmla="*/ 0 h 65"/>
                      <a:gd name="T47" fmla="*/ 10 w 10"/>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 h="65">
                        <a:moveTo>
                          <a:pt x="7" y="1"/>
                        </a:moveTo>
                        <a:lnTo>
                          <a:pt x="7" y="0"/>
                        </a:lnTo>
                        <a:lnTo>
                          <a:pt x="4" y="7"/>
                        </a:lnTo>
                        <a:lnTo>
                          <a:pt x="2" y="15"/>
                        </a:lnTo>
                        <a:lnTo>
                          <a:pt x="0" y="23"/>
                        </a:lnTo>
                        <a:lnTo>
                          <a:pt x="0" y="48"/>
                        </a:lnTo>
                        <a:lnTo>
                          <a:pt x="1" y="57"/>
                        </a:lnTo>
                        <a:lnTo>
                          <a:pt x="1" y="65"/>
                        </a:lnTo>
                        <a:lnTo>
                          <a:pt x="4" y="65"/>
                        </a:lnTo>
                        <a:lnTo>
                          <a:pt x="2" y="57"/>
                        </a:lnTo>
                        <a:lnTo>
                          <a:pt x="2" y="23"/>
                        </a:lnTo>
                        <a:lnTo>
                          <a:pt x="4" y="16"/>
                        </a:lnTo>
                        <a:lnTo>
                          <a:pt x="6" y="9"/>
                        </a:lnTo>
                        <a:lnTo>
                          <a:pt x="10" y="1"/>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69" name="Freeform 484"/>
                  <p:cNvSpPr>
                    <a:spLocks/>
                  </p:cNvSpPr>
                  <p:nvPr/>
                </p:nvSpPr>
                <p:spPr bwMode="auto">
                  <a:xfrm>
                    <a:off x="4363" y="3561"/>
                    <a:ext cx="13" cy="15"/>
                  </a:xfrm>
                  <a:custGeom>
                    <a:avLst/>
                    <a:gdLst>
                      <a:gd name="T0" fmla="*/ 0 w 27"/>
                      <a:gd name="T1" fmla="*/ 0 h 28"/>
                      <a:gd name="T2" fmla="*/ 0 w 27"/>
                      <a:gd name="T3" fmla="*/ 0 h 28"/>
                      <a:gd name="T4" fmla="*/ 0 w 27"/>
                      <a:gd name="T5" fmla="*/ 1 h 28"/>
                      <a:gd name="T6" fmla="*/ 0 w 27"/>
                      <a:gd name="T7" fmla="*/ 1 h 28"/>
                      <a:gd name="T8" fmla="*/ 0 w 27"/>
                      <a:gd name="T9" fmla="*/ 1 h 28"/>
                      <a:gd name="T10" fmla="*/ 0 w 27"/>
                      <a:gd name="T11" fmla="*/ 1 h 28"/>
                      <a:gd name="T12" fmla="*/ 0 w 27"/>
                      <a:gd name="T13" fmla="*/ 1 h 28"/>
                      <a:gd name="T14" fmla="*/ 0 w 27"/>
                      <a:gd name="T15" fmla="*/ 1 h 28"/>
                      <a:gd name="T16" fmla="*/ 0 w 27"/>
                      <a:gd name="T17" fmla="*/ 1 h 28"/>
                      <a:gd name="T18" fmla="*/ 0 w 27"/>
                      <a:gd name="T19" fmla="*/ 1 h 28"/>
                      <a:gd name="T20" fmla="*/ 0 w 27"/>
                      <a:gd name="T21" fmla="*/ 1 h 28"/>
                      <a:gd name="T22" fmla="*/ 0 w 27"/>
                      <a:gd name="T23" fmla="*/ 1 h 28"/>
                      <a:gd name="T24" fmla="*/ 0 w 27"/>
                      <a:gd name="T25" fmla="*/ 1 h 28"/>
                      <a:gd name="T26" fmla="*/ 0 w 27"/>
                      <a:gd name="T27" fmla="*/ 1 h 28"/>
                      <a:gd name="T28" fmla="*/ 0 w 27"/>
                      <a:gd name="T29" fmla="*/ 1 h 28"/>
                      <a:gd name="T30" fmla="*/ 0 w 27"/>
                      <a:gd name="T31" fmla="*/ 1 h 28"/>
                      <a:gd name="T32" fmla="*/ 0 w 27"/>
                      <a:gd name="T33" fmla="*/ 1 h 28"/>
                      <a:gd name="T34" fmla="*/ 0 w 27"/>
                      <a:gd name="T35" fmla="*/ 1 h 28"/>
                      <a:gd name="T36" fmla="*/ 0 w 27"/>
                      <a:gd name="T37" fmla="*/ 1 h 28"/>
                      <a:gd name="T38" fmla="*/ 0 w 27"/>
                      <a:gd name="T39" fmla="*/ 0 h 28"/>
                      <a:gd name="T40" fmla="*/ 0 w 27"/>
                      <a:gd name="T41" fmla="*/ 0 h 28"/>
                      <a:gd name="T42" fmla="*/ 0 w 27"/>
                      <a:gd name="T43" fmla="*/ 0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7"/>
                      <a:gd name="T67" fmla="*/ 0 h 28"/>
                      <a:gd name="T68" fmla="*/ 27 w 27"/>
                      <a:gd name="T69" fmla="*/ 28 h 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7" h="28">
                        <a:moveTo>
                          <a:pt x="27" y="0"/>
                        </a:moveTo>
                        <a:lnTo>
                          <a:pt x="26" y="0"/>
                        </a:lnTo>
                        <a:lnTo>
                          <a:pt x="22" y="2"/>
                        </a:lnTo>
                        <a:lnTo>
                          <a:pt x="18" y="5"/>
                        </a:lnTo>
                        <a:lnTo>
                          <a:pt x="14" y="7"/>
                        </a:lnTo>
                        <a:lnTo>
                          <a:pt x="6" y="15"/>
                        </a:lnTo>
                        <a:lnTo>
                          <a:pt x="4" y="18"/>
                        </a:lnTo>
                        <a:lnTo>
                          <a:pt x="2" y="23"/>
                        </a:lnTo>
                        <a:lnTo>
                          <a:pt x="0" y="28"/>
                        </a:lnTo>
                        <a:lnTo>
                          <a:pt x="3" y="28"/>
                        </a:lnTo>
                        <a:lnTo>
                          <a:pt x="4" y="23"/>
                        </a:lnTo>
                        <a:lnTo>
                          <a:pt x="5" y="20"/>
                        </a:lnTo>
                        <a:lnTo>
                          <a:pt x="9" y="16"/>
                        </a:lnTo>
                        <a:lnTo>
                          <a:pt x="11" y="12"/>
                        </a:lnTo>
                        <a:lnTo>
                          <a:pt x="15" y="10"/>
                        </a:lnTo>
                        <a:lnTo>
                          <a:pt x="19" y="7"/>
                        </a:lnTo>
                        <a:lnTo>
                          <a:pt x="24" y="5"/>
                        </a:lnTo>
                        <a:lnTo>
                          <a:pt x="27" y="2"/>
                        </a:lnTo>
                        <a:lnTo>
                          <a:pt x="27" y="4"/>
                        </a:lnTo>
                        <a:lnTo>
                          <a:pt x="27" y="0"/>
                        </a:lnTo>
                        <a:lnTo>
                          <a:pt x="26" y="0"/>
                        </a:lnTo>
                        <a:lnTo>
                          <a:pt x="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0" name="Freeform 485"/>
                  <p:cNvSpPr>
                    <a:spLocks/>
                  </p:cNvSpPr>
                  <p:nvPr/>
                </p:nvSpPr>
                <p:spPr bwMode="auto">
                  <a:xfrm>
                    <a:off x="4376" y="3561"/>
                    <a:ext cx="4" cy="2"/>
                  </a:xfrm>
                  <a:custGeom>
                    <a:avLst/>
                    <a:gdLst>
                      <a:gd name="T0" fmla="*/ 1 w 8"/>
                      <a:gd name="T1" fmla="*/ 1 h 4"/>
                      <a:gd name="T2" fmla="*/ 1 w 8"/>
                      <a:gd name="T3" fmla="*/ 0 h 4"/>
                      <a:gd name="T4" fmla="*/ 0 w 8"/>
                      <a:gd name="T5" fmla="*/ 0 h 4"/>
                      <a:gd name="T6" fmla="*/ 0 w 8"/>
                      <a:gd name="T7" fmla="*/ 1 h 4"/>
                      <a:gd name="T8" fmla="*/ 1 w 8"/>
                      <a:gd name="T9" fmla="*/ 1 h 4"/>
                      <a:gd name="T10" fmla="*/ 1 w 8"/>
                      <a:gd name="T11" fmla="*/ 1 h 4"/>
                      <a:gd name="T12" fmla="*/ 1 w 8"/>
                      <a:gd name="T13" fmla="*/ 1 h 4"/>
                      <a:gd name="T14" fmla="*/ 1 w 8"/>
                      <a:gd name="T15" fmla="*/ 0 h 4"/>
                      <a:gd name="T16" fmla="*/ 1 w 8"/>
                      <a:gd name="T17" fmla="*/ 0 h 4"/>
                      <a:gd name="T18" fmla="*/ 1 w 8"/>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4"/>
                      <a:gd name="T32" fmla="*/ 8 w 8"/>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4">
                        <a:moveTo>
                          <a:pt x="5" y="2"/>
                        </a:moveTo>
                        <a:lnTo>
                          <a:pt x="4" y="0"/>
                        </a:lnTo>
                        <a:lnTo>
                          <a:pt x="0" y="0"/>
                        </a:lnTo>
                        <a:lnTo>
                          <a:pt x="0" y="4"/>
                        </a:lnTo>
                        <a:lnTo>
                          <a:pt x="4" y="4"/>
                        </a:lnTo>
                        <a:lnTo>
                          <a:pt x="4" y="1"/>
                        </a:lnTo>
                        <a:lnTo>
                          <a:pt x="5" y="2"/>
                        </a:lnTo>
                        <a:lnTo>
                          <a:pt x="8" y="0"/>
                        </a:lnTo>
                        <a:lnTo>
                          <a:pt x="4" y="0"/>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1" name="Freeform 486"/>
                  <p:cNvSpPr>
                    <a:spLocks/>
                  </p:cNvSpPr>
                  <p:nvPr/>
                </p:nvSpPr>
                <p:spPr bwMode="auto">
                  <a:xfrm>
                    <a:off x="4599" y="3566"/>
                    <a:ext cx="35" cy="18"/>
                  </a:xfrm>
                  <a:custGeom>
                    <a:avLst/>
                    <a:gdLst>
                      <a:gd name="T0" fmla="*/ 2 w 72"/>
                      <a:gd name="T1" fmla="*/ 1 h 35"/>
                      <a:gd name="T2" fmla="*/ 2 w 72"/>
                      <a:gd name="T3" fmla="*/ 1 h 35"/>
                      <a:gd name="T4" fmla="*/ 2 w 72"/>
                      <a:gd name="T5" fmla="*/ 1 h 35"/>
                      <a:gd name="T6" fmla="*/ 2 w 72"/>
                      <a:gd name="T7" fmla="*/ 1 h 35"/>
                      <a:gd name="T8" fmla="*/ 2 w 72"/>
                      <a:gd name="T9" fmla="*/ 1 h 35"/>
                      <a:gd name="T10" fmla="*/ 2 w 72"/>
                      <a:gd name="T11" fmla="*/ 1 h 35"/>
                      <a:gd name="T12" fmla="*/ 2 w 72"/>
                      <a:gd name="T13" fmla="*/ 1 h 35"/>
                      <a:gd name="T14" fmla="*/ 2 w 72"/>
                      <a:gd name="T15" fmla="*/ 1 h 35"/>
                      <a:gd name="T16" fmla="*/ 2 w 72"/>
                      <a:gd name="T17" fmla="*/ 1 h 35"/>
                      <a:gd name="T18" fmla="*/ 2 w 72"/>
                      <a:gd name="T19" fmla="*/ 1 h 35"/>
                      <a:gd name="T20" fmla="*/ 2 w 72"/>
                      <a:gd name="T21" fmla="*/ 1 h 35"/>
                      <a:gd name="T22" fmla="*/ 2 w 72"/>
                      <a:gd name="T23" fmla="*/ 1 h 35"/>
                      <a:gd name="T24" fmla="*/ 1 w 72"/>
                      <a:gd name="T25" fmla="*/ 1 h 35"/>
                      <a:gd name="T26" fmla="*/ 1 w 72"/>
                      <a:gd name="T27" fmla="*/ 1 h 35"/>
                      <a:gd name="T28" fmla="*/ 1 w 72"/>
                      <a:gd name="T29" fmla="*/ 2 h 35"/>
                      <a:gd name="T30" fmla="*/ 1 w 72"/>
                      <a:gd name="T31" fmla="*/ 2 h 35"/>
                      <a:gd name="T32" fmla="*/ 1 w 72"/>
                      <a:gd name="T33" fmla="*/ 2 h 35"/>
                      <a:gd name="T34" fmla="*/ 1 w 72"/>
                      <a:gd name="T35" fmla="*/ 2 h 35"/>
                      <a:gd name="T36" fmla="*/ 1 w 72"/>
                      <a:gd name="T37" fmla="*/ 2 h 35"/>
                      <a:gd name="T38" fmla="*/ 0 w 72"/>
                      <a:gd name="T39" fmla="*/ 2 h 35"/>
                      <a:gd name="T40" fmla="*/ 0 w 72"/>
                      <a:gd name="T41" fmla="*/ 2 h 35"/>
                      <a:gd name="T42" fmla="*/ 0 w 72"/>
                      <a:gd name="T43" fmla="*/ 1 h 35"/>
                      <a:gd name="T44" fmla="*/ 0 w 72"/>
                      <a:gd name="T45" fmla="*/ 1 h 35"/>
                      <a:gd name="T46" fmla="*/ 0 w 72"/>
                      <a:gd name="T47" fmla="*/ 1 h 35"/>
                      <a:gd name="T48" fmla="*/ 0 w 72"/>
                      <a:gd name="T49" fmla="*/ 1 h 35"/>
                      <a:gd name="T50" fmla="*/ 0 w 72"/>
                      <a:gd name="T51" fmla="*/ 1 h 35"/>
                      <a:gd name="T52" fmla="*/ 0 w 72"/>
                      <a:gd name="T53" fmla="*/ 1 h 35"/>
                      <a:gd name="T54" fmla="*/ 0 w 72"/>
                      <a:gd name="T55" fmla="*/ 1 h 35"/>
                      <a:gd name="T56" fmla="*/ 0 w 72"/>
                      <a:gd name="T57" fmla="*/ 1 h 35"/>
                      <a:gd name="T58" fmla="*/ 0 w 72"/>
                      <a:gd name="T59" fmla="*/ 1 h 35"/>
                      <a:gd name="T60" fmla="*/ 0 w 72"/>
                      <a:gd name="T61" fmla="*/ 1 h 35"/>
                      <a:gd name="T62" fmla="*/ 0 w 72"/>
                      <a:gd name="T63" fmla="*/ 1 h 35"/>
                      <a:gd name="T64" fmla="*/ 0 w 72"/>
                      <a:gd name="T65" fmla="*/ 1 h 35"/>
                      <a:gd name="T66" fmla="*/ 0 w 72"/>
                      <a:gd name="T67" fmla="*/ 1 h 35"/>
                      <a:gd name="T68" fmla="*/ 1 w 72"/>
                      <a:gd name="T69" fmla="*/ 1 h 35"/>
                      <a:gd name="T70" fmla="*/ 1 w 72"/>
                      <a:gd name="T71" fmla="*/ 1 h 35"/>
                      <a:gd name="T72" fmla="*/ 1 w 72"/>
                      <a:gd name="T73" fmla="*/ 1 h 35"/>
                      <a:gd name="T74" fmla="*/ 1 w 72"/>
                      <a:gd name="T75" fmla="*/ 1 h 35"/>
                      <a:gd name="T76" fmla="*/ 1 w 72"/>
                      <a:gd name="T77" fmla="*/ 1 h 35"/>
                      <a:gd name="T78" fmla="*/ 1 w 72"/>
                      <a:gd name="T79" fmla="*/ 0 h 35"/>
                      <a:gd name="T80" fmla="*/ 2 w 72"/>
                      <a:gd name="T81" fmla="*/ 0 h 35"/>
                      <a:gd name="T82" fmla="*/ 2 w 72"/>
                      <a:gd name="T83" fmla="*/ 1 h 35"/>
                      <a:gd name="T84" fmla="*/ 2 w 72"/>
                      <a:gd name="T85" fmla="*/ 1 h 3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2"/>
                      <a:gd name="T130" fmla="*/ 0 h 35"/>
                      <a:gd name="T131" fmla="*/ 72 w 72"/>
                      <a:gd name="T132" fmla="*/ 35 h 3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2" h="35">
                        <a:moveTo>
                          <a:pt x="70" y="1"/>
                        </a:moveTo>
                        <a:lnTo>
                          <a:pt x="69" y="1"/>
                        </a:lnTo>
                        <a:lnTo>
                          <a:pt x="69" y="3"/>
                        </a:lnTo>
                        <a:lnTo>
                          <a:pt x="72" y="6"/>
                        </a:lnTo>
                        <a:lnTo>
                          <a:pt x="72" y="17"/>
                        </a:lnTo>
                        <a:lnTo>
                          <a:pt x="70" y="19"/>
                        </a:lnTo>
                        <a:lnTo>
                          <a:pt x="70" y="21"/>
                        </a:lnTo>
                        <a:lnTo>
                          <a:pt x="69" y="23"/>
                        </a:lnTo>
                        <a:lnTo>
                          <a:pt x="68" y="26"/>
                        </a:lnTo>
                        <a:lnTo>
                          <a:pt x="68" y="27"/>
                        </a:lnTo>
                        <a:lnTo>
                          <a:pt x="67" y="28"/>
                        </a:lnTo>
                        <a:lnTo>
                          <a:pt x="65" y="31"/>
                        </a:lnTo>
                        <a:lnTo>
                          <a:pt x="63" y="32"/>
                        </a:lnTo>
                        <a:lnTo>
                          <a:pt x="59" y="32"/>
                        </a:lnTo>
                        <a:lnTo>
                          <a:pt x="56" y="33"/>
                        </a:lnTo>
                        <a:lnTo>
                          <a:pt x="51" y="33"/>
                        </a:lnTo>
                        <a:lnTo>
                          <a:pt x="48" y="34"/>
                        </a:lnTo>
                        <a:lnTo>
                          <a:pt x="44" y="34"/>
                        </a:lnTo>
                        <a:lnTo>
                          <a:pt x="41" y="35"/>
                        </a:lnTo>
                        <a:lnTo>
                          <a:pt x="24" y="35"/>
                        </a:lnTo>
                        <a:lnTo>
                          <a:pt x="20" y="33"/>
                        </a:lnTo>
                        <a:lnTo>
                          <a:pt x="17" y="29"/>
                        </a:lnTo>
                        <a:lnTo>
                          <a:pt x="15" y="26"/>
                        </a:lnTo>
                        <a:lnTo>
                          <a:pt x="5" y="16"/>
                        </a:lnTo>
                        <a:lnTo>
                          <a:pt x="3" y="12"/>
                        </a:lnTo>
                        <a:lnTo>
                          <a:pt x="0" y="8"/>
                        </a:lnTo>
                        <a:lnTo>
                          <a:pt x="4" y="8"/>
                        </a:lnTo>
                        <a:lnTo>
                          <a:pt x="7" y="7"/>
                        </a:lnTo>
                        <a:lnTo>
                          <a:pt x="11" y="7"/>
                        </a:lnTo>
                        <a:lnTo>
                          <a:pt x="15" y="6"/>
                        </a:lnTo>
                        <a:lnTo>
                          <a:pt x="19" y="6"/>
                        </a:lnTo>
                        <a:lnTo>
                          <a:pt x="22" y="5"/>
                        </a:lnTo>
                        <a:lnTo>
                          <a:pt x="27" y="5"/>
                        </a:lnTo>
                        <a:lnTo>
                          <a:pt x="31" y="3"/>
                        </a:lnTo>
                        <a:lnTo>
                          <a:pt x="38" y="3"/>
                        </a:lnTo>
                        <a:lnTo>
                          <a:pt x="42" y="2"/>
                        </a:lnTo>
                        <a:lnTo>
                          <a:pt x="46" y="2"/>
                        </a:lnTo>
                        <a:lnTo>
                          <a:pt x="51" y="1"/>
                        </a:lnTo>
                        <a:lnTo>
                          <a:pt x="54" y="1"/>
                        </a:lnTo>
                        <a:lnTo>
                          <a:pt x="58" y="0"/>
                        </a:lnTo>
                        <a:lnTo>
                          <a:pt x="67" y="0"/>
                        </a:lnTo>
                        <a:lnTo>
                          <a:pt x="68" y="1"/>
                        </a:lnTo>
                        <a:lnTo>
                          <a:pt x="70" y="1"/>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2" name="Freeform 487"/>
                  <p:cNvSpPr>
                    <a:spLocks/>
                  </p:cNvSpPr>
                  <p:nvPr/>
                </p:nvSpPr>
                <p:spPr bwMode="auto">
                  <a:xfrm>
                    <a:off x="4632" y="3567"/>
                    <a:ext cx="2" cy="2"/>
                  </a:xfrm>
                  <a:custGeom>
                    <a:avLst/>
                    <a:gdLst>
                      <a:gd name="T0" fmla="*/ 1 w 2"/>
                      <a:gd name="T1" fmla="*/ 1 h 4"/>
                      <a:gd name="T2" fmla="*/ 2 w 2"/>
                      <a:gd name="T3" fmla="*/ 1 h 4"/>
                      <a:gd name="T4" fmla="*/ 2 w 2"/>
                      <a:gd name="T5" fmla="*/ 0 h 4"/>
                      <a:gd name="T6" fmla="*/ 1 w 2"/>
                      <a:gd name="T7" fmla="*/ 0 h 4"/>
                      <a:gd name="T8" fmla="*/ 0 w 2"/>
                      <a:gd name="T9" fmla="*/ 1 h 4"/>
                      <a:gd name="T10" fmla="*/ 0 w 2"/>
                      <a:gd name="T11" fmla="*/ 1 h 4"/>
                      <a:gd name="T12" fmla="*/ 1 w 2"/>
                      <a:gd name="T13" fmla="*/ 1 h 4"/>
                      <a:gd name="T14" fmla="*/ 0 w 2"/>
                      <a:gd name="T15" fmla="*/ 1 h 4"/>
                      <a:gd name="T16" fmla="*/ 0 w 2"/>
                      <a:gd name="T17" fmla="*/ 1 h 4"/>
                      <a:gd name="T18" fmla="*/ 1 w 2"/>
                      <a:gd name="T19" fmla="*/ 1 h 4"/>
                      <a:gd name="T20" fmla="*/ 1 w 2"/>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
                      <a:gd name="T34" fmla="*/ 0 h 4"/>
                      <a:gd name="T35" fmla="*/ 2 w 2"/>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 h="4">
                        <a:moveTo>
                          <a:pt x="1" y="1"/>
                        </a:moveTo>
                        <a:lnTo>
                          <a:pt x="2" y="2"/>
                        </a:lnTo>
                        <a:lnTo>
                          <a:pt x="2" y="0"/>
                        </a:lnTo>
                        <a:lnTo>
                          <a:pt x="1" y="0"/>
                        </a:lnTo>
                        <a:lnTo>
                          <a:pt x="0" y="1"/>
                        </a:lnTo>
                        <a:lnTo>
                          <a:pt x="0" y="2"/>
                        </a:lnTo>
                        <a:lnTo>
                          <a:pt x="1" y="4"/>
                        </a:lnTo>
                        <a:lnTo>
                          <a:pt x="0" y="2"/>
                        </a:lnTo>
                        <a:lnTo>
                          <a:pt x="0" y="4"/>
                        </a:lnTo>
                        <a:lnTo>
                          <a:pt x="1" y="4"/>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3" name="Freeform 488"/>
                  <p:cNvSpPr>
                    <a:spLocks/>
                  </p:cNvSpPr>
                  <p:nvPr/>
                </p:nvSpPr>
                <p:spPr bwMode="auto">
                  <a:xfrm>
                    <a:off x="4633" y="3568"/>
                    <a:ext cx="2" cy="7"/>
                  </a:xfrm>
                  <a:custGeom>
                    <a:avLst/>
                    <a:gdLst>
                      <a:gd name="T0" fmla="*/ 1 w 4"/>
                      <a:gd name="T1" fmla="*/ 0 h 15"/>
                      <a:gd name="T2" fmla="*/ 1 w 4"/>
                      <a:gd name="T3" fmla="*/ 0 h 15"/>
                      <a:gd name="T4" fmla="*/ 0 w 4"/>
                      <a:gd name="T5" fmla="*/ 0 h 15"/>
                      <a:gd name="T6" fmla="*/ 0 w 4"/>
                      <a:gd name="T7" fmla="*/ 0 h 15"/>
                      <a:gd name="T8" fmla="*/ 1 w 4"/>
                      <a:gd name="T9" fmla="*/ 0 h 15"/>
                      <a:gd name="T10" fmla="*/ 1 w 4"/>
                      <a:gd name="T11" fmla="*/ 0 h 15"/>
                      <a:gd name="T12" fmla="*/ 1 w 4"/>
                      <a:gd name="T13" fmla="*/ 0 h 15"/>
                      <a:gd name="T14" fmla="*/ 1 w 4"/>
                      <a:gd name="T15" fmla="*/ 0 h 15"/>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5"/>
                      <a:gd name="T26" fmla="*/ 4 w 4"/>
                      <a:gd name="T27" fmla="*/ 15 h 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5">
                        <a:moveTo>
                          <a:pt x="4" y="15"/>
                        </a:moveTo>
                        <a:lnTo>
                          <a:pt x="4" y="4"/>
                        </a:lnTo>
                        <a:lnTo>
                          <a:pt x="0" y="0"/>
                        </a:lnTo>
                        <a:lnTo>
                          <a:pt x="0" y="3"/>
                        </a:lnTo>
                        <a:lnTo>
                          <a:pt x="1" y="4"/>
                        </a:lnTo>
                        <a:lnTo>
                          <a:pt x="1" y="15"/>
                        </a:lnTo>
                        <a:lnTo>
                          <a:pt x="1" y="14"/>
                        </a:lnTo>
                        <a:lnTo>
                          <a:pt x="4"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4" name="Freeform 489"/>
                  <p:cNvSpPr>
                    <a:spLocks/>
                  </p:cNvSpPr>
                  <p:nvPr/>
                </p:nvSpPr>
                <p:spPr bwMode="auto">
                  <a:xfrm>
                    <a:off x="4630" y="3574"/>
                    <a:ext cx="5" cy="9"/>
                  </a:xfrm>
                  <a:custGeom>
                    <a:avLst/>
                    <a:gdLst>
                      <a:gd name="T0" fmla="*/ 0 w 10"/>
                      <a:gd name="T1" fmla="*/ 1 h 17"/>
                      <a:gd name="T2" fmla="*/ 1 w 10"/>
                      <a:gd name="T3" fmla="*/ 1 h 17"/>
                      <a:gd name="T4" fmla="*/ 1 w 10"/>
                      <a:gd name="T5" fmla="*/ 1 h 17"/>
                      <a:gd name="T6" fmla="*/ 1 w 10"/>
                      <a:gd name="T7" fmla="*/ 1 h 17"/>
                      <a:gd name="T8" fmla="*/ 1 w 10"/>
                      <a:gd name="T9" fmla="*/ 1 h 17"/>
                      <a:gd name="T10" fmla="*/ 1 w 10"/>
                      <a:gd name="T11" fmla="*/ 1 h 17"/>
                      <a:gd name="T12" fmla="*/ 1 w 10"/>
                      <a:gd name="T13" fmla="*/ 1 h 17"/>
                      <a:gd name="T14" fmla="*/ 1 w 10"/>
                      <a:gd name="T15" fmla="*/ 1 h 17"/>
                      <a:gd name="T16" fmla="*/ 1 w 10"/>
                      <a:gd name="T17" fmla="*/ 1 h 17"/>
                      <a:gd name="T18" fmla="*/ 1 w 10"/>
                      <a:gd name="T19" fmla="*/ 1 h 17"/>
                      <a:gd name="T20" fmla="*/ 1 w 10"/>
                      <a:gd name="T21" fmla="*/ 0 h 17"/>
                      <a:gd name="T22" fmla="*/ 1 w 10"/>
                      <a:gd name="T23" fmla="*/ 1 h 17"/>
                      <a:gd name="T24" fmla="*/ 1 w 10"/>
                      <a:gd name="T25" fmla="*/ 1 h 17"/>
                      <a:gd name="T26" fmla="*/ 1 w 10"/>
                      <a:gd name="T27" fmla="*/ 1 h 17"/>
                      <a:gd name="T28" fmla="*/ 1 w 10"/>
                      <a:gd name="T29" fmla="*/ 1 h 17"/>
                      <a:gd name="T30" fmla="*/ 1 w 10"/>
                      <a:gd name="T31" fmla="*/ 1 h 17"/>
                      <a:gd name="T32" fmla="*/ 0 w 10"/>
                      <a:gd name="T33" fmla="*/ 1 h 17"/>
                      <a:gd name="T34" fmla="*/ 0 w 10"/>
                      <a:gd name="T35" fmla="*/ 1 h 17"/>
                      <a:gd name="T36" fmla="*/ 1 w 10"/>
                      <a:gd name="T37" fmla="*/ 1 h 17"/>
                      <a:gd name="T38" fmla="*/ 0 w 10"/>
                      <a:gd name="T39" fmla="*/ 1 h 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
                      <a:gd name="T61" fmla="*/ 0 h 17"/>
                      <a:gd name="T62" fmla="*/ 10 w 10"/>
                      <a:gd name="T63" fmla="*/ 17 h 1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 h="17">
                        <a:moveTo>
                          <a:pt x="0" y="17"/>
                        </a:moveTo>
                        <a:lnTo>
                          <a:pt x="1" y="17"/>
                        </a:lnTo>
                        <a:lnTo>
                          <a:pt x="4" y="16"/>
                        </a:lnTo>
                        <a:lnTo>
                          <a:pt x="5" y="13"/>
                        </a:lnTo>
                        <a:lnTo>
                          <a:pt x="6" y="12"/>
                        </a:lnTo>
                        <a:lnTo>
                          <a:pt x="6" y="10"/>
                        </a:lnTo>
                        <a:lnTo>
                          <a:pt x="7" y="7"/>
                        </a:lnTo>
                        <a:lnTo>
                          <a:pt x="9" y="6"/>
                        </a:lnTo>
                        <a:lnTo>
                          <a:pt x="9" y="3"/>
                        </a:lnTo>
                        <a:lnTo>
                          <a:pt x="10" y="1"/>
                        </a:lnTo>
                        <a:lnTo>
                          <a:pt x="7" y="0"/>
                        </a:lnTo>
                        <a:lnTo>
                          <a:pt x="6" y="2"/>
                        </a:lnTo>
                        <a:lnTo>
                          <a:pt x="6" y="5"/>
                        </a:lnTo>
                        <a:lnTo>
                          <a:pt x="5" y="7"/>
                        </a:lnTo>
                        <a:lnTo>
                          <a:pt x="4" y="8"/>
                        </a:lnTo>
                        <a:lnTo>
                          <a:pt x="4" y="11"/>
                        </a:lnTo>
                        <a:lnTo>
                          <a:pt x="0" y="15"/>
                        </a:lnTo>
                        <a:lnTo>
                          <a:pt x="0" y="17"/>
                        </a:lnTo>
                        <a:lnTo>
                          <a:pt x="1"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5" name="Freeform 490"/>
                  <p:cNvSpPr>
                    <a:spLocks/>
                  </p:cNvSpPr>
                  <p:nvPr/>
                </p:nvSpPr>
                <p:spPr bwMode="auto">
                  <a:xfrm>
                    <a:off x="4610" y="3582"/>
                    <a:ext cx="20" cy="3"/>
                  </a:xfrm>
                  <a:custGeom>
                    <a:avLst/>
                    <a:gdLst>
                      <a:gd name="T0" fmla="*/ 0 w 41"/>
                      <a:gd name="T1" fmla="*/ 0 h 7"/>
                      <a:gd name="T2" fmla="*/ 0 w 41"/>
                      <a:gd name="T3" fmla="*/ 0 h 7"/>
                      <a:gd name="T4" fmla="*/ 0 w 41"/>
                      <a:gd name="T5" fmla="*/ 0 h 7"/>
                      <a:gd name="T6" fmla="*/ 0 w 41"/>
                      <a:gd name="T7" fmla="*/ 0 h 7"/>
                      <a:gd name="T8" fmla="*/ 0 w 41"/>
                      <a:gd name="T9" fmla="*/ 0 h 7"/>
                      <a:gd name="T10" fmla="*/ 0 w 41"/>
                      <a:gd name="T11" fmla="*/ 0 h 7"/>
                      <a:gd name="T12" fmla="*/ 0 w 41"/>
                      <a:gd name="T13" fmla="*/ 0 h 7"/>
                      <a:gd name="T14" fmla="*/ 0 w 41"/>
                      <a:gd name="T15" fmla="*/ 0 h 7"/>
                      <a:gd name="T16" fmla="*/ 0 w 41"/>
                      <a:gd name="T17" fmla="*/ 0 h 7"/>
                      <a:gd name="T18" fmla="*/ 1 w 41"/>
                      <a:gd name="T19" fmla="*/ 0 h 7"/>
                      <a:gd name="T20" fmla="*/ 1 w 41"/>
                      <a:gd name="T21" fmla="*/ 0 h 7"/>
                      <a:gd name="T22" fmla="*/ 1 w 41"/>
                      <a:gd name="T23" fmla="*/ 0 h 7"/>
                      <a:gd name="T24" fmla="*/ 1 w 41"/>
                      <a:gd name="T25" fmla="*/ 0 h 7"/>
                      <a:gd name="T26" fmla="*/ 1 w 41"/>
                      <a:gd name="T27" fmla="*/ 0 h 7"/>
                      <a:gd name="T28" fmla="*/ 1 w 41"/>
                      <a:gd name="T29" fmla="*/ 0 h 7"/>
                      <a:gd name="T30" fmla="*/ 0 w 41"/>
                      <a:gd name="T31" fmla="*/ 0 h 7"/>
                      <a:gd name="T32" fmla="*/ 0 w 41"/>
                      <a:gd name="T33" fmla="*/ 0 h 7"/>
                      <a:gd name="T34" fmla="*/ 0 w 41"/>
                      <a:gd name="T35" fmla="*/ 0 h 7"/>
                      <a:gd name="T36" fmla="*/ 0 w 41"/>
                      <a:gd name="T37" fmla="*/ 0 h 7"/>
                      <a:gd name="T38" fmla="*/ 0 w 41"/>
                      <a:gd name="T39" fmla="*/ 0 h 7"/>
                      <a:gd name="T40" fmla="*/ 0 w 41"/>
                      <a:gd name="T41" fmla="*/ 0 h 7"/>
                      <a:gd name="T42" fmla="*/ 0 w 41"/>
                      <a:gd name="T43" fmla="*/ 0 h 7"/>
                      <a:gd name="T44" fmla="*/ 0 w 41"/>
                      <a:gd name="T45" fmla="*/ 0 h 7"/>
                      <a:gd name="T46" fmla="*/ 0 w 41"/>
                      <a:gd name="T47" fmla="*/ 0 h 7"/>
                      <a:gd name="T48" fmla="*/ 0 w 41"/>
                      <a:gd name="T49" fmla="*/ 0 h 7"/>
                      <a:gd name="T50" fmla="*/ 0 w 41"/>
                      <a:gd name="T51" fmla="*/ 0 h 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1"/>
                      <a:gd name="T79" fmla="*/ 0 h 7"/>
                      <a:gd name="T80" fmla="*/ 41 w 41"/>
                      <a:gd name="T81" fmla="*/ 7 h 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1" h="7">
                        <a:moveTo>
                          <a:pt x="0" y="6"/>
                        </a:moveTo>
                        <a:lnTo>
                          <a:pt x="2" y="6"/>
                        </a:lnTo>
                        <a:lnTo>
                          <a:pt x="4" y="7"/>
                        </a:lnTo>
                        <a:lnTo>
                          <a:pt x="9" y="7"/>
                        </a:lnTo>
                        <a:lnTo>
                          <a:pt x="11" y="6"/>
                        </a:lnTo>
                        <a:lnTo>
                          <a:pt x="16" y="6"/>
                        </a:lnTo>
                        <a:lnTo>
                          <a:pt x="20" y="4"/>
                        </a:lnTo>
                        <a:lnTo>
                          <a:pt x="27" y="4"/>
                        </a:lnTo>
                        <a:lnTo>
                          <a:pt x="30" y="3"/>
                        </a:lnTo>
                        <a:lnTo>
                          <a:pt x="35" y="3"/>
                        </a:lnTo>
                        <a:lnTo>
                          <a:pt x="37" y="2"/>
                        </a:lnTo>
                        <a:lnTo>
                          <a:pt x="41" y="2"/>
                        </a:lnTo>
                        <a:lnTo>
                          <a:pt x="41" y="0"/>
                        </a:lnTo>
                        <a:lnTo>
                          <a:pt x="36" y="0"/>
                        </a:lnTo>
                        <a:lnTo>
                          <a:pt x="34" y="1"/>
                        </a:lnTo>
                        <a:lnTo>
                          <a:pt x="29" y="1"/>
                        </a:lnTo>
                        <a:lnTo>
                          <a:pt x="26" y="2"/>
                        </a:lnTo>
                        <a:lnTo>
                          <a:pt x="21" y="2"/>
                        </a:lnTo>
                        <a:lnTo>
                          <a:pt x="19" y="3"/>
                        </a:lnTo>
                        <a:lnTo>
                          <a:pt x="14" y="3"/>
                        </a:lnTo>
                        <a:lnTo>
                          <a:pt x="11" y="4"/>
                        </a:lnTo>
                        <a:lnTo>
                          <a:pt x="2" y="4"/>
                        </a:lnTo>
                        <a:lnTo>
                          <a:pt x="3" y="4"/>
                        </a:lnTo>
                        <a:lnTo>
                          <a:pt x="0" y="6"/>
                        </a:lnTo>
                        <a:lnTo>
                          <a:pt x="2"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6" name="Freeform 491"/>
                  <p:cNvSpPr>
                    <a:spLocks/>
                  </p:cNvSpPr>
                  <p:nvPr/>
                </p:nvSpPr>
                <p:spPr bwMode="auto">
                  <a:xfrm>
                    <a:off x="4597" y="3570"/>
                    <a:ext cx="14" cy="15"/>
                  </a:xfrm>
                  <a:custGeom>
                    <a:avLst/>
                    <a:gdLst>
                      <a:gd name="T0" fmla="*/ 1 w 27"/>
                      <a:gd name="T1" fmla="*/ 0 h 30"/>
                      <a:gd name="T2" fmla="*/ 1 w 27"/>
                      <a:gd name="T3" fmla="*/ 1 h 30"/>
                      <a:gd name="T4" fmla="*/ 1 w 27"/>
                      <a:gd name="T5" fmla="*/ 1 h 30"/>
                      <a:gd name="T6" fmla="*/ 1 w 27"/>
                      <a:gd name="T7" fmla="*/ 1 h 30"/>
                      <a:gd name="T8" fmla="*/ 1 w 27"/>
                      <a:gd name="T9" fmla="*/ 1 h 30"/>
                      <a:gd name="T10" fmla="*/ 1 w 27"/>
                      <a:gd name="T11" fmla="*/ 1 h 30"/>
                      <a:gd name="T12" fmla="*/ 1 w 27"/>
                      <a:gd name="T13" fmla="*/ 1 h 30"/>
                      <a:gd name="T14" fmla="*/ 1 w 27"/>
                      <a:gd name="T15" fmla="*/ 1 h 30"/>
                      <a:gd name="T16" fmla="*/ 1 w 27"/>
                      <a:gd name="T17" fmla="*/ 1 h 30"/>
                      <a:gd name="T18" fmla="*/ 1 w 27"/>
                      <a:gd name="T19" fmla="*/ 1 h 30"/>
                      <a:gd name="T20" fmla="*/ 1 w 27"/>
                      <a:gd name="T21" fmla="*/ 1 h 30"/>
                      <a:gd name="T22" fmla="*/ 1 w 27"/>
                      <a:gd name="T23" fmla="*/ 1 h 30"/>
                      <a:gd name="T24" fmla="*/ 1 w 27"/>
                      <a:gd name="T25" fmla="*/ 1 h 30"/>
                      <a:gd name="T26" fmla="*/ 1 w 27"/>
                      <a:gd name="T27" fmla="*/ 1 h 30"/>
                      <a:gd name="T28" fmla="*/ 1 w 27"/>
                      <a:gd name="T29" fmla="*/ 1 h 30"/>
                      <a:gd name="T30" fmla="*/ 1 w 27"/>
                      <a:gd name="T31" fmla="*/ 1 h 30"/>
                      <a:gd name="T32" fmla="*/ 1 w 27"/>
                      <a:gd name="T33" fmla="*/ 1 h 30"/>
                      <a:gd name="T34" fmla="*/ 1 w 27"/>
                      <a:gd name="T35" fmla="*/ 1 h 30"/>
                      <a:gd name="T36" fmla="*/ 1 w 27"/>
                      <a:gd name="T37" fmla="*/ 1 h 30"/>
                      <a:gd name="T38" fmla="*/ 1 w 27"/>
                      <a:gd name="T39" fmla="*/ 0 h 30"/>
                      <a:gd name="T40" fmla="*/ 0 w 27"/>
                      <a:gd name="T41" fmla="*/ 1 h 30"/>
                      <a:gd name="T42" fmla="*/ 1 w 27"/>
                      <a:gd name="T43" fmla="*/ 1 h 30"/>
                      <a:gd name="T44" fmla="*/ 1 w 27"/>
                      <a:gd name="T45" fmla="*/ 0 h 3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30"/>
                      <a:gd name="T71" fmla="*/ 27 w 27"/>
                      <a:gd name="T72" fmla="*/ 30 h 3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30">
                        <a:moveTo>
                          <a:pt x="1" y="0"/>
                        </a:moveTo>
                        <a:lnTo>
                          <a:pt x="1" y="3"/>
                        </a:lnTo>
                        <a:lnTo>
                          <a:pt x="3" y="6"/>
                        </a:lnTo>
                        <a:lnTo>
                          <a:pt x="7" y="9"/>
                        </a:lnTo>
                        <a:lnTo>
                          <a:pt x="9" y="12"/>
                        </a:lnTo>
                        <a:lnTo>
                          <a:pt x="13" y="16"/>
                        </a:lnTo>
                        <a:lnTo>
                          <a:pt x="16" y="20"/>
                        </a:lnTo>
                        <a:lnTo>
                          <a:pt x="22" y="26"/>
                        </a:lnTo>
                        <a:lnTo>
                          <a:pt x="24" y="30"/>
                        </a:lnTo>
                        <a:lnTo>
                          <a:pt x="27" y="28"/>
                        </a:lnTo>
                        <a:lnTo>
                          <a:pt x="23" y="25"/>
                        </a:lnTo>
                        <a:lnTo>
                          <a:pt x="21" y="21"/>
                        </a:lnTo>
                        <a:lnTo>
                          <a:pt x="18" y="17"/>
                        </a:lnTo>
                        <a:lnTo>
                          <a:pt x="14" y="15"/>
                        </a:lnTo>
                        <a:lnTo>
                          <a:pt x="12" y="11"/>
                        </a:lnTo>
                        <a:lnTo>
                          <a:pt x="8" y="7"/>
                        </a:lnTo>
                        <a:lnTo>
                          <a:pt x="6" y="4"/>
                        </a:lnTo>
                        <a:lnTo>
                          <a:pt x="2" y="1"/>
                        </a:lnTo>
                        <a:lnTo>
                          <a:pt x="2" y="3"/>
                        </a:lnTo>
                        <a:lnTo>
                          <a:pt x="1" y="0"/>
                        </a:lnTo>
                        <a:lnTo>
                          <a:pt x="0" y="1"/>
                        </a:lnTo>
                        <a:lnTo>
                          <a:pt x="1" y="3"/>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7" name="Freeform 492"/>
                  <p:cNvSpPr>
                    <a:spLocks/>
                  </p:cNvSpPr>
                  <p:nvPr/>
                </p:nvSpPr>
                <p:spPr bwMode="auto">
                  <a:xfrm>
                    <a:off x="4598" y="3566"/>
                    <a:ext cx="31" cy="5"/>
                  </a:xfrm>
                  <a:custGeom>
                    <a:avLst/>
                    <a:gdLst>
                      <a:gd name="T0" fmla="*/ 1 w 63"/>
                      <a:gd name="T1" fmla="*/ 0 h 12"/>
                      <a:gd name="T2" fmla="*/ 1 w 63"/>
                      <a:gd name="T3" fmla="*/ 0 h 12"/>
                      <a:gd name="T4" fmla="*/ 1 w 63"/>
                      <a:gd name="T5" fmla="*/ 0 h 12"/>
                      <a:gd name="T6" fmla="*/ 1 w 63"/>
                      <a:gd name="T7" fmla="*/ 0 h 12"/>
                      <a:gd name="T8" fmla="*/ 1 w 63"/>
                      <a:gd name="T9" fmla="*/ 0 h 12"/>
                      <a:gd name="T10" fmla="*/ 1 w 63"/>
                      <a:gd name="T11" fmla="*/ 0 h 12"/>
                      <a:gd name="T12" fmla="*/ 1 w 63"/>
                      <a:gd name="T13" fmla="*/ 0 h 12"/>
                      <a:gd name="T14" fmla="*/ 0 w 63"/>
                      <a:gd name="T15" fmla="*/ 0 h 12"/>
                      <a:gd name="T16" fmla="*/ 0 w 63"/>
                      <a:gd name="T17" fmla="*/ 0 h 12"/>
                      <a:gd name="T18" fmla="*/ 0 w 63"/>
                      <a:gd name="T19" fmla="*/ 0 h 12"/>
                      <a:gd name="T20" fmla="*/ 0 w 63"/>
                      <a:gd name="T21" fmla="*/ 0 h 12"/>
                      <a:gd name="T22" fmla="*/ 0 w 63"/>
                      <a:gd name="T23" fmla="*/ 0 h 12"/>
                      <a:gd name="T24" fmla="*/ 0 w 63"/>
                      <a:gd name="T25" fmla="*/ 0 h 12"/>
                      <a:gd name="T26" fmla="*/ 0 w 63"/>
                      <a:gd name="T27" fmla="*/ 0 h 12"/>
                      <a:gd name="T28" fmla="*/ 0 w 63"/>
                      <a:gd name="T29" fmla="*/ 0 h 12"/>
                      <a:gd name="T30" fmla="*/ 0 w 63"/>
                      <a:gd name="T31" fmla="*/ 0 h 12"/>
                      <a:gd name="T32" fmla="*/ 0 w 63"/>
                      <a:gd name="T33" fmla="*/ 0 h 12"/>
                      <a:gd name="T34" fmla="*/ 0 w 63"/>
                      <a:gd name="T35" fmla="*/ 0 h 12"/>
                      <a:gd name="T36" fmla="*/ 0 w 63"/>
                      <a:gd name="T37" fmla="*/ 0 h 12"/>
                      <a:gd name="T38" fmla="*/ 0 w 63"/>
                      <a:gd name="T39" fmla="*/ 0 h 12"/>
                      <a:gd name="T40" fmla="*/ 0 w 63"/>
                      <a:gd name="T41" fmla="*/ 0 h 12"/>
                      <a:gd name="T42" fmla="*/ 0 w 63"/>
                      <a:gd name="T43" fmla="*/ 0 h 12"/>
                      <a:gd name="T44" fmla="*/ 0 w 63"/>
                      <a:gd name="T45" fmla="*/ 0 h 12"/>
                      <a:gd name="T46" fmla="*/ 1 w 63"/>
                      <a:gd name="T47" fmla="*/ 0 h 12"/>
                      <a:gd name="T48" fmla="*/ 1 w 63"/>
                      <a:gd name="T49" fmla="*/ 0 h 12"/>
                      <a:gd name="T50" fmla="*/ 1 w 63"/>
                      <a:gd name="T51" fmla="*/ 0 h 12"/>
                      <a:gd name="T52" fmla="*/ 1 w 63"/>
                      <a:gd name="T53" fmla="*/ 0 h 12"/>
                      <a:gd name="T54" fmla="*/ 1 w 63"/>
                      <a:gd name="T55" fmla="*/ 0 h 12"/>
                      <a:gd name="T56" fmla="*/ 1 w 63"/>
                      <a:gd name="T57" fmla="*/ 0 h 12"/>
                      <a:gd name="T58" fmla="*/ 1 w 63"/>
                      <a:gd name="T59" fmla="*/ 0 h 12"/>
                      <a:gd name="T60" fmla="*/ 1 w 63"/>
                      <a:gd name="T61" fmla="*/ 0 h 12"/>
                      <a:gd name="T62" fmla="*/ 1 w 63"/>
                      <a:gd name="T63" fmla="*/ 0 h 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3"/>
                      <a:gd name="T97" fmla="*/ 0 h 12"/>
                      <a:gd name="T98" fmla="*/ 63 w 63"/>
                      <a:gd name="T99" fmla="*/ 12 h 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3" h="12">
                        <a:moveTo>
                          <a:pt x="63" y="0"/>
                        </a:moveTo>
                        <a:lnTo>
                          <a:pt x="59" y="0"/>
                        </a:lnTo>
                        <a:lnTo>
                          <a:pt x="55" y="2"/>
                        </a:lnTo>
                        <a:lnTo>
                          <a:pt x="52" y="3"/>
                        </a:lnTo>
                        <a:lnTo>
                          <a:pt x="43" y="3"/>
                        </a:lnTo>
                        <a:lnTo>
                          <a:pt x="39" y="4"/>
                        </a:lnTo>
                        <a:lnTo>
                          <a:pt x="32" y="4"/>
                        </a:lnTo>
                        <a:lnTo>
                          <a:pt x="28" y="5"/>
                        </a:lnTo>
                        <a:lnTo>
                          <a:pt x="23" y="5"/>
                        </a:lnTo>
                        <a:lnTo>
                          <a:pt x="20" y="7"/>
                        </a:lnTo>
                        <a:lnTo>
                          <a:pt x="16" y="7"/>
                        </a:lnTo>
                        <a:lnTo>
                          <a:pt x="12" y="8"/>
                        </a:lnTo>
                        <a:lnTo>
                          <a:pt x="8" y="8"/>
                        </a:lnTo>
                        <a:lnTo>
                          <a:pt x="5" y="9"/>
                        </a:lnTo>
                        <a:lnTo>
                          <a:pt x="0" y="9"/>
                        </a:lnTo>
                        <a:lnTo>
                          <a:pt x="1" y="12"/>
                        </a:lnTo>
                        <a:lnTo>
                          <a:pt x="5" y="12"/>
                        </a:lnTo>
                        <a:lnTo>
                          <a:pt x="8" y="10"/>
                        </a:lnTo>
                        <a:lnTo>
                          <a:pt x="12" y="10"/>
                        </a:lnTo>
                        <a:lnTo>
                          <a:pt x="16" y="9"/>
                        </a:lnTo>
                        <a:lnTo>
                          <a:pt x="20" y="9"/>
                        </a:lnTo>
                        <a:lnTo>
                          <a:pt x="23" y="8"/>
                        </a:lnTo>
                        <a:lnTo>
                          <a:pt x="28" y="8"/>
                        </a:lnTo>
                        <a:lnTo>
                          <a:pt x="32" y="7"/>
                        </a:lnTo>
                        <a:lnTo>
                          <a:pt x="39" y="7"/>
                        </a:lnTo>
                        <a:lnTo>
                          <a:pt x="43" y="5"/>
                        </a:lnTo>
                        <a:lnTo>
                          <a:pt x="47" y="5"/>
                        </a:lnTo>
                        <a:lnTo>
                          <a:pt x="52" y="4"/>
                        </a:lnTo>
                        <a:lnTo>
                          <a:pt x="55" y="4"/>
                        </a:lnTo>
                        <a:lnTo>
                          <a:pt x="59" y="3"/>
                        </a:lnTo>
                        <a:lnTo>
                          <a:pt x="63" y="3"/>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8" name="Freeform 493"/>
                  <p:cNvSpPr>
                    <a:spLocks/>
                  </p:cNvSpPr>
                  <p:nvPr/>
                </p:nvSpPr>
                <p:spPr bwMode="auto">
                  <a:xfrm>
                    <a:off x="4629" y="3566"/>
                    <a:ext cx="6" cy="2"/>
                  </a:xfrm>
                  <a:custGeom>
                    <a:avLst/>
                    <a:gdLst>
                      <a:gd name="T0" fmla="*/ 1 w 11"/>
                      <a:gd name="T1" fmla="*/ 1 h 4"/>
                      <a:gd name="T2" fmla="*/ 1 w 11"/>
                      <a:gd name="T3" fmla="*/ 1 h 4"/>
                      <a:gd name="T4" fmla="*/ 1 w 11"/>
                      <a:gd name="T5" fmla="*/ 0 h 4"/>
                      <a:gd name="T6" fmla="*/ 0 w 11"/>
                      <a:gd name="T7" fmla="*/ 0 h 4"/>
                      <a:gd name="T8" fmla="*/ 0 w 11"/>
                      <a:gd name="T9" fmla="*/ 1 h 4"/>
                      <a:gd name="T10" fmla="*/ 1 w 11"/>
                      <a:gd name="T11" fmla="*/ 1 h 4"/>
                      <a:gd name="T12" fmla="*/ 1 w 11"/>
                      <a:gd name="T13" fmla="*/ 1 h 4"/>
                      <a:gd name="T14" fmla="*/ 1 w 11"/>
                      <a:gd name="T15" fmla="*/ 1 h 4"/>
                      <a:gd name="T16" fmla="*/ 1 w 11"/>
                      <a:gd name="T17" fmla="*/ 1 h 4"/>
                      <a:gd name="T18" fmla="*/ 1 w 11"/>
                      <a:gd name="T19" fmla="*/ 1 h 4"/>
                      <a:gd name="T20" fmla="*/ 1 w 11"/>
                      <a:gd name="T21" fmla="*/ 1 h 4"/>
                      <a:gd name="T22" fmla="*/ 1 w 11"/>
                      <a:gd name="T23" fmla="*/ 1 h 4"/>
                      <a:gd name="T24" fmla="*/ 1 w 11"/>
                      <a:gd name="T25" fmla="*/ 1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4"/>
                      <a:gd name="T41" fmla="*/ 11 w 11"/>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4">
                        <a:moveTo>
                          <a:pt x="8" y="4"/>
                        </a:moveTo>
                        <a:lnTo>
                          <a:pt x="8" y="3"/>
                        </a:lnTo>
                        <a:lnTo>
                          <a:pt x="6" y="0"/>
                        </a:lnTo>
                        <a:lnTo>
                          <a:pt x="0" y="0"/>
                        </a:lnTo>
                        <a:lnTo>
                          <a:pt x="0" y="3"/>
                        </a:lnTo>
                        <a:lnTo>
                          <a:pt x="6" y="3"/>
                        </a:lnTo>
                        <a:lnTo>
                          <a:pt x="6" y="4"/>
                        </a:lnTo>
                        <a:lnTo>
                          <a:pt x="7" y="4"/>
                        </a:lnTo>
                        <a:lnTo>
                          <a:pt x="8" y="3"/>
                        </a:lnTo>
                        <a:lnTo>
                          <a:pt x="8" y="4"/>
                        </a:lnTo>
                        <a:lnTo>
                          <a:pt x="11" y="4"/>
                        </a:lnTo>
                        <a:lnTo>
                          <a:pt x="8" y="3"/>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79" name="Freeform 494"/>
                  <p:cNvSpPr>
                    <a:spLocks/>
                  </p:cNvSpPr>
                  <p:nvPr/>
                </p:nvSpPr>
                <p:spPr bwMode="auto">
                  <a:xfrm>
                    <a:off x="4609" y="3568"/>
                    <a:ext cx="42" cy="24"/>
                  </a:xfrm>
                  <a:custGeom>
                    <a:avLst/>
                    <a:gdLst>
                      <a:gd name="T0" fmla="*/ 3 w 84"/>
                      <a:gd name="T1" fmla="*/ 2 h 48"/>
                      <a:gd name="T2" fmla="*/ 3 w 84"/>
                      <a:gd name="T3" fmla="*/ 2 h 48"/>
                      <a:gd name="T4" fmla="*/ 3 w 84"/>
                      <a:gd name="T5" fmla="*/ 2 h 48"/>
                      <a:gd name="T6" fmla="*/ 3 w 84"/>
                      <a:gd name="T7" fmla="*/ 2 h 48"/>
                      <a:gd name="T8" fmla="*/ 3 w 84"/>
                      <a:gd name="T9" fmla="*/ 2 h 48"/>
                      <a:gd name="T10" fmla="*/ 3 w 84"/>
                      <a:gd name="T11" fmla="*/ 2 h 48"/>
                      <a:gd name="T12" fmla="*/ 3 w 84"/>
                      <a:gd name="T13" fmla="*/ 2 h 48"/>
                      <a:gd name="T14" fmla="*/ 3 w 84"/>
                      <a:gd name="T15" fmla="*/ 2 h 48"/>
                      <a:gd name="T16" fmla="*/ 2 w 84"/>
                      <a:gd name="T17" fmla="*/ 2 h 48"/>
                      <a:gd name="T18" fmla="*/ 2 w 84"/>
                      <a:gd name="T19" fmla="*/ 2 h 48"/>
                      <a:gd name="T20" fmla="*/ 2 w 84"/>
                      <a:gd name="T21" fmla="*/ 2 h 48"/>
                      <a:gd name="T22" fmla="*/ 2 w 84"/>
                      <a:gd name="T23" fmla="*/ 2 h 48"/>
                      <a:gd name="T24" fmla="*/ 2 w 84"/>
                      <a:gd name="T25" fmla="*/ 2 h 48"/>
                      <a:gd name="T26" fmla="*/ 1 w 84"/>
                      <a:gd name="T27" fmla="*/ 2 h 48"/>
                      <a:gd name="T28" fmla="*/ 1 w 84"/>
                      <a:gd name="T29" fmla="*/ 2 h 48"/>
                      <a:gd name="T30" fmla="*/ 1 w 84"/>
                      <a:gd name="T31" fmla="*/ 2 h 48"/>
                      <a:gd name="T32" fmla="*/ 1 w 84"/>
                      <a:gd name="T33" fmla="*/ 2 h 48"/>
                      <a:gd name="T34" fmla="*/ 1 w 84"/>
                      <a:gd name="T35" fmla="*/ 2 h 48"/>
                      <a:gd name="T36" fmla="*/ 1 w 84"/>
                      <a:gd name="T37" fmla="*/ 2 h 48"/>
                      <a:gd name="T38" fmla="*/ 0 w 84"/>
                      <a:gd name="T39" fmla="*/ 2 h 48"/>
                      <a:gd name="T40" fmla="*/ 1 w 84"/>
                      <a:gd name="T41" fmla="*/ 2 h 48"/>
                      <a:gd name="T42" fmla="*/ 1 w 84"/>
                      <a:gd name="T43" fmla="*/ 2 h 48"/>
                      <a:gd name="T44" fmla="*/ 1 w 84"/>
                      <a:gd name="T45" fmla="*/ 2 h 48"/>
                      <a:gd name="T46" fmla="*/ 1 w 84"/>
                      <a:gd name="T47" fmla="*/ 2 h 48"/>
                      <a:gd name="T48" fmla="*/ 2 w 84"/>
                      <a:gd name="T49" fmla="*/ 2 h 48"/>
                      <a:gd name="T50" fmla="*/ 2 w 84"/>
                      <a:gd name="T51" fmla="*/ 2 h 48"/>
                      <a:gd name="T52" fmla="*/ 2 w 84"/>
                      <a:gd name="T53" fmla="*/ 2 h 48"/>
                      <a:gd name="T54" fmla="*/ 2 w 84"/>
                      <a:gd name="T55" fmla="*/ 2 h 48"/>
                      <a:gd name="T56" fmla="*/ 2 w 84"/>
                      <a:gd name="T57" fmla="*/ 1 h 48"/>
                      <a:gd name="T58" fmla="*/ 2 w 84"/>
                      <a:gd name="T59" fmla="*/ 1 h 48"/>
                      <a:gd name="T60" fmla="*/ 2 w 84"/>
                      <a:gd name="T61" fmla="*/ 1 h 48"/>
                      <a:gd name="T62" fmla="*/ 2 w 84"/>
                      <a:gd name="T63" fmla="*/ 1 h 48"/>
                      <a:gd name="T64" fmla="*/ 2 w 84"/>
                      <a:gd name="T65" fmla="*/ 1 h 48"/>
                      <a:gd name="T66" fmla="*/ 2 w 84"/>
                      <a:gd name="T67" fmla="*/ 1 h 48"/>
                      <a:gd name="T68" fmla="*/ 2 w 84"/>
                      <a:gd name="T69" fmla="*/ 0 h 48"/>
                      <a:gd name="T70" fmla="*/ 2 w 84"/>
                      <a:gd name="T71" fmla="*/ 1 h 48"/>
                      <a:gd name="T72" fmla="*/ 2 w 84"/>
                      <a:gd name="T73" fmla="*/ 1 h 48"/>
                      <a:gd name="T74" fmla="*/ 3 w 84"/>
                      <a:gd name="T75" fmla="*/ 1 h 48"/>
                      <a:gd name="T76" fmla="*/ 3 w 84"/>
                      <a:gd name="T77" fmla="*/ 1 h 48"/>
                      <a:gd name="T78" fmla="*/ 3 w 84"/>
                      <a:gd name="T79" fmla="*/ 1 h 48"/>
                      <a:gd name="T80" fmla="*/ 3 w 84"/>
                      <a:gd name="T81" fmla="*/ 1 h 48"/>
                      <a:gd name="T82" fmla="*/ 3 w 84"/>
                      <a:gd name="T83" fmla="*/ 1 h 48"/>
                      <a:gd name="T84" fmla="*/ 3 w 84"/>
                      <a:gd name="T85" fmla="*/ 2 h 4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4"/>
                      <a:gd name="T130" fmla="*/ 0 h 48"/>
                      <a:gd name="T131" fmla="*/ 84 w 84"/>
                      <a:gd name="T132" fmla="*/ 48 h 4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4" h="48">
                        <a:moveTo>
                          <a:pt x="84" y="37"/>
                        </a:moveTo>
                        <a:lnTo>
                          <a:pt x="83" y="37"/>
                        </a:lnTo>
                        <a:lnTo>
                          <a:pt x="81" y="38"/>
                        </a:lnTo>
                        <a:lnTo>
                          <a:pt x="80" y="38"/>
                        </a:lnTo>
                        <a:lnTo>
                          <a:pt x="80" y="40"/>
                        </a:lnTo>
                        <a:lnTo>
                          <a:pt x="78" y="42"/>
                        </a:lnTo>
                        <a:lnTo>
                          <a:pt x="73" y="42"/>
                        </a:lnTo>
                        <a:lnTo>
                          <a:pt x="68" y="43"/>
                        </a:lnTo>
                        <a:lnTo>
                          <a:pt x="63" y="43"/>
                        </a:lnTo>
                        <a:lnTo>
                          <a:pt x="59" y="45"/>
                        </a:lnTo>
                        <a:lnTo>
                          <a:pt x="51" y="45"/>
                        </a:lnTo>
                        <a:lnTo>
                          <a:pt x="46" y="46"/>
                        </a:lnTo>
                        <a:lnTo>
                          <a:pt x="37" y="46"/>
                        </a:lnTo>
                        <a:lnTo>
                          <a:pt x="32" y="47"/>
                        </a:lnTo>
                        <a:lnTo>
                          <a:pt x="10" y="47"/>
                        </a:lnTo>
                        <a:lnTo>
                          <a:pt x="5" y="48"/>
                        </a:lnTo>
                        <a:lnTo>
                          <a:pt x="4" y="46"/>
                        </a:lnTo>
                        <a:lnTo>
                          <a:pt x="3" y="43"/>
                        </a:lnTo>
                        <a:lnTo>
                          <a:pt x="1" y="41"/>
                        </a:lnTo>
                        <a:lnTo>
                          <a:pt x="0" y="38"/>
                        </a:lnTo>
                        <a:lnTo>
                          <a:pt x="12" y="38"/>
                        </a:lnTo>
                        <a:lnTo>
                          <a:pt x="14" y="37"/>
                        </a:lnTo>
                        <a:lnTo>
                          <a:pt x="27" y="37"/>
                        </a:lnTo>
                        <a:lnTo>
                          <a:pt x="31" y="36"/>
                        </a:lnTo>
                        <a:lnTo>
                          <a:pt x="35" y="36"/>
                        </a:lnTo>
                        <a:lnTo>
                          <a:pt x="38" y="35"/>
                        </a:lnTo>
                        <a:lnTo>
                          <a:pt x="43" y="35"/>
                        </a:lnTo>
                        <a:lnTo>
                          <a:pt x="46" y="33"/>
                        </a:lnTo>
                        <a:lnTo>
                          <a:pt x="49" y="30"/>
                        </a:lnTo>
                        <a:lnTo>
                          <a:pt x="52" y="26"/>
                        </a:lnTo>
                        <a:lnTo>
                          <a:pt x="53" y="22"/>
                        </a:lnTo>
                        <a:lnTo>
                          <a:pt x="54" y="17"/>
                        </a:lnTo>
                        <a:lnTo>
                          <a:pt x="55" y="14"/>
                        </a:lnTo>
                        <a:lnTo>
                          <a:pt x="55" y="5"/>
                        </a:lnTo>
                        <a:lnTo>
                          <a:pt x="54" y="0"/>
                        </a:lnTo>
                        <a:lnTo>
                          <a:pt x="59" y="5"/>
                        </a:lnTo>
                        <a:lnTo>
                          <a:pt x="62" y="10"/>
                        </a:lnTo>
                        <a:lnTo>
                          <a:pt x="65" y="14"/>
                        </a:lnTo>
                        <a:lnTo>
                          <a:pt x="69" y="19"/>
                        </a:lnTo>
                        <a:lnTo>
                          <a:pt x="73" y="24"/>
                        </a:lnTo>
                        <a:lnTo>
                          <a:pt x="76" y="27"/>
                        </a:lnTo>
                        <a:lnTo>
                          <a:pt x="80" y="32"/>
                        </a:lnTo>
                        <a:lnTo>
                          <a:pt x="84" y="3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0" name="Freeform 495"/>
                  <p:cNvSpPr>
                    <a:spLocks/>
                  </p:cNvSpPr>
                  <p:nvPr/>
                </p:nvSpPr>
                <p:spPr bwMode="auto">
                  <a:xfrm>
                    <a:off x="4647" y="3585"/>
                    <a:ext cx="4" cy="4"/>
                  </a:xfrm>
                  <a:custGeom>
                    <a:avLst/>
                    <a:gdLst>
                      <a:gd name="T0" fmla="*/ 0 w 8"/>
                      <a:gd name="T1" fmla="*/ 1 h 7"/>
                      <a:gd name="T2" fmla="*/ 1 w 8"/>
                      <a:gd name="T3" fmla="*/ 1 h 7"/>
                      <a:gd name="T4" fmla="*/ 1 w 8"/>
                      <a:gd name="T5" fmla="*/ 1 h 7"/>
                      <a:gd name="T6" fmla="*/ 1 w 8"/>
                      <a:gd name="T7" fmla="*/ 1 h 7"/>
                      <a:gd name="T8" fmla="*/ 1 w 8"/>
                      <a:gd name="T9" fmla="*/ 1 h 7"/>
                      <a:gd name="T10" fmla="*/ 1 w 8"/>
                      <a:gd name="T11" fmla="*/ 1 h 7"/>
                      <a:gd name="T12" fmla="*/ 1 w 8"/>
                      <a:gd name="T13" fmla="*/ 1 h 7"/>
                      <a:gd name="T14" fmla="*/ 1 w 8"/>
                      <a:gd name="T15" fmla="*/ 0 h 7"/>
                      <a:gd name="T16" fmla="*/ 1 w 8"/>
                      <a:gd name="T17" fmla="*/ 0 h 7"/>
                      <a:gd name="T18" fmla="*/ 1 w 8"/>
                      <a:gd name="T19" fmla="*/ 1 h 7"/>
                      <a:gd name="T20" fmla="*/ 1 w 8"/>
                      <a:gd name="T21" fmla="*/ 1 h 7"/>
                      <a:gd name="T22" fmla="*/ 1 w 8"/>
                      <a:gd name="T23" fmla="*/ 1 h 7"/>
                      <a:gd name="T24" fmla="*/ 1 w 8"/>
                      <a:gd name="T25" fmla="*/ 1 h 7"/>
                      <a:gd name="T26" fmla="*/ 1 w 8"/>
                      <a:gd name="T27" fmla="*/ 1 h 7"/>
                      <a:gd name="T28" fmla="*/ 0 w 8"/>
                      <a:gd name="T29" fmla="*/ 1 h 7"/>
                      <a:gd name="T30" fmla="*/ 0 w 8"/>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7"/>
                      <a:gd name="T50" fmla="*/ 8 w 8"/>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7">
                        <a:moveTo>
                          <a:pt x="0" y="7"/>
                        </a:moveTo>
                        <a:lnTo>
                          <a:pt x="2" y="7"/>
                        </a:lnTo>
                        <a:lnTo>
                          <a:pt x="4" y="5"/>
                        </a:lnTo>
                        <a:lnTo>
                          <a:pt x="5" y="5"/>
                        </a:lnTo>
                        <a:lnTo>
                          <a:pt x="5" y="4"/>
                        </a:lnTo>
                        <a:lnTo>
                          <a:pt x="7" y="2"/>
                        </a:lnTo>
                        <a:lnTo>
                          <a:pt x="8" y="2"/>
                        </a:lnTo>
                        <a:lnTo>
                          <a:pt x="8" y="0"/>
                        </a:lnTo>
                        <a:lnTo>
                          <a:pt x="5" y="0"/>
                        </a:lnTo>
                        <a:lnTo>
                          <a:pt x="4" y="1"/>
                        </a:lnTo>
                        <a:lnTo>
                          <a:pt x="4" y="2"/>
                        </a:lnTo>
                        <a:lnTo>
                          <a:pt x="3" y="4"/>
                        </a:lnTo>
                        <a:lnTo>
                          <a:pt x="2" y="4"/>
                        </a:lnTo>
                        <a:lnTo>
                          <a:pt x="2"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1" name="Freeform 496"/>
                  <p:cNvSpPr>
                    <a:spLocks/>
                  </p:cNvSpPr>
                  <p:nvPr/>
                </p:nvSpPr>
                <p:spPr bwMode="auto">
                  <a:xfrm>
                    <a:off x="4611" y="3588"/>
                    <a:ext cx="36" cy="4"/>
                  </a:xfrm>
                  <a:custGeom>
                    <a:avLst/>
                    <a:gdLst>
                      <a:gd name="T0" fmla="*/ 0 w 71"/>
                      <a:gd name="T1" fmla="*/ 1 h 8"/>
                      <a:gd name="T2" fmla="*/ 0 w 71"/>
                      <a:gd name="T3" fmla="*/ 1 h 8"/>
                      <a:gd name="T4" fmla="*/ 1 w 71"/>
                      <a:gd name="T5" fmla="*/ 1 h 8"/>
                      <a:gd name="T6" fmla="*/ 1 w 71"/>
                      <a:gd name="T7" fmla="*/ 1 h 8"/>
                      <a:gd name="T8" fmla="*/ 1 w 71"/>
                      <a:gd name="T9" fmla="*/ 1 h 8"/>
                      <a:gd name="T10" fmla="*/ 2 w 71"/>
                      <a:gd name="T11" fmla="*/ 1 h 8"/>
                      <a:gd name="T12" fmla="*/ 2 w 71"/>
                      <a:gd name="T13" fmla="*/ 1 h 8"/>
                      <a:gd name="T14" fmla="*/ 2 w 71"/>
                      <a:gd name="T15" fmla="*/ 1 h 8"/>
                      <a:gd name="T16" fmla="*/ 2 w 71"/>
                      <a:gd name="T17" fmla="*/ 1 h 8"/>
                      <a:gd name="T18" fmla="*/ 2 w 71"/>
                      <a:gd name="T19" fmla="*/ 1 h 8"/>
                      <a:gd name="T20" fmla="*/ 3 w 71"/>
                      <a:gd name="T21" fmla="*/ 1 h 8"/>
                      <a:gd name="T22" fmla="*/ 3 w 71"/>
                      <a:gd name="T23" fmla="*/ 1 h 8"/>
                      <a:gd name="T24" fmla="*/ 3 w 71"/>
                      <a:gd name="T25" fmla="*/ 0 h 8"/>
                      <a:gd name="T26" fmla="*/ 3 w 71"/>
                      <a:gd name="T27" fmla="*/ 0 h 8"/>
                      <a:gd name="T28" fmla="*/ 2 w 71"/>
                      <a:gd name="T29" fmla="*/ 1 h 8"/>
                      <a:gd name="T30" fmla="*/ 2 w 71"/>
                      <a:gd name="T31" fmla="*/ 1 h 8"/>
                      <a:gd name="T32" fmla="*/ 2 w 71"/>
                      <a:gd name="T33" fmla="*/ 1 h 8"/>
                      <a:gd name="T34" fmla="*/ 2 w 71"/>
                      <a:gd name="T35" fmla="*/ 1 h 8"/>
                      <a:gd name="T36" fmla="*/ 2 w 71"/>
                      <a:gd name="T37" fmla="*/ 1 h 8"/>
                      <a:gd name="T38" fmla="*/ 1 w 71"/>
                      <a:gd name="T39" fmla="*/ 1 h 8"/>
                      <a:gd name="T40" fmla="*/ 1 w 71"/>
                      <a:gd name="T41" fmla="*/ 1 h 8"/>
                      <a:gd name="T42" fmla="*/ 1 w 71"/>
                      <a:gd name="T43" fmla="*/ 1 h 8"/>
                      <a:gd name="T44" fmla="*/ 1 w 71"/>
                      <a:gd name="T45" fmla="*/ 1 h 8"/>
                      <a:gd name="T46" fmla="*/ 0 w 71"/>
                      <a:gd name="T47" fmla="*/ 1 h 8"/>
                      <a:gd name="T48" fmla="*/ 1 w 71"/>
                      <a:gd name="T49" fmla="*/ 1 h 8"/>
                      <a:gd name="T50" fmla="*/ 0 w 71"/>
                      <a:gd name="T51" fmla="*/ 1 h 8"/>
                      <a:gd name="T52" fmla="*/ 0 w 71"/>
                      <a:gd name="T53" fmla="*/ 1 h 8"/>
                      <a:gd name="T54" fmla="*/ 0 w 71"/>
                      <a:gd name="T55" fmla="*/ 1 h 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71"/>
                      <a:gd name="T85" fmla="*/ 0 h 8"/>
                      <a:gd name="T86" fmla="*/ 71 w 71"/>
                      <a:gd name="T87" fmla="*/ 8 h 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71" h="8">
                        <a:moveTo>
                          <a:pt x="0" y="7"/>
                        </a:moveTo>
                        <a:lnTo>
                          <a:pt x="0" y="8"/>
                        </a:lnTo>
                        <a:lnTo>
                          <a:pt x="5" y="7"/>
                        </a:lnTo>
                        <a:lnTo>
                          <a:pt x="18" y="7"/>
                        </a:lnTo>
                        <a:lnTo>
                          <a:pt x="23" y="6"/>
                        </a:lnTo>
                        <a:lnTo>
                          <a:pt x="41" y="6"/>
                        </a:lnTo>
                        <a:lnTo>
                          <a:pt x="46" y="5"/>
                        </a:lnTo>
                        <a:lnTo>
                          <a:pt x="54" y="5"/>
                        </a:lnTo>
                        <a:lnTo>
                          <a:pt x="58" y="4"/>
                        </a:lnTo>
                        <a:lnTo>
                          <a:pt x="63" y="4"/>
                        </a:lnTo>
                        <a:lnTo>
                          <a:pt x="68" y="2"/>
                        </a:lnTo>
                        <a:lnTo>
                          <a:pt x="71" y="2"/>
                        </a:lnTo>
                        <a:lnTo>
                          <a:pt x="71" y="0"/>
                        </a:lnTo>
                        <a:lnTo>
                          <a:pt x="68" y="0"/>
                        </a:lnTo>
                        <a:lnTo>
                          <a:pt x="63" y="1"/>
                        </a:lnTo>
                        <a:lnTo>
                          <a:pt x="58" y="1"/>
                        </a:lnTo>
                        <a:lnTo>
                          <a:pt x="54" y="2"/>
                        </a:lnTo>
                        <a:lnTo>
                          <a:pt x="46" y="2"/>
                        </a:lnTo>
                        <a:lnTo>
                          <a:pt x="41" y="4"/>
                        </a:lnTo>
                        <a:lnTo>
                          <a:pt x="32" y="4"/>
                        </a:lnTo>
                        <a:lnTo>
                          <a:pt x="27" y="5"/>
                        </a:lnTo>
                        <a:lnTo>
                          <a:pt x="10" y="5"/>
                        </a:lnTo>
                        <a:lnTo>
                          <a:pt x="5" y="6"/>
                        </a:lnTo>
                        <a:lnTo>
                          <a:pt x="0" y="6"/>
                        </a:lnTo>
                        <a:lnTo>
                          <a:pt x="1" y="6"/>
                        </a:lnTo>
                        <a:lnTo>
                          <a:pt x="0" y="7"/>
                        </a:lnTo>
                        <a:lnTo>
                          <a:pt x="0" y="8"/>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2" name="Freeform 497"/>
                  <p:cNvSpPr>
                    <a:spLocks/>
                  </p:cNvSpPr>
                  <p:nvPr/>
                </p:nvSpPr>
                <p:spPr bwMode="auto">
                  <a:xfrm>
                    <a:off x="4608" y="3585"/>
                    <a:ext cx="4" cy="7"/>
                  </a:xfrm>
                  <a:custGeom>
                    <a:avLst/>
                    <a:gdLst>
                      <a:gd name="T0" fmla="*/ 1 w 7"/>
                      <a:gd name="T1" fmla="*/ 1 h 12"/>
                      <a:gd name="T2" fmla="*/ 0 w 7"/>
                      <a:gd name="T3" fmla="*/ 1 h 12"/>
                      <a:gd name="T4" fmla="*/ 1 w 7"/>
                      <a:gd name="T5" fmla="*/ 1 h 12"/>
                      <a:gd name="T6" fmla="*/ 1 w 7"/>
                      <a:gd name="T7" fmla="*/ 1 h 12"/>
                      <a:gd name="T8" fmla="*/ 1 w 7"/>
                      <a:gd name="T9" fmla="*/ 1 h 12"/>
                      <a:gd name="T10" fmla="*/ 1 w 7"/>
                      <a:gd name="T11" fmla="*/ 1 h 12"/>
                      <a:gd name="T12" fmla="*/ 1 w 7"/>
                      <a:gd name="T13" fmla="*/ 1 h 12"/>
                      <a:gd name="T14" fmla="*/ 1 w 7"/>
                      <a:gd name="T15" fmla="*/ 1 h 12"/>
                      <a:gd name="T16" fmla="*/ 1 w 7"/>
                      <a:gd name="T17" fmla="*/ 1 h 12"/>
                      <a:gd name="T18" fmla="*/ 1 w 7"/>
                      <a:gd name="T19" fmla="*/ 1 h 12"/>
                      <a:gd name="T20" fmla="*/ 1 w 7"/>
                      <a:gd name="T21" fmla="*/ 1 h 12"/>
                      <a:gd name="T22" fmla="*/ 1 w 7"/>
                      <a:gd name="T23" fmla="*/ 1 h 12"/>
                      <a:gd name="T24" fmla="*/ 1 w 7"/>
                      <a:gd name="T25" fmla="*/ 1 h 12"/>
                      <a:gd name="T26" fmla="*/ 0 w 7"/>
                      <a:gd name="T27" fmla="*/ 0 h 12"/>
                      <a:gd name="T28" fmla="*/ 0 w 7"/>
                      <a:gd name="T29" fmla="*/ 1 h 12"/>
                      <a:gd name="T30" fmla="*/ 1 w 7"/>
                      <a:gd name="T31" fmla="*/ 1 h 1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12"/>
                      <a:gd name="T50" fmla="*/ 7 w 7"/>
                      <a:gd name="T51" fmla="*/ 12 h 1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12">
                        <a:moveTo>
                          <a:pt x="2" y="1"/>
                        </a:moveTo>
                        <a:lnTo>
                          <a:pt x="0" y="2"/>
                        </a:lnTo>
                        <a:lnTo>
                          <a:pt x="1" y="5"/>
                        </a:lnTo>
                        <a:lnTo>
                          <a:pt x="2" y="7"/>
                        </a:lnTo>
                        <a:lnTo>
                          <a:pt x="4" y="10"/>
                        </a:lnTo>
                        <a:lnTo>
                          <a:pt x="6" y="12"/>
                        </a:lnTo>
                        <a:lnTo>
                          <a:pt x="7" y="11"/>
                        </a:lnTo>
                        <a:lnTo>
                          <a:pt x="6" y="9"/>
                        </a:lnTo>
                        <a:lnTo>
                          <a:pt x="5" y="6"/>
                        </a:lnTo>
                        <a:lnTo>
                          <a:pt x="4" y="4"/>
                        </a:lnTo>
                        <a:lnTo>
                          <a:pt x="2" y="2"/>
                        </a:lnTo>
                        <a:lnTo>
                          <a:pt x="1" y="4"/>
                        </a:lnTo>
                        <a:lnTo>
                          <a:pt x="2" y="1"/>
                        </a:lnTo>
                        <a:lnTo>
                          <a:pt x="0" y="0"/>
                        </a:lnTo>
                        <a:lnTo>
                          <a:pt x="0"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3" name="Freeform 498"/>
                  <p:cNvSpPr>
                    <a:spLocks/>
                  </p:cNvSpPr>
                  <p:nvPr/>
                </p:nvSpPr>
                <p:spPr bwMode="auto">
                  <a:xfrm>
                    <a:off x="4609" y="3585"/>
                    <a:ext cx="8" cy="2"/>
                  </a:xfrm>
                  <a:custGeom>
                    <a:avLst/>
                    <a:gdLst>
                      <a:gd name="T0" fmla="*/ 1 w 16"/>
                      <a:gd name="T1" fmla="*/ 0 h 5"/>
                      <a:gd name="T2" fmla="*/ 1 w 16"/>
                      <a:gd name="T3" fmla="*/ 0 h 5"/>
                      <a:gd name="T4" fmla="*/ 1 w 16"/>
                      <a:gd name="T5" fmla="*/ 0 h 5"/>
                      <a:gd name="T6" fmla="*/ 1 w 16"/>
                      <a:gd name="T7" fmla="*/ 0 h 5"/>
                      <a:gd name="T8" fmla="*/ 0 w 16"/>
                      <a:gd name="T9" fmla="*/ 0 h 5"/>
                      <a:gd name="T10" fmla="*/ 1 w 16"/>
                      <a:gd name="T11" fmla="*/ 0 h 5"/>
                      <a:gd name="T12" fmla="*/ 1 w 16"/>
                      <a:gd name="T13" fmla="*/ 0 h 5"/>
                      <a:gd name="T14" fmla="*/ 1 w 16"/>
                      <a:gd name="T15" fmla="*/ 0 h 5"/>
                      <a:gd name="T16" fmla="*/ 1 w 16"/>
                      <a:gd name="T17" fmla="*/ 0 h 5"/>
                      <a:gd name="T18" fmla="*/ 1 w 16"/>
                      <a:gd name="T19" fmla="*/ 0 h 5"/>
                      <a:gd name="T20" fmla="*/ 1 w 16"/>
                      <a:gd name="T21" fmla="*/ 0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5"/>
                      <a:gd name="T35" fmla="*/ 16 w 16"/>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5">
                        <a:moveTo>
                          <a:pt x="15" y="1"/>
                        </a:moveTo>
                        <a:lnTo>
                          <a:pt x="14" y="1"/>
                        </a:lnTo>
                        <a:lnTo>
                          <a:pt x="11" y="2"/>
                        </a:lnTo>
                        <a:lnTo>
                          <a:pt x="1" y="2"/>
                        </a:lnTo>
                        <a:lnTo>
                          <a:pt x="0" y="5"/>
                        </a:lnTo>
                        <a:lnTo>
                          <a:pt x="12" y="5"/>
                        </a:lnTo>
                        <a:lnTo>
                          <a:pt x="14" y="3"/>
                        </a:lnTo>
                        <a:lnTo>
                          <a:pt x="16" y="3"/>
                        </a:lnTo>
                        <a:lnTo>
                          <a:pt x="15" y="3"/>
                        </a:lnTo>
                        <a:lnTo>
                          <a:pt x="15" y="0"/>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4" name="Freeform 499"/>
                  <p:cNvSpPr>
                    <a:spLocks/>
                  </p:cNvSpPr>
                  <p:nvPr/>
                </p:nvSpPr>
                <p:spPr bwMode="auto">
                  <a:xfrm>
                    <a:off x="4616" y="3584"/>
                    <a:ext cx="16" cy="3"/>
                  </a:xfrm>
                  <a:custGeom>
                    <a:avLst/>
                    <a:gdLst>
                      <a:gd name="T0" fmla="*/ 1 w 32"/>
                      <a:gd name="T1" fmla="*/ 0 h 6"/>
                      <a:gd name="T2" fmla="*/ 1 w 32"/>
                      <a:gd name="T3" fmla="*/ 1 h 6"/>
                      <a:gd name="T4" fmla="*/ 1 w 32"/>
                      <a:gd name="T5" fmla="*/ 1 h 6"/>
                      <a:gd name="T6" fmla="*/ 1 w 32"/>
                      <a:gd name="T7" fmla="*/ 1 h 6"/>
                      <a:gd name="T8" fmla="*/ 1 w 32"/>
                      <a:gd name="T9" fmla="*/ 1 h 6"/>
                      <a:gd name="T10" fmla="*/ 1 w 32"/>
                      <a:gd name="T11" fmla="*/ 1 h 6"/>
                      <a:gd name="T12" fmla="*/ 0 w 32"/>
                      <a:gd name="T13" fmla="*/ 1 h 6"/>
                      <a:gd name="T14" fmla="*/ 0 w 32"/>
                      <a:gd name="T15" fmla="*/ 1 h 6"/>
                      <a:gd name="T16" fmla="*/ 1 w 32"/>
                      <a:gd name="T17" fmla="*/ 1 h 6"/>
                      <a:gd name="T18" fmla="*/ 1 w 32"/>
                      <a:gd name="T19" fmla="*/ 1 h 6"/>
                      <a:gd name="T20" fmla="*/ 1 w 32"/>
                      <a:gd name="T21" fmla="*/ 1 h 6"/>
                      <a:gd name="T22" fmla="*/ 1 w 32"/>
                      <a:gd name="T23" fmla="*/ 1 h 6"/>
                      <a:gd name="T24" fmla="*/ 1 w 32"/>
                      <a:gd name="T25" fmla="*/ 1 h 6"/>
                      <a:gd name="T26" fmla="*/ 1 w 32"/>
                      <a:gd name="T27" fmla="*/ 1 h 6"/>
                      <a:gd name="T28" fmla="*/ 1 w 32"/>
                      <a:gd name="T29" fmla="*/ 1 h 6"/>
                      <a:gd name="T30" fmla="*/ 1 w 32"/>
                      <a:gd name="T31" fmla="*/ 1 h 6"/>
                      <a:gd name="T32" fmla="*/ 1 w 32"/>
                      <a:gd name="T33" fmla="*/ 1 h 6"/>
                      <a:gd name="T34" fmla="*/ 1 w 32"/>
                      <a:gd name="T35" fmla="*/ 0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6"/>
                      <a:gd name="T56" fmla="*/ 32 w 32"/>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6">
                        <a:moveTo>
                          <a:pt x="31" y="0"/>
                        </a:moveTo>
                        <a:lnTo>
                          <a:pt x="27" y="1"/>
                        </a:lnTo>
                        <a:lnTo>
                          <a:pt x="23" y="1"/>
                        </a:lnTo>
                        <a:lnTo>
                          <a:pt x="20" y="3"/>
                        </a:lnTo>
                        <a:lnTo>
                          <a:pt x="16" y="3"/>
                        </a:lnTo>
                        <a:lnTo>
                          <a:pt x="12" y="4"/>
                        </a:lnTo>
                        <a:lnTo>
                          <a:pt x="0" y="4"/>
                        </a:lnTo>
                        <a:lnTo>
                          <a:pt x="0" y="6"/>
                        </a:lnTo>
                        <a:lnTo>
                          <a:pt x="12" y="6"/>
                        </a:lnTo>
                        <a:lnTo>
                          <a:pt x="16" y="5"/>
                        </a:lnTo>
                        <a:lnTo>
                          <a:pt x="21" y="5"/>
                        </a:lnTo>
                        <a:lnTo>
                          <a:pt x="24" y="4"/>
                        </a:lnTo>
                        <a:lnTo>
                          <a:pt x="28" y="4"/>
                        </a:lnTo>
                        <a:lnTo>
                          <a:pt x="32" y="3"/>
                        </a:lnTo>
                        <a:lnTo>
                          <a:pt x="32" y="1"/>
                        </a:lnTo>
                        <a:lnTo>
                          <a:pt x="32" y="3"/>
                        </a:lnTo>
                        <a:lnTo>
                          <a:pt x="32" y="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5" name="Freeform 500"/>
                  <p:cNvSpPr>
                    <a:spLocks/>
                  </p:cNvSpPr>
                  <p:nvPr/>
                </p:nvSpPr>
                <p:spPr bwMode="auto">
                  <a:xfrm>
                    <a:off x="4632" y="3564"/>
                    <a:ext cx="5" cy="20"/>
                  </a:xfrm>
                  <a:custGeom>
                    <a:avLst/>
                    <a:gdLst>
                      <a:gd name="T0" fmla="*/ 0 w 11"/>
                      <a:gd name="T1" fmla="*/ 1 h 39"/>
                      <a:gd name="T2" fmla="*/ 0 w 11"/>
                      <a:gd name="T3" fmla="*/ 1 h 39"/>
                      <a:gd name="T4" fmla="*/ 0 w 11"/>
                      <a:gd name="T5" fmla="*/ 1 h 39"/>
                      <a:gd name="T6" fmla="*/ 0 w 11"/>
                      <a:gd name="T7" fmla="*/ 1 h 39"/>
                      <a:gd name="T8" fmla="*/ 0 w 11"/>
                      <a:gd name="T9" fmla="*/ 1 h 39"/>
                      <a:gd name="T10" fmla="*/ 0 w 11"/>
                      <a:gd name="T11" fmla="*/ 1 h 39"/>
                      <a:gd name="T12" fmla="*/ 0 w 11"/>
                      <a:gd name="T13" fmla="*/ 1 h 39"/>
                      <a:gd name="T14" fmla="*/ 0 w 11"/>
                      <a:gd name="T15" fmla="*/ 2 h 39"/>
                      <a:gd name="T16" fmla="*/ 0 w 11"/>
                      <a:gd name="T17" fmla="*/ 2 h 39"/>
                      <a:gd name="T18" fmla="*/ 0 w 11"/>
                      <a:gd name="T19" fmla="*/ 2 h 39"/>
                      <a:gd name="T20" fmla="*/ 0 w 11"/>
                      <a:gd name="T21" fmla="*/ 2 h 39"/>
                      <a:gd name="T22" fmla="*/ 0 w 11"/>
                      <a:gd name="T23" fmla="*/ 1 h 39"/>
                      <a:gd name="T24" fmla="*/ 0 w 11"/>
                      <a:gd name="T25" fmla="*/ 1 h 39"/>
                      <a:gd name="T26" fmla="*/ 0 w 11"/>
                      <a:gd name="T27" fmla="*/ 1 h 39"/>
                      <a:gd name="T28" fmla="*/ 0 w 11"/>
                      <a:gd name="T29" fmla="*/ 1 h 39"/>
                      <a:gd name="T30" fmla="*/ 0 w 11"/>
                      <a:gd name="T31" fmla="*/ 1 h 39"/>
                      <a:gd name="T32" fmla="*/ 0 w 11"/>
                      <a:gd name="T33" fmla="*/ 1 h 39"/>
                      <a:gd name="T34" fmla="*/ 0 w 11"/>
                      <a:gd name="T35" fmla="*/ 1 h 39"/>
                      <a:gd name="T36" fmla="*/ 0 w 11"/>
                      <a:gd name="T37" fmla="*/ 1 h 39"/>
                      <a:gd name="T38" fmla="*/ 0 w 11"/>
                      <a:gd name="T39" fmla="*/ 0 h 39"/>
                      <a:gd name="T40" fmla="*/ 0 w 11"/>
                      <a:gd name="T41" fmla="*/ 1 h 39"/>
                      <a:gd name="T42" fmla="*/ 0 w 11"/>
                      <a:gd name="T43" fmla="*/ 1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
                      <a:gd name="T67" fmla="*/ 0 h 39"/>
                      <a:gd name="T68" fmla="*/ 11 w 1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 h="39">
                        <a:moveTo>
                          <a:pt x="9" y="5"/>
                        </a:moveTo>
                        <a:lnTo>
                          <a:pt x="7" y="6"/>
                        </a:lnTo>
                        <a:lnTo>
                          <a:pt x="8" y="11"/>
                        </a:lnTo>
                        <a:lnTo>
                          <a:pt x="8" y="18"/>
                        </a:lnTo>
                        <a:lnTo>
                          <a:pt x="7" y="23"/>
                        </a:lnTo>
                        <a:lnTo>
                          <a:pt x="6" y="27"/>
                        </a:lnTo>
                        <a:lnTo>
                          <a:pt x="5" y="32"/>
                        </a:lnTo>
                        <a:lnTo>
                          <a:pt x="2" y="35"/>
                        </a:lnTo>
                        <a:lnTo>
                          <a:pt x="0" y="38"/>
                        </a:lnTo>
                        <a:lnTo>
                          <a:pt x="1" y="39"/>
                        </a:lnTo>
                        <a:lnTo>
                          <a:pt x="5" y="36"/>
                        </a:lnTo>
                        <a:lnTo>
                          <a:pt x="6" y="32"/>
                        </a:lnTo>
                        <a:lnTo>
                          <a:pt x="8" y="28"/>
                        </a:lnTo>
                        <a:lnTo>
                          <a:pt x="9" y="23"/>
                        </a:lnTo>
                        <a:lnTo>
                          <a:pt x="11" y="20"/>
                        </a:lnTo>
                        <a:lnTo>
                          <a:pt x="11" y="11"/>
                        </a:lnTo>
                        <a:lnTo>
                          <a:pt x="9" y="6"/>
                        </a:lnTo>
                        <a:lnTo>
                          <a:pt x="7" y="6"/>
                        </a:lnTo>
                        <a:lnTo>
                          <a:pt x="9" y="5"/>
                        </a:lnTo>
                        <a:lnTo>
                          <a:pt x="6" y="0"/>
                        </a:lnTo>
                        <a:lnTo>
                          <a:pt x="7" y="6"/>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6" name="Freeform 501"/>
                  <p:cNvSpPr>
                    <a:spLocks/>
                  </p:cNvSpPr>
                  <p:nvPr/>
                </p:nvSpPr>
                <p:spPr bwMode="auto">
                  <a:xfrm>
                    <a:off x="4636" y="3567"/>
                    <a:ext cx="16" cy="20"/>
                  </a:xfrm>
                  <a:custGeom>
                    <a:avLst/>
                    <a:gdLst>
                      <a:gd name="T0" fmla="*/ 0 w 33"/>
                      <a:gd name="T1" fmla="*/ 2 h 39"/>
                      <a:gd name="T2" fmla="*/ 0 w 33"/>
                      <a:gd name="T3" fmla="*/ 2 h 39"/>
                      <a:gd name="T4" fmla="*/ 0 w 33"/>
                      <a:gd name="T5" fmla="*/ 2 h 39"/>
                      <a:gd name="T6" fmla="*/ 0 w 33"/>
                      <a:gd name="T7" fmla="*/ 1 h 39"/>
                      <a:gd name="T8" fmla="*/ 0 w 33"/>
                      <a:gd name="T9" fmla="*/ 1 h 39"/>
                      <a:gd name="T10" fmla="*/ 0 w 33"/>
                      <a:gd name="T11" fmla="*/ 1 h 39"/>
                      <a:gd name="T12" fmla="*/ 0 w 33"/>
                      <a:gd name="T13" fmla="*/ 1 h 39"/>
                      <a:gd name="T14" fmla="*/ 0 w 33"/>
                      <a:gd name="T15" fmla="*/ 1 h 39"/>
                      <a:gd name="T16" fmla="*/ 0 w 33"/>
                      <a:gd name="T17" fmla="*/ 1 h 39"/>
                      <a:gd name="T18" fmla="*/ 0 w 33"/>
                      <a:gd name="T19" fmla="*/ 0 h 39"/>
                      <a:gd name="T20" fmla="*/ 0 w 33"/>
                      <a:gd name="T21" fmla="*/ 1 h 39"/>
                      <a:gd name="T22" fmla="*/ 0 w 33"/>
                      <a:gd name="T23" fmla="*/ 1 h 39"/>
                      <a:gd name="T24" fmla="*/ 0 w 33"/>
                      <a:gd name="T25" fmla="*/ 1 h 39"/>
                      <a:gd name="T26" fmla="*/ 0 w 33"/>
                      <a:gd name="T27" fmla="*/ 1 h 39"/>
                      <a:gd name="T28" fmla="*/ 0 w 33"/>
                      <a:gd name="T29" fmla="*/ 1 h 39"/>
                      <a:gd name="T30" fmla="*/ 0 w 33"/>
                      <a:gd name="T31" fmla="*/ 1 h 39"/>
                      <a:gd name="T32" fmla="*/ 0 w 33"/>
                      <a:gd name="T33" fmla="*/ 1 h 39"/>
                      <a:gd name="T34" fmla="*/ 0 w 33"/>
                      <a:gd name="T35" fmla="*/ 2 h 39"/>
                      <a:gd name="T36" fmla="*/ 0 w 33"/>
                      <a:gd name="T37" fmla="*/ 2 h 39"/>
                      <a:gd name="T38" fmla="*/ 0 w 33"/>
                      <a:gd name="T39" fmla="*/ 2 h 39"/>
                      <a:gd name="T40" fmla="*/ 0 w 33"/>
                      <a:gd name="T41" fmla="*/ 2 h 39"/>
                      <a:gd name="T42" fmla="*/ 1 w 33"/>
                      <a:gd name="T43" fmla="*/ 2 h 39"/>
                      <a:gd name="T44" fmla="*/ 0 w 33"/>
                      <a:gd name="T45" fmla="*/ 2 h 39"/>
                      <a:gd name="T46" fmla="*/ 0 w 33"/>
                      <a:gd name="T47" fmla="*/ 2 h 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
                      <a:gd name="T73" fmla="*/ 0 h 39"/>
                      <a:gd name="T74" fmla="*/ 33 w 33"/>
                      <a:gd name="T75" fmla="*/ 39 h 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 h="39">
                        <a:moveTo>
                          <a:pt x="31" y="39"/>
                        </a:moveTo>
                        <a:lnTo>
                          <a:pt x="31" y="38"/>
                        </a:lnTo>
                        <a:lnTo>
                          <a:pt x="28" y="33"/>
                        </a:lnTo>
                        <a:lnTo>
                          <a:pt x="25" y="28"/>
                        </a:lnTo>
                        <a:lnTo>
                          <a:pt x="21" y="23"/>
                        </a:lnTo>
                        <a:lnTo>
                          <a:pt x="17" y="18"/>
                        </a:lnTo>
                        <a:lnTo>
                          <a:pt x="14" y="13"/>
                        </a:lnTo>
                        <a:lnTo>
                          <a:pt x="10" y="10"/>
                        </a:lnTo>
                        <a:lnTo>
                          <a:pt x="6" y="5"/>
                        </a:lnTo>
                        <a:lnTo>
                          <a:pt x="2" y="0"/>
                        </a:lnTo>
                        <a:lnTo>
                          <a:pt x="0" y="1"/>
                        </a:lnTo>
                        <a:lnTo>
                          <a:pt x="5" y="6"/>
                        </a:lnTo>
                        <a:lnTo>
                          <a:pt x="9" y="11"/>
                        </a:lnTo>
                        <a:lnTo>
                          <a:pt x="12" y="16"/>
                        </a:lnTo>
                        <a:lnTo>
                          <a:pt x="16" y="21"/>
                        </a:lnTo>
                        <a:lnTo>
                          <a:pt x="20" y="25"/>
                        </a:lnTo>
                        <a:lnTo>
                          <a:pt x="22" y="30"/>
                        </a:lnTo>
                        <a:lnTo>
                          <a:pt x="26" y="34"/>
                        </a:lnTo>
                        <a:lnTo>
                          <a:pt x="30" y="39"/>
                        </a:lnTo>
                        <a:lnTo>
                          <a:pt x="31" y="37"/>
                        </a:lnTo>
                        <a:lnTo>
                          <a:pt x="31" y="39"/>
                        </a:lnTo>
                        <a:lnTo>
                          <a:pt x="33" y="39"/>
                        </a:lnTo>
                        <a:lnTo>
                          <a:pt x="31" y="38"/>
                        </a:lnTo>
                        <a:lnTo>
                          <a:pt x="31"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7" name="Freeform 502"/>
                  <p:cNvSpPr>
                    <a:spLocks/>
                  </p:cNvSpPr>
                  <p:nvPr/>
                </p:nvSpPr>
                <p:spPr bwMode="auto">
                  <a:xfrm>
                    <a:off x="4363" y="3571"/>
                    <a:ext cx="39" cy="72"/>
                  </a:xfrm>
                  <a:custGeom>
                    <a:avLst/>
                    <a:gdLst>
                      <a:gd name="T0" fmla="*/ 2 w 77"/>
                      <a:gd name="T1" fmla="*/ 0 h 145"/>
                      <a:gd name="T2" fmla="*/ 3 w 77"/>
                      <a:gd name="T3" fmla="*/ 1 h 145"/>
                      <a:gd name="T4" fmla="*/ 3 w 77"/>
                      <a:gd name="T5" fmla="*/ 1 h 145"/>
                      <a:gd name="T6" fmla="*/ 3 w 77"/>
                      <a:gd name="T7" fmla="*/ 1 h 145"/>
                      <a:gd name="T8" fmla="*/ 3 w 77"/>
                      <a:gd name="T9" fmla="*/ 2 h 145"/>
                      <a:gd name="T10" fmla="*/ 3 w 77"/>
                      <a:gd name="T11" fmla="*/ 2 h 145"/>
                      <a:gd name="T12" fmla="*/ 3 w 77"/>
                      <a:gd name="T13" fmla="*/ 3 h 145"/>
                      <a:gd name="T14" fmla="*/ 3 w 77"/>
                      <a:gd name="T15" fmla="*/ 3 h 145"/>
                      <a:gd name="T16" fmla="*/ 2 w 77"/>
                      <a:gd name="T17" fmla="*/ 4 h 145"/>
                      <a:gd name="T18" fmla="*/ 2 w 77"/>
                      <a:gd name="T19" fmla="*/ 4 h 145"/>
                      <a:gd name="T20" fmla="*/ 2 w 77"/>
                      <a:gd name="T21" fmla="*/ 4 h 145"/>
                      <a:gd name="T22" fmla="*/ 2 w 77"/>
                      <a:gd name="T23" fmla="*/ 4 h 145"/>
                      <a:gd name="T24" fmla="*/ 2 w 77"/>
                      <a:gd name="T25" fmla="*/ 4 h 145"/>
                      <a:gd name="T26" fmla="*/ 2 w 77"/>
                      <a:gd name="T27" fmla="*/ 4 h 145"/>
                      <a:gd name="T28" fmla="*/ 1 w 77"/>
                      <a:gd name="T29" fmla="*/ 4 h 145"/>
                      <a:gd name="T30" fmla="*/ 1 w 77"/>
                      <a:gd name="T31" fmla="*/ 4 h 145"/>
                      <a:gd name="T32" fmla="*/ 1 w 77"/>
                      <a:gd name="T33" fmla="*/ 4 h 145"/>
                      <a:gd name="T34" fmla="*/ 1 w 77"/>
                      <a:gd name="T35" fmla="*/ 4 h 145"/>
                      <a:gd name="T36" fmla="*/ 1 w 77"/>
                      <a:gd name="T37" fmla="*/ 3 h 145"/>
                      <a:gd name="T38" fmla="*/ 1 w 77"/>
                      <a:gd name="T39" fmla="*/ 3 h 145"/>
                      <a:gd name="T40" fmla="*/ 1 w 77"/>
                      <a:gd name="T41" fmla="*/ 3 h 145"/>
                      <a:gd name="T42" fmla="*/ 1 w 77"/>
                      <a:gd name="T43" fmla="*/ 3 h 145"/>
                      <a:gd name="T44" fmla="*/ 1 w 77"/>
                      <a:gd name="T45" fmla="*/ 3 h 145"/>
                      <a:gd name="T46" fmla="*/ 1 w 77"/>
                      <a:gd name="T47" fmla="*/ 2 h 145"/>
                      <a:gd name="T48" fmla="*/ 1 w 77"/>
                      <a:gd name="T49" fmla="*/ 2 h 145"/>
                      <a:gd name="T50" fmla="*/ 0 w 77"/>
                      <a:gd name="T51" fmla="*/ 2 h 145"/>
                      <a:gd name="T52" fmla="*/ 0 w 77"/>
                      <a:gd name="T53" fmla="*/ 1 h 145"/>
                      <a:gd name="T54" fmla="*/ 1 w 77"/>
                      <a:gd name="T55" fmla="*/ 1 h 145"/>
                      <a:gd name="T56" fmla="*/ 1 w 77"/>
                      <a:gd name="T57" fmla="*/ 1 h 145"/>
                      <a:gd name="T58" fmla="*/ 1 w 77"/>
                      <a:gd name="T59" fmla="*/ 1 h 145"/>
                      <a:gd name="T60" fmla="*/ 1 w 77"/>
                      <a:gd name="T61" fmla="*/ 1 h 145"/>
                      <a:gd name="T62" fmla="*/ 1 w 77"/>
                      <a:gd name="T63" fmla="*/ 0 h 145"/>
                      <a:gd name="T64" fmla="*/ 1 w 77"/>
                      <a:gd name="T65" fmla="*/ 0 h 145"/>
                      <a:gd name="T66" fmla="*/ 1 w 77"/>
                      <a:gd name="T67" fmla="*/ 0 h 145"/>
                      <a:gd name="T68" fmla="*/ 1 w 77"/>
                      <a:gd name="T69" fmla="*/ 0 h 145"/>
                      <a:gd name="T70" fmla="*/ 1 w 77"/>
                      <a:gd name="T71" fmla="*/ 0 h 145"/>
                      <a:gd name="T72" fmla="*/ 1 w 77"/>
                      <a:gd name="T73" fmla="*/ 0 h 145"/>
                      <a:gd name="T74" fmla="*/ 1 w 77"/>
                      <a:gd name="T75" fmla="*/ 0 h 145"/>
                      <a:gd name="T76" fmla="*/ 1 w 77"/>
                      <a:gd name="T77" fmla="*/ 0 h 145"/>
                      <a:gd name="T78" fmla="*/ 1 w 77"/>
                      <a:gd name="T79" fmla="*/ 0 h 145"/>
                      <a:gd name="T80" fmla="*/ 2 w 77"/>
                      <a:gd name="T81" fmla="*/ 0 h 145"/>
                      <a:gd name="T82" fmla="*/ 2 w 77"/>
                      <a:gd name="T83" fmla="*/ 0 h 145"/>
                      <a:gd name="T84" fmla="*/ 2 w 77"/>
                      <a:gd name="T85" fmla="*/ 0 h 145"/>
                      <a:gd name="T86" fmla="*/ 2 w 77"/>
                      <a:gd name="T87" fmla="*/ 0 h 145"/>
                      <a:gd name="T88" fmla="*/ 2 w 77"/>
                      <a:gd name="T89" fmla="*/ 0 h 145"/>
                      <a:gd name="T90" fmla="*/ 2 w 77"/>
                      <a:gd name="T91" fmla="*/ 0 h 145"/>
                      <a:gd name="T92" fmla="*/ 2 w 77"/>
                      <a:gd name="T93" fmla="*/ 0 h 145"/>
                      <a:gd name="T94" fmla="*/ 2 w 77"/>
                      <a:gd name="T95" fmla="*/ 0 h 145"/>
                      <a:gd name="T96" fmla="*/ 2 w 77"/>
                      <a:gd name="T97" fmla="*/ 0 h 145"/>
                      <a:gd name="T98" fmla="*/ 2 w 77"/>
                      <a:gd name="T99" fmla="*/ 0 h 145"/>
                      <a:gd name="T100" fmla="*/ 2 w 77"/>
                      <a:gd name="T101" fmla="*/ 0 h 145"/>
                      <a:gd name="T102" fmla="*/ 2 w 77"/>
                      <a:gd name="T103" fmla="*/ 0 h 145"/>
                      <a:gd name="T104" fmla="*/ 2 w 77"/>
                      <a:gd name="T105" fmla="*/ 0 h 14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7"/>
                      <a:gd name="T160" fmla="*/ 0 h 145"/>
                      <a:gd name="T161" fmla="*/ 77 w 77"/>
                      <a:gd name="T162" fmla="*/ 145 h 14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7" h="145">
                        <a:moveTo>
                          <a:pt x="64" y="20"/>
                        </a:moveTo>
                        <a:lnTo>
                          <a:pt x="70" y="34"/>
                        </a:lnTo>
                        <a:lnTo>
                          <a:pt x="73" y="47"/>
                        </a:lnTo>
                        <a:lnTo>
                          <a:pt x="76" y="63"/>
                        </a:lnTo>
                        <a:lnTo>
                          <a:pt x="77" y="79"/>
                        </a:lnTo>
                        <a:lnTo>
                          <a:pt x="76" y="95"/>
                        </a:lnTo>
                        <a:lnTo>
                          <a:pt x="73" y="110"/>
                        </a:lnTo>
                        <a:lnTo>
                          <a:pt x="69" y="124"/>
                        </a:lnTo>
                        <a:lnTo>
                          <a:pt x="61" y="137"/>
                        </a:lnTo>
                        <a:lnTo>
                          <a:pt x="57" y="140"/>
                        </a:lnTo>
                        <a:lnTo>
                          <a:pt x="55" y="142"/>
                        </a:lnTo>
                        <a:lnTo>
                          <a:pt x="53" y="143"/>
                        </a:lnTo>
                        <a:lnTo>
                          <a:pt x="49" y="145"/>
                        </a:lnTo>
                        <a:lnTo>
                          <a:pt x="34" y="145"/>
                        </a:lnTo>
                        <a:lnTo>
                          <a:pt x="28" y="141"/>
                        </a:lnTo>
                        <a:lnTo>
                          <a:pt x="23" y="137"/>
                        </a:lnTo>
                        <a:lnTo>
                          <a:pt x="18" y="133"/>
                        </a:lnTo>
                        <a:lnTo>
                          <a:pt x="14" y="129"/>
                        </a:lnTo>
                        <a:lnTo>
                          <a:pt x="11" y="122"/>
                        </a:lnTo>
                        <a:lnTo>
                          <a:pt x="8" y="117"/>
                        </a:lnTo>
                        <a:lnTo>
                          <a:pt x="6" y="111"/>
                        </a:lnTo>
                        <a:lnTo>
                          <a:pt x="3" y="106"/>
                        </a:lnTo>
                        <a:lnTo>
                          <a:pt x="2" y="99"/>
                        </a:lnTo>
                        <a:lnTo>
                          <a:pt x="1" y="93"/>
                        </a:lnTo>
                        <a:lnTo>
                          <a:pt x="1" y="80"/>
                        </a:lnTo>
                        <a:lnTo>
                          <a:pt x="0" y="73"/>
                        </a:lnTo>
                        <a:lnTo>
                          <a:pt x="0" y="61"/>
                        </a:lnTo>
                        <a:lnTo>
                          <a:pt x="1" y="53"/>
                        </a:lnTo>
                        <a:lnTo>
                          <a:pt x="1" y="47"/>
                        </a:lnTo>
                        <a:lnTo>
                          <a:pt x="2" y="41"/>
                        </a:lnTo>
                        <a:lnTo>
                          <a:pt x="3" y="34"/>
                        </a:lnTo>
                        <a:lnTo>
                          <a:pt x="6" y="27"/>
                        </a:lnTo>
                        <a:lnTo>
                          <a:pt x="7" y="21"/>
                        </a:lnTo>
                        <a:lnTo>
                          <a:pt x="9" y="15"/>
                        </a:lnTo>
                        <a:lnTo>
                          <a:pt x="13" y="10"/>
                        </a:lnTo>
                        <a:lnTo>
                          <a:pt x="17" y="4"/>
                        </a:lnTo>
                        <a:lnTo>
                          <a:pt x="20" y="4"/>
                        </a:lnTo>
                        <a:lnTo>
                          <a:pt x="23" y="2"/>
                        </a:lnTo>
                        <a:lnTo>
                          <a:pt x="24" y="2"/>
                        </a:lnTo>
                        <a:lnTo>
                          <a:pt x="25" y="0"/>
                        </a:lnTo>
                        <a:lnTo>
                          <a:pt x="40" y="0"/>
                        </a:lnTo>
                        <a:lnTo>
                          <a:pt x="43" y="2"/>
                        </a:lnTo>
                        <a:lnTo>
                          <a:pt x="45" y="3"/>
                        </a:lnTo>
                        <a:lnTo>
                          <a:pt x="48" y="4"/>
                        </a:lnTo>
                        <a:lnTo>
                          <a:pt x="49" y="5"/>
                        </a:lnTo>
                        <a:lnTo>
                          <a:pt x="51" y="6"/>
                        </a:lnTo>
                        <a:lnTo>
                          <a:pt x="54" y="8"/>
                        </a:lnTo>
                        <a:lnTo>
                          <a:pt x="55" y="10"/>
                        </a:lnTo>
                        <a:lnTo>
                          <a:pt x="57" y="11"/>
                        </a:lnTo>
                        <a:lnTo>
                          <a:pt x="59" y="14"/>
                        </a:lnTo>
                        <a:lnTo>
                          <a:pt x="61" y="15"/>
                        </a:lnTo>
                        <a:lnTo>
                          <a:pt x="62" y="18"/>
                        </a:lnTo>
                        <a:lnTo>
                          <a:pt x="64" y="20"/>
                        </a:lnTo>
                        <a:close/>
                      </a:path>
                    </a:pathLst>
                  </a:cu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8" name="Freeform 503"/>
                  <p:cNvSpPr>
                    <a:spLocks/>
                  </p:cNvSpPr>
                  <p:nvPr/>
                </p:nvSpPr>
                <p:spPr bwMode="auto">
                  <a:xfrm>
                    <a:off x="4393" y="3580"/>
                    <a:ext cx="10" cy="59"/>
                  </a:xfrm>
                  <a:custGeom>
                    <a:avLst/>
                    <a:gdLst>
                      <a:gd name="T0" fmla="*/ 1 w 18"/>
                      <a:gd name="T1" fmla="*/ 4 h 118"/>
                      <a:gd name="T2" fmla="*/ 1 w 18"/>
                      <a:gd name="T3" fmla="*/ 4 h 118"/>
                      <a:gd name="T4" fmla="*/ 1 w 18"/>
                      <a:gd name="T5" fmla="*/ 3 h 118"/>
                      <a:gd name="T6" fmla="*/ 1 w 18"/>
                      <a:gd name="T7" fmla="*/ 3 h 118"/>
                      <a:gd name="T8" fmla="*/ 1 w 18"/>
                      <a:gd name="T9" fmla="*/ 2 h 118"/>
                      <a:gd name="T10" fmla="*/ 1 w 18"/>
                      <a:gd name="T11" fmla="*/ 2 h 118"/>
                      <a:gd name="T12" fmla="*/ 1 w 18"/>
                      <a:gd name="T13" fmla="*/ 1 h 118"/>
                      <a:gd name="T14" fmla="*/ 1 w 18"/>
                      <a:gd name="T15" fmla="*/ 1 h 118"/>
                      <a:gd name="T16" fmla="*/ 1 w 18"/>
                      <a:gd name="T17" fmla="*/ 0 h 118"/>
                      <a:gd name="T18" fmla="*/ 1 w 18"/>
                      <a:gd name="T19" fmla="*/ 1 h 118"/>
                      <a:gd name="T20" fmla="*/ 1 w 18"/>
                      <a:gd name="T21" fmla="*/ 1 h 118"/>
                      <a:gd name="T22" fmla="*/ 1 w 18"/>
                      <a:gd name="T23" fmla="*/ 1 h 118"/>
                      <a:gd name="T24" fmla="*/ 1 w 18"/>
                      <a:gd name="T25" fmla="*/ 2 h 118"/>
                      <a:gd name="T26" fmla="*/ 1 w 18"/>
                      <a:gd name="T27" fmla="*/ 2 h 118"/>
                      <a:gd name="T28" fmla="*/ 1 w 18"/>
                      <a:gd name="T29" fmla="*/ 3 h 118"/>
                      <a:gd name="T30" fmla="*/ 1 w 18"/>
                      <a:gd name="T31" fmla="*/ 3 h 118"/>
                      <a:gd name="T32" fmla="*/ 1 w 18"/>
                      <a:gd name="T33" fmla="*/ 4 h 118"/>
                      <a:gd name="T34" fmla="*/ 0 w 18"/>
                      <a:gd name="T35" fmla="*/ 4 h 118"/>
                      <a:gd name="T36" fmla="*/ 1 w 18"/>
                      <a:gd name="T37" fmla="*/ 4 h 1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118"/>
                      <a:gd name="T59" fmla="*/ 18 w 18"/>
                      <a:gd name="T60" fmla="*/ 118 h 1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118">
                        <a:moveTo>
                          <a:pt x="1" y="118"/>
                        </a:moveTo>
                        <a:lnTo>
                          <a:pt x="9" y="106"/>
                        </a:lnTo>
                        <a:lnTo>
                          <a:pt x="15" y="91"/>
                        </a:lnTo>
                        <a:lnTo>
                          <a:pt x="17" y="76"/>
                        </a:lnTo>
                        <a:lnTo>
                          <a:pt x="18" y="60"/>
                        </a:lnTo>
                        <a:lnTo>
                          <a:pt x="17" y="44"/>
                        </a:lnTo>
                        <a:lnTo>
                          <a:pt x="15" y="28"/>
                        </a:lnTo>
                        <a:lnTo>
                          <a:pt x="11" y="13"/>
                        </a:lnTo>
                        <a:lnTo>
                          <a:pt x="5" y="0"/>
                        </a:lnTo>
                        <a:lnTo>
                          <a:pt x="2" y="1"/>
                        </a:lnTo>
                        <a:lnTo>
                          <a:pt x="9" y="15"/>
                        </a:lnTo>
                        <a:lnTo>
                          <a:pt x="12" y="28"/>
                        </a:lnTo>
                        <a:lnTo>
                          <a:pt x="15" y="44"/>
                        </a:lnTo>
                        <a:lnTo>
                          <a:pt x="16" y="60"/>
                        </a:lnTo>
                        <a:lnTo>
                          <a:pt x="15" y="76"/>
                        </a:lnTo>
                        <a:lnTo>
                          <a:pt x="12" y="91"/>
                        </a:lnTo>
                        <a:lnTo>
                          <a:pt x="7" y="105"/>
                        </a:lnTo>
                        <a:lnTo>
                          <a:pt x="0" y="117"/>
                        </a:lnTo>
                        <a:lnTo>
                          <a:pt x="1"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89" name="Freeform 504"/>
                  <p:cNvSpPr>
                    <a:spLocks/>
                  </p:cNvSpPr>
                  <p:nvPr/>
                </p:nvSpPr>
                <p:spPr bwMode="auto">
                  <a:xfrm>
                    <a:off x="4381" y="3638"/>
                    <a:ext cx="13" cy="5"/>
                  </a:xfrm>
                  <a:custGeom>
                    <a:avLst/>
                    <a:gdLst>
                      <a:gd name="T0" fmla="*/ 0 w 27"/>
                      <a:gd name="T1" fmla="*/ 1 h 10"/>
                      <a:gd name="T2" fmla="*/ 0 w 27"/>
                      <a:gd name="T3" fmla="*/ 1 h 10"/>
                      <a:gd name="T4" fmla="*/ 0 w 27"/>
                      <a:gd name="T5" fmla="*/ 1 h 10"/>
                      <a:gd name="T6" fmla="*/ 0 w 27"/>
                      <a:gd name="T7" fmla="*/ 1 h 10"/>
                      <a:gd name="T8" fmla="*/ 0 w 27"/>
                      <a:gd name="T9" fmla="*/ 1 h 10"/>
                      <a:gd name="T10" fmla="*/ 0 w 27"/>
                      <a:gd name="T11" fmla="*/ 1 h 10"/>
                      <a:gd name="T12" fmla="*/ 0 w 27"/>
                      <a:gd name="T13" fmla="*/ 0 h 10"/>
                      <a:gd name="T14" fmla="*/ 0 w 27"/>
                      <a:gd name="T15" fmla="*/ 1 h 10"/>
                      <a:gd name="T16" fmla="*/ 0 w 27"/>
                      <a:gd name="T17" fmla="*/ 1 h 10"/>
                      <a:gd name="T18" fmla="*/ 0 w 27"/>
                      <a:gd name="T19" fmla="*/ 1 h 10"/>
                      <a:gd name="T20" fmla="*/ 0 w 27"/>
                      <a:gd name="T21" fmla="*/ 1 h 10"/>
                      <a:gd name="T22" fmla="*/ 0 w 27"/>
                      <a:gd name="T23" fmla="*/ 1 h 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0"/>
                      <a:gd name="T38" fmla="*/ 27 w 27"/>
                      <a:gd name="T39" fmla="*/ 10 h 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0">
                        <a:moveTo>
                          <a:pt x="0" y="10"/>
                        </a:moveTo>
                        <a:lnTo>
                          <a:pt x="15" y="10"/>
                        </a:lnTo>
                        <a:lnTo>
                          <a:pt x="19" y="9"/>
                        </a:lnTo>
                        <a:lnTo>
                          <a:pt x="21" y="6"/>
                        </a:lnTo>
                        <a:lnTo>
                          <a:pt x="25" y="5"/>
                        </a:lnTo>
                        <a:lnTo>
                          <a:pt x="27" y="1"/>
                        </a:lnTo>
                        <a:lnTo>
                          <a:pt x="26" y="0"/>
                        </a:lnTo>
                        <a:lnTo>
                          <a:pt x="21" y="5"/>
                        </a:lnTo>
                        <a:lnTo>
                          <a:pt x="17" y="6"/>
                        </a:lnTo>
                        <a:lnTo>
                          <a:pt x="15" y="7"/>
                        </a:lnTo>
                        <a:lnTo>
                          <a:pt x="1" y="7"/>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0" name="Freeform 505"/>
                  <p:cNvSpPr>
                    <a:spLocks/>
                  </p:cNvSpPr>
                  <p:nvPr/>
                </p:nvSpPr>
                <p:spPr bwMode="auto">
                  <a:xfrm>
                    <a:off x="4363" y="3597"/>
                    <a:ext cx="18" cy="46"/>
                  </a:xfrm>
                  <a:custGeom>
                    <a:avLst/>
                    <a:gdLst>
                      <a:gd name="T0" fmla="*/ 0 w 37"/>
                      <a:gd name="T1" fmla="*/ 0 h 93"/>
                      <a:gd name="T2" fmla="*/ 0 w 37"/>
                      <a:gd name="T3" fmla="*/ 0 h 93"/>
                      <a:gd name="T4" fmla="*/ 0 w 37"/>
                      <a:gd name="T5" fmla="*/ 0 h 93"/>
                      <a:gd name="T6" fmla="*/ 0 w 37"/>
                      <a:gd name="T7" fmla="*/ 0 h 93"/>
                      <a:gd name="T8" fmla="*/ 0 w 37"/>
                      <a:gd name="T9" fmla="*/ 1 h 93"/>
                      <a:gd name="T10" fmla="*/ 0 w 37"/>
                      <a:gd name="T11" fmla="*/ 1 h 93"/>
                      <a:gd name="T12" fmla="*/ 0 w 37"/>
                      <a:gd name="T13" fmla="*/ 1 h 93"/>
                      <a:gd name="T14" fmla="*/ 0 w 37"/>
                      <a:gd name="T15" fmla="*/ 1 h 93"/>
                      <a:gd name="T16" fmla="*/ 0 w 37"/>
                      <a:gd name="T17" fmla="*/ 1 h 93"/>
                      <a:gd name="T18" fmla="*/ 0 w 37"/>
                      <a:gd name="T19" fmla="*/ 2 h 93"/>
                      <a:gd name="T20" fmla="*/ 0 w 37"/>
                      <a:gd name="T21" fmla="*/ 2 h 93"/>
                      <a:gd name="T22" fmla="*/ 0 w 37"/>
                      <a:gd name="T23" fmla="*/ 2 h 93"/>
                      <a:gd name="T24" fmla="*/ 0 w 37"/>
                      <a:gd name="T25" fmla="*/ 2 h 93"/>
                      <a:gd name="T26" fmla="*/ 0 w 37"/>
                      <a:gd name="T27" fmla="*/ 2 h 93"/>
                      <a:gd name="T28" fmla="*/ 0 w 37"/>
                      <a:gd name="T29" fmla="*/ 2 h 93"/>
                      <a:gd name="T30" fmla="*/ 1 w 37"/>
                      <a:gd name="T31" fmla="*/ 2 h 93"/>
                      <a:gd name="T32" fmla="*/ 1 w 37"/>
                      <a:gd name="T33" fmla="*/ 2 h 93"/>
                      <a:gd name="T34" fmla="*/ 0 w 37"/>
                      <a:gd name="T35" fmla="*/ 2 h 93"/>
                      <a:gd name="T36" fmla="*/ 0 w 37"/>
                      <a:gd name="T37" fmla="*/ 2 h 93"/>
                      <a:gd name="T38" fmla="*/ 0 w 37"/>
                      <a:gd name="T39" fmla="*/ 2 h 93"/>
                      <a:gd name="T40" fmla="*/ 0 w 37"/>
                      <a:gd name="T41" fmla="*/ 2 h 93"/>
                      <a:gd name="T42" fmla="*/ 0 w 37"/>
                      <a:gd name="T43" fmla="*/ 2 h 93"/>
                      <a:gd name="T44" fmla="*/ 0 w 37"/>
                      <a:gd name="T45" fmla="*/ 2 h 93"/>
                      <a:gd name="T46" fmla="*/ 0 w 37"/>
                      <a:gd name="T47" fmla="*/ 1 h 93"/>
                      <a:gd name="T48" fmla="*/ 0 w 37"/>
                      <a:gd name="T49" fmla="*/ 1 h 93"/>
                      <a:gd name="T50" fmla="*/ 0 w 37"/>
                      <a:gd name="T51" fmla="*/ 1 h 93"/>
                      <a:gd name="T52" fmla="*/ 0 w 37"/>
                      <a:gd name="T53" fmla="*/ 1 h 93"/>
                      <a:gd name="T54" fmla="*/ 0 w 37"/>
                      <a:gd name="T55" fmla="*/ 1 h 93"/>
                      <a:gd name="T56" fmla="*/ 0 w 37"/>
                      <a:gd name="T57" fmla="*/ 0 h 93"/>
                      <a:gd name="T58" fmla="*/ 0 w 37"/>
                      <a:gd name="T59" fmla="*/ 0 h 93"/>
                      <a:gd name="T60" fmla="*/ 0 w 37"/>
                      <a:gd name="T61" fmla="*/ 0 h 93"/>
                      <a:gd name="T62" fmla="*/ 0 w 37"/>
                      <a:gd name="T63" fmla="*/ 0 h 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
                      <a:gd name="T97" fmla="*/ 0 h 93"/>
                      <a:gd name="T98" fmla="*/ 37 w 37"/>
                      <a:gd name="T99" fmla="*/ 93 h 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 h="93">
                        <a:moveTo>
                          <a:pt x="2" y="0"/>
                        </a:moveTo>
                        <a:lnTo>
                          <a:pt x="0" y="8"/>
                        </a:lnTo>
                        <a:lnTo>
                          <a:pt x="0" y="20"/>
                        </a:lnTo>
                        <a:lnTo>
                          <a:pt x="2" y="27"/>
                        </a:lnTo>
                        <a:lnTo>
                          <a:pt x="2" y="34"/>
                        </a:lnTo>
                        <a:lnTo>
                          <a:pt x="3" y="40"/>
                        </a:lnTo>
                        <a:lnTo>
                          <a:pt x="3" y="47"/>
                        </a:lnTo>
                        <a:lnTo>
                          <a:pt x="4" y="53"/>
                        </a:lnTo>
                        <a:lnTo>
                          <a:pt x="6" y="60"/>
                        </a:lnTo>
                        <a:lnTo>
                          <a:pt x="9" y="64"/>
                        </a:lnTo>
                        <a:lnTo>
                          <a:pt x="11" y="71"/>
                        </a:lnTo>
                        <a:lnTo>
                          <a:pt x="15" y="76"/>
                        </a:lnTo>
                        <a:lnTo>
                          <a:pt x="20" y="80"/>
                        </a:lnTo>
                        <a:lnTo>
                          <a:pt x="24" y="85"/>
                        </a:lnTo>
                        <a:lnTo>
                          <a:pt x="30" y="89"/>
                        </a:lnTo>
                        <a:lnTo>
                          <a:pt x="36" y="93"/>
                        </a:lnTo>
                        <a:lnTo>
                          <a:pt x="37" y="90"/>
                        </a:lnTo>
                        <a:lnTo>
                          <a:pt x="31" y="87"/>
                        </a:lnTo>
                        <a:lnTo>
                          <a:pt x="26" y="83"/>
                        </a:lnTo>
                        <a:lnTo>
                          <a:pt x="21" y="79"/>
                        </a:lnTo>
                        <a:lnTo>
                          <a:pt x="18" y="74"/>
                        </a:lnTo>
                        <a:lnTo>
                          <a:pt x="14" y="69"/>
                        </a:lnTo>
                        <a:lnTo>
                          <a:pt x="11" y="64"/>
                        </a:lnTo>
                        <a:lnTo>
                          <a:pt x="9" y="58"/>
                        </a:lnTo>
                        <a:lnTo>
                          <a:pt x="6" y="52"/>
                        </a:lnTo>
                        <a:lnTo>
                          <a:pt x="5" y="46"/>
                        </a:lnTo>
                        <a:lnTo>
                          <a:pt x="4" y="40"/>
                        </a:lnTo>
                        <a:lnTo>
                          <a:pt x="4" y="34"/>
                        </a:lnTo>
                        <a:lnTo>
                          <a:pt x="3" y="27"/>
                        </a:lnTo>
                        <a:lnTo>
                          <a:pt x="3" y="0"/>
                        </a:lnTo>
                        <a:lnTo>
                          <a:pt x="3" y="2"/>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1" name="Freeform 506"/>
                  <p:cNvSpPr>
                    <a:spLocks/>
                  </p:cNvSpPr>
                  <p:nvPr/>
                </p:nvSpPr>
                <p:spPr bwMode="auto">
                  <a:xfrm>
                    <a:off x="4363" y="3572"/>
                    <a:ext cx="10" cy="26"/>
                  </a:xfrm>
                  <a:custGeom>
                    <a:avLst/>
                    <a:gdLst>
                      <a:gd name="T0" fmla="*/ 1 w 18"/>
                      <a:gd name="T1" fmla="*/ 0 h 52"/>
                      <a:gd name="T2" fmla="*/ 1 w 18"/>
                      <a:gd name="T3" fmla="*/ 1 h 52"/>
                      <a:gd name="T4" fmla="*/ 1 w 18"/>
                      <a:gd name="T5" fmla="*/ 1 h 52"/>
                      <a:gd name="T6" fmla="*/ 1 w 18"/>
                      <a:gd name="T7" fmla="*/ 1 h 52"/>
                      <a:gd name="T8" fmla="*/ 1 w 18"/>
                      <a:gd name="T9" fmla="*/ 1 h 52"/>
                      <a:gd name="T10" fmla="*/ 1 w 18"/>
                      <a:gd name="T11" fmla="*/ 1 h 52"/>
                      <a:gd name="T12" fmla="*/ 1 w 18"/>
                      <a:gd name="T13" fmla="*/ 1 h 52"/>
                      <a:gd name="T14" fmla="*/ 1 w 18"/>
                      <a:gd name="T15" fmla="*/ 2 h 52"/>
                      <a:gd name="T16" fmla="*/ 1 w 18"/>
                      <a:gd name="T17" fmla="*/ 2 h 52"/>
                      <a:gd name="T18" fmla="*/ 0 w 18"/>
                      <a:gd name="T19" fmla="*/ 2 h 52"/>
                      <a:gd name="T20" fmla="*/ 1 w 18"/>
                      <a:gd name="T21" fmla="*/ 2 h 52"/>
                      <a:gd name="T22" fmla="*/ 1 w 18"/>
                      <a:gd name="T23" fmla="*/ 2 h 52"/>
                      <a:gd name="T24" fmla="*/ 1 w 18"/>
                      <a:gd name="T25" fmla="*/ 2 h 52"/>
                      <a:gd name="T26" fmla="*/ 1 w 18"/>
                      <a:gd name="T27" fmla="*/ 1 h 52"/>
                      <a:gd name="T28" fmla="*/ 1 w 18"/>
                      <a:gd name="T29" fmla="*/ 1 h 52"/>
                      <a:gd name="T30" fmla="*/ 1 w 18"/>
                      <a:gd name="T31" fmla="*/ 1 h 52"/>
                      <a:gd name="T32" fmla="*/ 1 w 18"/>
                      <a:gd name="T33" fmla="*/ 1 h 52"/>
                      <a:gd name="T34" fmla="*/ 1 w 18"/>
                      <a:gd name="T35" fmla="*/ 1 h 52"/>
                      <a:gd name="T36" fmla="*/ 1 w 18"/>
                      <a:gd name="T37" fmla="*/ 1 h 52"/>
                      <a:gd name="T38" fmla="*/ 1 w 18"/>
                      <a:gd name="T39" fmla="*/ 1 h 52"/>
                      <a:gd name="T40" fmla="*/ 1 w 18"/>
                      <a:gd name="T41" fmla="*/ 0 h 52"/>
                      <a:gd name="T42" fmla="*/ 1 w 18"/>
                      <a:gd name="T43" fmla="*/ 1 h 52"/>
                      <a:gd name="T44" fmla="*/ 1 w 18"/>
                      <a:gd name="T45" fmla="*/ 0 h 5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
                      <a:gd name="T70" fmla="*/ 0 h 52"/>
                      <a:gd name="T71" fmla="*/ 18 w 18"/>
                      <a:gd name="T72" fmla="*/ 52 h 5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 h="52">
                        <a:moveTo>
                          <a:pt x="17" y="0"/>
                        </a:moveTo>
                        <a:lnTo>
                          <a:pt x="16" y="1"/>
                        </a:lnTo>
                        <a:lnTo>
                          <a:pt x="12" y="6"/>
                        </a:lnTo>
                        <a:lnTo>
                          <a:pt x="8" y="12"/>
                        </a:lnTo>
                        <a:lnTo>
                          <a:pt x="6" y="18"/>
                        </a:lnTo>
                        <a:lnTo>
                          <a:pt x="4" y="24"/>
                        </a:lnTo>
                        <a:lnTo>
                          <a:pt x="2" y="31"/>
                        </a:lnTo>
                        <a:lnTo>
                          <a:pt x="1" y="38"/>
                        </a:lnTo>
                        <a:lnTo>
                          <a:pt x="1" y="44"/>
                        </a:lnTo>
                        <a:lnTo>
                          <a:pt x="0" y="50"/>
                        </a:lnTo>
                        <a:lnTo>
                          <a:pt x="1" y="52"/>
                        </a:lnTo>
                        <a:lnTo>
                          <a:pt x="2" y="44"/>
                        </a:lnTo>
                        <a:lnTo>
                          <a:pt x="3" y="38"/>
                        </a:lnTo>
                        <a:lnTo>
                          <a:pt x="4" y="31"/>
                        </a:lnTo>
                        <a:lnTo>
                          <a:pt x="7" y="24"/>
                        </a:lnTo>
                        <a:lnTo>
                          <a:pt x="8" y="18"/>
                        </a:lnTo>
                        <a:lnTo>
                          <a:pt x="11" y="13"/>
                        </a:lnTo>
                        <a:lnTo>
                          <a:pt x="14" y="7"/>
                        </a:lnTo>
                        <a:lnTo>
                          <a:pt x="18" y="2"/>
                        </a:lnTo>
                        <a:lnTo>
                          <a:pt x="17" y="2"/>
                        </a:lnTo>
                        <a:lnTo>
                          <a:pt x="17" y="0"/>
                        </a:lnTo>
                        <a:lnTo>
                          <a:pt x="16" y="1"/>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2" name="Freeform 507"/>
                  <p:cNvSpPr>
                    <a:spLocks/>
                  </p:cNvSpPr>
                  <p:nvPr/>
                </p:nvSpPr>
                <p:spPr bwMode="auto">
                  <a:xfrm>
                    <a:off x="4372" y="3570"/>
                    <a:ext cx="6" cy="3"/>
                  </a:xfrm>
                  <a:custGeom>
                    <a:avLst/>
                    <a:gdLst>
                      <a:gd name="T0" fmla="*/ 1 w 12"/>
                      <a:gd name="T1" fmla="*/ 0 h 6"/>
                      <a:gd name="T2" fmla="*/ 1 w 12"/>
                      <a:gd name="T3" fmla="*/ 0 h 6"/>
                      <a:gd name="T4" fmla="*/ 1 w 12"/>
                      <a:gd name="T5" fmla="*/ 1 h 6"/>
                      <a:gd name="T6" fmla="*/ 1 w 12"/>
                      <a:gd name="T7" fmla="*/ 1 h 6"/>
                      <a:gd name="T8" fmla="*/ 1 w 12"/>
                      <a:gd name="T9" fmla="*/ 1 h 6"/>
                      <a:gd name="T10" fmla="*/ 1 w 12"/>
                      <a:gd name="T11" fmla="*/ 1 h 6"/>
                      <a:gd name="T12" fmla="*/ 0 w 12"/>
                      <a:gd name="T13" fmla="*/ 1 h 6"/>
                      <a:gd name="T14" fmla="*/ 0 w 12"/>
                      <a:gd name="T15" fmla="*/ 1 h 6"/>
                      <a:gd name="T16" fmla="*/ 1 w 12"/>
                      <a:gd name="T17" fmla="*/ 1 h 6"/>
                      <a:gd name="T18" fmla="*/ 1 w 12"/>
                      <a:gd name="T19" fmla="*/ 1 h 6"/>
                      <a:gd name="T20" fmla="*/ 1 w 12"/>
                      <a:gd name="T21" fmla="*/ 1 h 6"/>
                      <a:gd name="T22" fmla="*/ 1 w 12"/>
                      <a:gd name="T23" fmla="*/ 1 h 6"/>
                      <a:gd name="T24" fmla="*/ 1 w 12"/>
                      <a:gd name="T25" fmla="*/ 1 h 6"/>
                      <a:gd name="T26" fmla="*/ 1 w 12"/>
                      <a:gd name="T27" fmla="*/ 0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
                      <a:gd name="T43" fmla="*/ 0 h 6"/>
                      <a:gd name="T44" fmla="*/ 12 w 12"/>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 h="6">
                        <a:moveTo>
                          <a:pt x="12" y="0"/>
                        </a:moveTo>
                        <a:lnTo>
                          <a:pt x="8" y="0"/>
                        </a:lnTo>
                        <a:lnTo>
                          <a:pt x="7" y="1"/>
                        </a:lnTo>
                        <a:lnTo>
                          <a:pt x="6" y="1"/>
                        </a:lnTo>
                        <a:lnTo>
                          <a:pt x="3" y="3"/>
                        </a:lnTo>
                        <a:lnTo>
                          <a:pt x="2" y="4"/>
                        </a:lnTo>
                        <a:lnTo>
                          <a:pt x="0" y="4"/>
                        </a:lnTo>
                        <a:lnTo>
                          <a:pt x="0" y="6"/>
                        </a:lnTo>
                        <a:lnTo>
                          <a:pt x="3" y="6"/>
                        </a:lnTo>
                        <a:lnTo>
                          <a:pt x="6" y="4"/>
                        </a:lnTo>
                        <a:lnTo>
                          <a:pt x="8" y="4"/>
                        </a:lnTo>
                        <a:lnTo>
                          <a:pt x="10" y="3"/>
                        </a:lnTo>
                        <a:lnTo>
                          <a:pt x="12" y="3"/>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3" name="Freeform 508"/>
                  <p:cNvSpPr>
                    <a:spLocks/>
                  </p:cNvSpPr>
                  <p:nvPr/>
                </p:nvSpPr>
                <p:spPr bwMode="auto">
                  <a:xfrm>
                    <a:off x="4378" y="3569"/>
                    <a:ext cx="18" cy="12"/>
                  </a:xfrm>
                  <a:custGeom>
                    <a:avLst/>
                    <a:gdLst>
                      <a:gd name="T0" fmla="*/ 2 w 36"/>
                      <a:gd name="T1" fmla="*/ 1 h 22"/>
                      <a:gd name="T2" fmla="*/ 2 w 36"/>
                      <a:gd name="T3" fmla="*/ 1 h 22"/>
                      <a:gd name="T4" fmla="*/ 1 w 36"/>
                      <a:gd name="T5" fmla="*/ 1 h 22"/>
                      <a:gd name="T6" fmla="*/ 1 w 36"/>
                      <a:gd name="T7" fmla="*/ 1 h 22"/>
                      <a:gd name="T8" fmla="*/ 1 w 36"/>
                      <a:gd name="T9" fmla="*/ 1 h 22"/>
                      <a:gd name="T10" fmla="*/ 1 w 36"/>
                      <a:gd name="T11" fmla="*/ 1 h 22"/>
                      <a:gd name="T12" fmla="*/ 1 w 36"/>
                      <a:gd name="T13" fmla="*/ 1 h 22"/>
                      <a:gd name="T14" fmla="*/ 1 w 36"/>
                      <a:gd name="T15" fmla="*/ 1 h 22"/>
                      <a:gd name="T16" fmla="*/ 1 w 36"/>
                      <a:gd name="T17" fmla="*/ 1 h 22"/>
                      <a:gd name="T18" fmla="*/ 1 w 36"/>
                      <a:gd name="T19" fmla="*/ 1 h 22"/>
                      <a:gd name="T20" fmla="*/ 1 w 36"/>
                      <a:gd name="T21" fmla="*/ 1 h 22"/>
                      <a:gd name="T22" fmla="*/ 1 w 36"/>
                      <a:gd name="T23" fmla="*/ 0 h 22"/>
                      <a:gd name="T24" fmla="*/ 1 w 36"/>
                      <a:gd name="T25" fmla="*/ 0 h 22"/>
                      <a:gd name="T26" fmla="*/ 0 w 36"/>
                      <a:gd name="T27" fmla="*/ 1 h 22"/>
                      <a:gd name="T28" fmla="*/ 0 w 36"/>
                      <a:gd name="T29" fmla="*/ 1 h 22"/>
                      <a:gd name="T30" fmla="*/ 1 w 36"/>
                      <a:gd name="T31" fmla="*/ 1 h 22"/>
                      <a:gd name="T32" fmla="*/ 1 w 36"/>
                      <a:gd name="T33" fmla="*/ 1 h 22"/>
                      <a:gd name="T34" fmla="*/ 1 w 36"/>
                      <a:gd name="T35" fmla="*/ 1 h 22"/>
                      <a:gd name="T36" fmla="*/ 1 w 36"/>
                      <a:gd name="T37" fmla="*/ 1 h 22"/>
                      <a:gd name="T38" fmla="*/ 1 w 36"/>
                      <a:gd name="T39" fmla="*/ 1 h 22"/>
                      <a:gd name="T40" fmla="*/ 1 w 36"/>
                      <a:gd name="T41" fmla="*/ 1 h 22"/>
                      <a:gd name="T42" fmla="*/ 1 w 36"/>
                      <a:gd name="T43" fmla="*/ 1 h 22"/>
                      <a:gd name="T44" fmla="*/ 1 w 36"/>
                      <a:gd name="T45" fmla="*/ 1 h 22"/>
                      <a:gd name="T46" fmla="*/ 1 w 36"/>
                      <a:gd name="T47" fmla="*/ 1 h 22"/>
                      <a:gd name="T48" fmla="*/ 1 w 36"/>
                      <a:gd name="T49" fmla="*/ 1 h 22"/>
                      <a:gd name="T50" fmla="*/ 1 w 36"/>
                      <a:gd name="T51" fmla="*/ 1 h 22"/>
                      <a:gd name="T52" fmla="*/ 2 w 36"/>
                      <a:gd name="T53" fmla="*/ 1 h 22"/>
                      <a:gd name="T54" fmla="*/ 2 w 36"/>
                      <a:gd name="T55" fmla="*/ 1 h 2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6"/>
                      <a:gd name="T85" fmla="*/ 0 h 22"/>
                      <a:gd name="T86" fmla="*/ 36 w 36"/>
                      <a:gd name="T87" fmla="*/ 22 h 2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6" h="22">
                        <a:moveTo>
                          <a:pt x="36" y="21"/>
                        </a:moveTo>
                        <a:lnTo>
                          <a:pt x="35" y="18"/>
                        </a:lnTo>
                        <a:lnTo>
                          <a:pt x="32" y="17"/>
                        </a:lnTo>
                        <a:lnTo>
                          <a:pt x="31" y="15"/>
                        </a:lnTo>
                        <a:lnTo>
                          <a:pt x="24" y="7"/>
                        </a:lnTo>
                        <a:lnTo>
                          <a:pt x="21" y="6"/>
                        </a:lnTo>
                        <a:lnTo>
                          <a:pt x="19" y="5"/>
                        </a:lnTo>
                        <a:lnTo>
                          <a:pt x="16" y="4"/>
                        </a:lnTo>
                        <a:lnTo>
                          <a:pt x="14" y="2"/>
                        </a:lnTo>
                        <a:lnTo>
                          <a:pt x="11" y="1"/>
                        </a:lnTo>
                        <a:lnTo>
                          <a:pt x="9" y="1"/>
                        </a:lnTo>
                        <a:lnTo>
                          <a:pt x="5" y="0"/>
                        </a:lnTo>
                        <a:lnTo>
                          <a:pt x="3" y="0"/>
                        </a:lnTo>
                        <a:lnTo>
                          <a:pt x="0" y="1"/>
                        </a:lnTo>
                        <a:lnTo>
                          <a:pt x="0" y="4"/>
                        </a:lnTo>
                        <a:lnTo>
                          <a:pt x="11" y="4"/>
                        </a:lnTo>
                        <a:lnTo>
                          <a:pt x="12" y="5"/>
                        </a:lnTo>
                        <a:lnTo>
                          <a:pt x="15" y="6"/>
                        </a:lnTo>
                        <a:lnTo>
                          <a:pt x="17" y="7"/>
                        </a:lnTo>
                        <a:lnTo>
                          <a:pt x="20" y="8"/>
                        </a:lnTo>
                        <a:lnTo>
                          <a:pt x="21" y="10"/>
                        </a:lnTo>
                        <a:lnTo>
                          <a:pt x="24" y="11"/>
                        </a:lnTo>
                        <a:lnTo>
                          <a:pt x="26" y="12"/>
                        </a:lnTo>
                        <a:lnTo>
                          <a:pt x="27" y="15"/>
                        </a:lnTo>
                        <a:lnTo>
                          <a:pt x="31" y="18"/>
                        </a:lnTo>
                        <a:lnTo>
                          <a:pt x="32" y="21"/>
                        </a:lnTo>
                        <a:lnTo>
                          <a:pt x="33" y="22"/>
                        </a:lnTo>
                        <a:lnTo>
                          <a:pt x="36"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4" name="Freeform 509"/>
                  <p:cNvSpPr>
                    <a:spLocks/>
                  </p:cNvSpPr>
                  <p:nvPr/>
                </p:nvSpPr>
                <p:spPr bwMode="auto">
                  <a:xfrm>
                    <a:off x="4367" y="3574"/>
                    <a:ext cx="33" cy="66"/>
                  </a:xfrm>
                  <a:custGeom>
                    <a:avLst/>
                    <a:gdLst>
                      <a:gd name="T0" fmla="*/ 2 w 66"/>
                      <a:gd name="T1" fmla="*/ 1 h 132"/>
                      <a:gd name="T2" fmla="*/ 2 w 66"/>
                      <a:gd name="T3" fmla="*/ 1 h 132"/>
                      <a:gd name="T4" fmla="*/ 2 w 66"/>
                      <a:gd name="T5" fmla="*/ 1 h 132"/>
                      <a:gd name="T6" fmla="*/ 2 w 66"/>
                      <a:gd name="T7" fmla="*/ 2 h 132"/>
                      <a:gd name="T8" fmla="*/ 2 w 66"/>
                      <a:gd name="T9" fmla="*/ 2 h 132"/>
                      <a:gd name="T10" fmla="*/ 2 w 66"/>
                      <a:gd name="T11" fmla="*/ 2 h 132"/>
                      <a:gd name="T12" fmla="*/ 2 w 66"/>
                      <a:gd name="T13" fmla="*/ 3 h 132"/>
                      <a:gd name="T14" fmla="*/ 2 w 66"/>
                      <a:gd name="T15" fmla="*/ 3 h 132"/>
                      <a:gd name="T16" fmla="*/ 2 w 66"/>
                      <a:gd name="T17" fmla="*/ 3 h 132"/>
                      <a:gd name="T18" fmla="*/ 2 w 66"/>
                      <a:gd name="T19" fmla="*/ 3 h 132"/>
                      <a:gd name="T20" fmla="*/ 2 w 66"/>
                      <a:gd name="T21" fmla="*/ 4 h 132"/>
                      <a:gd name="T22" fmla="*/ 2 w 66"/>
                      <a:gd name="T23" fmla="*/ 4 h 132"/>
                      <a:gd name="T24" fmla="*/ 2 w 66"/>
                      <a:gd name="T25" fmla="*/ 4 h 132"/>
                      <a:gd name="T26" fmla="*/ 2 w 66"/>
                      <a:gd name="T27" fmla="*/ 4 h 132"/>
                      <a:gd name="T28" fmla="*/ 2 w 66"/>
                      <a:gd name="T29" fmla="*/ 4 h 132"/>
                      <a:gd name="T30" fmla="*/ 2 w 66"/>
                      <a:gd name="T31" fmla="*/ 5 h 132"/>
                      <a:gd name="T32" fmla="*/ 1 w 66"/>
                      <a:gd name="T33" fmla="*/ 5 h 132"/>
                      <a:gd name="T34" fmla="*/ 1 w 66"/>
                      <a:gd name="T35" fmla="*/ 5 h 132"/>
                      <a:gd name="T36" fmla="*/ 1 w 66"/>
                      <a:gd name="T37" fmla="*/ 5 h 132"/>
                      <a:gd name="T38" fmla="*/ 1 w 66"/>
                      <a:gd name="T39" fmla="*/ 5 h 132"/>
                      <a:gd name="T40" fmla="*/ 1 w 66"/>
                      <a:gd name="T41" fmla="*/ 5 h 132"/>
                      <a:gd name="T42" fmla="*/ 1 w 66"/>
                      <a:gd name="T43" fmla="*/ 5 h 132"/>
                      <a:gd name="T44" fmla="*/ 1 w 66"/>
                      <a:gd name="T45" fmla="*/ 5 h 132"/>
                      <a:gd name="T46" fmla="*/ 1 w 66"/>
                      <a:gd name="T47" fmla="*/ 5 h 132"/>
                      <a:gd name="T48" fmla="*/ 1 w 66"/>
                      <a:gd name="T49" fmla="*/ 4 h 132"/>
                      <a:gd name="T50" fmla="*/ 1 w 66"/>
                      <a:gd name="T51" fmla="*/ 4 h 132"/>
                      <a:gd name="T52" fmla="*/ 1 w 66"/>
                      <a:gd name="T53" fmla="*/ 3 h 132"/>
                      <a:gd name="T54" fmla="*/ 0 w 66"/>
                      <a:gd name="T55" fmla="*/ 3 h 132"/>
                      <a:gd name="T56" fmla="*/ 0 w 66"/>
                      <a:gd name="T57" fmla="*/ 2 h 132"/>
                      <a:gd name="T58" fmla="*/ 1 w 66"/>
                      <a:gd name="T59" fmla="*/ 2 h 132"/>
                      <a:gd name="T60" fmla="*/ 1 w 66"/>
                      <a:gd name="T61" fmla="*/ 1 h 132"/>
                      <a:gd name="T62" fmla="*/ 1 w 66"/>
                      <a:gd name="T63" fmla="*/ 1 h 132"/>
                      <a:gd name="T64" fmla="*/ 1 w 66"/>
                      <a:gd name="T65" fmla="*/ 1 h 132"/>
                      <a:gd name="T66" fmla="*/ 1 w 66"/>
                      <a:gd name="T67" fmla="*/ 1 h 132"/>
                      <a:gd name="T68" fmla="*/ 1 w 66"/>
                      <a:gd name="T69" fmla="*/ 1 h 132"/>
                      <a:gd name="T70" fmla="*/ 1 w 66"/>
                      <a:gd name="T71" fmla="*/ 1 h 132"/>
                      <a:gd name="T72" fmla="*/ 1 w 66"/>
                      <a:gd name="T73" fmla="*/ 1 h 132"/>
                      <a:gd name="T74" fmla="*/ 1 w 66"/>
                      <a:gd name="T75" fmla="*/ 1 h 132"/>
                      <a:gd name="T76" fmla="*/ 1 w 66"/>
                      <a:gd name="T77" fmla="*/ 0 h 132"/>
                      <a:gd name="T78" fmla="*/ 1 w 66"/>
                      <a:gd name="T79" fmla="*/ 0 h 132"/>
                      <a:gd name="T80" fmla="*/ 1 w 66"/>
                      <a:gd name="T81" fmla="*/ 1 h 132"/>
                      <a:gd name="T82" fmla="*/ 1 w 66"/>
                      <a:gd name="T83" fmla="*/ 1 h 132"/>
                      <a:gd name="T84" fmla="*/ 2 w 66"/>
                      <a:gd name="T85" fmla="*/ 1 h 132"/>
                      <a:gd name="T86" fmla="*/ 2 w 66"/>
                      <a:gd name="T87" fmla="*/ 1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6"/>
                      <a:gd name="T133" fmla="*/ 0 h 132"/>
                      <a:gd name="T134" fmla="*/ 66 w 66"/>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6" h="132">
                        <a:moveTo>
                          <a:pt x="54" y="19"/>
                        </a:moveTo>
                        <a:lnTo>
                          <a:pt x="57" y="28"/>
                        </a:lnTo>
                        <a:lnTo>
                          <a:pt x="59" y="36"/>
                        </a:lnTo>
                        <a:lnTo>
                          <a:pt x="62" y="45"/>
                        </a:lnTo>
                        <a:lnTo>
                          <a:pt x="64" y="55"/>
                        </a:lnTo>
                        <a:lnTo>
                          <a:pt x="65" y="65"/>
                        </a:lnTo>
                        <a:lnTo>
                          <a:pt x="66" y="73"/>
                        </a:lnTo>
                        <a:lnTo>
                          <a:pt x="65" y="83"/>
                        </a:lnTo>
                        <a:lnTo>
                          <a:pt x="64" y="92"/>
                        </a:lnTo>
                        <a:lnTo>
                          <a:pt x="62" y="98"/>
                        </a:lnTo>
                        <a:lnTo>
                          <a:pt x="60" y="104"/>
                        </a:lnTo>
                        <a:lnTo>
                          <a:pt x="59" y="110"/>
                        </a:lnTo>
                        <a:lnTo>
                          <a:pt x="55" y="116"/>
                        </a:lnTo>
                        <a:lnTo>
                          <a:pt x="53" y="123"/>
                        </a:lnTo>
                        <a:lnTo>
                          <a:pt x="48" y="126"/>
                        </a:lnTo>
                        <a:lnTo>
                          <a:pt x="43" y="130"/>
                        </a:lnTo>
                        <a:lnTo>
                          <a:pt x="37" y="131"/>
                        </a:lnTo>
                        <a:lnTo>
                          <a:pt x="34" y="132"/>
                        </a:lnTo>
                        <a:lnTo>
                          <a:pt x="31" y="132"/>
                        </a:lnTo>
                        <a:lnTo>
                          <a:pt x="28" y="131"/>
                        </a:lnTo>
                        <a:lnTo>
                          <a:pt x="27" y="131"/>
                        </a:lnTo>
                        <a:lnTo>
                          <a:pt x="25" y="130"/>
                        </a:lnTo>
                        <a:lnTo>
                          <a:pt x="23" y="130"/>
                        </a:lnTo>
                        <a:lnTo>
                          <a:pt x="21" y="129"/>
                        </a:lnTo>
                        <a:lnTo>
                          <a:pt x="12" y="118"/>
                        </a:lnTo>
                        <a:lnTo>
                          <a:pt x="6" y="107"/>
                        </a:lnTo>
                        <a:lnTo>
                          <a:pt x="2" y="94"/>
                        </a:lnTo>
                        <a:lnTo>
                          <a:pt x="0" y="82"/>
                        </a:lnTo>
                        <a:lnTo>
                          <a:pt x="0" y="55"/>
                        </a:lnTo>
                        <a:lnTo>
                          <a:pt x="1" y="41"/>
                        </a:lnTo>
                        <a:lnTo>
                          <a:pt x="2" y="28"/>
                        </a:lnTo>
                        <a:lnTo>
                          <a:pt x="5" y="23"/>
                        </a:lnTo>
                        <a:lnTo>
                          <a:pt x="6" y="19"/>
                        </a:lnTo>
                        <a:lnTo>
                          <a:pt x="9" y="14"/>
                        </a:lnTo>
                        <a:lnTo>
                          <a:pt x="11" y="10"/>
                        </a:lnTo>
                        <a:lnTo>
                          <a:pt x="13" y="7"/>
                        </a:lnTo>
                        <a:lnTo>
                          <a:pt x="17" y="4"/>
                        </a:lnTo>
                        <a:lnTo>
                          <a:pt x="21" y="2"/>
                        </a:lnTo>
                        <a:lnTo>
                          <a:pt x="26" y="0"/>
                        </a:lnTo>
                        <a:lnTo>
                          <a:pt x="29" y="0"/>
                        </a:lnTo>
                        <a:lnTo>
                          <a:pt x="34" y="2"/>
                        </a:lnTo>
                        <a:lnTo>
                          <a:pt x="38" y="4"/>
                        </a:lnTo>
                        <a:lnTo>
                          <a:pt x="42" y="7"/>
                        </a:lnTo>
                        <a:lnTo>
                          <a:pt x="54"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5" name="Freeform 510"/>
                  <p:cNvSpPr>
                    <a:spLocks/>
                  </p:cNvSpPr>
                  <p:nvPr/>
                </p:nvSpPr>
                <p:spPr bwMode="auto">
                  <a:xfrm>
                    <a:off x="4393" y="3583"/>
                    <a:ext cx="8" cy="37"/>
                  </a:xfrm>
                  <a:custGeom>
                    <a:avLst/>
                    <a:gdLst>
                      <a:gd name="T0" fmla="*/ 1 w 15"/>
                      <a:gd name="T1" fmla="*/ 3 h 74"/>
                      <a:gd name="T2" fmla="*/ 1 w 15"/>
                      <a:gd name="T3" fmla="*/ 2 h 74"/>
                      <a:gd name="T4" fmla="*/ 1 w 15"/>
                      <a:gd name="T5" fmla="*/ 2 h 74"/>
                      <a:gd name="T6" fmla="*/ 1 w 15"/>
                      <a:gd name="T7" fmla="*/ 2 h 74"/>
                      <a:gd name="T8" fmla="*/ 1 w 15"/>
                      <a:gd name="T9" fmla="*/ 2 h 74"/>
                      <a:gd name="T10" fmla="*/ 1 w 15"/>
                      <a:gd name="T11" fmla="*/ 1 h 74"/>
                      <a:gd name="T12" fmla="*/ 1 w 15"/>
                      <a:gd name="T13" fmla="*/ 1 h 74"/>
                      <a:gd name="T14" fmla="*/ 1 w 15"/>
                      <a:gd name="T15" fmla="*/ 1 h 74"/>
                      <a:gd name="T16" fmla="*/ 1 w 15"/>
                      <a:gd name="T17" fmla="*/ 0 h 74"/>
                      <a:gd name="T18" fmla="*/ 0 w 15"/>
                      <a:gd name="T19" fmla="*/ 0 h 74"/>
                      <a:gd name="T20" fmla="*/ 1 w 15"/>
                      <a:gd name="T21" fmla="*/ 1 h 74"/>
                      <a:gd name="T22" fmla="*/ 1 w 15"/>
                      <a:gd name="T23" fmla="*/ 1 h 74"/>
                      <a:gd name="T24" fmla="*/ 1 w 15"/>
                      <a:gd name="T25" fmla="*/ 1 h 74"/>
                      <a:gd name="T26" fmla="*/ 1 w 15"/>
                      <a:gd name="T27" fmla="*/ 2 h 74"/>
                      <a:gd name="T28" fmla="*/ 1 w 15"/>
                      <a:gd name="T29" fmla="*/ 2 h 74"/>
                      <a:gd name="T30" fmla="*/ 1 w 15"/>
                      <a:gd name="T31" fmla="*/ 2 h 74"/>
                      <a:gd name="T32" fmla="*/ 1 w 15"/>
                      <a:gd name="T33" fmla="*/ 2 h 74"/>
                      <a:gd name="T34" fmla="*/ 1 w 15"/>
                      <a:gd name="T35" fmla="*/ 3 h 74"/>
                      <a:gd name="T36" fmla="*/ 1 w 15"/>
                      <a:gd name="T37" fmla="*/ 3 h 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4"/>
                      <a:gd name="T59" fmla="*/ 15 w 15"/>
                      <a:gd name="T60" fmla="*/ 74 h 7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4">
                        <a:moveTo>
                          <a:pt x="12" y="74"/>
                        </a:moveTo>
                        <a:lnTo>
                          <a:pt x="13" y="64"/>
                        </a:lnTo>
                        <a:lnTo>
                          <a:pt x="15" y="54"/>
                        </a:lnTo>
                        <a:lnTo>
                          <a:pt x="13" y="46"/>
                        </a:lnTo>
                        <a:lnTo>
                          <a:pt x="12" y="36"/>
                        </a:lnTo>
                        <a:lnTo>
                          <a:pt x="10" y="26"/>
                        </a:lnTo>
                        <a:lnTo>
                          <a:pt x="7" y="17"/>
                        </a:lnTo>
                        <a:lnTo>
                          <a:pt x="5" y="9"/>
                        </a:lnTo>
                        <a:lnTo>
                          <a:pt x="1" y="0"/>
                        </a:lnTo>
                        <a:lnTo>
                          <a:pt x="0" y="0"/>
                        </a:lnTo>
                        <a:lnTo>
                          <a:pt x="2" y="9"/>
                        </a:lnTo>
                        <a:lnTo>
                          <a:pt x="5" y="17"/>
                        </a:lnTo>
                        <a:lnTo>
                          <a:pt x="9" y="27"/>
                        </a:lnTo>
                        <a:lnTo>
                          <a:pt x="10" y="36"/>
                        </a:lnTo>
                        <a:lnTo>
                          <a:pt x="11" y="46"/>
                        </a:lnTo>
                        <a:lnTo>
                          <a:pt x="12" y="54"/>
                        </a:lnTo>
                        <a:lnTo>
                          <a:pt x="11" y="64"/>
                        </a:lnTo>
                        <a:lnTo>
                          <a:pt x="10" y="73"/>
                        </a:lnTo>
                        <a:lnTo>
                          <a:pt x="12"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6" name="Freeform 511"/>
                  <p:cNvSpPr>
                    <a:spLocks/>
                  </p:cNvSpPr>
                  <p:nvPr/>
                </p:nvSpPr>
                <p:spPr bwMode="auto">
                  <a:xfrm>
                    <a:off x="4385" y="3619"/>
                    <a:ext cx="15" cy="21"/>
                  </a:xfrm>
                  <a:custGeom>
                    <a:avLst/>
                    <a:gdLst>
                      <a:gd name="T0" fmla="*/ 0 w 28"/>
                      <a:gd name="T1" fmla="*/ 2 h 40"/>
                      <a:gd name="T2" fmla="*/ 1 w 28"/>
                      <a:gd name="T3" fmla="*/ 2 h 40"/>
                      <a:gd name="T4" fmla="*/ 1 w 28"/>
                      <a:gd name="T5" fmla="*/ 2 h 40"/>
                      <a:gd name="T6" fmla="*/ 1 w 28"/>
                      <a:gd name="T7" fmla="*/ 1 h 40"/>
                      <a:gd name="T8" fmla="*/ 1 w 28"/>
                      <a:gd name="T9" fmla="*/ 1 h 40"/>
                      <a:gd name="T10" fmla="*/ 1 w 28"/>
                      <a:gd name="T11" fmla="*/ 1 h 40"/>
                      <a:gd name="T12" fmla="*/ 1 w 28"/>
                      <a:gd name="T13" fmla="*/ 1 h 40"/>
                      <a:gd name="T14" fmla="*/ 1 w 28"/>
                      <a:gd name="T15" fmla="*/ 1 h 40"/>
                      <a:gd name="T16" fmla="*/ 1 w 28"/>
                      <a:gd name="T17" fmla="*/ 1 h 40"/>
                      <a:gd name="T18" fmla="*/ 1 w 28"/>
                      <a:gd name="T19" fmla="*/ 0 h 40"/>
                      <a:gd name="T20" fmla="*/ 1 w 28"/>
                      <a:gd name="T21" fmla="*/ 1 h 40"/>
                      <a:gd name="T22" fmla="*/ 1 w 28"/>
                      <a:gd name="T23" fmla="*/ 1 h 40"/>
                      <a:gd name="T24" fmla="*/ 1 w 28"/>
                      <a:gd name="T25" fmla="*/ 1 h 40"/>
                      <a:gd name="T26" fmla="*/ 1 w 28"/>
                      <a:gd name="T27" fmla="*/ 1 h 40"/>
                      <a:gd name="T28" fmla="*/ 1 w 28"/>
                      <a:gd name="T29" fmla="*/ 1 h 40"/>
                      <a:gd name="T30" fmla="*/ 1 w 28"/>
                      <a:gd name="T31" fmla="*/ 2 h 40"/>
                      <a:gd name="T32" fmla="*/ 1 w 28"/>
                      <a:gd name="T33" fmla="*/ 2 h 40"/>
                      <a:gd name="T34" fmla="*/ 0 w 28"/>
                      <a:gd name="T35" fmla="*/ 2 h 40"/>
                      <a:gd name="T36" fmla="*/ 0 w 28"/>
                      <a:gd name="T37" fmla="*/ 2 h 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40"/>
                      <a:gd name="T59" fmla="*/ 28 w 28"/>
                      <a:gd name="T60" fmla="*/ 40 h 4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40">
                        <a:moveTo>
                          <a:pt x="0" y="40"/>
                        </a:moveTo>
                        <a:lnTo>
                          <a:pt x="7" y="39"/>
                        </a:lnTo>
                        <a:lnTo>
                          <a:pt x="12" y="35"/>
                        </a:lnTo>
                        <a:lnTo>
                          <a:pt x="17" y="31"/>
                        </a:lnTo>
                        <a:lnTo>
                          <a:pt x="20" y="24"/>
                        </a:lnTo>
                        <a:lnTo>
                          <a:pt x="23" y="19"/>
                        </a:lnTo>
                        <a:lnTo>
                          <a:pt x="25" y="12"/>
                        </a:lnTo>
                        <a:lnTo>
                          <a:pt x="26" y="6"/>
                        </a:lnTo>
                        <a:lnTo>
                          <a:pt x="28" y="1"/>
                        </a:lnTo>
                        <a:lnTo>
                          <a:pt x="26" y="0"/>
                        </a:lnTo>
                        <a:lnTo>
                          <a:pt x="25" y="6"/>
                        </a:lnTo>
                        <a:lnTo>
                          <a:pt x="22" y="12"/>
                        </a:lnTo>
                        <a:lnTo>
                          <a:pt x="21" y="18"/>
                        </a:lnTo>
                        <a:lnTo>
                          <a:pt x="17" y="24"/>
                        </a:lnTo>
                        <a:lnTo>
                          <a:pt x="15" y="29"/>
                        </a:lnTo>
                        <a:lnTo>
                          <a:pt x="11" y="33"/>
                        </a:lnTo>
                        <a:lnTo>
                          <a:pt x="6" y="37"/>
                        </a:lnTo>
                        <a:lnTo>
                          <a:pt x="0" y="38"/>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7" name="Freeform 512"/>
                  <p:cNvSpPr>
                    <a:spLocks/>
                  </p:cNvSpPr>
                  <p:nvPr/>
                </p:nvSpPr>
                <p:spPr bwMode="auto">
                  <a:xfrm>
                    <a:off x="4377" y="3637"/>
                    <a:ext cx="8" cy="3"/>
                  </a:xfrm>
                  <a:custGeom>
                    <a:avLst/>
                    <a:gdLst>
                      <a:gd name="T0" fmla="*/ 0 w 16"/>
                      <a:gd name="T1" fmla="*/ 0 h 7"/>
                      <a:gd name="T2" fmla="*/ 1 w 16"/>
                      <a:gd name="T3" fmla="*/ 0 h 7"/>
                      <a:gd name="T4" fmla="*/ 1 w 16"/>
                      <a:gd name="T5" fmla="*/ 0 h 7"/>
                      <a:gd name="T6" fmla="*/ 1 w 16"/>
                      <a:gd name="T7" fmla="*/ 0 h 7"/>
                      <a:gd name="T8" fmla="*/ 1 w 16"/>
                      <a:gd name="T9" fmla="*/ 0 h 7"/>
                      <a:gd name="T10" fmla="*/ 1 w 16"/>
                      <a:gd name="T11" fmla="*/ 0 h 7"/>
                      <a:gd name="T12" fmla="*/ 1 w 16"/>
                      <a:gd name="T13" fmla="*/ 0 h 7"/>
                      <a:gd name="T14" fmla="*/ 1 w 16"/>
                      <a:gd name="T15" fmla="*/ 0 h 7"/>
                      <a:gd name="T16" fmla="*/ 1 w 16"/>
                      <a:gd name="T17" fmla="*/ 0 h 7"/>
                      <a:gd name="T18" fmla="*/ 1 w 16"/>
                      <a:gd name="T19" fmla="*/ 0 h 7"/>
                      <a:gd name="T20" fmla="*/ 1 w 16"/>
                      <a:gd name="T21" fmla="*/ 0 h 7"/>
                      <a:gd name="T22" fmla="*/ 1 w 16"/>
                      <a:gd name="T23" fmla="*/ 0 h 7"/>
                      <a:gd name="T24" fmla="*/ 1 w 16"/>
                      <a:gd name="T25" fmla="*/ 0 h 7"/>
                      <a:gd name="T26" fmla="*/ 1 w 16"/>
                      <a:gd name="T27" fmla="*/ 0 h 7"/>
                      <a:gd name="T28" fmla="*/ 1 w 16"/>
                      <a:gd name="T29" fmla="*/ 0 h 7"/>
                      <a:gd name="T30" fmla="*/ 0 w 16"/>
                      <a:gd name="T31" fmla="*/ 0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7"/>
                      <a:gd name="T50" fmla="*/ 16 w 16"/>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7">
                        <a:moveTo>
                          <a:pt x="0" y="3"/>
                        </a:moveTo>
                        <a:lnTo>
                          <a:pt x="1" y="3"/>
                        </a:lnTo>
                        <a:lnTo>
                          <a:pt x="4" y="4"/>
                        </a:lnTo>
                        <a:lnTo>
                          <a:pt x="6" y="5"/>
                        </a:lnTo>
                        <a:lnTo>
                          <a:pt x="7" y="5"/>
                        </a:lnTo>
                        <a:lnTo>
                          <a:pt x="10" y="7"/>
                        </a:lnTo>
                        <a:lnTo>
                          <a:pt x="13" y="7"/>
                        </a:lnTo>
                        <a:lnTo>
                          <a:pt x="16" y="5"/>
                        </a:lnTo>
                        <a:lnTo>
                          <a:pt x="16" y="3"/>
                        </a:lnTo>
                        <a:lnTo>
                          <a:pt x="13" y="4"/>
                        </a:lnTo>
                        <a:lnTo>
                          <a:pt x="10" y="4"/>
                        </a:lnTo>
                        <a:lnTo>
                          <a:pt x="8" y="3"/>
                        </a:lnTo>
                        <a:lnTo>
                          <a:pt x="5" y="3"/>
                        </a:lnTo>
                        <a:lnTo>
                          <a:pt x="2" y="2"/>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8" name="Freeform 513"/>
                  <p:cNvSpPr>
                    <a:spLocks/>
                  </p:cNvSpPr>
                  <p:nvPr/>
                </p:nvSpPr>
                <p:spPr bwMode="auto">
                  <a:xfrm>
                    <a:off x="4366" y="3587"/>
                    <a:ext cx="12" cy="51"/>
                  </a:xfrm>
                  <a:custGeom>
                    <a:avLst/>
                    <a:gdLst>
                      <a:gd name="T0" fmla="*/ 1 w 23"/>
                      <a:gd name="T1" fmla="*/ 0 h 102"/>
                      <a:gd name="T2" fmla="*/ 1 w 23"/>
                      <a:gd name="T3" fmla="*/ 1 h 102"/>
                      <a:gd name="T4" fmla="*/ 0 w 23"/>
                      <a:gd name="T5" fmla="*/ 1 h 102"/>
                      <a:gd name="T6" fmla="*/ 0 w 23"/>
                      <a:gd name="T7" fmla="*/ 2 h 102"/>
                      <a:gd name="T8" fmla="*/ 1 w 23"/>
                      <a:gd name="T9" fmla="*/ 3 h 102"/>
                      <a:gd name="T10" fmla="*/ 1 w 23"/>
                      <a:gd name="T11" fmla="*/ 3 h 102"/>
                      <a:gd name="T12" fmla="*/ 1 w 23"/>
                      <a:gd name="T13" fmla="*/ 3 h 102"/>
                      <a:gd name="T14" fmla="*/ 1 w 23"/>
                      <a:gd name="T15" fmla="*/ 4 h 102"/>
                      <a:gd name="T16" fmla="*/ 1 w 23"/>
                      <a:gd name="T17" fmla="*/ 4 h 102"/>
                      <a:gd name="T18" fmla="*/ 1 w 23"/>
                      <a:gd name="T19" fmla="*/ 3 h 102"/>
                      <a:gd name="T20" fmla="*/ 1 w 23"/>
                      <a:gd name="T21" fmla="*/ 3 h 102"/>
                      <a:gd name="T22" fmla="*/ 1 w 23"/>
                      <a:gd name="T23" fmla="*/ 3 h 102"/>
                      <a:gd name="T24" fmla="*/ 1 w 23"/>
                      <a:gd name="T25" fmla="*/ 2 h 102"/>
                      <a:gd name="T26" fmla="*/ 1 w 23"/>
                      <a:gd name="T27" fmla="*/ 1 h 102"/>
                      <a:gd name="T28" fmla="*/ 1 w 23"/>
                      <a:gd name="T29" fmla="*/ 1 h 102"/>
                      <a:gd name="T30" fmla="*/ 1 w 23"/>
                      <a:gd name="T31" fmla="*/ 0 h 102"/>
                      <a:gd name="T32" fmla="*/ 1 w 23"/>
                      <a:gd name="T33" fmla="*/ 0 h 1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102"/>
                      <a:gd name="T53" fmla="*/ 23 w 23"/>
                      <a:gd name="T54" fmla="*/ 102 h 1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102">
                        <a:moveTo>
                          <a:pt x="2" y="0"/>
                        </a:moveTo>
                        <a:lnTo>
                          <a:pt x="1" y="13"/>
                        </a:lnTo>
                        <a:lnTo>
                          <a:pt x="0" y="27"/>
                        </a:lnTo>
                        <a:lnTo>
                          <a:pt x="0" y="54"/>
                        </a:lnTo>
                        <a:lnTo>
                          <a:pt x="2" y="66"/>
                        </a:lnTo>
                        <a:lnTo>
                          <a:pt x="6" y="79"/>
                        </a:lnTo>
                        <a:lnTo>
                          <a:pt x="12" y="91"/>
                        </a:lnTo>
                        <a:lnTo>
                          <a:pt x="22" y="102"/>
                        </a:lnTo>
                        <a:lnTo>
                          <a:pt x="23" y="99"/>
                        </a:lnTo>
                        <a:lnTo>
                          <a:pt x="14" y="90"/>
                        </a:lnTo>
                        <a:lnTo>
                          <a:pt x="8" y="79"/>
                        </a:lnTo>
                        <a:lnTo>
                          <a:pt x="5" y="66"/>
                        </a:lnTo>
                        <a:lnTo>
                          <a:pt x="2" y="54"/>
                        </a:lnTo>
                        <a:lnTo>
                          <a:pt x="2" y="27"/>
                        </a:lnTo>
                        <a:lnTo>
                          <a:pt x="3" y="13"/>
                        </a:lnTo>
                        <a:lnTo>
                          <a:pt x="5"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99" name="Freeform 514"/>
                  <p:cNvSpPr>
                    <a:spLocks/>
                  </p:cNvSpPr>
                  <p:nvPr/>
                </p:nvSpPr>
                <p:spPr bwMode="auto">
                  <a:xfrm>
                    <a:off x="4368" y="3573"/>
                    <a:ext cx="12" cy="14"/>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w 25"/>
                      <a:gd name="T11" fmla="*/ 0 h 29"/>
                      <a:gd name="T12" fmla="*/ 0 w 25"/>
                      <a:gd name="T13" fmla="*/ 0 h 29"/>
                      <a:gd name="T14" fmla="*/ 0 w 25"/>
                      <a:gd name="T15" fmla="*/ 0 h 29"/>
                      <a:gd name="T16" fmla="*/ 0 w 25"/>
                      <a:gd name="T17" fmla="*/ 0 h 29"/>
                      <a:gd name="T18" fmla="*/ 0 w 25"/>
                      <a:gd name="T19" fmla="*/ 0 h 29"/>
                      <a:gd name="T20" fmla="*/ 0 w 25"/>
                      <a:gd name="T21" fmla="*/ 0 h 29"/>
                      <a:gd name="T22" fmla="*/ 0 w 25"/>
                      <a:gd name="T23" fmla="*/ 0 h 29"/>
                      <a:gd name="T24" fmla="*/ 0 w 25"/>
                      <a:gd name="T25" fmla="*/ 0 h 29"/>
                      <a:gd name="T26" fmla="*/ 0 w 25"/>
                      <a:gd name="T27" fmla="*/ 0 h 29"/>
                      <a:gd name="T28" fmla="*/ 0 w 25"/>
                      <a:gd name="T29" fmla="*/ 0 h 29"/>
                      <a:gd name="T30" fmla="*/ 0 w 25"/>
                      <a:gd name="T31" fmla="*/ 0 h 29"/>
                      <a:gd name="T32" fmla="*/ 0 w 25"/>
                      <a:gd name="T33" fmla="*/ 0 h 29"/>
                      <a:gd name="T34" fmla="*/ 0 w 25"/>
                      <a:gd name="T35" fmla="*/ 0 h 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9"/>
                      <a:gd name="T56" fmla="*/ 25 w 25"/>
                      <a:gd name="T57" fmla="*/ 29 h 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9">
                        <a:moveTo>
                          <a:pt x="25" y="0"/>
                        </a:moveTo>
                        <a:lnTo>
                          <a:pt x="20" y="1"/>
                        </a:lnTo>
                        <a:lnTo>
                          <a:pt x="16" y="4"/>
                        </a:lnTo>
                        <a:lnTo>
                          <a:pt x="9" y="11"/>
                        </a:lnTo>
                        <a:lnTo>
                          <a:pt x="6" y="15"/>
                        </a:lnTo>
                        <a:lnTo>
                          <a:pt x="4" y="19"/>
                        </a:lnTo>
                        <a:lnTo>
                          <a:pt x="3" y="24"/>
                        </a:lnTo>
                        <a:lnTo>
                          <a:pt x="0" y="29"/>
                        </a:lnTo>
                        <a:lnTo>
                          <a:pt x="3" y="29"/>
                        </a:lnTo>
                        <a:lnTo>
                          <a:pt x="5" y="25"/>
                        </a:lnTo>
                        <a:lnTo>
                          <a:pt x="6" y="20"/>
                        </a:lnTo>
                        <a:lnTo>
                          <a:pt x="9" y="16"/>
                        </a:lnTo>
                        <a:lnTo>
                          <a:pt x="11" y="13"/>
                        </a:lnTo>
                        <a:lnTo>
                          <a:pt x="14" y="9"/>
                        </a:lnTo>
                        <a:lnTo>
                          <a:pt x="17" y="6"/>
                        </a:lnTo>
                        <a:lnTo>
                          <a:pt x="21" y="4"/>
                        </a:lnTo>
                        <a:lnTo>
                          <a:pt x="25" y="3"/>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0" name="Freeform 515"/>
                  <p:cNvSpPr>
                    <a:spLocks/>
                  </p:cNvSpPr>
                  <p:nvPr/>
                </p:nvSpPr>
                <p:spPr bwMode="auto">
                  <a:xfrm>
                    <a:off x="4380" y="3573"/>
                    <a:ext cx="14" cy="10"/>
                  </a:xfrm>
                  <a:custGeom>
                    <a:avLst/>
                    <a:gdLst>
                      <a:gd name="T0" fmla="*/ 1 w 28"/>
                      <a:gd name="T1" fmla="*/ 1 h 20"/>
                      <a:gd name="T2" fmla="*/ 1 w 28"/>
                      <a:gd name="T3" fmla="*/ 1 h 20"/>
                      <a:gd name="T4" fmla="*/ 1 w 28"/>
                      <a:gd name="T5" fmla="*/ 1 h 20"/>
                      <a:gd name="T6" fmla="*/ 1 w 28"/>
                      <a:gd name="T7" fmla="*/ 1 h 20"/>
                      <a:gd name="T8" fmla="*/ 1 w 28"/>
                      <a:gd name="T9" fmla="*/ 1 h 20"/>
                      <a:gd name="T10" fmla="*/ 1 w 28"/>
                      <a:gd name="T11" fmla="*/ 1 h 20"/>
                      <a:gd name="T12" fmla="*/ 1 w 28"/>
                      <a:gd name="T13" fmla="*/ 1 h 20"/>
                      <a:gd name="T14" fmla="*/ 1 w 28"/>
                      <a:gd name="T15" fmla="*/ 1 h 20"/>
                      <a:gd name="T16" fmla="*/ 0 w 28"/>
                      <a:gd name="T17" fmla="*/ 0 h 20"/>
                      <a:gd name="T18" fmla="*/ 0 w 28"/>
                      <a:gd name="T19" fmla="*/ 1 h 20"/>
                      <a:gd name="T20" fmla="*/ 1 w 28"/>
                      <a:gd name="T21" fmla="*/ 1 h 20"/>
                      <a:gd name="T22" fmla="*/ 1 w 28"/>
                      <a:gd name="T23" fmla="*/ 1 h 20"/>
                      <a:gd name="T24" fmla="*/ 1 w 28"/>
                      <a:gd name="T25" fmla="*/ 1 h 20"/>
                      <a:gd name="T26" fmla="*/ 1 w 28"/>
                      <a:gd name="T27" fmla="*/ 1 h 20"/>
                      <a:gd name="T28" fmla="*/ 1 w 28"/>
                      <a:gd name="T29" fmla="*/ 1 h 20"/>
                      <a:gd name="T30" fmla="*/ 1 w 28"/>
                      <a:gd name="T31" fmla="*/ 1 h 20"/>
                      <a:gd name="T32" fmla="*/ 1 w 28"/>
                      <a:gd name="T33" fmla="*/ 1 h 20"/>
                      <a:gd name="T34" fmla="*/ 1 w 28"/>
                      <a:gd name="T35" fmla="*/ 1 h 20"/>
                      <a:gd name="T36" fmla="*/ 1 w 28"/>
                      <a:gd name="T37" fmla="*/ 1 h 20"/>
                      <a:gd name="T38" fmla="*/ 1 w 28"/>
                      <a:gd name="T39" fmla="*/ 1 h 20"/>
                      <a:gd name="T40" fmla="*/ 1 w 28"/>
                      <a:gd name="T41" fmla="*/ 1 h 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20"/>
                      <a:gd name="T65" fmla="*/ 28 w 28"/>
                      <a:gd name="T66" fmla="*/ 20 h 2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20">
                        <a:moveTo>
                          <a:pt x="28" y="20"/>
                        </a:moveTo>
                        <a:lnTo>
                          <a:pt x="28" y="19"/>
                        </a:lnTo>
                        <a:lnTo>
                          <a:pt x="26" y="15"/>
                        </a:lnTo>
                        <a:lnTo>
                          <a:pt x="20" y="9"/>
                        </a:lnTo>
                        <a:lnTo>
                          <a:pt x="16" y="6"/>
                        </a:lnTo>
                        <a:lnTo>
                          <a:pt x="12" y="4"/>
                        </a:lnTo>
                        <a:lnTo>
                          <a:pt x="8" y="1"/>
                        </a:lnTo>
                        <a:lnTo>
                          <a:pt x="3" y="1"/>
                        </a:lnTo>
                        <a:lnTo>
                          <a:pt x="0" y="0"/>
                        </a:lnTo>
                        <a:lnTo>
                          <a:pt x="0" y="3"/>
                        </a:lnTo>
                        <a:lnTo>
                          <a:pt x="3" y="3"/>
                        </a:lnTo>
                        <a:lnTo>
                          <a:pt x="7" y="4"/>
                        </a:lnTo>
                        <a:lnTo>
                          <a:pt x="11" y="6"/>
                        </a:lnTo>
                        <a:lnTo>
                          <a:pt x="15" y="9"/>
                        </a:lnTo>
                        <a:lnTo>
                          <a:pt x="18" y="11"/>
                        </a:lnTo>
                        <a:lnTo>
                          <a:pt x="21" y="14"/>
                        </a:lnTo>
                        <a:lnTo>
                          <a:pt x="23" y="18"/>
                        </a:lnTo>
                        <a:lnTo>
                          <a:pt x="27" y="20"/>
                        </a:lnTo>
                        <a:lnTo>
                          <a:pt x="28" y="20"/>
                        </a:lnTo>
                        <a:lnTo>
                          <a:pt x="28" y="19"/>
                        </a:lnTo>
                        <a:lnTo>
                          <a:pt x="2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1" name="Freeform 516"/>
                  <p:cNvSpPr>
                    <a:spLocks/>
                  </p:cNvSpPr>
                  <p:nvPr/>
                </p:nvSpPr>
                <p:spPr bwMode="auto">
                  <a:xfrm>
                    <a:off x="4369" y="3576"/>
                    <a:ext cx="28" cy="62"/>
                  </a:xfrm>
                  <a:custGeom>
                    <a:avLst/>
                    <a:gdLst>
                      <a:gd name="T0" fmla="*/ 2 w 55"/>
                      <a:gd name="T1" fmla="*/ 1 h 124"/>
                      <a:gd name="T2" fmla="*/ 2 w 55"/>
                      <a:gd name="T3" fmla="*/ 1 h 124"/>
                      <a:gd name="T4" fmla="*/ 2 w 55"/>
                      <a:gd name="T5" fmla="*/ 1 h 124"/>
                      <a:gd name="T6" fmla="*/ 2 w 55"/>
                      <a:gd name="T7" fmla="*/ 1 h 124"/>
                      <a:gd name="T8" fmla="*/ 2 w 55"/>
                      <a:gd name="T9" fmla="*/ 1 h 124"/>
                      <a:gd name="T10" fmla="*/ 2 w 55"/>
                      <a:gd name="T11" fmla="*/ 2 h 124"/>
                      <a:gd name="T12" fmla="*/ 2 w 55"/>
                      <a:gd name="T13" fmla="*/ 2 h 124"/>
                      <a:gd name="T14" fmla="*/ 2 w 55"/>
                      <a:gd name="T15" fmla="*/ 2 h 124"/>
                      <a:gd name="T16" fmla="*/ 2 w 55"/>
                      <a:gd name="T17" fmla="*/ 3 h 124"/>
                      <a:gd name="T18" fmla="*/ 2 w 55"/>
                      <a:gd name="T19" fmla="*/ 3 h 124"/>
                      <a:gd name="T20" fmla="*/ 2 w 55"/>
                      <a:gd name="T21" fmla="*/ 3 h 124"/>
                      <a:gd name="T22" fmla="*/ 2 w 55"/>
                      <a:gd name="T23" fmla="*/ 4 h 124"/>
                      <a:gd name="T24" fmla="*/ 2 w 55"/>
                      <a:gd name="T25" fmla="*/ 4 h 124"/>
                      <a:gd name="T26" fmla="*/ 2 w 55"/>
                      <a:gd name="T27" fmla="*/ 4 h 124"/>
                      <a:gd name="T28" fmla="*/ 2 w 55"/>
                      <a:gd name="T29" fmla="*/ 4 h 124"/>
                      <a:gd name="T30" fmla="*/ 1 w 55"/>
                      <a:gd name="T31" fmla="*/ 4 h 124"/>
                      <a:gd name="T32" fmla="*/ 1 w 55"/>
                      <a:gd name="T33" fmla="*/ 4 h 124"/>
                      <a:gd name="T34" fmla="*/ 1 w 55"/>
                      <a:gd name="T35" fmla="*/ 4 h 124"/>
                      <a:gd name="T36" fmla="*/ 1 w 55"/>
                      <a:gd name="T37" fmla="*/ 4 h 124"/>
                      <a:gd name="T38" fmla="*/ 1 w 55"/>
                      <a:gd name="T39" fmla="*/ 4 h 124"/>
                      <a:gd name="T40" fmla="*/ 1 w 55"/>
                      <a:gd name="T41" fmla="*/ 4 h 124"/>
                      <a:gd name="T42" fmla="*/ 1 w 55"/>
                      <a:gd name="T43" fmla="*/ 4 h 124"/>
                      <a:gd name="T44" fmla="*/ 1 w 55"/>
                      <a:gd name="T45" fmla="*/ 3 h 124"/>
                      <a:gd name="T46" fmla="*/ 1 w 55"/>
                      <a:gd name="T47" fmla="*/ 3 h 124"/>
                      <a:gd name="T48" fmla="*/ 0 w 55"/>
                      <a:gd name="T49" fmla="*/ 3 h 124"/>
                      <a:gd name="T50" fmla="*/ 0 w 55"/>
                      <a:gd name="T51" fmla="*/ 2 h 124"/>
                      <a:gd name="T52" fmla="*/ 1 w 55"/>
                      <a:gd name="T53" fmla="*/ 2 h 124"/>
                      <a:gd name="T54" fmla="*/ 1 w 55"/>
                      <a:gd name="T55" fmla="*/ 1 h 124"/>
                      <a:gd name="T56" fmla="*/ 1 w 55"/>
                      <a:gd name="T57" fmla="*/ 1 h 124"/>
                      <a:gd name="T58" fmla="*/ 1 w 55"/>
                      <a:gd name="T59" fmla="*/ 1 h 124"/>
                      <a:gd name="T60" fmla="*/ 1 w 55"/>
                      <a:gd name="T61" fmla="*/ 1 h 124"/>
                      <a:gd name="T62" fmla="*/ 1 w 55"/>
                      <a:gd name="T63" fmla="*/ 1 h 124"/>
                      <a:gd name="T64" fmla="*/ 1 w 55"/>
                      <a:gd name="T65" fmla="*/ 1 h 124"/>
                      <a:gd name="T66" fmla="*/ 1 w 55"/>
                      <a:gd name="T67" fmla="*/ 0 h 124"/>
                      <a:gd name="T68" fmla="*/ 1 w 55"/>
                      <a:gd name="T69" fmla="*/ 0 h 124"/>
                      <a:gd name="T70" fmla="*/ 1 w 55"/>
                      <a:gd name="T71" fmla="*/ 1 h 124"/>
                      <a:gd name="T72" fmla="*/ 1 w 55"/>
                      <a:gd name="T73" fmla="*/ 1 h 124"/>
                      <a:gd name="T74" fmla="*/ 1 w 55"/>
                      <a:gd name="T75" fmla="*/ 1 h 124"/>
                      <a:gd name="T76" fmla="*/ 2 w 55"/>
                      <a:gd name="T77" fmla="*/ 1 h 124"/>
                      <a:gd name="T78" fmla="*/ 2 w 55"/>
                      <a:gd name="T79" fmla="*/ 1 h 124"/>
                      <a:gd name="T80" fmla="*/ 2 w 55"/>
                      <a:gd name="T81" fmla="*/ 1 h 124"/>
                      <a:gd name="T82" fmla="*/ 2 w 55"/>
                      <a:gd name="T83" fmla="*/ 1 h 1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5"/>
                      <a:gd name="T127" fmla="*/ 0 h 124"/>
                      <a:gd name="T128" fmla="*/ 55 w 55"/>
                      <a:gd name="T129" fmla="*/ 124 h 12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5" h="124">
                        <a:moveTo>
                          <a:pt x="41" y="9"/>
                        </a:moveTo>
                        <a:lnTo>
                          <a:pt x="43" y="15"/>
                        </a:lnTo>
                        <a:lnTo>
                          <a:pt x="45" y="21"/>
                        </a:lnTo>
                        <a:lnTo>
                          <a:pt x="49" y="26"/>
                        </a:lnTo>
                        <a:lnTo>
                          <a:pt x="50" y="32"/>
                        </a:lnTo>
                        <a:lnTo>
                          <a:pt x="53" y="39"/>
                        </a:lnTo>
                        <a:lnTo>
                          <a:pt x="54" y="45"/>
                        </a:lnTo>
                        <a:lnTo>
                          <a:pt x="55" y="51"/>
                        </a:lnTo>
                        <a:lnTo>
                          <a:pt x="55" y="76"/>
                        </a:lnTo>
                        <a:lnTo>
                          <a:pt x="54" y="84"/>
                        </a:lnTo>
                        <a:lnTo>
                          <a:pt x="53" y="93"/>
                        </a:lnTo>
                        <a:lnTo>
                          <a:pt x="50" y="102"/>
                        </a:lnTo>
                        <a:lnTo>
                          <a:pt x="47" y="109"/>
                        </a:lnTo>
                        <a:lnTo>
                          <a:pt x="42" y="115"/>
                        </a:lnTo>
                        <a:lnTo>
                          <a:pt x="34" y="122"/>
                        </a:lnTo>
                        <a:lnTo>
                          <a:pt x="29" y="122"/>
                        </a:lnTo>
                        <a:lnTo>
                          <a:pt x="28" y="124"/>
                        </a:lnTo>
                        <a:lnTo>
                          <a:pt x="26" y="122"/>
                        </a:lnTo>
                        <a:lnTo>
                          <a:pt x="22" y="122"/>
                        </a:lnTo>
                        <a:lnTo>
                          <a:pt x="21" y="121"/>
                        </a:lnTo>
                        <a:lnTo>
                          <a:pt x="13" y="111"/>
                        </a:lnTo>
                        <a:lnTo>
                          <a:pt x="7" y="103"/>
                        </a:lnTo>
                        <a:lnTo>
                          <a:pt x="4" y="92"/>
                        </a:lnTo>
                        <a:lnTo>
                          <a:pt x="1" y="81"/>
                        </a:lnTo>
                        <a:lnTo>
                          <a:pt x="0" y="69"/>
                        </a:lnTo>
                        <a:lnTo>
                          <a:pt x="0" y="46"/>
                        </a:lnTo>
                        <a:lnTo>
                          <a:pt x="1" y="35"/>
                        </a:lnTo>
                        <a:lnTo>
                          <a:pt x="2" y="30"/>
                        </a:lnTo>
                        <a:lnTo>
                          <a:pt x="2" y="25"/>
                        </a:lnTo>
                        <a:lnTo>
                          <a:pt x="5" y="20"/>
                        </a:lnTo>
                        <a:lnTo>
                          <a:pt x="6" y="15"/>
                        </a:lnTo>
                        <a:lnTo>
                          <a:pt x="8" y="10"/>
                        </a:lnTo>
                        <a:lnTo>
                          <a:pt x="16" y="3"/>
                        </a:lnTo>
                        <a:lnTo>
                          <a:pt x="21" y="0"/>
                        </a:lnTo>
                        <a:lnTo>
                          <a:pt x="23" y="0"/>
                        </a:lnTo>
                        <a:lnTo>
                          <a:pt x="27" y="2"/>
                        </a:lnTo>
                        <a:lnTo>
                          <a:pt x="29" y="3"/>
                        </a:lnTo>
                        <a:lnTo>
                          <a:pt x="31" y="4"/>
                        </a:lnTo>
                        <a:lnTo>
                          <a:pt x="33" y="5"/>
                        </a:lnTo>
                        <a:lnTo>
                          <a:pt x="36" y="7"/>
                        </a:lnTo>
                        <a:lnTo>
                          <a:pt x="38" y="9"/>
                        </a:lnTo>
                        <a:lnTo>
                          <a:pt x="41"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2" name="Freeform 517"/>
                  <p:cNvSpPr>
                    <a:spLocks/>
                  </p:cNvSpPr>
                  <p:nvPr/>
                </p:nvSpPr>
                <p:spPr bwMode="auto">
                  <a:xfrm>
                    <a:off x="4389" y="3581"/>
                    <a:ext cx="9" cy="24"/>
                  </a:xfrm>
                  <a:custGeom>
                    <a:avLst/>
                    <a:gdLst>
                      <a:gd name="T0" fmla="*/ 1 w 18"/>
                      <a:gd name="T1" fmla="*/ 2 h 48"/>
                      <a:gd name="T2" fmla="*/ 1 w 18"/>
                      <a:gd name="T3" fmla="*/ 2 h 48"/>
                      <a:gd name="T4" fmla="*/ 1 w 18"/>
                      <a:gd name="T5" fmla="*/ 2 h 48"/>
                      <a:gd name="T6" fmla="*/ 1 w 18"/>
                      <a:gd name="T7" fmla="*/ 1 h 48"/>
                      <a:gd name="T8" fmla="*/ 1 w 18"/>
                      <a:gd name="T9" fmla="*/ 1 h 48"/>
                      <a:gd name="T10" fmla="*/ 1 w 18"/>
                      <a:gd name="T11" fmla="*/ 1 h 48"/>
                      <a:gd name="T12" fmla="*/ 1 w 18"/>
                      <a:gd name="T13" fmla="*/ 1 h 48"/>
                      <a:gd name="T14" fmla="*/ 1 w 18"/>
                      <a:gd name="T15" fmla="*/ 1 h 48"/>
                      <a:gd name="T16" fmla="*/ 1 w 18"/>
                      <a:gd name="T17" fmla="*/ 0 h 48"/>
                      <a:gd name="T18" fmla="*/ 0 w 18"/>
                      <a:gd name="T19" fmla="*/ 1 h 48"/>
                      <a:gd name="T20" fmla="*/ 1 w 18"/>
                      <a:gd name="T21" fmla="*/ 1 h 48"/>
                      <a:gd name="T22" fmla="*/ 1 w 18"/>
                      <a:gd name="T23" fmla="*/ 1 h 48"/>
                      <a:gd name="T24" fmla="*/ 1 w 18"/>
                      <a:gd name="T25" fmla="*/ 1 h 48"/>
                      <a:gd name="T26" fmla="*/ 1 w 18"/>
                      <a:gd name="T27" fmla="*/ 1 h 48"/>
                      <a:gd name="T28" fmla="*/ 1 w 18"/>
                      <a:gd name="T29" fmla="*/ 1 h 48"/>
                      <a:gd name="T30" fmla="*/ 1 w 18"/>
                      <a:gd name="T31" fmla="*/ 2 h 48"/>
                      <a:gd name="T32" fmla="*/ 1 w 18"/>
                      <a:gd name="T33" fmla="*/ 2 h 48"/>
                      <a:gd name="T34" fmla="*/ 1 w 18"/>
                      <a:gd name="T35" fmla="*/ 2 h 48"/>
                      <a:gd name="T36" fmla="*/ 1 w 18"/>
                      <a:gd name="T37" fmla="*/ 2 h 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48"/>
                      <a:gd name="T59" fmla="*/ 18 w 18"/>
                      <a:gd name="T60" fmla="*/ 48 h 4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48">
                        <a:moveTo>
                          <a:pt x="18" y="48"/>
                        </a:moveTo>
                        <a:lnTo>
                          <a:pt x="18" y="42"/>
                        </a:lnTo>
                        <a:lnTo>
                          <a:pt x="16" y="36"/>
                        </a:lnTo>
                        <a:lnTo>
                          <a:pt x="15" y="30"/>
                        </a:lnTo>
                        <a:lnTo>
                          <a:pt x="13" y="23"/>
                        </a:lnTo>
                        <a:lnTo>
                          <a:pt x="10" y="17"/>
                        </a:lnTo>
                        <a:lnTo>
                          <a:pt x="8" y="11"/>
                        </a:lnTo>
                        <a:lnTo>
                          <a:pt x="5" y="6"/>
                        </a:lnTo>
                        <a:lnTo>
                          <a:pt x="3" y="0"/>
                        </a:lnTo>
                        <a:lnTo>
                          <a:pt x="0" y="1"/>
                        </a:lnTo>
                        <a:lnTo>
                          <a:pt x="3" y="7"/>
                        </a:lnTo>
                        <a:lnTo>
                          <a:pt x="5" y="12"/>
                        </a:lnTo>
                        <a:lnTo>
                          <a:pt x="9" y="19"/>
                        </a:lnTo>
                        <a:lnTo>
                          <a:pt x="10" y="23"/>
                        </a:lnTo>
                        <a:lnTo>
                          <a:pt x="13" y="30"/>
                        </a:lnTo>
                        <a:lnTo>
                          <a:pt x="14" y="36"/>
                        </a:lnTo>
                        <a:lnTo>
                          <a:pt x="15" y="42"/>
                        </a:lnTo>
                        <a:lnTo>
                          <a:pt x="15" y="48"/>
                        </a:lnTo>
                        <a:lnTo>
                          <a:pt x="18"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3" name="Freeform 518"/>
                  <p:cNvSpPr>
                    <a:spLocks/>
                  </p:cNvSpPr>
                  <p:nvPr/>
                </p:nvSpPr>
                <p:spPr bwMode="auto">
                  <a:xfrm>
                    <a:off x="4387" y="3605"/>
                    <a:ext cx="11" cy="32"/>
                  </a:xfrm>
                  <a:custGeom>
                    <a:avLst/>
                    <a:gdLst>
                      <a:gd name="T0" fmla="*/ 0 w 21"/>
                      <a:gd name="T1" fmla="*/ 2 h 65"/>
                      <a:gd name="T2" fmla="*/ 1 w 21"/>
                      <a:gd name="T3" fmla="*/ 2 h 65"/>
                      <a:gd name="T4" fmla="*/ 1 w 21"/>
                      <a:gd name="T5" fmla="*/ 1 h 65"/>
                      <a:gd name="T6" fmla="*/ 1 w 21"/>
                      <a:gd name="T7" fmla="*/ 1 h 65"/>
                      <a:gd name="T8" fmla="*/ 1 w 21"/>
                      <a:gd name="T9" fmla="*/ 1 h 65"/>
                      <a:gd name="T10" fmla="*/ 1 w 21"/>
                      <a:gd name="T11" fmla="*/ 1 h 65"/>
                      <a:gd name="T12" fmla="*/ 1 w 21"/>
                      <a:gd name="T13" fmla="*/ 0 h 65"/>
                      <a:gd name="T14" fmla="*/ 1 w 21"/>
                      <a:gd name="T15" fmla="*/ 0 h 65"/>
                      <a:gd name="T16" fmla="*/ 1 w 21"/>
                      <a:gd name="T17" fmla="*/ 0 h 65"/>
                      <a:gd name="T18" fmla="*/ 1 w 21"/>
                      <a:gd name="T19" fmla="*/ 0 h 65"/>
                      <a:gd name="T20" fmla="*/ 1 w 21"/>
                      <a:gd name="T21" fmla="*/ 0 h 65"/>
                      <a:gd name="T22" fmla="*/ 1 w 21"/>
                      <a:gd name="T23" fmla="*/ 0 h 65"/>
                      <a:gd name="T24" fmla="*/ 1 w 21"/>
                      <a:gd name="T25" fmla="*/ 1 h 65"/>
                      <a:gd name="T26" fmla="*/ 1 w 21"/>
                      <a:gd name="T27" fmla="*/ 1 h 65"/>
                      <a:gd name="T28" fmla="*/ 1 w 21"/>
                      <a:gd name="T29" fmla="*/ 1 h 65"/>
                      <a:gd name="T30" fmla="*/ 1 w 21"/>
                      <a:gd name="T31" fmla="*/ 1 h 65"/>
                      <a:gd name="T32" fmla="*/ 0 w 21"/>
                      <a:gd name="T33" fmla="*/ 1 h 65"/>
                      <a:gd name="T34" fmla="*/ 0 w 21"/>
                      <a:gd name="T35" fmla="*/ 2 h 65"/>
                      <a:gd name="T36" fmla="*/ 1 w 21"/>
                      <a:gd name="T37" fmla="*/ 2 h 65"/>
                      <a:gd name="T38" fmla="*/ 0 w 21"/>
                      <a:gd name="T39" fmla="*/ 2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
                      <a:gd name="T61" fmla="*/ 0 h 65"/>
                      <a:gd name="T62" fmla="*/ 21 w 21"/>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 h="65">
                        <a:moveTo>
                          <a:pt x="0" y="65"/>
                        </a:moveTo>
                        <a:lnTo>
                          <a:pt x="1" y="65"/>
                        </a:lnTo>
                        <a:lnTo>
                          <a:pt x="7" y="59"/>
                        </a:lnTo>
                        <a:lnTo>
                          <a:pt x="12" y="52"/>
                        </a:lnTo>
                        <a:lnTo>
                          <a:pt x="16" y="45"/>
                        </a:lnTo>
                        <a:lnTo>
                          <a:pt x="18" y="36"/>
                        </a:lnTo>
                        <a:lnTo>
                          <a:pt x="19" y="27"/>
                        </a:lnTo>
                        <a:lnTo>
                          <a:pt x="21" y="19"/>
                        </a:lnTo>
                        <a:lnTo>
                          <a:pt x="21" y="0"/>
                        </a:lnTo>
                        <a:lnTo>
                          <a:pt x="18" y="0"/>
                        </a:lnTo>
                        <a:lnTo>
                          <a:pt x="18" y="19"/>
                        </a:lnTo>
                        <a:lnTo>
                          <a:pt x="17" y="27"/>
                        </a:lnTo>
                        <a:lnTo>
                          <a:pt x="16" y="36"/>
                        </a:lnTo>
                        <a:lnTo>
                          <a:pt x="13" y="43"/>
                        </a:lnTo>
                        <a:lnTo>
                          <a:pt x="9" y="51"/>
                        </a:lnTo>
                        <a:lnTo>
                          <a:pt x="5" y="58"/>
                        </a:lnTo>
                        <a:lnTo>
                          <a:pt x="0" y="63"/>
                        </a:lnTo>
                        <a:lnTo>
                          <a:pt x="0" y="65"/>
                        </a:lnTo>
                        <a:lnTo>
                          <a:pt x="1" y="65"/>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4" name="Freeform 519"/>
                  <p:cNvSpPr>
                    <a:spLocks/>
                  </p:cNvSpPr>
                  <p:nvPr/>
                </p:nvSpPr>
                <p:spPr bwMode="auto">
                  <a:xfrm>
                    <a:off x="4379" y="3636"/>
                    <a:ext cx="8" cy="2"/>
                  </a:xfrm>
                  <a:custGeom>
                    <a:avLst/>
                    <a:gdLst>
                      <a:gd name="T0" fmla="*/ 0 w 16"/>
                      <a:gd name="T1" fmla="*/ 0 h 5"/>
                      <a:gd name="T2" fmla="*/ 1 w 16"/>
                      <a:gd name="T3" fmla="*/ 0 h 5"/>
                      <a:gd name="T4" fmla="*/ 1 w 16"/>
                      <a:gd name="T5" fmla="*/ 0 h 5"/>
                      <a:gd name="T6" fmla="*/ 1 w 16"/>
                      <a:gd name="T7" fmla="*/ 0 h 5"/>
                      <a:gd name="T8" fmla="*/ 1 w 16"/>
                      <a:gd name="T9" fmla="*/ 0 h 5"/>
                      <a:gd name="T10" fmla="*/ 1 w 16"/>
                      <a:gd name="T11" fmla="*/ 0 h 5"/>
                      <a:gd name="T12" fmla="*/ 1 w 16"/>
                      <a:gd name="T13" fmla="*/ 0 h 5"/>
                      <a:gd name="T14" fmla="*/ 1 w 16"/>
                      <a:gd name="T15" fmla="*/ 0 h 5"/>
                      <a:gd name="T16" fmla="*/ 1 w 16"/>
                      <a:gd name="T17" fmla="*/ 0 h 5"/>
                      <a:gd name="T18" fmla="*/ 1 w 16"/>
                      <a:gd name="T19" fmla="*/ 0 h 5"/>
                      <a:gd name="T20" fmla="*/ 1 w 16"/>
                      <a:gd name="T21" fmla="*/ 0 h 5"/>
                      <a:gd name="T22" fmla="*/ 0 w 16"/>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
                      <a:gd name="T37" fmla="*/ 0 h 5"/>
                      <a:gd name="T38" fmla="*/ 16 w 16"/>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 h="5">
                        <a:moveTo>
                          <a:pt x="0" y="1"/>
                        </a:moveTo>
                        <a:lnTo>
                          <a:pt x="2" y="4"/>
                        </a:lnTo>
                        <a:lnTo>
                          <a:pt x="6" y="4"/>
                        </a:lnTo>
                        <a:lnTo>
                          <a:pt x="8" y="5"/>
                        </a:lnTo>
                        <a:lnTo>
                          <a:pt x="11" y="4"/>
                        </a:lnTo>
                        <a:lnTo>
                          <a:pt x="14" y="4"/>
                        </a:lnTo>
                        <a:lnTo>
                          <a:pt x="16" y="2"/>
                        </a:lnTo>
                        <a:lnTo>
                          <a:pt x="16" y="0"/>
                        </a:lnTo>
                        <a:lnTo>
                          <a:pt x="13" y="1"/>
                        </a:lnTo>
                        <a:lnTo>
                          <a:pt x="3" y="1"/>
                        </a:lnTo>
                        <a:lnTo>
                          <a:pt x="2"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5" name="Freeform 520"/>
                  <p:cNvSpPr>
                    <a:spLocks/>
                  </p:cNvSpPr>
                  <p:nvPr/>
                </p:nvSpPr>
                <p:spPr bwMode="auto">
                  <a:xfrm>
                    <a:off x="4369" y="3593"/>
                    <a:ext cx="12" cy="44"/>
                  </a:xfrm>
                  <a:custGeom>
                    <a:avLst/>
                    <a:gdLst>
                      <a:gd name="T0" fmla="*/ 1 w 23"/>
                      <a:gd name="T1" fmla="*/ 0 h 86"/>
                      <a:gd name="T2" fmla="*/ 0 w 23"/>
                      <a:gd name="T3" fmla="*/ 1 h 86"/>
                      <a:gd name="T4" fmla="*/ 0 w 23"/>
                      <a:gd name="T5" fmla="*/ 2 h 86"/>
                      <a:gd name="T6" fmla="*/ 1 w 23"/>
                      <a:gd name="T7" fmla="*/ 2 h 86"/>
                      <a:gd name="T8" fmla="*/ 1 w 23"/>
                      <a:gd name="T9" fmla="*/ 2 h 86"/>
                      <a:gd name="T10" fmla="*/ 1 w 23"/>
                      <a:gd name="T11" fmla="*/ 3 h 86"/>
                      <a:gd name="T12" fmla="*/ 1 w 23"/>
                      <a:gd name="T13" fmla="*/ 3 h 86"/>
                      <a:gd name="T14" fmla="*/ 1 w 23"/>
                      <a:gd name="T15" fmla="*/ 3 h 86"/>
                      <a:gd name="T16" fmla="*/ 1 w 23"/>
                      <a:gd name="T17" fmla="*/ 3 h 86"/>
                      <a:gd name="T18" fmla="*/ 1 w 23"/>
                      <a:gd name="T19" fmla="*/ 3 h 86"/>
                      <a:gd name="T20" fmla="*/ 1 w 23"/>
                      <a:gd name="T21" fmla="*/ 3 h 86"/>
                      <a:gd name="T22" fmla="*/ 1 w 23"/>
                      <a:gd name="T23" fmla="*/ 2 h 86"/>
                      <a:gd name="T24" fmla="*/ 1 w 23"/>
                      <a:gd name="T25" fmla="*/ 2 h 86"/>
                      <a:gd name="T26" fmla="*/ 1 w 23"/>
                      <a:gd name="T27" fmla="*/ 2 h 86"/>
                      <a:gd name="T28" fmla="*/ 1 w 23"/>
                      <a:gd name="T29" fmla="*/ 1 h 86"/>
                      <a:gd name="T30" fmla="*/ 1 w 23"/>
                      <a:gd name="T31" fmla="*/ 0 h 86"/>
                      <a:gd name="T32" fmla="*/ 1 w 23"/>
                      <a:gd name="T33" fmla="*/ 0 h 8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86"/>
                      <a:gd name="T53" fmla="*/ 23 w 23"/>
                      <a:gd name="T54" fmla="*/ 86 h 8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86">
                        <a:moveTo>
                          <a:pt x="1" y="0"/>
                        </a:moveTo>
                        <a:lnTo>
                          <a:pt x="0" y="11"/>
                        </a:lnTo>
                        <a:lnTo>
                          <a:pt x="0" y="34"/>
                        </a:lnTo>
                        <a:lnTo>
                          <a:pt x="1" y="47"/>
                        </a:lnTo>
                        <a:lnTo>
                          <a:pt x="3" y="57"/>
                        </a:lnTo>
                        <a:lnTo>
                          <a:pt x="7" y="68"/>
                        </a:lnTo>
                        <a:lnTo>
                          <a:pt x="13" y="78"/>
                        </a:lnTo>
                        <a:lnTo>
                          <a:pt x="21" y="86"/>
                        </a:lnTo>
                        <a:lnTo>
                          <a:pt x="23" y="85"/>
                        </a:lnTo>
                        <a:lnTo>
                          <a:pt x="14" y="76"/>
                        </a:lnTo>
                        <a:lnTo>
                          <a:pt x="9" y="67"/>
                        </a:lnTo>
                        <a:lnTo>
                          <a:pt x="6" y="57"/>
                        </a:lnTo>
                        <a:lnTo>
                          <a:pt x="3" y="46"/>
                        </a:lnTo>
                        <a:lnTo>
                          <a:pt x="2" y="34"/>
                        </a:lnTo>
                        <a:lnTo>
                          <a:pt x="2" y="11"/>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6" name="Freeform 521"/>
                  <p:cNvSpPr>
                    <a:spLocks/>
                  </p:cNvSpPr>
                  <p:nvPr/>
                </p:nvSpPr>
                <p:spPr bwMode="auto">
                  <a:xfrm>
                    <a:off x="4369" y="3576"/>
                    <a:ext cx="11" cy="17"/>
                  </a:xfrm>
                  <a:custGeom>
                    <a:avLst/>
                    <a:gdLst>
                      <a:gd name="T0" fmla="*/ 1 w 21"/>
                      <a:gd name="T1" fmla="*/ 0 h 36"/>
                      <a:gd name="T2" fmla="*/ 1 w 21"/>
                      <a:gd name="T3" fmla="*/ 0 h 36"/>
                      <a:gd name="T4" fmla="*/ 1 w 21"/>
                      <a:gd name="T5" fmla="*/ 0 h 36"/>
                      <a:gd name="T6" fmla="*/ 1 w 21"/>
                      <a:gd name="T7" fmla="*/ 0 h 36"/>
                      <a:gd name="T8" fmla="*/ 1 w 21"/>
                      <a:gd name="T9" fmla="*/ 0 h 36"/>
                      <a:gd name="T10" fmla="*/ 1 w 21"/>
                      <a:gd name="T11" fmla="*/ 0 h 36"/>
                      <a:gd name="T12" fmla="*/ 1 w 21"/>
                      <a:gd name="T13" fmla="*/ 0 h 36"/>
                      <a:gd name="T14" fmla="*/ 1 w 21"/>
                      <a:gd name="T15" fmla="*/ 0 h 36"/>
                      <a:gd name="T16" fmla="*/ 0 w 21"/>
                      <a:gd name="T17" fmla="*/ 1 h 36"/>
                      <a:gd name="T18" fmla="*/ 1 w 21"/>
                      <a:gd name="T19" fmla="*/ 1 h 36"/>
                      <a:gd name="T20" fmla="*/ 1 w 21"/>
                      <a:gd name="T21" fmla="*/ 0 h 36"/>
                      <a:gd name="T22" fmla="*/ 1 w 21"/>
                      <a:gd name="T23" fmla="*/ 0 h 36"/>
                      <a:gd name="T24" fmla="*/ 1 w 21"/>
                      <a:gd name="T25" fmla="*/ 0 h 36"/>
                      <a:gd name="T26" fmla="*/ 1 w 21"/>
                      <a:gd name="T27" fmla="*/ 0 h 36"/>
                      <a:gd name="T28" fmla="*/ 1 w 21"/>
                      <a:gd name="T29" fmla="*/ 0 h 36"/>
                      <a:gd name="T30" fmla="*/ 1 w 21"/>
                      <a:gd name="T31" fmla="*/ 0 h 36"/>
                      <a:gd name="T32" fmla="*/ 1 w 21"/>
                      <a:gd name="T33" fmla="*/ 0 h 36"/>
                      <a:gd name="T34" fmla="*/ 1 w 21"/>
                      <a:gd name="T35" fmla="*/ 0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
                      <a:gd name="T55" fmla="*/ 0 h 36"/>
                      <a:gd name="T56" fmla="*/ 21 w 21"/>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 h="36">
                        <a:moveTo>
                          <a:pt x="21" y="0"/>
                        </a:moveTo>
                        <a:lnTo>
                          <a:pt x="16" y="4"/>
                        </a:lnTo>
                        <a:lnTo>
                          <a:pt x="11" y="6"/>
                        </a:lnTo>
                        <a:lnTo>
                          <a:pt x="8" y="10"/>
                        </a:lnTo>
                        <a:lnTo>
                          <a:pt x="5" y="15"/>
                        </a:lnTo>
                        <a:lnTo>
                          <a:pt x="4" y="20"/>
                        </a:lnTo>
                        <a:lnTo>
                          <a:pt x="2" y="25"/>
                        </a:lnTo>
                        <a:lnTo>
                          <a:pt x="1" y="31"/>
                        </a:lnTo>
                        <a:lnTo>
                          <a:pt x="0" y="36"/>
                        </a:lnTo>
                        <a:lnTo>
                          <a:pt x="2" y="36"/>
                        </a:lnTo>
                        <a:lnTo>
                          <a:pt x="2" y="31"/>
                        </a:lnTo>
                        <a:lnTo>
                          <a:pt x="4" y="26"/>
                        </a:lnTo>
                        <a:lnTo>
                          <a:pt x="6" y="21"/>
                        </a:lnTo>
                        <a:lnTo>
                          <a:pt x="7" y="16"/>
                        </a:lnTo>
                        <a:lnTo>
                          <a:pt x="10" y="13"/>
                        </a:lnTo>
                        <a:lnTo>
                          <a:pt x="17" y="5"/>
                        </a:lnTo>
                        <a:lnTo>
                          <a:pt x="21"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7" name="Freeform 522"/>
                  <p:cNvSpPr>
                    <a:spLocks/>
                  </p:cNvSpPr>
                  <p:nvPr/>
                </p:nvSpPr>
                <p:spPr bwMode="auto">
                  <a:xfrm>
                    <a:off x="4380" y="3576"/>
                    <a:ext cx="10" cy="5"/>
                  </a:xfrm>
                  <a:custGeom>
                    <a:avLst/>
                    <a:gdLst>
                      <a:gd name="T0" fmla="*/ 0 w 21"/>
                      <a:gd name="T1" fmla="*/ 0 h 11"/>
                      <a:gd name="T2" fmla="*/ 0 w 21"/>
                      <a:gd name="T3" fmla="*/ 0 h 11"/>
                      <a:gd name="T4" fmla="*/ 0 w 21"/>
                      <a:gd name="T5" fmla="*/ 0 h 11"/>
                      <a:gd name="T6" fmla="*/ 0 w 21"/>
                      <a:gd name="T7" fmla="*/ 0 h 11"/>
                      <a:gd name="T8" fmla="*/ 0 w 21"/>
                      <a:gd name="T9" fmla="*/ 0 h 11"/>
                      <a:gd name="T10" fmla="*/ 0 w 21"/>
                      <a:gd name="T11" fmla="*/ 0 h 11"/>
                      <a:gd name="T12" fmla="*/ 0 w 21"/>
                      <a:gd name="T13" fmla="*/ 0 h 11"/>
                      <a:gd name="T14" fmla="*/ 0 w 21"/>
                      <a:gd name="T15" fmla="*/ 0 h 11"/>
                      <a:gd name="T16" fmla="*/ 0 w 21"/>
                      <a:gd name="T17" fmla="*/ 0 h 11"/>
                      <a:gd name="T18" fmla="*/ 0 w 21"/>
                      <a:gd name="T19" fmla="*/ 0 h 11"/>
                      <a:gd name="T20" fmla="*/ 0 w 21"/>
                      <a:gd name="T21" fmla="*/ 0 h 11"/>
                      <a:gd name="T22" fmla="*/ 0 w 21"/>
                      <a:gd name="T23" fmla="*/ 0 h 11"/>
                      <a:gd name="T24" fmla="*/ 0 w 21"/>
                      <a:gd name="T25" fmla="*/ 0 h 11"/>
                      <a:gd name="T26" fmla="*/ 0 w 21"/>
                      <a:gd name="T27" fmla="*/ 0 h 11"/>
                      <a:gd name="T28" fmla="*/ 0 w 21"/>
                      <a:gd name="T29" fmla="*/ 0 h 11"/>
                      <a:gd name="T30" fmla="*/ 0 w 21"/>
                      <a:gd name="T31" fmla="*/ 0 h 11"/>
                      <a:gd name="T32" fmla="*/ 0 w 21"/>
                      <a:gd name="T33" fmla="*/ 0 h 11"/>
                      <a:gd name="T34" fmla="*/ 0 w 21"/>
                      <a:gd name="T35" fmla="*/ 0 h 11"/>
                      <a:gd name="T36" fmla="*/ 0 w 21"/>
                      <a:gd name="T37" fmla="*/ 0 h 11"/>
                      <a:gd name="T38" fmla="*/ 0 w 21"/>
                      <a:gd name="T39" fmla="*/ 0 h 11"/>
                      <a:gd name="T40" fmla="*/ 0 w 21"/>
                      <a:gd name="T41" fmla="*/ 0 h 11"/>
                      <a:gd name="T42" fmla="*/ 0 w 21"/>
                      <a:gd name="T43" fmla="*/ 0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
                      <a:gd name="T67" fmla="*/ 0 h 11"/>
                      <a:gd name="T68" fmla="*/ 21 w 21"/>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 h="11">
                        <a:moveTo>
                          <a:pt x="21" y="10"/>
                        </a:moveTo>
                        <a:lnTo>
                          <a:pt x="20" y="10"/>
                        </a:lnTo>
                        <a:lnTo>
                          <a:pt x="17" y="9"/>
                        </a:lnTo>
                        <a:lnTo>
                          <a:pt x="15" y="8"/>
                        </a:lnTo>
                        <a:lnTo>
                          <a:pt x="13" y="5"/>
                        </a:lnTo>
                        <a:lnTo>
                          <a:pt x="11" y="4"/>
                        </a:lnTo>
                        <a:lnTo>
                          <a:pt x="8" y="3"/>
                        </a:lnTo>
                        <a:lnTo>
                          <a:pt x="6" y="1"/>
                        </a:lnTo>
                        <a:lnTo>
                          <a:pt x="2" y="0"/>
                        </a:lnTo>
                        <a:lnTo>
                          <a:pt x="0" y="0"/>
                        </a:lnTo>
                        <a:lnTo>
                          <a:pt x="0" y="3"/>
                        </a:lnTo>
                        <a:lnTo>
                          <a:pt x="2" y="3"/>
                        </a:lnTo>
                        <a:lnTo>
                          <a:pt x="5" y="4"/>
                        </a:lnTo>
                        <a:lnTo>
                          <a:pt x="7" y="5"/>
                        </a:lnTo>
                        <a:lnTo>
                          <a:pt x="10" y="6"/>
                        </a:lnTo>
                        <a:lnTo>
                          <a:pt x="11" y="8"/>
                        </a:lnTo>
                        <a:lnTo>
                          <a:pt x="13" y="9"/>
                        </a:lnTo>
                        <a:lnTo>
                          <a:pt x="16" y="10"/>
                        </a:lnTo>
                        <a:lnTo>
                          <a:pt x="18" y="11"/>
                        </a:lnTo>
                        <a:lnTo>
                          <a:pt x="21" y="10"/>
                        </a:lnTo>
                        <a:lnTo>
                          <a:pt x="20" y="10"/>
                        </a:lnTo>
                        <a:lnTo>
                          <a:pt x="21"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8" name="Freeform 523"/>
                  <p:cNvSpPr>
                    <a:spLocks/>
                  </p:cNvSpPr>
                  <p:nvPr/>
                </p:nvSpPr>
                <p:spPr bwMode="auto">
                  <a:xfrm>
                    <a:off x="4560" y="3579"/>
                    <a:ext cx="15" cy="10"/>
                  </a:xfrm>
                  <a:custGeom>
                    <a:avLst/>
                    <a:gdLst>
                      <a:gd name="T0" fmla="*/ 1 w 28"/>
                      <a:gd name="T1" fmla="*/ 0 h 21"/>
                      <a:gd name="T2" fmla="*/ 1 w 28"/>
                      <a:gd name="T3" fmla="*/ 0 h 21"/>
                      <a:gd name="T4" fmla="*/ 1 w 28"/>
                      <a:gd name="T5" fmla="*/ 0 h 21"/>
                      <a:gd name="T6" fmla="*/ 1 w 28"/>
                      <a:gd name="T7" fmla="*/ 0 h 21"/>
                      <a:gd name="T8" fmla="*/ 1 w 28"/>
                      <a:gd name="T9" fmla="*/ 0 h 21"/>
                      <a:gd name="T10" fmla="*/ 1 w 28"/>
                      <a:gd name="T11" fmla="*/ 0 h 21"/>
                      <a:gd name="T12" fmla="*/ 1 w 28"/>
                      <a:gd name="T13" fmla="*/ 0 h 21"/>
                      <a:gd name="T14" fmla="*/ 1 w 28"/>
                      <a:gd name="T15" fmla="*/ 0 h 21"/>
                      <a:gd name="T16" fmla="*/ 1 w 28"/>
                      <a:gd name="T17" fmla="*/ 0 h 21"/>
                      <a:gd name="T18" fmla="*/ 1 w 28"/>
                      <a:gd name="T19" fmla="*/ 0 h 21"/>
                      <a:gd name="T20" fmla="*/ 0 w 28"/>
                      <a:gd name="T21" fmla="*/ 0 h 21"/>
                      <a:gd name="T22" fmla="*/ 1 w 28"/>
                      <a:gd name="T23" fmla="*/ 0 h 21"/>
                      <a:gd name="T24" fmla="*/ 1 w 28"/>
                      <a:gd name="T25" fmla="*/ 0 h 21"/>
                      <a:gd name="T26" fmla="*/ 1 w 28"/>
                      <a:gd name="T27" fmla="*/ 0 h 21"/>
                      <a:gd name="T28" fmla="*/ 1 w 28"/>
                      <a:gd name="T29" fmla="*/ 0 h 21"/>
                      <a:gd name="T30" fmla="*/ 1 w 28"/>
                      <a:gd name="T31" fmla="*/ 0 h 21"/>
                      <a:gd name="T32" fmla="*/ 1 w 28"/>
                      <a:gd name="T33" fmla="*/ 0 h 21"/>
                      <a:gd name="T34" fmla="*/ 1 w 28"/>
                      <a:gd name="T35" fmla="*/ 0 h 21"/>
                      <a:gd name="T36" fmla="*/ 1 w 28"/>
                      <a:gd name="T37" fmla="*/ 0 h 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1"/>
                      <a:gd name="T59" fmla="*/ 28 w 28"/>
                      <a:gd name="T60" fmla="*/ 21 h 2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1">
                        <a:moveTo>
                          <a:pt x="26" y="8"/>
                        </a:moveTo>
                        <a:lnTo>
                          <a:pt x="27" y="11"/>
                        </a:lnTo>
                        <a:lnTo>
                          <a:pt x="27" y="14"/>
                        </a:lnTo>
                        <a:lnTo>
                          <a:pt x="28" y="18"/>
                        </a:lnTo>
                        <a:lnTo>
                          <a:pt x="27" y="20"/>
                        </a:lnTo>
                        <a:lnTo>
                          <a:pt x="21" y="20"/>
                        </a:lnTo>
                        <a:lnTo>
                          <a:pt x="18" y="21"/>
                        </a:lnTo>
                        <a:lnTo>
                          <a:pt x="15" y="21"/>
                        </a:lnTo>
                        <a:lnTo>
                          <a:pt x="12" y="20"/>
                        </a:lnTo>
                        <a:lnTo>
                          <a:pt x="11" y="18"/>
                        </a:lnTo>
                        <a:lnTo>
                          <a:pt x="0" y="5"/>
                        </a:lnTo>
                        <a:lnTo>
                          <a:pt x="1" y="4"/>
                        </a:lnTo>
                        <a:lnTo>
                          <a:pt x="3" y="3"/>
                        </a:lnTo>
                        <a:lnTo>
                          <a:pt x="6" y="2"/>
                        </a:lnTo>
                        <a:lnTo>
                          <a:pt x="13" y="2"/>
                        </a:lnTo>
                        <a:lnTo>
                          <a:pt x="16" y="0"/>
                        </a:lnTo>
                        <a:lnTo>
                          <a:pt x="18" y="3"/>
                        </a:lnTo>
                        <a:lnTo>
                          <a:pt x="21" y="3"/>
                        </a:lnTo>
                        <a:lnTo>
                          <a:pt x="2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09" name="Freeform 524"/>
                  <p:cNvSpPr>
                    <a:spLocks/>
                  </p:cNvSpPr>
                  <p:nvPr/>
                </p:nvSpPr>
                <p:spPr bwMode="auto">
                  <a:xfrm>
                    <a:off x="4573" y="3582"/>
                    <a:ext cx="2" cy="7"/>
                  </a:xfrm>
                  <a:custGeom>
                    <a:avLst/>
                    <a:gdLst>
                      <a:gd name="T0" fmla="*/ 0 w 5"/>
                      <a:gd name="T1" fmla="*/ 1 h 13"/>
                      <a:gd name="T2" fmla="*/ 0 w 5"/>
                      <a:gd name="T3" fmla="*/ 1 h 13"/>
                      <a:gd name="T4" fmla="*/ 0 w 5"/>
                      <a:gd name="T5" fmla="*/ 1 h 13"/>
                      <a:gd name="T6" fmla="*/ 0 w 5"/>
                      <a:gd name="T7" fmla="*/ 1 h 13"/>
                      <a:gd name="T8" fmla="*/ 0 w 5"/>
                      <a:gd name="T9" fmla="*/ 1 h 13"/>
                      <a:gd name="T10" fmla="*/ 0 w 5"/>
                      <a:gd name="T11" fmla="*/ 0 h 13"/>
                      <a:gd name="T12" fmla="*/ 0 w 5"/>
                      <a:gd name="T13" fmla="*/ 0 h 13"/>
                      <a:gd name="T14" fmla="*/ 0 w 5"/>
                      <a:gd name="T15" fmla="*/ 1 h 13"/>
                      <a:gd name="T16" fmla="*/ 0 w 5"/>
                      <a:gd name="T17" fmla="*/ 1 h 13"/>
                      <a:gd name="T18" fmla="*/ 0 w 5"/>
                      <a:gd name="T19" fmla="*/ 1 h 13"/>
                      <a:gd name="T20" fmla="*/ 0 w 5"/>
                      <a:gd name="T21" fmla="*/ 1 h 13"/>
                      <a:gd name="T22" fmla="*/ 0 w 5"/>
                      <a:gd name="T23" fmla="*/ 1 h 13"/>
                      <a:gd name="T24" fmla="*/ 0 w 5"/>
                      <a:gd name="T25" fmla="*/ 1 h 13"/>
                      <a:gd name="T26" fmla="*/ 0 w 5"/>
                      <a:gd name="T27" fmla="*/ 1 h 13"/>
                      <a:gd name="T28" fmla="*/ 0 w 5"/>
                      <a:gd name="T29" fmla="*/ 1 h 13"/>
                      <a:gd name="T30" fmla="*/ 0 w 5"/>
                      <a:gd name="T31" fmla="*/ 1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3"/>
                      <a:gd name="T50" fmla="*/ 5 w 5"/>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3">
                        <a:moveTo>
                          <a:pt x="3" y="13"/>
                        </a:moveTo>
                        <a:lnTo>
                          <a:pt x="4" y="12"/>
                        </a:lnTo>
                        <a:lnTo>
                          <a:pt x="5" y="10"/>
                        </a:lnTo>
                        <a:lnTo>
                          <a:pt x="4" y="6"/>
                        </a:lnTo>
                        <a:lnTo>
                          <a:pt x="3" y="3"/>
                        </a:lnTo>
                        <a:lnTo>
                          <a:pt x="3" y="0"/>
                        </a:lnTo>
                        <a:lnTo>
                          <a:pt x="0" y="0"/>
                        </a:lnTo>
                        <a:lnTo>
                          <a:pt x="2" y="3"/>
                        </a:lnTo>
                        <a:lnTo>
                          <a:pt x="3" y="6"/>
                        </a:lnTo>
                        <a:lnTo>
                          <a:pt x="3" y="10"/>
                        </a:lnTo>
                        <a:lnTo>
                          <a:pt x="2" y="11"/>
                        </a:lnTo>
                        <a:lnTo>
                          <a:pt x="3" y="11"/>
                        </a:lnTo>
                        <a:lnTo>
                          <a:pt x="3" y="13"/>
                        </a:lnTo>
                        <a:lnTo>
                          <a:pt x="4" y="13"/>
                        </a:lnTo>
                        <a:lnTo>
                          <a:pt x="4" y="12"/>
                        </a:lnTo>
                        <a:lnTo>
                          <a:pt x="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0" name="Freeform 525"/>
                  <p:cNvSpPr>
                    <a:spLocks/>
                  </p:cNvSpPr>
                  <p:nvPr/>
                </p:nvSpPr>
                <p:spPr bwMode="auto">
                  <a:xfrm>
                    <a:off x="4565" y="3587"/>
                    <a:ext cx="9" cy="3"/>
                  </a:xfrm>
                  <a:custGeom>
                    <a:avLst/>
                    <a:gdLst>
                      <a:gd name="T0" fmla="*/ 0 w 17"/>
                      <a:gd name="T1" fmla="*/ 1 h 5"/>
                      <a:gd name="T2" fmla="*/ 1 w 17"/>
                      <a:gd name="T3" fmla="*/ 1 h 5"/>
                      <a:gd name="T4" fmla="*/ 1 w 17"/>
                      <a:gd name="T5" fmla="*/ 1 h 5"/>
                      <a:gd name="T6" fmla="*/ 1 w 17"/>
                      <a:gd name="T7" fmla="*/ 1 h 5"/>
                      <a:gd name="T8" fmla="*/ 1 w 17"/>
                      <a:gd name="T9" fmla="*/ 1 h 5"/>
                      <a:gd name="T10" fmla="*/ 1 w 17"/>
                      <a:gd name="T11" fmla="*/ 1 h 5"/>
                      <a:gd name="T12" fmla="*/ 1 w 17"/>
                      <a:gd name="T13" fmla="*/ 1 h 5"/>
                      <a:gd name="T14" fmla="*/ 1 w 17"/>
                      <a:gd name="T15" fmla="*/ 1 h 5"/>
                      <a:gd name="T16" fmla="*/ 1 w 17"/>
                      <a:gd name="T17" fmla="*/ 1 h 5"/>
                      <a:gd name="T18" fmla="*/ 1 w 17"/>
                      <a:gd name="T19" fmla="*/ 1 h 5"/>
                      <a:gd name="T20" fmla="*/ 1 w 17"/>
                      <a:gd name="T21" fmla="*/ 0 h 5"/>
                      <a:gd name="T22" fmla="*/ 0 w 17"/>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5"/>
                      <a:gd name="T38" fmla="*/ 17 w 17"/>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5">
                        <a:moveTo>
                          <a:pt x="0" y="1"/>
                        </a:moveTo>
                        <a:lnTo>
                          <a:pt x="3" y="5"/>
                        </a:lnTo>
                        <a:lnTo>
                          <a:pt x="8" y="5"/>
                        </a:lnTo>
                        <a:lnTo>
                          <a:pt x="11" y="3"/>
                        </a:lnTo>
                        <a:lnTo>
                          <a:pt x="17" y="3"/>
                        </a:lnTo>
                        <a:lnTo>
                          <a:pt x="17" y="1"/>
                        </a:lnTo>
                        <a:lnTo>
                          <a:pt x="11" y="1"/>
                        </a:lnTo>
                        <a:lnTo>
                          <a:pt x="8" y="2"/>
                        </a:lnTo>
                        <a:lnTo>
                          <a:pt x="5" y="2"/>
                        </a:lnTo>
                        <a:lnTo>
                          <a:pt x="3" y="1"/>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1" name="Freeform 526"/>
                  <p:cNvSpPr>
                    <a:spLocks/>
                  </p:cNvSpPr>
                  <p:nvPr/>
                </p:nvSpPr>
                <p:spPr bwMode="auto">
                  <a:xfrm>
                    <a:off x="4560" y="3581"/>
                    <a:ext cx="6" cy="7"/>
                  </a:xfrm>
                  <a:custGeom>
                    <a:avLst/>
                    <a:gdLst>
                      <a:gd name="T0" fmla="*/ 0 w 13"/>
                      <a:gd name="T1" fmla="*/ 0 h 15"/>
                      <a:gd name="T2" fmla="*/ 0 w 13"/>
                      <a:gd name="T3" fmla="*/ 0 h 15"/>
                      <a:gd name="T4" fmla="*/ 0 w 13"/>
                      <a:gd name="T5" fmla="*/ 0 h 15"/>
                      <a:gd name="T6" fmla="*/ 0 w 13"/>
                      <a:gd name="T7" fmla="*/ 0 h 15"/>
                      <a:gd name="T8" fmla="*/ 0 w 13"/>
                      <a:gd name="T9" fmla="*/ 0 h 15"/>
                      <a:gd name="T10" fmla="*/ 0 w 13"/>
                      <a:gd name="T11" fmla="*/ 0 h 15"/>
                      <a:gd name="T12" fmla="*/ 0 w 13"/>
                      <a:gd name="T13" fmla="*/ 0 h 15"/>
                      <a:gd name="T14" fmla="*/ 0 w 13"/>
                      <a:gd name="T15" fmla="*/ 0 h 15"/>
                      <a:gd name="T16" fmla="*/ 0 w 13"/>
                      <a:gd name="T17" fmla="*/ 0 h 15"/>
                      <a:gd name="T18" fmla="*/ 0 w 13"/>
                      <a:gd name="T19" fmla="*/ 0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5"/>
                      <a:gd name="T32" fmla="*/ 13 w 13"/>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5">
                        <a:moveTo>
                          <a:pt x="2" y="1"/>
                        </a:moveTo>
                        <a:lnTo>
                          <a:pt x="2" y="3"/>
                        </a:lnTo>
                        <a:lnTo>
                          <a:pt x="12" y="15"/>
                        </a:lnTo>
                        <a:lnTo>
                          <a:pt x="13" y="14"/>
                        </a:lnTo>
                        <a:lnTo>
                          <a:pt x="3" y="0"/>
                        </a:lnTo>
                        <a:lnTo>
                          <a:pt x="3" y="3"/>
                        </a:lnTo>
                        <a:lnTo>
                          <a:pt x="2" y="1"/>
                        </a:lnTo>
                        <a:lnTo>
                          <a:pt x="0" y="1"/>
                        </a:lnTo>
                        <a:lnTo>
                          <a:pt x="2" y="3"/>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2" name="Freeform 527"/>
                  <p:cNvSpPr>
                    <a:spLocks/>
                  </p:cNvSpPr>
                  <p:nvPr/>
                </p:nvSpPr>
                <p:spPr bwMode="auto">
                  <a:xfrm>
                    <a:off x="4560" y="3578"/>
                    <a:ext cx="9" cy="4"/>
                  </a:xfrm>
                  <a:custGeom>
                    <a:avLst/>
                    <a:gdLst>
                      <a:gd name="T0" fmla="*/ 1 w 17"/>
                      <a:gd name="T1" fmla="*/ 1 h 8"/>
                      <a:gd name="T2" fmla="*/ 1 w 17"/>
                      <a:gd name="T3" fmla="*/ 0 h 8"/>
                      <a:gd name="T4" fmla="*/ 1 w 17"/>
                      <a:gd name="T5" fmla="*/ 1 h 8"/>
                      <a:gd name="T6" fmla="*/ 1 w 17"/>
                      <a:gd name="T7" fmla="*/ 1 h 8"/>
                      <a:gd name="T8" fmla="*/ 1 w 17"/>
                      <a:gd name="T9" fmla="*/ 1 h 8"/>
                      <a:gd name="T10" fmla="*/ 1 w 17"/>
                      <a:gd name="T11" fmla="*/ 1 h 8"/>
                      <a:gd name="T12" fmla="*/ 0 w 17"/>
                      <a:gd name="T13" fmla="*/ 1 h 8"/>
                      <a:gd name="T14" fmla="*/ 1 w 17"/>
                      <a:gd name="T15" fmla="*/ 1 h 8"/>
                      <a:gd name="T16" fmla="*/ 1 w 17"/>
                      <a:gd name="T17" fmla="*/ 1 h 8"/>
                      <a:gd name="T18" fmla="*/ 1 w 17"/>
                      <a:gd name="T19" fmla="*/ 1 h 8"/>
                      <a:gd name="T20" fmla="*/ 1 w 17"/>
                      <a:gd name="T21" fmla="*/ 1 h 8"/>
                      <a:gd name="T22" fmla="*/ 1 w 17"/>
                      <a:gd name="T23" fmla="*/ 1 h 8"/>
                      <a:gd name="T24" fmla="*/ 1 w 17"/>
                      <a:gd name="T25" fmla="*/ 1 h 8"/>
                      <a:gd name="T26" fmla="*/ 1 w 17"/>
                      <a:gd name="T27" fmla="*/ 1 h 8"/>
                      <a:gd name="T28" fmla="*/ 1 w 17"/>
                      <a:gd name="T29" fmla="*/ 1 h 8"/>
                      <a:gd name="T30" fmla="*/ 1 w 17"/>
                      <a:gd name="T31" fmla="*/ 0 h 8"/>
                      <a:gd name="T32" fmla="*/ 1 w 17"/>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8"/>
                      <a:gd name="T53" fmla="*/ 17 w 17"/>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8">
                        <a:moveTo>
                          <a:pt x="17" y="1"/>
                        </a:moveTo>
                        <a:lnTo>
                          <a:pt x="16" y="0"/>
                        </a:lnTo>
                        <a:lnTo>
                          <a:pt x="13" y="1"/>
                        </a:lnTo>
                        <a:lnTo>
                          <a:pt x="5" y="1"/>
                        </a:lnTo>
                        <a:lnTo>
                          <a:pt x="2" y="3"/>
                        </a:lnTo>
                        <a:lnTo>
                          <a:pt x="1" y="4"/>
                        </a:lnTo>
                        <a:lnTo>
                          <a:pt x="0" y="6"/>
                        </a:lnTo>
                        <a:lnTo>
                          <a:pt x="1" y="8"/>
                        </a:lnTo>
                        <a:lnTo>
                          <a:pt x="2" y="5"/>
                        </a:lnTo>
                        <a:lnTo>
                          <a:pt x="3" y="5"/>
                        </a:lnTo>
                        <a:lnTo>
                          <a:pt x="6" y="4"/>
                        </a:lnTo>
                        <a:lnTo>
                          <a:pt x="13" y="4"/>
                        </a:lnTo>
                        <a:lnTo>
                          <a:pt x="16" y="3"/>
                        </a:lnTo>
                        <a:lnTo>
                          <a:pt x="15" y="3"/>
                        </a:lnTo>
                        <a:lnTo>
                          <a:pt x="17" y="1"/>
                        </a:lnTo>
                        <a:lnTo>
                          <a:pt x="16" y="0"/>
                        </a:lnTo>
                        <a:lnTo>
                          <a:pt x="1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3" name="Freeform 528"/>
                  <p:cNvSpPr>
                    <a:spLocks/>
                  </p:cNvSpPr>
                  <p:nvPr/>
                </p:nvSpPr>
                <p:spPr bwMode="auto">
                  <a:xfrm>
                    <a:off x="4568" y="3579"/>
                    <a:ext cx="3" cy="2"/>
                  </a:xfrm>
                  <a:custGeom>
                    <a:avLst/>
                    <a:gdLst>
                      <a:gd name="T0" fmla="*/ 0 w 7"/>
                      <a:gd name="T1" fmla="*/ 1 h 4"/>
                      <a:gd name="T2" fmla="*/ 0 w 7"/>
                      <a:gd name="T3" fmla="*/ 1 h 4"/>
                      <a:gd name="T4" fmla="*/ 0 w 7"/>
                      <a:gd name="T5" fmla="*/ 0 h 4"/>
                      <a:gd name="T6" fmla="*/ 0 w 7"/>
                      <a:gd name="T7" fmla="*/ 1 h 4"/>
                      <a:gd name="T8" fmla="*/ 0 w 7"/>
                      <a:gd name="T9" fmla="*/ 1 h 4"/>
                      <a:gd name="T10" fmla="*/ 0 w 7"/>
                      <a:gd name="T11" fmla="*/ 1 h 4"/>
                      <a:gd name="T12" fmla="*/ 0 w 7"/>
                      <a:gd name="T13" fmla="*/ 1 h 4"/>
                      <a:gd name="T14" fmla="*/ 0 w 7"/>
                      <a:gd name="T15" fmla="*/ 1 h 4"/>
                      <a:gd name="T16" fmla="*/ 0 w 7"/>
                      <a:gd name="T17" fmla="*/ 1 h 4"/>
                      <a:gd name="T18" fmla="*/ 0 w 7"/>
                      <a:gd name="T19" fmla="*/ 1 h 4"/>
                      <a:gd name="T20" fmla="*/ 0 w 7"/>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4"/>
                      <a:gd name="T35" fmla="*/ 7 w 7"/>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4">
                        <a:moveTo>
                          <a:pt x="7" y="2"/>
                        </a:moveTo>
                        <a:lnTo>
                          <a:pt x="2" y="2"/>
                        </a:lnTo>
                        <a:lnTo>
                          <a:pt x="2" y="0"/>
                        </a:lnTo>
                        <a:lnTo>
                          <a:pt x="0" y="2"/>
                        </a:lnTo>
                        <a:lnTo>
                          <a:pt x="1" y="3"/>
                        </a:lnTo>
                        <a:lnTo>
                          <a:pt x="3" y="4"/>
                        </a:lnTo>
                        <a:lnTo>
                          <a:pt x="6" y="4"/>
                        </a:lnTo>
                        <a:lnTo>
                          <a:pt x="4" y="3"/>
                        </a:lnTo>
                        <a:lnTo>
                          <a:pt x="7" y="2"/>
                        </a:lnTo>
                        <a:lnTo>
                          <a:pt x="6" y="2"/>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4" name="Freeform 529"/>
                  <p:cNvSpPr>
                    <a:spLocks/>
                  </p:cNvSpPr>
                  <p:nvPr/>
                </p:nvSpPr>
                <p:spPr bwMode="auto">
                  <a:xfrm>
                    <a:off x="4570" y="3579"/>
                    <a:ext cx="4" cy="4"/>
                  </a:xfrm>
                  <a:custGeom>
                    <a:avLst/>
                    <a:gdLst>
                      <a:gd name="T0" fmla="*/ 1 w 8"/>
                      <a:gd name="T1" fmla="*/ 1 h 7"/>
                      <a:gd name="T2" fmla="*/ 1 w 8"/>
                      <a:gd name="T3" fmla="*/ 0 h 7"/>
                      <a:gd name="T4" fmla="*/ 0 w 8"/>
                      <a:gd name="T5" fmla="*/ 1 h 7"/>
                      <a:gd name="T6" fmla="*/ 1 w 8"/>
                      <a:gd name="T7" fmla="*/ 1 h 7"/>
                      <a:gd name="T8" fmla="*/ 1 w 8"/>
                      <a:gd name="T9" fmla="*/ 1 h 7"/>
                      <a:gd name="T10" fmla="*/ 1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8" y="6"/>
                        </a:moveTo>
                        <a:lnTo>
                          <a:pt x="3" y="0"/>
                        </a:lnTo>
                        <a:lnTo>
                          <a:pt x="0" y="1"/>
                        </a:lnTo>
                        <a:lnTo>
                          <a:pt x="5" y="7"/>
                        </a:lnTo>
                        <a:lnTo>
                          <a:pt x="5" y="6"/>
                        </a:lnTo>
                        <a:lnTo>
                          <a:pt x="8"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5" name="Freeform 530"/>
                  <p:cNvSpPr>
                    <a:spLocks/>
                  </p:cNvSpPr>
                  <p:nvPr/>
                </p:nvSpPr>
                <p:spPr bwMode="auto">
                  <a:xfrm>
                    <a:off x="4459" y="3580"/>
                    <a:ext cx="63" cy="17"/>
                  </a:xfrm>
                  <a:custGeom>
                    <a:avLst/>
                    <a:gdLst>
                      <a:gd name="T0" fmla="*/ 4 w 124"/>
                      <a:gd name="T1" fmla="*/ 1 h 33"/>
                      <a:gd name="T2" fmla="*/ 4 w 124"/>
                      <a:gd name="T3" fmla="*/ 1 h 33"/>
                      <a:gd name="T4" fmla="*/ 4 w 124"/>
                      <a:gd name="T5" fmla="*/ 1 h 33"/>
                      <a:gd name="T6" fmla="*/ 4 w 124"/>
                      <a:gd name="T7" fmla="*/ 1 h 33"/>
                      <a:gd name="T8" fmla="*/ 4 w 124"/>
                      <a:gd name="T9" fmla="*/ 1 h 33"/>
                      <a:gd name="T10" fmla="*/ 3 w 124"/>
                      <a:gd name="T11" fmla="*/ 1 h 33"/>
                      <a:gd name="T12" fmla="*/ 3 w 124"/>
                      <a:gd name="T13" fmla="*/ 1 h 33"/>
                      <a:gd name="T14" fmla="*/ 3 w 124"/>
                      <a:gd name="T15" fmla="*/ 1 h 33"/>
                      <a:gd name="T16" fmla="*/ 2 w 124"/>
                      <a:gd name="T17" fmla="*/ 2 h 33"/>
                      <a:gd name="T18" fmla="*/ 2 w 124"/>
                      <a:gd name="T19" fmla="*/ 2 h 33"/>
                      <a:gd name="T20" fmla="*/ 2 w 124"/>
                      <a:gd name="T21" fmla="*/ 1 h 33"/>
                      <a:gd name="T22" fmla="*/ 2 w 124"/>
                      <a:gd name="T23" fmla="*/ 1 h 33"/>
                      <a:gd name="T24" fmla="*/ 2 w 124"/>
                      <a:gd name="T25" fmla="*/ 1 h 33"/>
                      <a:gd name="T26" fmla="*/ 2 w 124"/>
                      <a:gd name="T27" fmla="*/ 1 h 33"/>
                      <a:gd name="T28" fmla="*/ 1 w 124"/>
                      <a:gd name="T29" fmla="*/ 1 h 33"/>
                      <a:gd name="T30" fmla="*/ 1 w 124"/>
                      <a:gd name="T31" fmla="*/ 1 h 33"/>
                      <a:gd name="T32" fmla="*/ 1 w 124"/>
                      <a:gd name="T33" fmla="*/ 1 h 33"/>
                      <a:gd name="T34" fmla="*/ 1 w 124"/>
                      <a:gd name="T35" fmla="*/ 1 h 33"/>
                      <a:gd name="T36" fmla="*/ 1 w 124"/>
                      <a:gd name="T37" fmla="*/ 1 h 33"/>
                      <a:gd name="T38" fmla="*/ 1 w 124"/>
                      <a:gd name="T39" fmla="*/ 1 h 33"/>
                      <a:gd name="T40" fmla="*/ 1 w 124"/>
                      <a:gd name="T41" fmla="*/ 1 h 33"/>
                      <a:gd name="T42" fmla="*/ 1 w 124"/>
                      <a:gd name="T43" fmla="*/ 1 h 33"/>
                      <a:gd name="T44" fmla="*/ 0 w 124"/>
                      <a:gd name="T45" fmla="*/ 1 h 33"/>
                      <a:gd name="T46" fmla="*/ 1 w 124"/>
                      <a:gd name="T47" fmla="*/ 1 h 33"/>
                      <a:gd name="T48" fmla="*/ 1 w 124"/>
                      <a:gd name="T49" fmla="*/ 1 h 33"/>
                      <a:gd name="T50" fmla="*/ 1 w 124"/>
                      <a:gd name="T51" fmla="*/ 1 h 33"/>
                      <a:gd name="T52" fmla="*/ 1 w 124"/>
                      <a:gd name="T53" fmla="*/ 1 h 33"/>
                      <a:gd name="T54" fmla="*/ 3 w 124"/>
                      <a:gd name="T55" fmla="*/ 1 h 33"/>
                      <a:gd name="T56" fmla="*/ 3 w 124"/>
                      <a:gd name="T57" fmla="*/ 0 h 33"/>
                      <a:gd name="T58" fmla="*/ 3 w 124"/>
                      <a:gd name="T59" fmla="*/ 0 h 33"/>
                      <a:gd name="T60" fmla="*/ 3 w 124"/>
                      <a:gd name="T61" fmla="*/ 1 h 33"/>
                      <a:gd name="T62" fmla="*/ 3 w 124"/>
                      <a:gd name="T63" fmla="*/ 1 h 33"/>
                      <a:gd name="T64" fmla="*/ 3 w 124"/>
                      <a:gd name="T65" fmla="*/ 1 h 33"/>
                      <a:gd name="T66" fmla="*/ 3 w 124"/>
                      <a:gd name="T67" fmla="*/ 1 h 33"/>
                      <a:gd name="T68" fmla="*/ 3 w 124"/>
                      <a:gd name="T69" fmla="*/ 1 h 33"/>
                      <a:gd name="T70" fmla="*/ 4 w 124"/>
                      <a:gd name="T71" fmla="*/ 1 h 33"/>
                      <a:gd name="T72" fmla="*/ 4 w 124"/>
                      <a:gd name="T73" fmla="*/ 1 h 33"/>
                      <a:gd name="T74" fmla="*/ 4 w 124"/>
                      <a:gd name="T75" fmla="*/ 1 h 33"/>
                      <a:gd name="T76" fmla="*/ 4 w 124"/>
                      <a:gd name="T77" fmla="*/ 1 h 33"/>
                      <a:gd name="T78" fmla="*/ 4 w 124"/>
                      <a:gd name="T79" fmla="*/ 1 h 33"/>
                      <a:gd name="T80" fmla="*/ 4 w 124"/>
                      <a:gd name="T81" fmla="*/ 1 h 33"/>
                      <a:gd name="T82" fmla="*/ 4 w 124"/>
                      <a:gd name="T83" fmla="*/ 1 h 33"/>
                      <a:gd name="T84" fmla="*/ 4 w 124"/>
                      <a:gd name="T85" fmla="*/ 1 h 33"/>
                      <a:gd name="T86" fmla="*/ 4 w 124"/>
                      <a:gd name="T87" fmla="*/ 1 h 3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4"/>
                      <a:gd name="T133" fmla="*/ 0 h 33"/>
                      <a:gd name="T134" fmla="*/ 124 w 124"/>
                      <a:gd name="T135" fmla="*/ 33 h 3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4" h="33">
                        <a:moveTo>
                          <a:pt x="124" y="28"/>
                        </a:moveTo>
                        <a:lnTo>
                          <a:pt x="117" y="28"/>
                        </a:lnTo>
                        <a:lnTo>
                          <a:pt x="113" y="29"/>
                        </a:lnTo>
                        <a:lnTo>
                          <a:pt x="103" y="29"/>
                        </a:lnTo>
                        <a:lnTo>
                          <a:pt x="99" y="31"/>
                        </a:lnTo>
                        <a:lnTo>
                          <a:pt x="74" y="31"/>
                        </a:lnTo>
                        <a:lnTo>
                          <a:pt x="70" y="32"/>
                        </a:lnTo>
                        <a:lnTo>
                          <a:pt x="66" y="32"/>
                        </a:lnTo>
                        <a:lnTo>
                          <a:pt x="61" y="33"/>
                        </a:lnTo>
                        <a:lnTo>
                          <a:pt x="51" y="33"/>
                        </a:lnTo>
                        <a:lnTo>
                          <a:pt x="47" y="32"/>
                        </a:lnTo>
                        <a:lnTo>
                          <a:pt x="43" y="32"/>
                        </a:lnTo>
                        <a:lnTo>
                          <a:pt x="38" y="31"/>
                        </a:lnTo>
                        <a:lnTo>
                          <a:pt x="33" y="29"/>
                        </a:lnTo>
                        <a:lnTo>
                          <a:pt x="29" y="27"/>
                        </a:lnTo>
                        <a:lnTo>
                          <a:pt x="26" y="26"/>
                        </a:lnTo>
                        <a:lnTo>
                          <a:pt x="21" y="23"/>
                        </a:lnTo>
                        <a:lnTo>
                          <a:pt x="18" y="21"/>
                        </a:lnTo>
                        <a:lnTo>
                          <a:pt x="13" y="18"/>
                        </a:lnTo>
                        <a:lnTo>
                          <a:pt x="10" y="15"/>
                        </a:lnTo>
                        <a:lnTo>
                          <a:pt x="6" y="12"/>
                        </a:lnTo>
                        <a:lnTo>
                          <a:pt x="3" y="8"/>
                        </a:lnTo>
                        <a:lnTo>
                          <a:pt x="0" y="5"/>
                        </a:lnTo>
                        <a:lnTo>
                          <a:pt x="3" y="4"/>
                        </a:lnTo>
                        <a:lnTo>
                          <a:pt x="8" y="2"/>
                        </a:lnTo>
                        <a:lnTo>
                          <a:pt x="12" y="2"/>
                        </a:lnTo>
                        <a:lnTo>
                          <a:pt x="17" y="1"/>
                        </a:lnTo>
                        <a:lnTo>
                          <a:pt x="66" y="1"/>
                        </a:lnTo>
                        <a:lnTo>
                          <a:pt x="70" y="0"/>
                        </a:lnTo>
                        <a:lnTo>
                          <a:pt x="74" y="0"/>
                        </a:lnTo>
                        <a:lnTo>
                          <a:pt x="77" y="1"/>
                        </a:lnTo>
                        <a:lnTo>
                          <a:pt x="81" y="1"/>
                        </a:lnTo>
                        <a:lnTo>
                          <a:pt x="86" y="2"/>
                        </a:lnTo>
                        <a:lnTo>
                          <a:pt x="88" y="4"/>
                        </a:lnTo>
                        <a:lnTo>
                          <a:pt x="93" y="5"/>
                        </a:lnTo>
                        <a:lnTo>
                          <a:pt x="96" y="6"/>
                        </a:lnTo>
                        <a:lnTo>
                          <a:pt x="99" y="8"/>
                        </a:lnTo>
                        <a:lnTo>
                          <a:pt x="103" y="10"/>
                        </a:lnTo>
                        <a:lnTo>
                          <a:pt x="107" y="12"/>
                        </a:lnTo>
                        <a:lnTo>
                          <a:pt x="109" y="15"/>
                        </a:lnTo>
                        <a:lnTo>
                          <a:pt x="113" y="17"/>
                        </a:lnTo>
                        <a:lnTo>
                          <a:pt x="118" y="22"/>
                        </a:lnTo>
                        <a:lnTo>
                          <a:pt x="122" y="24"/>
                        </a:lnTo>
                        <a:lnTo>
                          <a:pt x="124" y="28"/>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6" name="Freeform 531"/>
                  <p:cNvSpPr>
                    <a:spLocks/>
                  </p:cNvSpPr>
                  <p:nvPr/>
                </p:nvSpPr>
                <p:spPr bwMode="auto">
                  <a:xfrm>
                    <a:off x="4493" y="3593"/>
                    <a:ext cx="29" cy="4"/>
                  </a:xfrm>
                  <a:custGeom>
                    <a:avLst/>
                    <a:gdLst>
                      <a:gd name="T0" fmla="*/ 0 w 58"/>
                      <a:gd name="T1" fmla="*/ 1 h 6"/>
                      <a:gd name="T2" fmla="*/ 1 w 58"/>
                      <a:gd name="T3" fmla="*/ 1 h 6"/>
                      <a:gd name="T4" fmla="*/ 1 w 58"/>
                      <a:gd name="T5" fmla="*/ 1 h 6"/>
                      <a:gd name="T6" fmla="*/ 2 w 58"/>
                      <a:gd name="T7" fmla="*/ 1 h 6"/>
                      <a:gd name="T8" fmla="*/ 2 w 58"/>
                      <a:gd name="T9" fmla="*/ 1 h 6"/>
                      <a:gd name="T10" fmla="*/ 2 w 58"/>
                      <a:gd name="T11" fmla="*/ 1 h 6"/>
                      <a:gd name="T12" fmla="*/ 2 w 58"/>
                      <a:gd name="T13" fmla="*/ 1 h 6"/>
                      <a:gd name="T14" fmla="*/ 2 w 58"/>
                      <a:gd name="T15" fmla="*/ 1 h 6"/>
                      <a:gd name="T16" fmla="*/ 2 w 58"/>
                      <a:gd name="T17" fmla="*/ 0 h 6"/>
                      <a:gd name="T18" fmla="*/ 2 w 58"/>
                      <a:gd name="T19" fmla="*/ 0 h 6"/>
                      <a:gd name="T20" fmla="*/ 2 w 58"/>
                      <a:gd name="T21" fmla="*/ 1 h 6"/>
                      <a:gd name="T22" fmla="*/ 1 w 58"/>
                      <a:gd name="T23" fmla="*/ 1 h 6"/>
                      <a:gd name="T24" fmla="*/ 1 w 58"/>
                      <a:gd name="T25" fmla="*/ 1 h 6"/>
                      <a:gd name="T26" fmla="*/ 1 w 58"/>
                      <a:gd name="T27" fmla="*/ 1 h 6"/>
                      <a:gd name="T28" fmla="*/ 1 w 58"/>
                      <a:gd name="T29" fmla="*/ 1 h 6"/>
                      <a:gd name="T30" fmla="*/ 0 w 58"/>
                      <a:gd name="T31" fmla="*/ 1 h 6"/>
                      <a:gd name="T32" fmla="*/ 0 w 58"/>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8"/>
                      <a:gd name="T52" fmla="*/ 0 h 6"/>
                      <a:gd name="T53" fmla="*/ 58 w 58"/>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8" h="6">
                        <a:moveTo>
                          <a:pt x="0" y="6"/>
                        </a:moveTo>
                        <a:lnTo>
                          <a:pt x="4" y="6"/>
                        </a:lnTo>
                        <a:lnTo>
                          <a:pt x="8" y="5"/>
                        </a:lnTo>
                        <a:lnTo>
                          <a:pt x="33" y="5"/>
                        </a:lnTo>
                        <a:lnTo>
                          <a:pt x="37" y="4"/>
                        </a:lnTo>
                        <a:lnTo>
                          <a:pt x="47" y="4"/>
                        </a:lnTo>
                        <a:lnTo>
                          <a:pt x="51" y="2"/>
                        </a:lnTo>
                        <a:lnTo>
                          <a:pt x="58" y="2"/>
                        </a:lnTo>
                        <a:lnTo>
                          <a:pt x="58" y="0"/>
                        </a:lnTo>
                        <a:lnTo>
                          <a:pt x="54" y="0"/>
                        </a:lnTo>
                        <a:lnTo>
                          <a:pt x="51" y="1"/>
                        </a:lnTo>
                        <a:lnTo>
                          <a:pt x="30" y="1"/>
                        </a:lnTo>
                        <a:lnTo>
                          <a:pt x="26" y="2"/>
                        </a:lnTo>
                        <a:lnTo>
                          <a:pt x="8" y="2"/>
                        </a:lnTo>
                        <a:lnTo>
                          <a:pt x="4" y="4"/>
                        </a:lnTo>
                        <a:lnTo>
                          <a:pt x="0" y="4"/>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7" name="Freeform 532"/>
                  <p:cNvSpPr>
                    <a:spLocks/>
                  </p:cNvSpPr>
                  <p:nvPr/>
                </p:nvSpPr>
                <p:spPr bwMode="auto">
                  <a:xfrm>
                    <a:off x="4458" y="3582"/>
                    <a:ext cx="35" cy="15"/>
                  </a:xfrm>
                  <a:custGeom>
                    <a:avLst/>
                    <a:gdLst>
                      <a:gd name="T0" fmla="*/ 1 w 69"/>
                      <a:gd name="T1" fmla="*/ 0 h 30"/>
                      <a:gd name="T2" fmla="*/ 1 w 69"/>
                      <a:gd name="T3" fmla="*/ 1 h 30"/>
                      <a:gd name="T4" fmla="*/ 1 w 69"/>
                      <a:gd name="T5" fmla="*/ 1 h 30"/>
                      <a:gd name="T6" fmla="*/ 1 w 69"/>
                      <a:gd name="T7" fmla="*/ 1 h 30"/>
                      <a:gd name="T8" fmla="*/ 1 w 69"/>
                      <a:gd name="T9" fmla="*/ 1 h 30"/>
                      <a:gd name="T10" fmla="*/ 1 w 69"/>
                      <a:gd name="T11" fmla="*/ 1 h 30"/>
                      <a:gd name="T12" fmla="*/ 1 w 69"/>
                      <a:gd name="T13" fmla="*/ 1 h 30"/>
                      <a:gd name="T14" fmla="*/ 1 w 69"/>
                      <a:gd name="T15" fmla="*/ 1 h 30"/>
                      <a:gd name="T16" fmla="*/ 1 w 69"/>
                      <a:gd name="T17" fmla="*/ 1 h 30"/>
                      <a:gd name="T18" fmla="*/ 2 w 69"/>
                      <a:gd name="T19" fmla="*/ 1 h 30"/>
                      <a:gd name="T20" fmla="*/ 2 w 69"/>
                      <a:gd name="T21" fmla="*/ 1 h 30"/>
                      <a:gd name="T22" fmla="*/ 2 w 69"/>
                      <a:gd name="T23" fmla="*/ 1 h 30"/>
                      <a:gd name="T24" fmla="*/ 2 w 69"/>
                      <a:gd name="T25" fmla="*/ 1 h 30"/>
                      <a:gd name="T26" fmla="*/ 2 w 69"/>
                      <a:gd name="T27" fmla="*/ 1 h 30"/>
                      <a:gd name="T28" fmla="*/ 3 w 69"/>
                      <a:gd name="T29" fmla="*/ 1 h 30"/>
                      <a:gd name="T30" fmla="*/ 3 w 69"/>
                      <a:gd name="T31" fmla="*/ 1 h 30"/>
                      <a:gd name="T32" fmla="*/ 2 w 69"/>
                      <a:gd name="T33" fmla="*/ 1 h 30"/>
                      <a:gd name="T34" fmla="*/ 2 w 69"/>
                      <a:gd name="T35" fmla="*/ 1 h 30"/>
                      <a:gd name="T36" fmla="*/ 2 w 69"/>
                      <a:gd name="T37" fmla="*/ 1 h 30"/>
                      <a:gd name="T38" fmla="*/ 2 w 69"/>
                      <a:gd name="T39" fmla="*/ 1 h 30"/>
                      <a:gd name="T40" fmla="*/ 2 w 69"/>
                      <a:gd name="T41" fmla="*/ 1 h 30"/>
                      <a:gd name="T42" fmla="*/ 2 w 69"/>
                      <a:gd name="T43" fmla="*/ 1 h 30"/>
                      <a:gd name="T44" fmla="*/ 2 w 69"/>
                      <a:gd name="T45" fmla="*/ 1 h 30"/>
                      <a:gd name="T46" fmla="*/ 1 w 69"/>
                      <a:gd name="T47" fmla="*/ 1 h 30"/>
                      <a:gd name="T48" fmla="*/ 1 w 69"/>
                      <a:gd name="T49" fmla="*/ 1 h 30"/>
                      <a:gd name="T50" fmla="*/ 1 w 69"/>
                      <a:gd name="T51" fmla="*/ 1 h 30"/>
                      <a:gd name="T52" fmla="*/ 1 w 69"/>
                      <a:gd name="T53" fmla="*/ 1 h 30"/>
                      <a:gd name="T54" fmla="*/ 1 w 69"/>
                      <a:gd name="T55" fmla="*/ 1 h 30"/>
                      <a:gd name="T56" fmla="*/ 1 w 69"/>
                      <a:gd name="T57" fmla="*/ 1 h 30"/>
                      <a:gd name="T58" fmla="*/ 1 w 69"/>
                      <a:gd name="T59" fmla="*/ 1 h 30"/>
                      <a:gd name="T60" fmla="*/ 1 w 69"/>
                      <a:gd name="T61" fmla="*/ 0 h 30"/>
                      <a:gd name="T62" fmla="*/ 0 w 69"/>
                      <a:gd name="T63" fmla="*/ 1 h 30"/>
                      <a:gd name="T64" fmla="*/ 1 w 69"/>
                      <a:gd name="T65" fmla="*/ 1 h 30"/>
                      <a:gd name="T66" fmla="*/ 1 w 69"/>
                      <a:gd name="T67" fmla="*/ 0 h 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9"/>
                      <a:gd name="T103" fmla="*/ 0 h 30"/>
                      <a:gd name="T104" fmla="*/ 69 w 69"/>
                      <a:gd name="T105" fmla="*/ 30 h 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9" h="30">
                        <a:moveTo>
                          <a:pt x="1" y="0"/>
                        </a:moveTo>
                        <a:lnTo>
                          <a:pt x="1" y="2"/>
                        </a:lnTo>
                        <a:lnTo>
                          <a:pt x="9" y="9"/>
                        </a:lnTo>
                        <a:lnTo>
                          <a:pt x="13" y="12"/>
                        </a:lnTo>
                        <a:lnTo>
                          <a:pt x="16" y="14"/>
                        </a:lnTo>
                        <a:lnTo>
                          <a:pt x="20" y="18"/>
                        </a:lnTo>
                        <a:lnTo>
                          <a:pt x="24" y="20"/>
                        </a:lnTo>
                        <a:lnTo>
                          <a:pt x="27" y="23"/>
                        </a:lnTo>
                        <a:lnTo>
                          <a:pt x="32" y="24"/>
                        </a:lnTo>
                        <a:lnTo>
                          <a:pt x="36" y="27"/>
                        </a:lnTo>
                        <a:lnTo>
                          <a:pt x="41" y="28"/>
                        </a:lnTo>
                        <a:lnTo>
                          <a:pt x="46" y="29"/>
                        </a:lnTo>
                        <a:lnTo>
                          <a:pt x="50" y="30"/>
                        </a:lnTo>
                        <a:lnTo>
                          <a:pt x="64" y="30"/>
                        </a:lnTo>
                        <a:lnTo>
                          <a:pt x="69" y="29"/>
                        </a:lnTo>
                        <a:lnTo>
                          <a:pt x="69" y="27"/>
                        </a:lnTo>
                        <a:lnTo>
                          <a:pt x="64" y="28"/>
                        </a:lnTo>
                        <a:lnTo>
                          <a:pt x="54" y="28"/>
                        </a:lnTo>
                        <a:lnTo>
                          <a:pt x="50" y="27"/>
                        </a:lnTo>
                        <a:lnTo>
                          <a:pt x="46" y="27"/>
                        </a:lnTo>
                        <a:lnTo>
                          <a:pt x="41" y="25"/>
                        </a:lnTo>
                        <a:lnTo>
                          <a:pt x="37" y="24"/>
                        </a:lnTo>
                        <a:lnTo>
                          <a:pt x="34" y="22"/>
                        </a:lnTo>
                        <a:lnTo>
                          <a:pt x="29" y="20"/>
                        </a:lnTo>
                        <a:lnTo>
                          <a:pt x="25" y="18"/>
                        </a:lnTo>
                        <a:lnTo>
                          <a:pt x="21" y="16"/>
                        </a:lnTo>
                        <a:lnTo>
                          <a:pt x="17" y="13"/>
                        </a:lnTo>
                        <a:lnTo>
                          <a:pt x="14" y="11"/>
                        </a:lnTo>
                        <a:lnTo>
                          <a:pt x="4" y="1"/>
                        </a:lnTo>
                        <a:lnTo>
                          <a:pt x="3" y="2"/>
                        </a:lnTo>
                        <a:lnTo>
                          <a:pt x="1" y="0"/>
                        </a:lnTo>
                        <a:lnTo>
                          <a:pt x="0" y="1"/>
                        </a:lnTo>
                        <a:lnTo>
                          <a:pt x="1" y="2"/>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8" name="Freeform 533"/>
                  <p:cNvSpPr>
                    <a:spLocks/>
                  </p:cNvSpPr>
                  <p:nvPr/>
                </p:nvSpPr>
                <p:spPr bwMode="auto">
                  <a:xfrm>
                    <a:off x="4459" y="3579"/>
                    <a:ext cx="35" cy="4"/>
                  </a:xfrm>
                  <a:custGeom>
                    <a:avLst/>
                    <a:gdLst>
                      <a:gd name="T0" fmla="*/ 2 w 72"/>
                      <a:gd name="T1" fmla="*/ 0 h 7"/>
                      <a:gd name="T2" fmla="*/ 2 w 72"/>
                      <a:gd name="T3" fmla="*/ 1 h 7"/>
                      <a:gd name="T4" fmla="*/ 0 w 72"/>
                      <a:gd name="T5" fmla="*/ 1 h 7"/>
                      <a:gd name="T6" fmla="*/ 0 w 72"/>
                      <a:gd name="T7" fmla="*/ 1 h 7"/>
                      <a:gd name="T8" fmla="*/ 0 w 72"/>
                      <a:gd name="T9" fmla="*/ 1 h 7"/>
                      <a:gd name="T10" fmla="*/ 0 w 72"/>
                      <a:gd name="T11" fmla="*/ 1 h 7"/>
                      <a:gd name="T12" fmla="*/ 0 w 72"/>
                      <a:gd name="T13" fmla="*/ 1 h 7"/>
                      <a:gd name="T14" fmla="*/ 0 w 72"/>
                      <a:gd name="T15" fmla="*/ 1 h 7"/>
                      <a:gd name="T16" fmla="*/ 0 w 72"/>
                      <a:gd name="T17" fmla="*/ 1 h 7"/>
                      <a:gd name="T18" fmla="*/ 0 w 72"/>
                      <a:gd name="T19" fmla="*/ 1 h 7"/>
                      <a:gd name="T20" fmla="*/ 0 w 72"/>
                      <a:gd name="T21" fmla="*/ 1 h 7"/>
                      <a:gd name="T22" fmla="*/ 0 w 72"/>
                      <a:gd name="T23" fmla="*/ 1 h 7"/>
                      <a:gd name="T24" fmla="*/ 1 w 72"/>
                      <a:gd name="T25" fmla="*/ 1 h 7"/>
                      <a:gd name="T26" fmla="*/ 2 w 72"/>
                      <a:gd name="T27" fmla="*/ 1 h 7"/>
                      <a:gd name="T28" fmla="*/ 2 w 72"/>
                      <a:gd name="T29" fmla="*/ 1 h 7"/>
                      <a:gd name="T30" fmla="*/ 2 w 72"/>
                      <a:gd name="T31" fmla="*/ 0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7"/>
                      <a:gd name="T50" fmla="*/ 72 w 72"/>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7">
                        <a:moveTo>
                          <a:pt x="72" y="0"/>
                        </a:moveTo>
                        <a:lnTo>
                          <a:pt x="68" y="1"/>
                        </a:lnTo>
                        <a:lnTo>
                          <a:pt x="24" y="1"/>
                        </a:lnTo>
                        <a:lnTo>
                          <a:pt x="19" y="2"/>
                        </a:lnTo>
                        <a:lnTo>
                          <a:pt x="10" y="2"/>
                        </a:lnTo>
                        <a:lnTo>
                          <a:pt x="5" y="3"/>
                        </a:lnTo>
                        <a:lnTo>
                          <a:pt x="0" y="5"/>
                        </a:lnTo>
                        <a:lnTo>
                          <a:pt x="2" y="7"/>
                        </a:lnTo>
                        <a:lnTo>
                          <a:pt x="7" y="6"/>
                        </a:lnTo>
                        <a:lnTo>
                          <a:pt x="10" y="5"/>
                        </a:lnTo>
                        <a:lnTo>
                          <a:pt x="14" y="5"/>
                        </a:lnTo>
                        <a:lnTo>
                          <a:pt x="19" y="3"/>
                        </a:lnTo>
                        <a:lnTo>
                          <a:pt x="63" y="3"/>
                        </a:lnTo>
                        <a:lnTo>
                          <a:pt x="68" y="2"/>
                        </a:lnTo>
                        <a:lnTo>
                          <a:pt x="72" y="2"/>
                        </a:lnTo>
                        <a:lnTo>
                          <a:pt x="7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19" name="Freeform 534"/>
                  <p:cNvSpPr>
                    <a:spLocks/>
                  </p:cNvSpPr>
                  <p:nvPr/>
                </p:nvSpPr>
                <p:spPr bwMode="auto">
                  <a:xfrm>
                    <a:off x="4494" y="3579"/>
                    <a:ext cx="29" cy="16"/>
                  </a:xfrm>
                  <a:custGeom>
                    <a:avLst/>
                    <a:gdLst>
                      <a:gd name="T0" fmla="*/ 2 w 57"/>
                      <a:gd name="T1" fmla="*/ 2 h 30"/>
                      <a:gd name="T2" fmla="*/ 2 w 57"/>
                      <a:gd name="T3" fmla="*/ 1 h 30"/>
                      <a:gd name="T4" fmla="*/ 2 w 57"/>
                      <a:gd name="T5" fmla="*/ 1 h 30"/>
                      <a:gd name="T6" fmla="*/ 2 w 57"/>
                      <a:gd name="T7" fmla="*/ 1 h 30"/>
                      <a:gd name="T8" fmla="*/ 2 w 57"/>
                      <a:gd name="T9" fmla="*/ 1 h 30"/>
                      <a:gd name="T10" fmla="*/ 2 w 57"/>
                      <a:gd name="T11" fmla="*/ 1 h 30"/>
                      <a:gd name="T12" fmla="*/ 2 w 57"/>
                      <a:gd name="T13" fmla="*/ 1 h 30"/>
                      <a:gd name="T14" fmla="*/ 2 w 57"/>
                      <a:gd name="T15" fmla="*/ 1 h 30"/>
                      <a:gd name="T16" fmla="*/ 2 w 57"/>
                      <a:gd name="T17" fmla="*/ 1 h 30"/>
                      <a:gd name="T18" fmla="*/ 1 w 57"/>
                      <a:gd name="T19" fmla="*/ 1 h 30"/>
                      <a:gd name="T20" fmla="*/ 1 w 57"/>
                      <a:gd name="T21" fmla="*/ 1 h 30"/>
                      <a:gd name="T22" fmla="*/ 1 w 57"/>
                      <a:gd name="T23" fmla="*/ 1 h 30"/>
                      <a:gd name="T24" fmla="*/ 1 w 57"/>
                      <a:gd name="T25" fmla="*/ 1 h 30"/>
                      <a:gd name="T26" fmla="*/ 1 w 57"/>
                      <a:gd name="T27" fmla="*/ 1 h 30"/>
                      <a:gd name="T28" fmla="*/ 1 w 57"/>
                      <a:gd name="T29" fmla="*/ 1 h 30"/>
                      <a:gd name="T30" fmla="*/ 1 w 57"/>
                      <a:gd name="T31" fmla="*/ 1 h 30"/>
                      <a:gd name="T32" fmla="*/ 1 w 57"/>
                      <a:gd name="T33" fmla="*/ 0 h 30"/>
                      <a:gd name="T34" fmla="*/ 0 w 57"/>
                      <a:gd name="T35" fmla="*/ 0 h 30"/>
                      <a:gd name="T36" fmla="*/ 0 w 57"/>
                      <a:gd name="T37" fmla="*/ 1 h 30"/>
                      <a:gd name="T38" fmla="*/ 1 w 57"/>
                      <a:gd name="T39" fmla="*/ 1 h 30"/>
                      <a:gd name="T40" fmla="*/ 1 w 57"/>
                      <a:gd name="T41" fmla="*/ 1 h 30"/>
                      <a:gd name="T42" fmla="*/ 1 w 57"/>
                      <a:gd name="T43" fmla="*/ 1 h 30"/>
                      <a:gd name="T44" fmla="*/ 1 w 57"/>
                      <a:gd name="T45" fmla="*/ 1 h 30"/>
                      <a:gd name="T46" fmla="*/ 1 w 57"/>
                      <a:gd name="T47" fmla="*/ 1 h 30"/>
                      <a:gd name="T48" fmla="*/ 1 w 57"/>
                      <a:gd name="T49" fmla="*/ 1 h 30"/>
                      <a:gd name="T50" fmla="*/ 1 w 57"/>
                      <a:gd name="T51" fmla="*/ 1 h 30"/>
                      <a:gd name="T52" fmla="*/ 1 w 57"/>
                      <a:gd name="T53" fmla="*/ 1 h 30"/>
                      <a:gd name="T54" fmla="*/ 2 w 57"/>
                      <a:gd name="T55" fmla="*/ 1 h 30"/>
                      <a:gd name="T56" fmla="*/ 2 w 57"/>
                      <a:gd name="T57" fmla="*/ 1 h 30"/>
                      <a:gd name="T58" fmla="*/ 2 w 57"/>
                      <a:gd name="T59" fmla="*/ 1 h 30"/>
                      <a:gd name="T60" fmla="*/ 2 w 57"/>
                      <a:gd name="T61" fmla="*/ 1 h 30"/>
                      <a:gd name="T62" fmla="*/ 2 w 57"/>
                      <a:gd name="T63" fmla="*/ 1 h 30"/>
                      <a:gd name="T64" fmla="*/ 2 w 57"/>
                      <a:gd name="T65" fmla="*/ 1 h 30"/>
                      <a:gd name="T66" fmla="*/ 2 w 57"/>
                      <a:gd name="T67" fmla="*/ 1 h 30"/>
                      <a:gd name="T68" fmla="*/ 2 w 57"/>
                      <a:gd name="T69" fmla="*/ 2 h 30"/>
                      <a:gd name="T70" fmla="*/ 2 w 57"/>
                      <a:gd name="T71" fmla="*/ 1 h 30"/>
                      <a:gd name="T72" fmla="*/ 2 w 57"/>
                      <a:gd name="T73" fmla="*/ 1 h 30"/>
                      <a:gd name="T74" fmla="*/ 2 w 57"/>
                      <a:gd name="T75" fmla="*/ 2 h 3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7"/>
                      <a:gd name="T115" fmla="*/ 0 h 30"/>
                      <a:gd name="T116" fmla="*/ 57 w 57"/>
                      <a:gd name="T117" fmla="*/ 30 h 3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7" h="30">
                        <a:moveTo>
                          <a:pt x="54" y="30"/>
                        </a:moveTo>
                        <a:lnTo>
                          <a:pt x="55" y="28"/>
                        </a:lnTo>
                        <a:lnTo>
                          <a:pt x="52" y="25"/>
                        </a:lnTo>
                        <a:lnTo>
                          <a:pt x="49" y="23"/>
                        </a:lnTo>
                        <a:lnTo>
                          <a:pt x="47" y="19"/>
                        </a:lnTo>
                        <a:lnTo>
                          <a:pt x="43" y="17"/>
                        </a:lnTo>
                        <a:lnTo>
                          <a:pt x="41" y="14"/>
                        </a:lnTo>
                        <a:lnTo>
                          <a:pt x="37" y="12"/>
                        </a:lnTo>
                        <a:lnTo>
                          <a:pt x="33" y="9"/>
                        </a:lnTo>
                        <a:lnTo>
                          <a:pt x="31" y="8"/>
                        </a:lnTo>
                        <a:lnTo>
                          <a:pt x="27" y="6"/>
                        </a:lnTo>
                        <a:lnTo>
                          <a:pt x="23" y="5"/>
                        </a:lnTo>
                        <a:lnTo>
                          <a:pt x="20" y="3"/>
                        </a:lnTo>
                        <a:lnTo>
                          <a:pt x="16" y="2"/>
                        </a:lnTo>
                        <a:lnTo>
                          <a:pt x="12" y="1"/>
                        </a:lnTo>
                        <a:lnTo>
                          <a:pt x="9" y="1"/>
                        </a:lnTo>
                        <a:lnTo>
                          <a:pt x="4" y="0"/>
                        </a:lnTo>
                        <a:lnTo>
                          <a:pt x="0" y="0"/>
                        </a:lnTo>
                        <a:lnTo>
                          <a:pt x="0" y="2"/>
                        </a:lnTo>
                        <a:lnTo>
                          <a:pt x="7" y="2"/>
                        </a:lnTo>
                        <a:lnTo>
                          <a:pt x="11" y="3"/>
                        </a:lnTo>
                        <a:lnTo>
                          <a:pt x="15" y="5"/>
                        </a:lnTo>
                        <a:lnTo>
                          <a:pt x="18" y="6"/>
                        </a:lnTo>
                        <a:lnTo>
                          <a:pt x="22" y="7"/>
                        </a:lnTo>
                        <a:lnTo>
                          <a:pt x="26" y="8"/>
                        </a:lnTo>
                        <a:lnTo>
                          <a:pt x="29" y="9"/>
                        </a:lnTo>
                        <a:lnTo>
                          <a:pt x="32" y="12"/>
                        </a:lnTo>
                        <a:lnTo>
                          <a:pt x="36" y="14"/>
                        </a:lnTo>
                        <a:lnTo>
                          <a:pt x="38" y="16"/>
                        </a:lnTo>
                        <a:lnTo>
                          <a:pt x="42" y="18"/>
                        </a:lnTo>
                        <a:lnTo>
                          <a:pt x="44" y="22"/>
                        </a:lnTo>
                        <a:lnTo>
                          <a:pt x="48" y="24"/>
                        </a:lnTo>
                        <a:lnTo>
                          <a:pt x="53" y="29"/>
                        </a:lnTo>
                        <a:lnTo>
                          <a:pt x="54" y="28"/>
                        </a:lnTo>
                        <a:lnTo>
                          <a:pt x="54" y="30"/>
                        </a:lnTo>
                        <a:lnTo>
                          <a:pt x="57" y="29"/>
                        </a:lnTo>
                        <a:lnTo>
                          <a:pt x="55" y="28"/>
                        </a:lnTo>
                        <a:lnTo>
                          <a:pt x="54"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0" name="Freeform 535"/>
                  <p:cNvSpPr>
                    <a:spLocks/>
                  </p:cNvSpPr>
                  <p:nvPr/>
                </p:nvSpPr>
                <p:spPr bwMode="auto">
                  <a:xfrm>
                    <a:off x="4564" y="3581"/>
                    <a:ext cx="8" cy="6"/>
                  </a:xfrm>
                  <a:custGeom>
                    <a:avLst/>
                    <a:gdLst>
                      <a:gd name="T0" fmla="*/ 1 w 16"/>
                      <a:gd name="T1" fmla="*/ 0 h 13"/>
                      <a:gd name="T2" fmla="*/ 1 w 16"/>
                      <a:gd name="T3" fmla="*/ 0 h 13"/>
                      <a:gd name="T4" fmla="*/ 1 w 16"/>
                      <a:gd name="T5" fmla="*/ 0 h 13"/>
                      <a:gd name="T6" fmla="*/ 1 w 16"/>
                      <a:gd name="T7" fmla="*/ 0 h 13"/>
                      <a:gd name="T8" fmla="*/ 1 w 16"/>
                      <a:gd name="T9" fmla="*/ 0 h 13"/>
                      <a:gd name="T10" fmla="*/ 1 w 16"/>
                      <a:gd name="T11" fmla="*/ 0 h 13"/>
                      <a:gd name="T12" fmla="*/ 1 w 16"/>
                      <a:gd name="T13" fmla="*/ 0 h 13"/>
                      <a:gd name="T14" fmla="*/ 1 w 16"/>
                      <a:gd name="T15" fmla="*/ 0 h 13"/>
                      <a:gd name="T16" fmla="*/ 1 w 16"/>
                      <a:gd name="T17" fmla="*/ 0 h 13"/>
                      <a:gd name="T18" fmla="*/ 0 w 16"/>
                      <a:gd name="T19" fmla="*/ 0 h 13"/>
                      <a:gd name="T20" fmla="*/ 0 w 16"/>
                      <a:gd name="T21" fmla="*/ 0 h 13"/>
                      <a:gd name="T22" fmla="*/ 1 w 16"/>
                      <a:gd name="T23" fmla="*/ 0 h 13"/>
                      <a:gd name="T24" fmla="*/ 1 w 16"/>
                      <a:gd name="T25" fmla="*/ 0 h 13"/>
                      <a:gd name="T26" fmla="*/ 1 w 16"/>
                      <a:gd name="T27" fmla="*/ 0 h 13"/>
                      <a:gd name="T28" fmla="*/ 1 w 16"/>
                      <a:gd name="T29" fmla="*/ 0 h 13"/>
                      <a:gd name="T30" fmla="*/ 1 w 16"/>
                      <a:gd name="T31" fmla="*/ 0 h 13"/>
                      <a:gd name="T32" fmla="*/ 1 w 16"/>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13"/>
                      <a:gd name="T53" fmla="*/ 16 w 16"/>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13">
                        <a:moveTo>
                          <a:pt x="15" y="6"/>
                        </a:moveTo>
                        <a:lnTo>
                          <a:pt x="16" y="8"/>
                        </a:lnTo>
                        <a:lnTo>
                          <a:pt x="16" y="10"/>
                        </a:lnTo>
                        <a:lnTo>
                          <a:pt x="15" y="11"/>
                        </a:lnTo>
                        <a:lnTo>
                          <a:pt x="12" y="11"/>
                        </a:lnTo>
                        <a:lnTo>
                          <a:pt x="11" y="13"/>
                        </a:lnTo>
                        <a:lnTo>
                          <a:pt x="9" y="13"/>
                        </a:lnTo>
                        <a:lnTo>
                          <a:pt x="3" y="6"/>
                        </a:lnTo>
                        <a:lnTo>
                          <a:pt x="1" y="4"/>
                        </a:lnTo>
                        <a:lnTo>
                          <a:pt x="0" y="3"/>
                        </a:lnTo>
                        <a:lnTo>
                          <a:pt x="0" y="2"/>
                        </a:lnTo>
                        <a:lnTo>
                          <a:pt x="5" y="2"/>
                        </a:lnTo>
                        <a:lnTo>
                          <a:pt x="8" y="0"/>
                        </a:lnTo>
                        <a:lnTo>
                          <a:pt x="10" y="0"/>
                        </a:lnTo>
                        <a:lnTo>
                          <a:pt x="12" y="2"/>
                        </a:lnTo>
                        <a:lnTo>
                          <a:pt x="14" y="3"/>
                        </a:lnTo>
                        <a:lnTo>
                          <a:pt x="15" y="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1" name="Freeform 536"/>
                  <p:cNvSpPr>
                    <a:spLocks/>
                  </p:cNvSpPr>
                  <p:nvPr/>
                </p:nvSpPr>
                <p:spPr bwMode="auto">
                  <a:xfrm>
                    <a:off x="4571" y="3584"/>
                    <a:ext cx="2" cy="3"/>
                  </a:xfrm>
                  <a:custGeom>
                    <a:avLst/>
                    <a:gdLst>
                      <a:gd name="T0" fmla="*/ 1 w 3"/>
                      <a:gd name="T1" fmla="*/ 1 h 6"/>
                      <a:gd name="T2" fmla="*/ 1 w 3"/>
                      <a:gd name="T3" fmla="*/ 1 h 6"/>
                      <a:gd name="T4" fmla="*/ 1 w 3"/>
                      <a:gd name="T5" fmla="*/ 1 h 6"/>
                      <a:gd name="T6" fmla="*/ 1 w 3"/>
                      <a:gd name="T7" fmla="*/ 0 h 6"/>
                      <a:gd name="T8" fmla="*/ 0 w 3"/>
                      <a:gd name="T9" fmla="*/ 1 h 6"/>
                      <a:gd name="T10" fmla="*/ 0 w 3"/>
                      <a:gd name="T11" fmla="*/ 1 h 6"/>
                      <a:gd name="T12" fmla="*/ 1 w 3"/>
                      <a:gd name="T13" fmla="*/ 1 h 6"/>
                      <a:gd name="T14" fmla="*/ 1 w 3"/>
                      <a:gd name="T15" fmla="*/ 1 h 6"/>
                      <a:gd name="T16" fmla="*/ 1 w 3"/>
                      <a:gd name="T17" fmla="*/ 1 h 6"/>
                      <a:gd name="T18" fmla="*/ 1 w 3"/>
                      <a:gd name="T19" fmla="*/ 1 h 6"/>
                      <a:gd name="T20" fmla="*/ 1 w 3"/>
                      <a:gd name="T21" fmla="*/ 1 h 6"/>
                      <a:gd name="T22" fmla="*/ 1 w 3"/>
                      <a:gd name="T23" fmla="*/ 1 h 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
                      <a:gd name="T37" fmla="*/ 0 h 6"/>
                      <a:gd name="T38" fmla="*/ 3 w 3"/>
                      <a:gd name="T39" fmla="*/ 6 h 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 h="6">
                        <a:moveTo>
                          <a:pt x="3" y="6"/>
                        </a:moveTo>
                        <a:lnTo>
                          <a:pt x="3" y="3"/>
                        </a:lnTo>
                        <a:lnTo>
                          <a:pt x="2" y="1"/>
                        </a:lnTo>
                        <a:lnTo>
                          <a:pt x="2" y="0"/>
                        </a:lnTo>
                        <a:lnTo>
                          <a:pt x="0" y="1"/>
                        </a:lnTo>
                        <a:lnTo>
                          <a:pt x="0" y="3"/>
                        </a:lnTo>
                        <a:lnTo>
                          <a:pt x="1" y="3"/>
                        </a:lnTo>
                        <a:lnTo>
                          <a:pt x="1" y="5"/>
                        </a:lnTo>
                        <a:lnTo>
                          <a:pt x="2" y="4"/>
                        </a:lnTo>
                        <a:lnTo>
                          <a:pt x="3" y="6"/>
                        </a:lnTo>
                        <a:lnTo>
                          <a:pt x="3" y="5"/>
                        </a:lnTo>
                        <a:lnTo>
                          <a:pt x="3"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2" name="Freeform 537"/>
                  <p:cNvSpPr>
                    <a:spLocks/>
                  </p:cNvSpPr>
                  <p:nvPr/>
                </p:nvSpPr>
                <p:spPr bwMode="auto">
                  <a:xfrm>
                    <a:off x="4568" y="3585"/>
                    <a:ext cx="5" cy="3"/>
                  </a:xfrm>
                  <a:custGeom>
                    <a:avLst/>
                    <a:gdLst>
                      <a:gd name="T0" fmla="*/ 0 w 8"/>
                      <a:gd name="T1" fmla="*/ 1 h 5"/>
                      <a:gd name="T2" fmla="*/ 1 w 8"/>
                      <a:gd name="T3" fmla="*/ 1 h 5"/>
                      <a:gd name="T4" fmla="*/ 1 w 8"/>
                      <a:gd name="T5" fmla="*/ 1 h 5"/>
                      <a:gd name="T6" fmla="*/ 1 w 8"/>
                      <a:gd name="T7" fmla="*/ 1 h 5"/>
                      <a:gd name="T8" fmla="*/ 1 w 8"/>
                      <a:gd name="T9" fmla="*/ 1 h 5"/>
                      <a:gd name="T10" fmla="*/ 1 w 8"/>
                      <a:gd name="T11" fmla="*/ 0 h 5"/>
                      <a:gd name="T12" fmla="*/ 1 w 8"/>
                      <a:gd name="T13" fmla="*/ 1 h 5"/>
                      <a:gd name="T14" fmla="*/ 1 w 8"/>
                      <a:gd name="T15" fmla="*/ 1 h 5"/>
                      <a:gd name="T16" fmla="*/ 1 w 8"/>
                      <a:gd name="T17" fmla="*/ 1 h 5"/>
                      <a:gd name="T18" fmla="*/ 0 w 8"/>
                      <a:gd name="T19" fmla="*/ 1 h 5"/>
                      <a:gd name="T20" fmla="*/ 1 w 8"/>
                      <a:gd name="T21" fmla="*/ 1 h 5"/>
                      <a:gd name="T22" fmla="*/ 0 w 8"/>
                      <a:gd name="T23" fmla="*/ 1 h 5"/>
                      <a:gd name="T24" fmla="*/ 0 w 8"/>
                      <a:gd name="T25" fmla="*/ 1 h 5"/>
                      <a:gd name="T26" fmla="*/ 1 w 8"/>
                      <a:gd name="T27" fmla="*/ 1 h 5"/>
                      <a:gd name="T28" fmla="*/ 0 w 8"/>
                      <a:gd name="T29" fmla="*/ 1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
                      <a:gd name="T46" fmla="*/ 0 h 5"/>
                      <a:gd name="T47" fmla="*/ 8 w 8"/>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 h="5">
                        <a:moveTo>
                          <a:pt x="0" y="4"/>
                        </a:moveTo>
                        <a:lnTo>
                          <a:pt x="1" y="5"/>
                        </a:lnTo>
                        <a:lnTo>
                          <a:pt x="1" y="4"/>
                        </a:lnTo>
                        <a:lnTo>
                          <a:pt x="7" y="4"/>
                        </a:lnTo>
                        <a:lnTo>
                          <a:pt x="8" y="2"/>
                        </a:lnTo>
                        <a:lnTo>
                          <a:pt x="7" y="0"/>
                        </a:lnTo>
                        <a:lnTo>
                          <a:pt x="6" y="1"/>
                        </a:lnTo>
                        <a:lnTo>
                          <a:pt x="3" y="1"/>
                        </a:lnTo>
                        <a:lnTo>
                          <a:pt x="2" y="2"/>
                        </a:lnTo>
                        <a:lnTo>
                          <a:pt x="0" y="2"/>
                        </a:lnTo>
                        <a:lnTo>
                          <a:pt x="1" y="2"/>
                        </a:lnTo>
                        <a:lnTo>
                          <a:pt x="0" y="4"/>
                        </a:lnTo>
                        <a:lnTo>
                          <a:pt x="0" y="5"/>
                        </a:lnTo>
                        <a:lnTo>
                          <a:pt x="1" y="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3" name="Freeform 538"/>
                  <p:cNvSpPr>
                    <a:spLocks/>
                  </p:cNvSpPr>
                  <p:nvPr/>
                </p:nvSpPr>
                <p:spPr bwMode="auto">
                  <a:xfrm>
                    <a:off x="4563" y="3581"/>
                    <a:ext cx="6" cy="6"/>
                  </a:xfrm>
                  <a:custGeom>
                    <a:avLst/>
                    <a:gdLst>
                      <a:gd name="T0" fmla="*/ 1 w 12"/>
                      <a:gd name="T1" fmla="*/ 0 h 13"/>
                      <a:gd name="T2" fmla="*/ 1 w 12"/>
                      <a:gd name="T3" fmla="*/ 0 h 13"/>
                      <a:gd name="T4" fmla="*/ 1 w 12"/>
                      <a:gd name="T5" fmla="*/ 0 h 13"/>
                      <a:gd name="T6" fmla="*/ 1 w 12"/>
                      <a:gd name="T7" fmla="*/ 0 h 13"/>
                      <a:gd name="T8" fmla="*/ 1 w 12"/>
                      <a:gd name="T9" fmla="*/ 0 h 13"/>
                      <a:gd name="T10" fmla="*/ 1 w 12"/>
                      <a:gd name="T11" fmla="*/ 0 h 13"/>
                      <a:gd name="T12" fmla="*/ 1 w 12"/>
                      <a:gd name="T13" fmla="*/ 0 h 13"/>
                      <a:gd name="T14" fmla="*/ 1 w 12"/>
                      <a:gd name="T15" fmla="*/ 0 h 13"/>
                      <a:gd name="T16" fmla="*/ 1 w 12"/>
                      <a:gd name="T17" fmla="*/ 0 h 13"/>
                      <a:gd name="T18" fmla="*/ 1 w 12"/>
                      <a:gd name="T19" fmla="*/ 0 h 13"/>
                      <a:gd name="T20" fmla="*/ 1 w 12"/>
                      <a:gd name="T21" fmla="*/ 0 h 13"/>
                      <a:gd name="T22" fmla="*/ 1 w 12"/>
                      <a:gd name="T23" fmla="*/ 0 h 13"/>
                      <a:gd name="T24" fmla="*/ 1 w 12"/>
                      <a:gd name="T25" fmla="*/ 0 h 13"/>
                      <a:gd name="T26" fmla="*/ 1 w 12"/>
                      <a:gd name="T27" fmla="*/ 0 h 13"/>
                      <a:gd name="T28" fmla="*/ 0 w 12"/>
                      <a:gd name="T29" fmla="*/ 0 h 13"/>
                      <a:gd name="T30" fmla="*/ 1 w 12"/>
                      <a:gd name="T31" fmla="*/ 0 h 13"/>
                      <a:gd name="T32" fmla="*/ 1 w 12"/>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13"/>
                      <a:gd name="T53" fmla="*/ 12 w 12"/>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13">
                        <a:moveTo>
                          <a:pt x="2" y="0"/>
                        </a:moveTo>
                        <a:lnTo>
                          <a:pt x="1" y="3"/>
                        </a:lnTo>
                        <a:lnTo>
                          <a:pt x="1" y="4"/>
                        </a:lnTo>
                        <a:lnTo>
                          <a:pt x="5" y="8"/>
                        </a:lnTo>
                        <a:lnTo>
                          <a:pt x="6" y="10"/>
                        </a:lnTo>
                        <a:lnTo>
                          <a:pt x="8" y="13"/>
                        </a:lnTo>
                        <a:lnTo>
                          <a:pt x="11" y="13"/>
                        </a:lnTo>
                        <a:lnTo>
                          <a:pt x="12" y="11"/>
                        </a:lnTo>
                        <a:lnTo>
                          <a:pt x="11" y="10"/>
                        </a:lnTo>
                        <a:lnTo>
                          <a:pt x="8" y="9"/>
                        </a:lnTo>
                        <a:lnTo>
                          <a:pt x="8" y="8"/>
                        </a:lnTo>
                        <a:lnTo>
                          <a:pt x="2" y="2"/>
                        </a:lnTo>
                        <a:lnTo>
                          <a:pt x="2" y="3"/>
                        </a:lnTo>
                        <a:lnTo>
                          <a:pt x="2" y="0"/>
                        </a:lnTo>
                        <a:lnTo>
                          <a:pt x="0" y="0"/>
                        </a:lnTo>
                        <a:lnTo>
                          <a:pt x="1" y="3"/>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4" name="Freeform 539"/>
                  <p:cNvSpPr>
                    <a:spLocks/>
                  </p:cNvSpPr>
                  <p:nvPr/>
                </p:nvSpPr>
                <p:spPr bwMode="auto">
                  <a:xfrm>
                    <a:off x="4564" y="3581"/>
                    <a:ext cx="8" cy="3"/>
                  </a:xfrm>
                  <a:custGeom>
                    <a:avLst/>
                    <a:gdLst>
                      <a:gd name="T0" fmla="*/ 1 w 16"/>
                      <a:gd name="T1" fmla="*/ 0 h 7"/>
                      <a:gd name="T2" fmla="*/ 1 w 16"/>
                      <a:gd name="T3" fmla="*/ 0 h 7"/>
                      <a:gd name="T4" fmla="*/ 1 w 16"/>
                      <a:gd name="T5" fmla="*/ 0 h 7"/>
                      <a:gd name="T6" fmla="*/ 1 w 16"/>
                      <a:gd name="T7" fmla="*/ 0 h 7"/>
                      <a:gd name="T8" fmla="*/ 1 w 16"/>
                      <a:gd name="T9" fmla="*/ 0 h 7"/>
                      <a:gd name="T10" fmla="*/ 1 w 16"/>
                      <a:gd name="T11" fmla="*/ 0 h 7"/>
                      <a:gd name="T12" fmla="*/ 1 w 16"/>
                      <a:gd name="T13" fmla="*/ 0 h 7"/>
                      <a:gd name="T14" fmla="*/ 0 w 16"/>
                      <a:gd name="T15" fmla="*/ 0 h 7"/>
                      <a:gd name="T16" fmla="*/ 0 w 16"/>
                      <a:gd name="T17" fmla="*/ 0 h 7"/>
                      <a:gd name="T18" fmla="*/ 1 w 16"/>
                      <a:gd name="T19" fmla="*/ 0 h 7"/>
                      <a:gd name="T20" fmla="*/ 1 w 16"/>
                      <a:gd name="T21" fmla="*/ 0 h 7"/>
                      <a:gd name="T22" fmla="*/ 1 w 16"/>
                      <a:gd name="T23" fmla="*/ 0 h 7"/>
                      <a:gd name="T24" fmla="*/ 1 w 16"/>
                      <a:gd name="T25" fmla="*/ 0 h 7"/>
                      <a:gd name="T26" fmla="*/ 1 w 16"/>
                      <a:gd name="T27" fmla="*/ 0 h 7"/>
                      <a:gd name="T28" fmla="*/ 1 w 16"/>
                      <a:gd name="T29" fmla="*/ 0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7"/>
                      <a:gd name="T47" fmla="*/ 16 w 16"/>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7">
                        <a:moveTo>
                          <a:pt x="16" y="6"/>
                        </a:moveTo>
                        <a:lnTo>
                          <a:pt x="16" y="7"/>
                        </a:lnTo>
                        <a:lnTo>
                          <a:pt x="15" y="4"/>
                        </a:lnTo>
                        <a:lnTo>
                          <a:pt x="12" y="1"/>
                        </a:lnTo>
                        <a:lnTo>
                          <a:pt x="10" y="0"/>
                        </a:lnTo>
                        <a:lnTo>
                          <a:pt x="8" y="0"/>
                        </a:lnTo>
                        <a:lnTo>
                          <a:pt x="5" y="1"/>
                        </a:lnTo>
                        <a:lnTo>
                          <a:pt x="0" y="1"/>
                        </a:lnTo>
                        <a:lnTo>
                          <a:pt x="0" y="4"/>
                        </a:lnTo>
                        <a:lnTo>
                          <a:pt x="8" y="4"/>
                        </a:lnTo>
                        <a:lnTo>
                          <a:pt x="10" y="3"/>
                        </a:lnTo>
                        <a:lnTo>
                          <a:pt x="11" y="4"/>
                        </a:lnTo>
                        <a:lnTo>
                          <a:pt x="14" y="5"/>
                        </a:lnTo>
                        <a:lnTo>
                          <a:pt x="14" y="7"/>
                        </a:lnTo>
                        <a:lnTo>
                          <a:pt x="1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5" name="Freeform 540"/>
                  <p:cNvSpPr>
                    <a:spLocks/>
                  </p:cNvSpPr>
                  <p:nvPr/>
                </p:nvSpPr>
                <p:spPr bwMode="auto">
                  <a:xfrm>
                    <a:off x="4416" y="3582"/>
                    <a:ext cx="8" cy="7"/>
                  </a:xfrm>
                  <a:custGeom>
                    <a:avLst/>
                    <a:gdLst>
                      <a:gd name="T0" fmla="*/ 1 w 16"/>
                      <a:gd name="T1" fmla="*/ 1 h 13"/>
                      <a:gd name="T2" fmla="*/ 1 w 16"/>
                      <a:gd name="T3" fmla="*/ 1 h 13"/>
                      <a:gd name="T4" fmla="*/ 1 w 16"/>
                      <a:gd name="T5" fmla="*/ 1 h 13"/>
                      <a:gd name="T6" fmla="*/ 1 w 16"/>
                      <a:gd name="T7" fmla="*/ 1 h 13"/>
                      <a:gd name="T8" fmla="*/ 1 w 16"/>
                      <a:gd name="T9" fmla="*/ 1 h 13"/>
                      <a:gd name="T10" fmla="*/ 1 w 16"/>
                      <a:gd name="T11" fmla="*/ 1 h 13"/>
                      <a:gd name="T12" fmla="*/ 1 w 16"/>
                      <a:gd name="T13" fmla="*/ 1 h 13"/>
                      <a:gd name="T14" fmla="*/ 1 w 16"/>
                      <a:gd name="T15" fmla="*/ 1 h 13"/>
                      <a:gd name="T16" fmla="*/ 1 w 16"/>
                      <a:gd name="T17" fmla="*/ 1 h 13"/>
                      <a:gd name="T18" fmla="*/ 1 w 16"/>
                      <a:gd name="T19" fmla="*/ 1 h 13"/>
                      <a:gd name="T20" fmla="*/ 1 w 16"/>
                      <a:gd name="T21" fmla="*/ 1 h 13"/>
                      <a:gd name="T22" fmla="*/ 1 w 16"/>
                      <a:gd name="T23" fmla="*/ 1 h 13"/>
                      <a:gd name="T24" fmla="*/ 0 w 16"/>
                      <a:gd name="T25" fmla="*/ 1 h 13"/>
                      <a:gd name="T26" fmla="*/ 0 w 16"/>
                      <a:gd name="T27" fmla="*/ 1 h 13"/>
                      <a:gd name="T28" fmla="*/ 1 w 16"/>
                      <a:gd name="T29" fmla="*/ 1 h 13"/>
                      <a:gd name="T30" fmla="*/ 1 w 16"/>
                      <a:gd name="T31" fmla="*/ 0 h 13"/>
                      <a:gd name="T32" fmla="*/ 1 w 16"/>
                      <a:gd name="T33" fmla="*/ 0 h 13"/>
                      <a:gd name="T34" fmla="*/ 1 w 16"/>
                      <a:gd name="T35" fmla="*/ 1 h 13"/>
                      <a:gd name="T36" fmla="*/ 1 w 16"/>
                      <a:gd name="T37" fmla="*/ 1 h 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13"/>
                      <a:gd name="T59" fmla="*/ 16 w 16"/>
                      <a:gd name="T60" fmla="*/ 13 h 1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13">
                        <a:moveTo>
                          <a:pt x="16" y="3"/>
                        </a:moveTo>
                        <a:lnTo>
                          <a:pt x="15" y="7"/>
                        </a:lnTo>
                        <a:lnTo>
                          <a:pt x="15" y="10"/>
                        </a:lnTo>
                        <a:lnTo>
                          <a:pt x="14" y="11"/>
                        </a:lnTo>
                        <a:lnTo>
                          <a:pt x="11" y="12"/>
                        </a:lnTo>
                        <a:lnTo>
                          <a:pt x="10" y="13"/>
                        </a:lnTo>
                        <a:lnTo>
                          <a:pt x="8" y="13"/>
                        </a:lnTo>
                        <a:lnTo>
                          <a:pt x="8" y="12"/>
                        </a:lnTo>
                        <a:lnTo>
                          <a:pt x="5" y="12"/>
                        </a:lnTo>
                        <a:lnTo>
                          <a:pt x="4" y="11"/>
                        </a:lnTo>
                        <a:lnTo>
                          <a:pt x="3" y="11"/>
                        </a:lnTo>
                        <a:lnTo>
                          <a:pt x="1" y="10"/>
                        </a:lnTo>
                        <a:lnTo>
                          <a:pt x="0" y="7"/>
                        </a:lnTo>
                        <a:lnTo>
                          <a:pt x="0" y="3"/>
                        </a:lnTo>
                        <a:lnTo>
                          <a:pt x="3" y="1"/>
                        </a:lnTo>
                        <a:lnTo>
                          <a:pt x="5" y="0"/>
                        </a:lnTo>
                        <a:lnTo>
                          <a:pt x="11" y="0"/>
                        </a:lnTo>
                        <a:lnTo>
                          <a:pt x="14" y="2"/>
                        </a:lnTo>
                        <a:lnTo>
                          <a:pt x="1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6" name="Freeform 541"/>
                  <p:cNvSpPr>
                    <a:spLocks/>
                  </p:cNvSpPr>
                  <p:nvPr/>
                </p:nvSpPr>
                <p:spPr bwMode="auto">
                  <a:xfrm>
                    <a:off x="4421" y="3584"/>
                    <a:ext cx="3" cy="5"/>
                  </a:xfrm>
                  <a:custGeom>
                    <a:avLst/>
                    <a:gdLst>
                      <a:gd name="T0" fmla="*/ 0 w 6"/>
                      <a:gd name="T1" fmla="*/ 1 h 10"/>
                      <a:gd name="T2" fmla="*/ 1 w 6"/>
                      <a:gd name="T3" fmla="*/ 1 h 10"/>
                      <a:gd name="T4" fmla="*/ 1 w 6"/>
                      <a:gd name="T5" fmla="*/ 1 h 10"/>
                      <a:gd name="T6" fmla="*/ 1 w 6"/>
                      <a:gd name="T7" fmla="*/ 1 h 10"/>
                      <a:gd name="T8" fmla="*/ 1 w 6"/>
                      <a:gd name="T9" fmla="*/ 1 h 10"/>
                      <a:gd name="T10" fmla="*/ 1 w 6"/>
                      <a:gd name="T11" fmla="*/ 0 h 10"/>
                      <a:gd name="T12" fmla="*/ 1 w 6"/>
                      <a:gd name="T13" fmla="*/ 1 h 10"/>
                      <a:gd name="T14" fmla="*/ 1 w 6"/>
                      <a:gd name="T15" fmla="*/ 1 h 10"/>
                      <a:gd name="T16" fmla="*/ 0 w 6"/>
                      <a:gd name="T17" fmla="*/ 1 h 10"/>
                      <a:gd name="T18" fmla="*/ 0 w 6"/>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0"/>
                      <a:gd name="T32" fmla="*/ 6 w 6"/>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0">
                        <a:moveTo>
                          <a:pt x="0" y="10"/>
                        </a:moveTo>
                        <a:lnTo>
                          <a:pt x="4" y="9"/>
                        </a:lnTo>
                        <a:lnTo>
                          <a:pt x="5" y="7"/>
                        </a:lnTo>
                        <a:lnTo>
                          <a:pt x="5" y="4"/>
                        </a:lnTo>
                        <a:lnTo>
                          <a:pt x="6" y="2"/>
                        </a:lnTo>
                        <a:lnTo>
                          <a:pt x="4" y="0"/>
                        </a:lnTo>
                        <a:lnTo>
                          <a:pt x="3" y="3"/>
                        </a:lnTo>
                        <a:lnTo>
                          <a:pt x="3" y="5"/>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7" name="Freeform 542"/>
                  <p:cNvSpPr>
                    <a:spLocks/>
                  </p:cNvSpPr>
                  <p:nvPr/>
                </p:nvSpPr>
                <p:spPr bwMode="auto">
                  <a:xfrm>
                    <a:off x="4416" y="3587"/>
                    <a:ext cx="5" cy="3"/>
                  </a:xfrm>
                  <a:custGeom>
                    <a:avLst/>
                    <a:gdLst>
                      <a:gd name="T0" fmla="*/ 0 w 10"/>
                      <a:gd name="T1" fmla="*/ 1 h 5"/>
                      <a:gd name="T2" fmla="*/ 1 w 10"/>
                      <a:gd name="T3" fmla="*/ 1 h 5"/>
                      <a:gd name="T4" fmla="*/ 1 w 10"/>
                      <a:gd name="T5" fmla="*/ 1 h 5"/>
                      <a:gd name="T6" fmla="*/ 1 w 10"/>
                      <a:gd name="T7" fmla="*/ 1 h 5"/>
                      <a:gd name="T8" fmla="*/ 1 w 10"/>
                      <a:gd name="T9" fmla="*/ 1 h 5"/>
                      <a:gd name="T10" fmla="*/ 1 w 10"/>
                      <a:gd name="T11" fmla="*/ 1 h 5"/>
                      <a:gd name="T12" fmla="*/ 1 w 10"/>
                      <a:gd name="T13" fmla="*/ 1 h 5"/>
                      <a:gd name="T14" fmla="*/ 1 w 10"/>
                      <a:gd name="T15" fmla="*/ 1 h 5"/>
                      <a:gd name="T16" fmla="*/ 1 w 10"/>
                      <a:gd name="T17" fmla="*/ 1 h 5"/>
                      <a:gd name="T18" fmla="*/ 1 w 10"/>
                      <a:gd name="T19" fmla="*/ 1 h 5"/>
                      <a:gd name="T20" fmla="*/ 1 w 10"/>
                      <a:gd name="T21" fmla="*/ 1 h 5"/>
                      <a:gd name="T22" fmla="*/ 1 w 10"/>
                      <a:gd name="T23" fmla="*/ 1 h 5"/>
                      <a:gd name="T24" fmla="*/ 1 w 10"/>
                      <a:gd name="T25" fmla="*/ 0 h 5"/>
                      <a:gd name="T26" fmla="*/ 0 w 10"/>
                      <a:gd name="T27" fmla="*/ 1 h 5"/>
                      <a:gd name="T28" fmla="*/ 1 w 10"/>
                      <a:gd name="T29" fmla="*/ 1 h 5"/>
                      <a:gd name="T30" fmla="*/ 0 w 10"/>
                      <a:gd name="T31" fmla="*/ 1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
                      <a:gd name="T49" fmla="*/ 0 h 5"/>
                      <a:gd name="T50" fmla="*/ 10 w 1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 h="5">
                        <a:moveTo>
                          <a:pt x="0" y="2"/>
                        </a:moveTo>
                        <a:lnTo>
                          <a:pt x="3" y="2"/>
                        </a:lnTo>
                        <a:lnTo>
                          <a:pt x="4" y="3"/>
                        </a:lnTo>
                        <a:lnTo>
                          <a:pt x="5" y="3"/>
                        </a:lnTo>
                        <a:lnTo>
                          <a:pt x="7" y="5"/>
                        </a:lnTo>
                        <a:lnTo>
                          <a:pt x="9" y="5"/>
                        </a:lnTo>
                        <a:lnTo>
                          <a:pt x="10" y="3"/>
                        </a:lnTo>
                        <a:lnTo>
                          <a:pt x="10" y="1"/>
                        </a:lnTo>
                        <a:lnTo>
                          <a:pt x="9" y="2"/>
                        </a:lnTo>
                        <a:lnTo>
                          <a:pt x="8" y="2"/>
                        </a:lnTo>
                        <a:lnTo>
                          <a:pt x="7" y="1"/>
                        </a:lnTo>
                        <a:lnTo>
                          <a:pt x="4" y="1"/>
                        </a:lnTo>
                        <a:lnTo>
                          <a:pt x="3" y="0"/>
                        </a:lnTo>
                        <a:lnTo>
                          <a:pt x="0" y="2"/>
                        </a:lnTo>
                        <a:lnTo>
                          <a:pt x="2"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8" name="Freeform 543"/>
                  <p:cNvSpPr>
                    <a:spLocks/>
                  </p:cNvSpPr>
                  <p:nvPr/>
                </p:nvSpPr>
                <p:spPr bwMode="auto">
                  <a:xfrm>
                    <a:off x="4415" y="3584"/>
                    <a:ext cx="2" cy="5"/>
                  </a:xfrm>
                  <a:custGeom>
                    <a:avLst/>
                    <a:gdLst>
                      <a:gd name="T0" fmla="*/ 0 w 5"/>
                      <a:gd name="T1" fmla="*/ 0 h 10"/>
                      <a:gd name="T2" fmla="*/ 0 w 5"/>
                      <a:gd name="T3" fmla="*/ 0 h 10"/>
                      <a:gd name="T4" fmla="*/ 0 w 5"/>
                      <a:gd name="T5" fmla="*/ 1 h 10"/>
                      <a:gd name="T6" fmla="*/ 0 w 5"/>
                      <a:gd name="T7" fmla="*/ 1 h 10"/>
                      <a:gd name="T8" fmla="*/ 0 w 5"/>
                      <a:gd name="T9" fmla="*/ 1 h 10"/>
                      <a:gd name="T10" fmla="*/ 0 w 5"/>
                      <a:gd name="T11" fmla="*/ 1 h 10"/>
                      <a:gd name="T12" fmla="*/ 0 w 5"/>
                      <a:gd name="T13" fmla="*/ 1 h 10"/>
                      <a:gd name="T14" fmla="*/ 0 w 5"/>
                      <a:gd name="T15" fmla="*/ 1 h 10"/>
                      <a:gd name="T16" fmla="*/ 0 w 5"/>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0"/>
                      <a:gd name="T29" fmla="*/ 5 w 5"/>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0">
                        <a:moveTo>
                          <a:pt x="1" y="0"/>
                        </a:moveTo>
                        <a:lnTo>
                          <a:pt x="0" y="0"/>
                        </a:lnTo>
                        <a:lnTo>
                          <a:pt x="0" y="5"/>
                        </a:lnTo>
                        <a:lnTo>
                          <a:pt x="1" y="8"/>
                        </a:lnTo>
                        <a:lnTo>
                          <a:pt x="2" y="10"/>
                        </a:lnTo>
                        <a:lnTo>
                          <a:pt x="5" y="8"/>
                        </a:lnTo>
                        <a:lnTo>
                          <a:pt x="2" y="5"/>
                        </a:lnTo>
                        <a:lnTo>
                          <a:pt x="2"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29" name="Freeform 544"/>
                  <p:cNvSpPr>
                    <a:spLocks/>
                  </p:cNvSpPr>
                  <p:nvPr/>
                </p:nvSpPr>
                <p:spPr bwMode="auto">
                  <a:xfrm>
                    <a:off x="4416" y="3582"/>
                    <a:ext cx="8" cy="3"/>
                  </a:xfrm>
                  <a:custGeom>
                    <a:avLst/>
                    <a:gdLst>
                      <a:gd name="T0" fmla="*/ 0 w 17"/>
                      <a:gd name="T1" fmla="*/ 1 h 6"/>
                      <a:gd name="T2" fmla="*/ 0 w 17"/>
                      <a:gd name="T3" fmla="*/ 1 h 6"/>
                      <a:gd name="T4" fmla="*/ 0 w 17"/>
                      <a:gd name="T5" fmla="*/ 1 h 6"/>
                      <a:gd name="T6" fmla="*/ 0 w 17"/>
                      <a:gd name="T7" fmla="*/ 1 h 6"/>
                      <a:gd name="T8" fmla="*/ 0 w 17"/>
                      <a:gd name="T9" fmla="*/ 0 h 6"/>
                      <a:gd name="T10" fmla="*/ 0 w 17"/>
                      <a:gd name="T11" fmla="*/ 0 h 6"/>
                      <a:gd name="T12" fmla="*/ 0 w 17"/>
                      <a:gd name="T13" fmla="*/ 1 h 6"/>
                      <a:gd name="T14" fmla="*/ 0 w 17"/>
                      <a:gd name="T15" fmla="*/ 1 h 6"/>
                      <a:gd name="T16" fmla="*/ 0 w 17"/>
                      <a:gd name="T17" fmla="*/ 1 h 6"/>
                      <a:gd name="T18" fmla="*/ 0 w 17"/>
                      <a:gd name="T19" fmla="*/ 1 h 6"/>
                      <a:gd name="T20" fmla="*/ 0 w 17"/>
                      <a:gd name="T21" fmla="*/ 1 h 6"/>
                      <a:gd name="T22" fmla="*/ 0 w 17"/>
                      <a:gd name="T23" fmla="*/ 1 h 6"/>
                      <a:gd name="T24" fmla="*/ 0 w 17"/>
                      <a:gd name="T25" fmla="*/ 1 h 6"/>
                      <a:gd name="T26" fmla="*/ 0 w 17"/>
                      <a:gd name="T27" fmla="*/ 1 h 6"/>
                      <a:gd name="T28" fmla="*/ 0 w 17"/>
                      <a:gd name="T29" fmla="*/ 1 h 6"/>
                      <a:gd name="T30" fmla="*/ 0 w 17"/>
                      <a:gd name="T31" fmla="*/ 1 h 6"/>
                      <a:gd name="T32" fmla="*/ 0 w 17"/>
                      <a:gd name="T33" fmla="*/ 1 h 6"/>
                      <a:gd name="T34" fmla="*/ 0 w 17"/>
                      <a:gd name="T35" fmla="*/ 1 h 6"/>
                      <a:gd name="T36" fmla="*/ 0 w 17"/>
                      <a:gd name="T37" fmla="*/ 1 h 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
                      <a:gd name="T59" fmla="*/ 17 w 17"/>
                      <a:gd name="T60" fmla="*/ 6 h 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
                        <a:moveTo>
                          <a:pt x="17" y="6"/>
                        </a:moveTo>
                        <a:lnTo>
                          <a:pt x="17" y="4"/>
                        </a:lnTo>
                        <a:lnTo>
                          <a:pt x="15" y="2"/>
                        </a:lnTo>
                        <a:lnTo>
                          <a:pt x="13" y="1"/>
                        </a:lnTo>
                        <a:lnTo>
                          <a:pt x="11" y="0"/>
                        </a:lnTo>
                        <a:lnTo>
                          <a:pt x="4" y="0"/>
                        </a:lnTo>
                        <a:lnTo>
                          <a:pt x="1" y="1"/>
                        </a:lnTo>
                        <a:lnTo>
                          <a:pt x="0" y="3"/>
                        </a:lnTo>
                        <a:lnTo>
                          <a:pt x="1" y="4"/>
                        </a:lnTo>
                        <a:lnTo>
                          <a:pt x="4" y="3"/>
                        </a:lnTo>
                        <a:lnTo>
                          <a:pt x="5" y="2"/>
                        </a:lnTo>
                        <a:lnTo>
                          <a:pt x="10" y="2"/>
                        </a:lnTo>
                        <a:lnTo>
                          <a:pt x="11" y="3"/>
                        </a:lnTo>
                        <a:lnTo>
                          <a:pt x="14" y="4"/>
                        </a:lnTo>
                        <a:lnTo>
                          <a:pt x="15" y="6"/>
                        </a:lnTo>
                        <a:lnTo>
                          <a:pt x="15" y="4"/>
                        </a:lnTo>
                        <a:lnTo>
                          <a:pt x="17" y="6"/>
                        </a:lnTo>
                        <a:lnTo>
                          <a:pt x="17" y="4"/>
                        </a:lnTo>
                        <a:lnTo>
                          <a:pt x="17"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0" name="Freeform 545"/>
                  <p:cNvSpPr>
                    <a:spLocks/>
                  </p:cNvSpPr>
                  <p:nvPr/>
                </p:nvSpPr>
                <p:spPr bwMode="auto">
                  <a:xfrm>
                    <a:off x="4383" y="3583"/>
                    <a:ext cx="6" cy="12"/>
                  </a:xfrm>
                  <a:custGeom>
                    <a:avLst/>
                    <a:gdLst>
                      <a:gd name="T0" fmla="*/ 1 w 11"/>
                      <a:gd name="T1" fmla="*/ 0 h 25"/>
                      <a:gd name="T2" fmla="*/ 1 w 11"/>
                      <a:gd name="T3" fmla="*/ 0 h 25"/>
                      <a:gd name="T4" fmla="*/ 1 w 11"/>
                      <a:gd name="T5" fmla="*/ 0 h 25"/>
                      <a:gd name="T6" fmla="*/ 1 w 11"/>
                      <a:gd name="T7" fmla="*/ 0 h 25"/>
                      <a:gd name="T8" fmla="*/ 1 w 11"/>
                      <a:gd name="T9" fmla="*/ 0 h 25"/>
                      <a:gd name="T10" fmla="*/ 1 w 11"/>
                      <a:gd name="T11" fmla="*/ 0 h 25"/>
                      <a:gd name="T12" fmla="*/ 1 w 11"/>
                      <a:gd name="T13" fmla="*/ 0 h 25"/>
                      <a:gd name="T14" fmla="*/ 1 w 11"/>
                      <a:gd name="T15" fmla="*/ 0 h 25"/>
                      <a:gd name="T16" fmla="*/ 1 w 11"/>
                      <a:gd name="T17" fmla="*/ 0 h 25"/>
                      <a:gd name="T18" fmla="*/ 1 w 11"/>
                      <a:gd name="T19" fmla="*/ 0 h 25"/>
                      <a:gd name="T20" fmla="*/ 0 w 11"/>
                      <a:gd name="T21" fmla="*/ 0 h 25"/>
                      <a:gd name="T22" fmla="*/ 0 w 11"/>
                      <a:gd name="T23" fmla="*/ 0 h 25"/>
                      <a:gd name="T24" fmla="*/ 1 w 11"/>
                      <a:gd name="T25" fmla="*/ 0 h 25"/>
                      <a:gd name="T26" fmla="*/ 1 w 11"/>
                      <a:gd name="T27" fmla="*/ 0 h 25"/>
                      <a:gd name="T28" fmla="*/ 1 w 11"/>
                      <a:gd name="T29" fmla="*/ 0 h 25"/>
                      <a:gd name="T30" fmla="*/ 1 w 11"/>
                      <a:gd name="T31" fmla="*/ 0 h 25"/>
                      <a:gd name="T32" fmla="*/ 1 w 11"/>
                      <a:gd name="T33" fmla="*/ 0 h 25"/>
                      <a:gd name="T34" fmla="*/ 1 w 11"/>
                      <a:gd name="T35" fmla="*/ 0 h 25"/>
                      <a:gd name="T36" fmla="*/ 1 w 11"/>
                      <a:gd name="T37" fmla="*/ 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
                      <a:gd name="T58" fmla="*/ 0 h 25"/>
                      <a:gd name="T59" fmla="*/ 11 w 11"/>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 h="25">
                        <a:moveTo>
                          <a:pt x="10" y="5"/>
                        </a:moveTo>
                        <a:lnTo>
                          <a:pt x="10" y="7"/>
                        </a:lnTo>
                        <a:lnTo>
                          <a:pt x="11" y="10"/>
                        </a:lnTo>
                        <a:lnTo>
                          <a:pt x="11" y="20"/>
                        </a:lnTo>
                        <a:lnTo>
                          <a:pt x="10" y="22"/>
                        </a:lnTo>
                        <a:lnTo>
                          <a:pt x="9" y="23"/>
                        </a:lnTo>
                        <a:lnTo>
                          <a:pt x="6" y="25"/>
                        </a:lnTo>
                        <a:lnTo>
                          <a:pt x="5" y="25"/>
                        </a:lnTo>
                        <a:lnTo>
                          <a:pt x="1" y="21"/>
                        </a:lnTo>
                        <a:lnTo>
                          <a:pt x="1" y="20"/>
                        </a:lnTo>
                        <a:lnTo>
                          <a:pt x="0" y="18"/>
                        </a:lnTo>
                        <a:lnTo>
                          <a:pt x="0" y="14"/>
                        </a:lnTo>
                        <a:lnTo>
                          <a:pt x="1" y="9"/>
                        </a:lnTo>
                        <a:lnTo>
                          <a:pt x="2" y="4"/>
                        </a:lnTo>
                        <a:lnTo>
                          <a:pt x="5" y="0"/>
                        </a:lnTo>
                        <a:lnTo>
                          <a:pt x="6" y="1"/>
                        </a:lnTo>
                        <a:lnTo>
                          <a:pt x="9" y="2"/>
                        </a:lnTo>
                        <a:lnTo>
                          <a:pt x="10" y="4"/>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1" name="Freeform 546"/>
                  <p:cNvSpPr>
                    <a:spLocks/>
                  </p:cNvSpPr>
                  <p:nvPr/>
                </p:nvSpPr>
                <p:spPr bwMode="auto">
                  <a:xfrm>
                    <a:off x="4386" y="3585"/>
                    <a:ext cx="3" cy="11"/>
                  </a:xfrm>
                  <a:custGeom>
                    <a:avLst/>
                    <a:gdLst>
                      <a:gd name="T0" fmla="*/ 0 w 6"/>
                      <a:gd name="T1" fmla="*/ 1 h 21"/>
                      <a:gd name="T2" fmla="*/ 1 w 6"/>
                      <a:gd name="T3" fmla="*/ 1 h 21"/>
                      <a:gd name="T4" fmla="*/ 1 w 6"/>
                      <a:gd name="T5" fmla="*/ 1 h 21"/>
                      <a:gd name="T6" fmla="*/ 1 w 6"/>
                      <a:gd name="T7" fmla="*/ 1 h 21"/>
                      <a:gd name="T8" fmla="*/ 1 w 6"/>
                      <a:gd name="T9" fmla="*/ 1 h 21"/>
                      <a:gd name="T10" fmla="*/ 1 w 6"/>
                      <a:gd name="T11" fmla="*/ 1 h 21"/>
                      <a:gd name="T12" fmla="*/ 1 w 6"/>
                      <a:gd name="T13" fmla="*/ 0 h 21"/>
                      <a:gd name="T14" fmla="*/ 1 w 6"/>
                      <a:gd name="T15" fmla="*/ 0 h 21"/>
                      <a:gd name="T16" fmla="*/ 1 w 6"/>
                      <a:gd name="T17" fmla="*/ 1 h 21"/>
                      <a:gd name="T18" fmla="*/ 1 w 6"/>
                      <a:gd name="T19" fmla="*/ 1 h 21"/>
                      <a:gd name="T20" fmla="*/ 1 w 6"/>
                      <a:gd name="T21" fmla="*/ 1 h 21"/>
                      <a:gd name="T22" fmla="*/ 1 w 6"/>
                      <a:gd name="T23" fmla="*/ 1 h 21"/>
                      <a:gd name="T24" fmla="*/ 1 w 6"/>
                      <a:gd name="T25" fmla="*/ 1 h 21"/>
                      <a:gd name="T26" fmla="*/ 0 w 6"/>
                      <a:gd name="T27" fmla="*/ 1 h 21"/>
                      <a:gd name="T28" fmla="*/ 0 w 6"/>
                      <a:gd name="T29" fmla="*/ 1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1"/>
                      <a:gd name="T47" fmla="*/ 6 w 6"/>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1">
                        <a:moveTo>
                          <a:pt x="0" y="21"/>
                        </a:moveTo>
                        <a:lnTo>
                          <a:pt x="4" y="20"/>
                        </a:lnTo>
                        <a:lnTo>
                          <a:pt x="5" y="17"/>
                        </a:lnTo>
                        <a:lnTo>
                          <a:pt x="6" y="15"/>
                        </a:lnTo>
                        <a:lnTo>
                          <a:pt x="6" y="5"/>
                        </a:lnTo>
                        <a:lnTo>
                          <a:pt x="5" y="2"/>
                        </a:lnTo>
                        <a:lnTo>
                          <a:pt x="5" y="0"/>
                        </a:lnTo>
                        <a:lnTo>
                          <a:pt x="3" y="0"/>
                        </a:lnTo>
                        <a:lnTo>
                          <a:pt x="3" y="2"/>
                        </a:lnTo>
                        <a:lnTo>
                          <a:pt x="4" y="5"/>
                        </a:lnTo>
                        <a:lnTo>
                          <a:pt x="4" y="13"/>
                        </a:lnTo>
                        <a:lnTo>
                          <a:pt x="3" y="16"/>
                        </a:lnTo>
                        <a:lnTo>
                          <a:pt x="3" y="17"/>
                        </a:lnTo>
                        <a:lnTo>
                          <a:pt x="0" y="18"/>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2" name="Freeform 547"/>
                  <p:cNvSpPr>
                    <a:spLocks/>
                  </p:cNvSpPr>
                  <p:nvPr/>
                </p:nvSpPr>
                <p:spPr bwMode="auto">
                  <a:xfrm>
                    <a:off x="4382" y="3592"/>
                    <a:ext cx="4" cy="4"/>
                  </a:xfrm>
                  <a:custGeom>
                    <a:avLst/>
                    <a:gdLst>
                      <a:gd name="T0" fmla="*/ 0 w 7"/>
                      <a:gd name="T1" fmla="*/ 0 h 8"/>
                      <a:gd name="T2" fmla="*/ 0 w 7"/>
                      <a:gd name="T3" fmla="*/ 1 h 8"/>
                      <a:gd name="T4" fmla="*/ 1 w 7"/>
                      <a:gd name="T5" fmla="*/ 1 h 8"/>
                      <a:gd name="T6" fmla="*/ 1 w 7"/>
                      <a:gd name="T7" fmla="*/ 1 h 8"/>
                      <a:gd name="T8" fmla="*/ 1 w 7"/>
                      <a:gd name="T9" fmla="*/ 1 h 8"/>
                      <a:gd name="T10" fmla="*/ 1 w 7"/>
                      <a:gd name="T11" fmla="*/ 1 h 8"/>
                      <a:gd name="T12" fmla="*/ 1 w 7"/>
                      <a:gd name="T13" fmla="*/ 1 h 8"/>
                      <a:gd name="T14" fmla="*/ 1 w 7"/>
                      <a:gd name="T15" fmla="*/ 1 h 8"/>
                      <a:gd name="T16" fmla="*/ 1 w 7"/>
                      <a:gd name="T17" fmla="*/ 1 h 8"/>
                      <a:gd name="T18" fmla="*/ 1 w 7"/>
                      <a:gd name="T19" fmla="*/ 0 h 8"/>
                      <a:gd name="T20" fmla="*/ 0 w 7"/>
                      <a:gd name="T21" fmla="*/ 0 h 8"/>
                      <a:gd name="T22" fmla="*/ 0 w 7"/>
                      <a:gd name="T23" fmla="*/ 1 h 8"/>
                      <a:gd name="T24" fmla="*/ 0 w 7"/>
                      <a:gd name="T25" fmla="*/ 0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8"/>
                      <a:gd name="T41" fmla="*/ 7 w 7"/>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8">
                        <a:moveTo>
                          <a:pt x="0" y="0"/>
                        </a:moveTo>
                        <a:lnTo>
                          <a:pt x="0" y="2"/>
                        </a:lnTo>
                        <a:lnTo>
                          <a:pt x="6" y="8"/>
                        </a:lnTo>
                        <a:lnTo>
                          <a:pt x="7" y="8"/>
                        </a:lnTo>
                        <a:lnTo>
                          <a:pt x="7" y="5"/>
                        </a:lnTo>
                        <a:lnTo>
                          <a:pt x="6" y="4"/>
                        </a:lnTo>
                        <a:lnTo>
                          <a:pt x="5" y="4"/>
                        </a:lnTo>
                        <a:lnTo>
                          <a:pt x="3" y="3"/>
                        </a:lnTo>
                        <a:lnTo>
                          <a:pt x="3" y="2"/>
                        </a:lnTo>
                        <a:lnTo>
                          <a:pt x="2" y="0"/>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3" name="Freeform 548"/>
                  <p:cNvSpPr>
                    <a:spLocks/>
                  </p:cNvSpPr>
                  <p:nvPr/>
                </p:nvSpPr>
                <p:spPr bwMode="auto">
                  <a:xfrm>
                    <a:off x="4382" y="3582"/>
                    <a:ext cx="4" cy="10"/>
                  </a:xfrm>
                  <a:custGeom>
                    <a:avLst/>
                    <a:gdLst>
                      <a:gd name="T0" fmla="*/ 1 w 7"/>
                      <a:gd name="T1" fmla="*/ 0 h 19"/>
                      <a:gd name="T2" fmla="*/ 1 w 7"/>
                      <a:gd name="T3" fmla="*/ 1 h 19"/>
                      <a:gd name="T4" fmla="*/ 1 w 7"/>
                      <a:gd name="T5" fmla="*/ 1 h 19"/>
                      <a:gd name="T6" fmla="*/ 1 w 7"/>
                      <a:gd name="T7" fmla="*/ 1 h 19"/>
                      <a:gd name="T8" fmla="*/ 0 w 7"/>
                      <a:gd name="T9" fmla="*/ 1 h 19"/>
                      <a:gd name="T10" fmla="*/ 0 w 7"/>
                      <a:gd name="T11" fmla="*/ 1 h 19"/>
                      <a:gd name="T12" fmla="*/ 1 w 7"/>
                      <a:gd name="T13" fmla="*/ 1 h 19"/>
                      <a:gd name="T14" fmla="*/ 1 w 7"/>
                      <a:gd name="T15" fmla="*/ 1 h 19"/>
                      <a:gd name="T16" fmla="*/ 1 w 7"/>
                      <a:gd name="T17" fmla="*/ 1 h 19"/>
                      <a:gd name="T18" fmla="*/ 1 w 7"/>
                      <a:gd name="T19" fmla="*/ 1 h 19"/>
                      <a:gd name="T20" fmla="*/ 1 w 7"/>
                      <a:gd name="T21" fmla="*/ 1 h 19"/>
                      <a:gd name="T22" fmla="*/ 1 w 7"/>
                      <a:gd name="T23" fmla="*/ 1 h 19"/>
                      <a:gd name="T24" fmla="*/ 1 w 7"/>
                      <a:gd name="T25" fmla="*/ 0 h 19"/>
                      <a:gd name="T26" fmla="*/ 1 w 7"/>
                      <a:gd name="T27" fmla="*/ 1 h 19"/>
                      <a:gd name="T28" fmla="*/ 1 w 7"/>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19"/>
                      <a:gd name="T47" fmla="*/ 7 w 7"/>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19">
                        <a:moveTo>
                          <a:pt x="6" y="0"/>
                        </a:moveTo>
                        <a:lnTo>
                          <a:pt x="6" y="1"/>
                        </a:lnTo>
                        <a:lnTo>
                          <a:pt x="2" y="5"/>
                        </a:lnTo>
                        <a:lnTo>
                          <a:pt x="1" y="10"/>
                        </a:lnTo>
                        <a:lnTo>
                          <a:pt x="0" y="15"/>
                        </a:lnTo>
                        <a:lnTo>
                          <a:pt x="0" y="19"/>
                        </a:lnTo>
                        <a:lnTo>
                          <a:pt x="2" y="19"/>
                        </a:lnTo>
                        <a:lnTo>
                          <a:pt x="2" y="15"/>
                        </a:lnTo>
                        <a:lnTo>
                          <a:pt x="3" y="10"/>
                        </a:lnTo>
                        <a:lnTo>
                          <a:pt x="5" y="6"/>
                        </a:lnTo>
                        <a:lnTo>
                          <a:pt x="7" y="2"/>
                        </a:lnTo>
                        <a:lnTo>
                          <a:pt x="6" y="3"/>
                        </a:lnTo>
                        <a:lnTo>
                          <a:pt x="6" y="0"/>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4" name="Freeform 549"/>
                  <p:cNvSpPr>
                    <a:spLocks/>
                  </p:cNvSpPr>
                  <p:nvPr/>
                </p:nvSpPr>
                <p:spPr bwMode="auto">
                  <a:xfrm>
                    <a:off x="4385" y="3582"/>
                    <a:ext cx="4" cy="3"/>
                  </a:xfrm>
                  <a:custGeom>
                    <a:avLst/>
                    <a:gdLst>
                      <a:gd name="T0" fmla="*/ 1 w 6"/>
                      <a:gd name="T1" fmla="*/ 1 h 6"/>
                      <a:gd name="T2" fmla="*/ 1 w 6"/>
                      <a:gd name="T3" fmla="*/ 1 h 6"/>
                      <a:gd name="T4" fmla="*/ 1 w 6"/>
                      <a:gd name="T5" fmla="*/ 1 h 6"/>
                      <a:gd name="T6" fmla="*/ 1 w 6"/>
                      <a:gd name="T7" fmla="*/ 1 h 6"/>
                      <a:gd name="T8" fmla="*/ 0 w 6"/>
                      <a:gd name="T9" fmla="*/ 0 h 6"/>
                      <a:gd name="T10" fmla="*/ 0 w 6"/>
                      <a:gd name="T11" fmla="*/ 1 h 6"/>
                      <a:gd name="T12" fmla="*/ 1 w 6"/>
                      <a:gd name="T13" fmla="*/ 1 h 6"/>
                      <a:gd name="T14" fmla="*/ 1 w 6"/>
                      <a:gd name="T15" fmla="*/ 1 h 6"/>
                      <a:gd name="T16" fmla="*/ 1 w 6"/>
                      <a:gd name="T17" fmla="*/ 1 h 6"/>
                      <a:gd name="T18" fmla="*/ 1 w 6"/>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6"/>
                      <a:gd name="T32" fmla="*/ 6 w 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6">
                        <a:moveTo>
                          <a:pt x="6" y="6"/>
                        </a:moveTo>
                        <a:lnTo>
                          <a:pt x="6" y="3"/>
                        </a:lnTo>
                        <a:lnTo>
                          <a:pt x="4" y="2"/>
                        </a:lnTo>
                        <a:lnTo>
                          <a:pt x="2" y="1"/>
                        </a:lnTo>
                        <a:lnTo>
                          <a:pt x="0" y="0"/>
                        </a:lnTo>
                        <a:lnTo>
                          <a:pt x="0" y="3"/>
                        </a:lnTo>
                        <a:lnTo>
                          <a:pt x="2" y="3"/>
                        </a:lnTo>
                        <a:lnTo>
                          <a:pt x="4" y="5"/>
                        </a:lnTo>
                        <a:lnTo>
                          <a:pt x="4" y="6"/>
                        </a:lnTo>
                        <a:lnTo>
                          <a:pt x="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5" name="Freeform 550"/>
                  <p:cNvSpPr>
                    <a:spLocks/>
                  </p:cNvSpPr>
                  <p:nvPr/>
                </p:nvSpPr>
                <p:spPr bwMode="auto">
                  <a:xfrm>
                    <a:off x="4418" y="3584"/>
                    <a:ext cx="3" cy="3"/>
                  </a:xfrm>
                  <a:custGeom>
                    <a:avLst/>
                    <a:gdLst>
                      <a:gd name="T0" fmla="*/ 1 w 6"/>
                      <a:gd name="T1" fmla="*/ 0 h 7"/>
                      <a:gd name="T2" fmla="*/ 1 w 6"/>
                      <a:gd name="T3" fmla="*/ 0 h 7"/>
                      <a:gd name="T4" fmla="*/ 1 w 6"/>
                      <a:gd name="T5" fmla="*/ 0 h 7"/>
                      <a:gd name="T6" fmla="*/ 1 w 6"/>
                      <a:gd name="T7" fmla="*/ 0 h 7"/>
                      <a:gd name="T8" fmla="*/ 1 w 6"/>
                      <a:gd name="T9" fmla="*/ 0 h 7"/>
                      <a:gd name="T10" fmla="*/ 0 w 6"/>
                      <a:gd name="T11" fmla="*/ 0 h 7"/>
                      <a:gd name="T12" fmla="*/ 0 w 6"/>
                      <a:gd name="T13" fmla="*/ 0 h 7"/>
                      <a:gd name="T14" fmla="*/ 1 w 6"/>
                      <a:gd name="T15" fmla="*/ 0 h 7"/>
                      <a:gd name="T16" fmla="*/ 1 w 6"/>
                      <a:gd name="T17" fmla="*/ 0 h 7"/>
                      <a:gd name="T18" fmla="*/ 1 w 6"/>
                      <a:gd name="T19" fmla="*/ 0 h 7"/>
                      <a:gd name="T20" fmla="*/ 1 w 6"/>
                      <a:gd name="T21" fmla="*/ 0 h 7"/>
                      <a:gd name="T22" fmla="*/ 1 w 6"/>
                      <a:gd name="T23" fmla="*/ 0 h 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7"/>
                      <a:gd name="T38" fmla="*/ 6 w 6"/>
                      <a:gd name="T39" fmla="*/ 7 h 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7">
                        <a:moveTo>
                          <a:pt x="6" y="3"/>
                        </a:moveTo>
                        <a:lnTo>
                          <a:pt x="6" y="4"/>
                        </a:lnTo>
                        <a:lnTo>
                          <a:pt x="4" y="7"/>
                        </a:lnTo>
                        <a:lnTo>
                          <a:pt x="3" y="5"/>
                        </a:lnTo>
                        <a:lnTo>
                          <a:pt x="1" y="5"/>
                        </a:lnTo>
                        <a:lnTo>
                          <a:pt x="0" y="4"/>
                        </a:lnTo>
                        <a:lnTo>
                          <a:pt x="0" y="2"/>
                        </a:lnTo>
                        <a:lnTo>
                          <a:pt x="1" y="2"/>
                        </a:lnTo>
                        <a:lnTo>
                          <a:pt x="1" y="0"/>
                        </a:lnTo>
                        <a:lnTo>
                          <a:pt x="5" y="0"/>
                        </a:lnTo>
                        <a:lnTo>
                          <a:pt x="6" y="2"/>
                        </a:lnTo>
                        <a:lnTo>
                          <a:pt x="6" y="3"/>
                        </a:lnTo>
                        <a:close/>
                      </a:path>
                    </a:pathLst>
                  </a:custGeom>
                  <a:solidFill>
                    <a:srgbClr val="F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6" name="Freeform 551"/>
                  <p:cNvSpPr>
                    <a:spLocks/>
                  </p:cNvSpPr>
                  <p:nvPr/>
                </p:nvSpPr>
                <p:spPr bwMode="auto">
                  <a:xfrm>
                    <a:off x="4420" y="3585"/>
                    <a:ext cx="2" cy="3"/>
                  </a:xfrm>
                  <a:custGeom>
                    <a:avLst/>
                    <a:gdLst>
                      <a:gd name="T0" fmla="*/ 0 w 4"/>
                      <a:gd name="T1" fmla="*/ 1 h 5"/>
                      <a:gd name="T2" fmla="*/ 1 w 4"/>
                      <a:gd name="T3" fmla="*/ 1 h 5"/>
                      <a:gd name="T4" fmla="*/ 1 w 4"/>
                      <a:gd name="T5" fmla="*/ 1 h 5"/>
                      <a:gd name="T6" fmla="*/ 1 w 4"/>
                      <a:gd name="T7" fmla="*/ 1 h 5"/>
                      <a:gd name="T8" fmla="*/ 1 w 4"/>
                      <a:gd name="T9" fmla="*/ 0 h 5"/>
                      <a:gd name="T10" fmla="*/ 1 w 4"/>
                      <a:gd name="T11" fmla="*/ 0 h 5"/>
                      <a:gd name="T12" fmla="*/ 1 w 4"/>
                      <a:gd name="T13" fmla="*/ 1 h 5"/>
                      <a:gd name="T14" fmla="*/ 0 w 4"/>
                      <a:gd name="T15" fmla="*/ 1 h 5"/>
                      <a:gd name="T16" fmla="*/ 1 w 4"/>
                      <a:gd name="T17" fmla="*/ 1 h 5"/>
                      <a:gd name="T18" fmla="*/ 0 w 4"/>
                      <a:gd name="T19" fmla="*/ 1 h 5"/>
                      <a:gd name="T20" fmla="*/ 0 w 4"/>
                      <a:gd name="T21" fmla="*/ 1 h 5"/>
                      <a:gd name="T22" fmla="*/ 1 w 4"/>
                      <a:gd name="T23" fmla="*/ 1 h 5"/>
                      <a:gd name="T24" fmla="*/ 0 w 4"/>
                      <a:gd name="T25" fmla="*/ 1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
                      <a:gd name="T40" fmla="*/ 0 h 5"/>
                      <a:gd name="T41" fmla="*/ 4 w 4"/>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 h="5">
                        <a:moveTo>
                          <a:pt x="0" y="4"/>
                        </a:moveTo>
                        <a:lnTo>
                          <a:pt x="2" y="4"/>
                        </a:lnTo>
                        <a:lnTo>
                          <a:pt x="2" y="2"/>
                        </a:lnTo>
                        <a:lnTo>
                          <a:pt x="4" y="1"/>
                        </a:lnTo>
                        <a:lnTo>
                          <a:pt x="4" y="0"/>
                        </a:lnTo>
                        <a:lnTo>
                          <a:pt x="1" y="0"/>
                        </a:lnTo>
                        <a:lnTo>
                          <a:pt x="1" y="1"/>
                        </a:lnTo>
                        <a:lnTo>
                          <a:pt x="0" y="2"/>
                        </a:lnTo>
                        <a:lnTo>
                          <a:pt x="1" y="2"/>
                        </a:lnTo>
                        <a:lnTo>
                          <a:pt x="0" y="4"/>
                        </a:lnTo>
                        <a:lnTo>
                          <a:pt x="0" y="5"/>
                        </a:lnTo>
                        <a:lnTo>
                          <a:pt x="1" y="4"/>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7" name="Freeform 552"/>
                  <p:cNvSpPr>
                    <a:spLocks/>
                  </p:cNvSpPr>
                  <p:nvPr/>
                </p:nvSpPr>
                <p:spPr bwMode="auto">
                  <a:xfrm>
                    <a:off x="4417" y="3585"/>
                    <a:ext cx="4" cy="2"/>
                  </a:xfrm>
                  <a:custGeom>
                    <a:avLst/>
                    <a:gdLst>
                      <a:gd name="T0" fmla="*/ 0 w 6"/>
                      <a:gd name="T1" fmla="*/ 0 h 4"/>
                      <a:gd name="T2" fmla="*/ 0 w 6"/>
                      <a:gd name="T3" fmla="*/ 1 h 4"/>
                      <a:gd name="T4" fmla="*/ 1 w 6"/>
                      <a:gd name="T5" fmla="*/ 1 h 4"/>
                      <a:gd name="T6" fmla="*/ 1 w 6"/>
                      <a:gd name="T7" fmla="*/ 1 h 4"/>
                      <a:gd name="T8" fmla="*/ 1 w 6"/>
                      <a:gd name="T9" fmla="*/ 1 h 4"/>
                      <a:gd name="T10" fmla="*/ 1 w 6"/>
                      <a:gd name="T11" fmla="*/ 1 h 4"/>
                      <a:gd name="T12" fmla="*/ 1 w 6"/>
                      <a:gd name="T13" fmla="*/ 1 h 4"/>
                      <a:gd name="T14" fmla="*/ 1 w 6"/>
                      <a:gd name="T15" fmla="*/ 0 h 4"/>
                      <a:gd name="T16" fmla="*/ 0 w 6"/>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4"/>
                      <a:gd name="T29" fmla="*/ 6 w 6"/>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4">
                        <a:moveTo>
                          <a:pt x="0" y="0"/>
                        </a:moveTo>
                        <a:lnTo>
                          <a:pt x="0" y="2"/>
                        </a:lnTo>
                        <a:lnTo>
                          <a:pt x="2" y="4"/>
                        </a:lnTo>
                        <a:lnTo>
                          <a:pt x="5" y="4"/>
                        </a:lnTo>
                        <a:lnTo>
                          <a:pt x="6" y="2"/>
                        </a:lnTo>
                        <a:lnTo>
                          <a:pt x="5" y="1"/>
                        </a:lnTo>
                        <a:lnTo>
                          <a:pt x="2"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8" name="Freeform 553"/>
                  <p:cNvSpPr>
                    <a:spLocks/>
                  </p:cNvSpPr>
                  <p:nvPr/>
                </p:nvSpPr>
                <p:spPr bwMode="auto">
                  <a:xfrm>
                    <a:off x="4417" y="3584"/>
                    <a:ext cx="5" cy="1"/>
                  </a:xfrm>
                  <a:custGeom>
                    <a:avLst/>
                    <a:gdLst>
                      <a:gd name="T0" fmla="*/ 1 w 9"/>
                      <a:gd name="T1" fmla="*/ 0 h 4"/>
                      <a:gd name="T2" fmla="*/ 1 w 9"/>
                      <a:gd name="T3" fmla="*/ 0 h 4"/>
                      <a:gd name="T4" fmla="*/ 1 w 9"/>
                      <a:gd name="T5" fmla="*/ 0 h 4"/>
                      <a:gd name="T6" fmla="*/ 1 w 9"/>
                      <a:gd name="T7" fmla="*/ 0 h 4"/>
                      <a:gd name="T8" fmla="*/ 0 w 9"/>
                      <a:gd name="T9" fmla="*/ 0 h 4"/>
                      <a:gd name="T10" fmla="*/ 0 w 9"/>
                      <a:gd name="T11" fmla="*/ 0 h 4"/>
                      <a:gd name="T12" fmla="*/ 1 w 9"/>
                      <a:gd name="T13" fmla="*/ 0 h 4"/>
                      <a:gd name="T14" fmla="*/ 1 w 9"/>
                      <a:gd name="T15" fmla="*/ 0 h 4"/>
                      <a:gd name="T16" fmla="*/ 1 w 9"/>
                      <a:gd name="T17" fmla="*/ 0 h 4"/>
                      <a:gd name="T18" fmla="*/ 1 w 9"/>
                      <a:gd name="T19" fmla="*/ 0 h 4"/>
                      <a:gd name="T20" fmla="*/ 1 w 9"/>
                      <a:gd name="T21" fmla="*/ 0 h 4"/>
                      <a:gd name="T22" fmla="*/ 1 w 9"/>
                      <a:gd name="T23" fmla="*/ 0 h 4"/>
                      <a:gd name="T24" fmla="*/ 1 w 9"/>
                      <a:gd name="T25" fmla="*/ 0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
                      <a:gd name="T40" fmla="*/ 0 h 4"/>
                      <a:gd name="T41" fmla="*/ 9 w 9"/>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 h="4">
                        <a:moveTo>
                          <a:pt x="9" y="4"/>
                        </a:moveTo>
                        <a:lnTo>
                          <a:pt x="9" y="3"/>
                        </a:lnTo>
                        <a:lnTo>
                          <a:pt x="6" y="0"/>
                        </a:lnTo>
                        <a:lnTo>
                          <a:pt x="2" y="0"/>
                        </a:lnTo>
                        <a:lnTo>
                          <a:pt x="0" y="3"/>
                        </a:lnTo>
                        <a:lnTo>
                          <a:pt x="0" y="4"/>
                        </a:lnTo>
                        <a:lnTo>
                          <a:pt x="2" y="4"/>
                        </a:lnTo>
                        <a:lnTo>
                          <a:pt x="2" y="3"/>
                        </a:lnTo>
                        <a:lnTo>
                          <a:pt x="6" y="3"/>
                        </a:lnTo>
                        <a:lnTo>
                          <a:pt x="6" y="4"/>
                        </a:lnTo>
                        <a:lnTo>
                          <a:pt x="9" y="4"/>
                        </a:lnTo>
                        <a:lnTo>
                          <a:pt x="9" y="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9" name="Freeform 554"/>
                  <p:cNvSpPr>
                    <a:spLocks/>
                  </p:cNvSpPr>
                  <p:nvPr/>
                </p:nvSpPr>
                <p:spPr bwMode="auto">
                  <a:xfrm>
                    <a:off x="4374" y="3587"/>
                    <a:ext cx="5" cy="12"/>
                  </a:xfrm>
                  <a:custGeom>
                    <a:avLst/>
                    <a:gdLst>
                      <a:gd name="T0" fmla="*/ 1 w 10"/>
                      <a:gd name="T1" fmla="*/ 0 h 25"/>
                      <a:gd name="T2" fmla="*/ 1 w 10"/>
                      <a:gd name="T3" fmla="*/ 0 h 25"/>
                      <a:gd name="T4" fmla="*/ 1 w 10"/>
                      <a:gd name="T5" fmla="*/ 0 h 25"/>
                      <a:gd name="T6" fmla="*/ 1 w 10"/>
                      <a:gd name="T7" fmla="*/ 0 h 25"/>
                      <a:gd name="T8" fmla="*/ 1 w 10"/>
                      <a:gd name="T9" fmla="*/ 0 h 25"/>
                      <a:gd name="T10" fmla="*/ 1 w 10"/>
                      <a:gd name="T11" fmla="*/ 0 h 25"/>
                      <a:gd name="T12" fmla="*/ 0 w 10"/>
                      <a:gd name="T13" fmla="*/ 0 h 25"/>
                      <a:gd name="T14" fmla="*/ 0 w 10"/>
                      <a:gd name="T15" fmla="*/ 0 h 25"/>
                      <a:gd name="T16" fmla="*/ 1 w 10"/>
                      <a:gd name="T17" fmla="*/ 0 h 25"/>
                      <a:gd name="T18" fmla="*/ 1 w 10"/>
                      <a:gd name="T19" fmla="*/ 0 h 25"/>
                      <a:gd name="T20" fmla="*/ 1 w 10"/>
                      <a:gd name="T21" fmla="*/ 0 h 25"/>
                      <a:gd name="T22" fmla="*/ 1 w 10"/>
                      <a:gd name="T23" fmla="*/ 0 h 25"/>
                      <a:gd name="T24" fmla="*/ 1 w 10"/>
                      <a:gd name="T25" fmla="*/ 0 h 25"/>
                      <a:gd name="T26" fmla="*/ 1 w 10"/>
                      <a:gd name="T27" fmla="*/ 0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25"/>
                      <a:gd name="T44" fmla="*/ 10 w 10"/>
                      <a:gd name="T45" fmla="*/ 25 h 2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25">
                        <a:moveTo>
                          <a:pt x="10" y="15"/>
                        </a:moveTo>
                        <a:lnTo>
                          <a:pt x="10" y="23"/>
                        </a:lnTo>
                        <a:lnTo>
                          <a:pt x="8" y="25"/>
                        </a:lnTo>
                        <a:lnTo>
                          <a:pt x="5" y="25"/>
                        </a:lnTo>
                        <a:lnTo>
                          <a:pt x="2" y="21"/>
                        </a:lnTo>
                        <a:lnTo>
                          <a:pt x="2" y="20"/>
                        </a:lnTo>
                        <a:lnTo>
                          <a:pt x="0" y="19"/>
                        </a:lnTo>
                        <a:lnTo>
                          <a:pt x="0" y="4"/>
                        </a:lnTo>
                        <a:lnTo>
                          <a:pt x="4" y="0"/>
                        </a:lnTo>
                        <a:lnTo>
                          <a:pt x="7" y="2"/>
                        </a:lnTo>
                        <a:lnTo>
                          <a:pt x="9" y="4"/>
                        </a:lnTo>
                        <a:lnTo>
                          <a:pt x="9" y="7"/>
                        </a:lnTo>
                        <a:lnTo>
                          <a:pt x="10" y="9"/>
                        </a:lnTo>
                        <a:lnTo>
                          <a:pt x="1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0" name="Freeform 555"/>
                  <p:cNvSpPr>
                    <a:spLocks/>
                  </p:cNvSpPr>
                  <p:nvPr/>
                </p:nvSpPr>
                <p:spPr bwMode="auto">
                  <a:xfrm>
                    <a:off x="4377" y="3593"/>
                    <a:ext cx="2" cy="7"/>
                  </a:xfrm>
                  <a:custGeom>
                    <a:avLst/>
                    <a:gdLst>
                      <a:gd name="T0" fmla="*/ 0 w 4"/>
                      <a:gd name="T1" fmla="*/ 1 h 12"/>
                      <a:gd name="T2" fmla="*/ 1 w 4"/>
                      <a:gd name="T3" fmla="*/ 1 h 12"/>
                      <a:gd name="T4" fmla="*/ 1 w 4"/>
                      <a:gd name="T5" fmla="*/ 1 h 12"/>
                      <a:gd name="T6" fmla="*/ 1 w 4"/>
                      <a:gd name="T7" fmla="*/ 0 h 12"/>
                      <a:gd name="T8" fmla="*/ 1 w 4"/>
                      <a:gd name="T9" fmla="*/ 1 h 12"/>
                      <a:gd name="T10" fmla="*/ 1 w 4"/>
                      <a:gd name="T11" fmla="*/ 1 h 12"/>
                      <a:gd name="T12" fmla="*/ 0 w 4"/>
                      <a:gd name="T13" fmla="*/ 1 h 12"/>
                      <a:gd name="T14" fmla="*/ 0 w 4"/>
                      <a:gd name="T15" fmla="*/ 1 h 12"/>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2"/>
                      <a:gd name="T26" fmla="*/ 4 w 4"/>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2">
                        <a:moveTo>
                          <a:pt x="0" y="12"/>
                        </a:moveTo>
                        <a:lnTo>
                          <a:pt x="4" y="10"/>
                        </a:lnTo>
                        <a:lnTo>
                          <a:pt x="4" y="1"/>
                        </a:lnTo>
                        <a:lnTo>
                          <a:pt x="2" y="0"/>
                        </a:lnTo>
                        <a:lnTo>
                          <a:pt x="1" y="4"/>
                        </a:lnTo>
                        <a:lnTo>
                          <a:pt x="1" y="9"/>
                        </a:lnTo>
                        <a:lnTo>
                          <a:pt x="0" y="1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1" name="Freeform 556"/>
                  <p:cNvSpPr>
                    <a:spLocks/>
                  </p:cNvSpPr>
                  <p:nvPr/>
                </p:nvSpPr>
                <p:spPr bwMode="auto">
                  <a:xfrm>
                    <a:off x="4374" y="3596"/>
                    <a:ext cx="3" cy="4"/>
                  </a:xfrm>
                  <a:custGeom>
                    <a:avLst/>
                    <a:gdLst>
                      <a:gd name="T0" fmla="*/ 0 w 8"/>
                      <a:gd name="T1" fmla="*/ 0 h 7"/>
                      <a:gd name="T2" fmla="*/ 0 w 8"/>
                      <a:gd name="T3" fmla="*/ 1 h 7"/>
                      <a:gd name="T4" fmla="*/ 0 w 8"/>
                      <a:gd name="T5" fmla="*/ 1 h 7"/>
                      <a:gd name="T6" fmla="*/ 0 w 8"/>
                      <a:gd name="T7" fmla="*/ 1 h 7"/>
                      <a:gd name="T8" fmla="*/ 0 w 8"/>
                      <a:gd name="T9" fmla="*/ 1 h 7"/>
                      <a:gd name="T10" fmla="*/ 0 w 8"/>
                      <a:gd name="T11" fmla="*/ 1 h 7"/>
                      <a:gd name="T12" fmla="*/ 0 w 8"/>
                      <a:gd name="T13" fmla="*/ 1 h 7"/>
                      <a:gd name="T14" fmla="*/ 0 w 8"/>
                      <a:gd name="T15" fmla="*/ 1 h 7"/>
                      <a:gd name="T16" fmla="*/ 0 w 8"/>
                      <a:gd name="T17" fmla="*/ 1 h 7"/>
                      <a:gd name="T18" fmla="*/ 0 w 8"/>
                      <a:gd name="T19" fmla="*/ 1 h 7"/>
                      <a:gd name="T20" fmla="*/ 0 w 8"/>
                      <a:gd name="T21" fmla="*/ 1 h 7"/>
                      <a:gd name="T22" fmla="*/ 0 w 8"/>
                      <a:gd name="T23" fmla="*/ 1 h 7"/>
                      <a:gd name="T24" fmla="*/ 0 w 8"/>
                      <a:gd name="T25" fmla="*/ 0 h 7"/>
                      <a:gd name="T26" fmla="*/ 0 w 8"/>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
                      <a:gd name="T43" fmla="*/ 0 h 7"/>
                      <a:gd name="T44" fmla="*/ 8 w 8"/>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 h="7">
                        <a:moveTo>
                          <a:pt x="0" y="0"/>
                        </a:moveTo>
                        <a:lnTo>
                          <a:pt x="0" y="4"/>
                        </a:lnTo>
                        <a:lnTo>
                          <a:pt x="2" y="4"/>
                        </a:lnTo>
                        <a:lnTo>
                          <a:pt x="5" y="7"/>
                        </a:lnTo>
                        <a:lnTo>
                          <a:pt x="8" y="7"/>
                        </a:lnTo>
                        <a:lnTo>
                          <a:pt x="8" y="5"/>
                        </a:lnTo>
                        <a:lnTo>
                          <a:pt x="7" y="5"/>
                        </a:lnTo>
                        <a:lnTo>
                          <a:pt x="5" y="4"/>
                        </a:lnTo>
                        <a:lnTo>
                          <a:pt x="4" y="4"/>
                        </a:lnTo>
                        <a:lnTo>
                          <a:pt x="4" y="2"/>
                        </a:lnTo>
                        <a:lnTo>
                          <a:pt x="3" y="2"/>
                        </a:lnTo>
                        <a:lnTo>
                          <a:pt x="3"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2" name="Freeform 557"/>
                  <p:cNvSpPr>
                    <a:spLocks/>
                  </p:cNvSpPr>
                  <p:nvPr/>
                </p:nvSpPr>
                <p:spPr bwMode="auto">
                  <a:xfrm>
                    <a:off x="4373" y="3586"/>
                    <a:ext cx="3" cy="10"/>
                  </a:xfrm>
                  <a:custGeom>
                    <a:avLst/>
                    <a:gdLst>
                      <a:gd name="T0" fmla="*/ 0 w 7"/>
                      <a:gd name="T1" fmla="*/ 0 h 20"/>
                      <a:gd name="T2" fmla="*/ 0 w 7"/>
                      <a:gd name="T3" fmla="*/ 1 h 20"/>
                      <a:gd name="T4" fmla="*/ 0 w 7"/>
                      <a:gd name="T5" fmla="*/ 1 h 20"/>
                      <a:gd name="T6" fmla="*/ 0 w 7"/>
                      <a:gd name="T7" fmla="*/ 1 h 20"/>
                      <a:gd name="T8" fmla="*/ 0 w 7"/>
                      <a:gd name="T9" fmla="*/ 1 h 20"/>
                      <a:gd name="T10" fmla="*/ 0 w 7"/>
                      <a:gd name="T11" fmla="*/ 1 h 20"/>
                      <a:gd name="T12" fmla="*/ 0 w 7"/>
                      <a:gd name="T13" fmla="*/ 1 h 20"/>
                      <a:gd name="T14" fmla="*/ 0 w 7"/>
                      <a:gd name="T15" fmla="*/ 1 h 20"/>
                      <a:gd name="T16" fmla="*/ 0 w 7"/>
                      <a:gd name="T17" fmla="*/ 1 h 20"/>
                      <a:gd name="T18" fmla="*/ 0 w 7"/>
                      <a:gd name="T19" fmla="*/ 1 h 20"/>
                      <a:gd name="T20" fmla="*/ 0 w 7"/>
                      <a:gd name="T21" fmla="*/ 1 h 20"/>
                      <a:gd name="T22" fmla="*/ 0 w 7"/>
                      <a:gd name="T23" fmla="*/ 1 h 20"/>
                      <a:gd name="T24" fmla="*/ 0 w 7"/>
                      <a:gd name="T25" fmla="*/ 1 h 20"/>
                      <a:gd name="T26" fmla="*/ 0 w 7"/>
                      <a:gd name="T27" fmla="*/ 1 h 20"/>
                      <a:gd name="T28" fmla="*/ 0 w 7"/>
                      <a:gd name="T29" fmla="*/ 0 h 20"/>
                      <a:gd name="T30" fmla="*/ 0 w 7"/>
                      <a:gd name="T31" fmla="*/ 1 h 20"/>
                      <a:gd name="T32" fmla="*/ 0 w 7"/>
                      <a:gd name="T33" fmla="*/ 0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
                      <a:gd name="T52" fmla="*/ 0 h 20"/>
                      <a:gd name="T53" fmla="*/ 7 w 7"/>
                      <a:gd name="T54" fmla="*/ 20 h 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 h="20">
                        <a:moveTo>
                          <a:pt x="6" y="0"/>
                        </a:moveTo>
                        <a:lnTo>
                          <a:pt x="6" y="1"/>
                        </a:lnTo>
                        <a:lnTo>
                          <a:pt x="4" y="3"/>
                        </a:lnTo>
                        <a:lnTo>
                          <a:pt x="1" y="5"/>
                        </a:lnTo>
                        <a:lnTo>
                          <a:pt x="1" y="8"/>
                        </a:lnTo>
                        <a:lnTo>
                          <a:pt x="0" y="10"/>
                        </a:lnTo>
                        <a:lnTo>
                          <a:pt x="1" y="12"/>
                        </a:lnTo>
                        <a:lnTo>
                          <a:pt x="1" y="17"/>
                        </a:lnTo>
                        <a:lnTo>
                          <a:pt x="2" y="20"/>
                        </a:lnTo>
                        <a:lnTo>
                          <a:pt x="4" y="20"/>
                        </a:lnTo>
                        <a:lnTo>
                          <a:pt x="4" y="6"/>
                        </a:lnTo>
                        <a:lnTo>
                          <a:pt x="5" y="4"/>
                        </a:lnTo>
                        <a:lnTo>
                          <a:pt x="7" y="3"/>
                        </a:lnTo>
                        <a:lnTo>
                          <a:pt x="6" y="3"/>
                        </a:lnTo>
                        <a:lnTo>
                          <a:pt x="6" y="0"/>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3" name="Freeform 558"/>
                  <p:cNvSpPr>
                    <a:spLocks/>
                  </p:cNvSpPr>
                  <p:nvPr/>
                </p:nvSpPr>
                <p:spPr bwMode="auto">
                  <a:xfrm>
                    <a:off x="4376" y="3586"/>
                    <a:ext cx="4" cy="8"/>
                  </a:xfrm>
                  <a:custGeom>
                    <a:avLst/>
                    <a:gdLst>
                      <a:gd name="T0" fmla="*/ 0 w 9"/>
                      <a:gd name="T1" fmla="*/ 1 h 16"/>
                      <a:gd name="T2" fmla="*/ 0 w 9"/>
                      <a:gd name="T3" fmla="*/ 1 h 16"/>
                      <a:gd name="T4" fmla="*/ 0 w 9"/>
                      <a:gd name="T5" fmla="*/ 1 h 16"/>
                      <a:gd name="T6" fmla="*/ 0 w 9"/>
                      <a:gd name="T7" fmla="*/ 1 h 16"/>
                      <a:gd name="T8" fmla="*/ 0 w 9"/>
                      <a:gd name="T9" fmla="*/ 1 h 16"/>
                      <a:gd name="T10" fmla="*/ 0 w 9"/>
                      <a:gd name="T11" fmla="*/ 1 h 16"/>
                      <a:gd name="T12" fmla="*/ 0 w 9"/>
                      <a:gd name="T13" fmla="*/ 0 h 16"/>
                      <a:gd name="T14" fmla="*/ 0 w 9"/>
                      <a:gd name="T15" fmla="*/ 1 h 16"/>
                      <a:gd name="T16" fmla="*/ 0 w 9"/>
                      <a:gd name="T17" fmla="*/ 1 h 16"/>
                      <a:gd name="T18" fmla="*/ 0 w 9"/>
                      <a:gd name="T19" fmla="*/ 1 h 16"/>
                      <a:gd name="T20" fmla="*/ 0 w 9"/>
                      <a:gd name="T21" fmla="*/ 1 h 16"/>
                      <a:gd name="T22" fmla="*/ 0 w 9"/>
                      <a:gd name="T23" fmla="*/ 1 h 16"/>
                      <a:gd name="T24" fmla="*/ 0 w 9"/>
                      <a:gd name="T25" fmla="*/ 1 h 16"/>
                      <a:gd name="T26" fmla="*/ 0 w 9"/>
                      <a:gd name="T27" fmla="*/ 1 h 16"/>
                      <a:gd name="T28" fmla="*/ 0 w 9"/>
                      <a:gd name="T29" fmla="*/ 1 h 16"/>
                      <a:gd name="T30" fmla="*/ 0 w 9"/>
                      <a:gd name="T31" fmla="*/ 1 h 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
                      <a:gd name="T49" fmla="*/ 0 h 16"/>
                      <a:gd name="T50" fmla="*/ 9 w 9"/>
                      <a:gd name="T51" fmla="*/ 16 h 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 h="16">
                        <a:moveTo>
                          <a:pt x="8" y="16"/>
                        </a:moveTo>
                        <a:lnTo>
                          <a:pt x="8" y="10"/>
                        </a:lnTo>
                        <a:lnTo>
                          <a:pt x="6" y="8"/>
                        </a:lnTo>
                        <a:lnTo>
                          <a:pt x="6" y="5"/>
                        </a:lnTo>
                        <a:lnTo>
                          <a:pt x="5" y="3"/>
                        </a:lnTo>
                        <a:lnTo>
                          <a:pt x="3" y="1"/>
                        </a:lnTo>
                        <a:lnTo>
                          <a:pt x="0" y="0"/>
                        </a:lnTo>
                        <a:lnTo>
                          <a:pt x="0" y="3"/>
                        </a:lnTo>
                        <a:lnTo>
                          <a:pt x="4" y="6"/>
                        </a:lnTo>
                        <a:lnTo>
                          <a:pt x="4" y="8"/>
                        </a:lnTo>
                        <a:lnTo>
                          <a:pt x="5" y="10"/>
                        </a:lnTo>
                        <a:lnTo>
                          <a:pt x="5" y="16"/>
                        </a:lnTo>
                        <a:lnTo>
                          <a:pt x="6" y="15"/>
                        </a:lnTo>
                        <a:lnTo>
                          <a:pt x="8" y="16"/>
                        </a:lnTo>
                        <a:lnTo>
                          <a:pt x="9" y="16"/>
                        </a:lnTo>
                        <a:lnTo>
                          <a:pt x="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4" name="Freeform 559"/>
                  <p:cNvSpPr>
                    <a:spLocks/>
                  </p:cNvSpPr>
                  <p:nvPr/>
                </p:nvSpPr>
                <p:spPr bwMode="auto">
                  <a:xfrm>
                    <a:off x="4408" y="3589"/>
                    <a:ext cx="257" cy="72"/>
                  </a:xfrm>
                  <a:custGeom>
                    <a:avLst/>
                    <a:gdLst>
                      <a:gd name="T0" fmla="*/ 16 w 514"/>
                      <a:gd name="T1" fmla="*/ 1 h 144"/>
                      <a:gd name="T2" fmla="*/ 16 w 514"/>
                      <a:gd name="T3" fmla="*/ 2 h 144"/>
                      <a:gd name="T4" fmla="*/ 16 w 514"/>
                      <a:gd name="T5" fmla="*/ 2 h 144"/>
                      <a:gd name="T6" fmla="*/ 16 w 514"/>
                      <a:gd name="T7" fmla="*/ 3 h 144"/>
                      <a:gd name="T8" fmla="*/ 16 w 514"/>
                      <a:gd name="T9" fmla="*/ 3 h 144"/>
                      <a:gd name="T10" fmla="*/ 16 w 514"/>
                      <a:gd name="T11" fmla="*/ 3 h 144"/>
                      <a:gd name="T12" fmla="*/ 15 w 514"/>
                      <a:gd name="T13" fmla="*/ 4 h 144"/>
                      <a:gd name="T14" fmla="*/ 14 w 514"/>
                      <a:gd name="T15" fmla="*/ 4 h 144"/>
                      <a:gd name="T16" fmla="*/ 13 w 514"/>
                      <a:gd name="T17" fmla="*/ 4 h 144"/>
                      <a:gd name="T18" fmla="*/ 12 w 514"/>
                      <a:gd name="T19" fmla="*/ 4 h 144"/>
                      <a:gd name="T20" fmla="*/ 11 w 514"/>
                      <a:gd name="T21" fmla="*/ 4 h 144"/>
                      <a:gd name="T22" fmla="*/ 10 w 514"/>
                      <a:gd name="T23" fmla="*/ 4 h 144"/>
                      <a:gd name="T24" fmla="*/ 9 w 514"/>
                      <a:gd name="T25" fmla="*/ 5 h 144"/>
                      <a:gd name="T26" fmla="*/ 8 w 514"/>
                      <a:gd name="T27" fmla="*/ 5 h 144"/>
                      <a:gd name="T28" fmla="*/ 7 w 514"/>
                      <a:gd name="T29" fmla="*/ 5 h 144"/>
                      <a:gd name="T30" fmla="*/ 6 w 514"/>
                      <a:gd name="T31" fmla="*/ 5 h 144"/>
                      <a:gd name="T32" fmla="*/ 5 w 514"/>
                      <a:gd name="T33" fmla="*/ 5 h 144"/>
                      <a:gd name="T34" fmla="*/ 4 w 514"/>
                      <a:gd name="T35" fmla="*/ 5 h 144"/>
                      <a:gd name="T36" fmla="*/ 3 w 514"/>
                      <a:gd name="T37" fmla="*/ 5 h 144"/>
                      <a:gd name="T38" fmla="*/ 2 w 514"/>
                      <a:gd name="T39" fmla="*/ 5 h 144"/>
                      <a:gd name="T40" fmla="*/ 2 w 514"/>
                      <a:gd name="T41" fmla="*/ 4 h 144"/>
                      <a:gd name="T42" fmla="*/ 2 w 514"/>
                      <a:gd name="T43" fmla="*/ 4 h 144"/>
                      <a:gd name="T44" fmla="*/ 1 w 514"/>
                      <a:gd name="T45" fmla="*/ 4 h 144"/>
                      <a:gd name="T46" fmla="*/ 1 w 514"/>
                      <a:gd name="T47" fmla="*/ 4 h 144"/>
                      <a:gd name="T48" fmla="*/ 1 w 514"/>
                      <a:gd name="T49" fmla="*/ 3 h 144"/>
                      <a:gd name="T50" fmla="*/ 1 w 514"/>
                      <a:gd name="T51" fmla="*/ 2 h 144"/>
                      <a:gd name="T52" fmla="*/ 1 w 514"/>
                      <a:gd name="T53" fmla="*/ 1 h 144"/>
                      <a:gd name="T54" fmla="*/ 1 w 514"/>
                      <a:gd name="T55" fmla="*/ 1 h 144"/>
                      <a:gd name="T56" fmla="*/ 1 w 514"/>
                      <a:gd name="T57" fmla="*/ 1 h 144"/>
                      <a:gd name="T58" fmla="*/ 1 w 514"/>
                      <a:gd name="T59" fmla="*/ 1 h 144"/>
                      <a:gd name="T60" fmla="*/ 2 w 514"/>
                      <a:gd name="T61" fmla="*/ 1 h 144"/>
                      <a:gd name="T62" fmla="*/ 2 w 514"/>
                      <a:gd name="T63" fmla="*/ 1 h 144"/>
                      <a:gd name="T64" fmla="*/ 3 w 514"/>
                      <a:gd name="T65" fmla="*/ 1 h 144"/>
                      <a:gd name="T66" fmla="*/ 3 w 514"/>
                      <a:gd name="T67" fmla="*/ 1 h 144"/>
                      <a:gd name="T68" fmla="*/ 4 w 514"/>
                      <a:gd name="T69" fmla="*/ 2 h 144"/>
                      <a:gd name="T70" fmla="*/ 6 w 514"/>
                      <a:gd name="T71" fmla="*/ 2 h 144"/>
                      <a:gd name="T72" fmla="*/ 6 w 514"/>
                      <a:gd name="T73" fmla="*/ 2 h 144"/>
                      <a:gd name="T74" fmla="*/ 7 w 514"/>
                      <a:gd name="T75" fmla="*/ 1 h 144"/>
                      <a:gd name="T76" fmla="*/ 8 w 514"/>
                      <a:gd name="T77" fmla="*/ 1 h 144"/>
                      <a:gd name="T78" fmla="*/ 8 w 514"/>
                      <a:gd name="T79" fmla="*/ 1 h 144"/>
                      <a:gd name="T80" fmla="*/ 9 w 514"/>
                      <a:gd name="T81" fmla="*/ 1 h 144"/>
                      <a:gd name="T82" fmla="*/ 10 w 514"/>
                      <a:gd name="T83" fmla="*/ 1 h 144"/>
                      <a:gd name="T84" fmla="*/ 11 w 514"/>
                      <a:gd name="T85" fmla="*/ 1 h 144"/>
                      <a:gd name="T86" fmla="*/ 11 w 514"/>
                      <a:gd name="T87" fmla="*/ 1 h 144"/>
                      <a:gd name="T88" fmla="*/ 12 w 514"/>
                      <a:gd name="T89" fmla="*/ 1 h 144"/>
                      <a:gd name="T90" fmla="*/ 13 w 514"/>
                      <a:gd name="T91" fmla="*/ 1 h 144"/>
                      <a:gd name="T92" fmla="*/ 14 w 514"/>
                      <a:gd name="T93" fmla="*/ 1 h 144"/>
                      <a:gd name="T94" fmla="*/ 15 w 514"/>
                      <a:gd name="T95" fmla="*/ 1 h 144"/>
                      <a:gd name="T96" fmla="*/ 15 w 514"/>
                      <a:gd name="T97" fmla="*/ 1 h 144"/>
                      <a:gd name="T98" fmla="*/ 16 w 514"/>
                      <a:gd name="T99" fmla="*/ 0 h 14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14"/>
                      <a:gd name="T151" fmla="*/ 0 h 144"/>
                      <a:gd name="T152" fmla="*/ 514 w 514"/>
                      <a:gd name="T153" fmla="*/ 144 h 14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14" h="144">
                        <a:moveTo>
                          <a:pt x="507" y="10"/>
                        </a:moveTo>
                        <a:lnTo>
                          <a:pt x="509" y="14"/>
                        </a:lnTo>
                        <a:lnTo>
                          <a:pt x="510" y="19"/>
                        </a:lnTo>
                        <a:lnTo>
                          <a:pt x="512" y="23"/>
                        </a:lnTo>
                        <a:lnTo>
                          <a:pt x="513" y="27"/>
                        </a:lnTo>
                        <a:lnTo>
                          <a:pt x="514" y="32"/>
                        </a:lnTo>
                        <a:lnTo>
                          <a:pt x="513" y="37"/>
                        </a:lnTo>
                        <a:lnTo>
                          <a:pt x="513" y="42"/>
                        </a:lnTo>
                        <a:lnTo>
                          <a:pt x="512" y="47"/>
                        </a:lnTo>
                        <a:lnTo>
                          <a:pt x="506" y="53"/>
                        </a:lnTo>
                        <a:lnTo>
                          <a:pt x="503" y="57"/>
                        </a:lnTo>
                        <a:lnTo>
                          <a:pt x="501" y="60"/>
                        </a:lnTo>
                        <a:lnTo>
                          <a:pt x="498" y="64"/>
                        </a:lnTo>
                        <a:lnTo>
                          <a:pt x="496" y="67"/>
                        </a:lnTo>
                        <a:lnTo>
                          <a:pt x="493" y="70"/>
                        </a:lnTo>
                        <a:lnTo>
                          <a:pt x="491" y="74"/>
                        </a:lnTo>
                        <a:lnTo>
                          <a:pt x="492" y="78"/>
                        </a:lnTo>
                        <a:lnTo>
                          <a:pt x="494" y="81"/>
                        </a:lnTo>
                        <a:lnTo>
                          <a:pt x="497" y="85"/>
                        </a:lnTo>
                        <a:lnTo>
                          <a:pt x="499" y="88"/>
                        </a:lnTo>
                        <a:lnTo>
                          <a:pt x="501" y="91"/>
                        </a:lnTo>
                        <a:lnTo>
                          <a:pt x="502" y="95"/>
                        </a:lnTo>
                        <a:lnTo>
                          <a:pt x="501" y="99"/>
                        </a:lnTo>
                        <a:lnTo>
                          <a:pt x="497" y="102"/>
                        </a:lnTo>
                        <a:lnTo>
                          <a:pt x="490" y="105"/>
                        </a:lnTo>
                        <a:lnTo>
                          <a:pt x="482" y="106"/>
                        </a:lnTo>
                        <a:lnTo>
                          <a:pt x="475" y="107"/>
                        </a:lnTo>
                        <a:lnTo>
                          <a:pt x="467" y="110"/>
                        </a:lnTo>
                        <a:lnTo>
                          <a:pt x="460" y="111"/>
                        </a:lnTo>
                        <a:lnTo>
                          <a:pt x="453" y="112"/>
                        </a:lnTo>
                        <a:lnTo>
                          <a:pt x="445" y="113"/>
                        </a:lnTo>
                        <a:lnTo>
                          <a:pt x="438" y="113"/>
                        </a:lnTo>
                        <a:lnTo>
                          <a:pt x="429" y="115"/>
                        </a:lnTo>
                        <a:lnTo>
                          <a:pt x="422" y="116"/>
                        </a:lnTo>
                        <a:lnTo>
                          <a:pt x="414" y="117"/>
                        </a:lnTo>
                        <a:lnTo>
                          <a:pt x="407" y="118"/>
                        </a:lnTo>
                        <a:lnTo>
                          <a:pt x="400" y="118"/>
                        </a:lnTo>
                        <a:lnTo>
                          <a:pt x="391" y="120"/>
                        </a:lnTo>
                        <a:lnTo>
                          <a:pt x="384" y="120"/>
                        </a:lnTo>
                        <a:lnTo>
                          <a:pt x="376" y="121"/>
                        </a:lnTo>
                        <a:lnTo>
                          <a:pt x="369" y="122"/>
                        </a:lnTo>
                        <a:lnTo>
                          <a:pt x="360" y="122"/>
                        </a:lnTo>
                        <a:lnTo>
                          <a:pt x="353" y="123"/>
                        </a:lnTo>
                        <a:lnTo>
                          <a:pt x="345" y="123"/>
                        </a:lnTo>
                        <a:lnTo>
                          <a:pt x="338" y="125"/>
                        </a:lnTo>
                        <a:lnTo>
                          <a:pt x="329" y="125"/>
                        </a:lnTo>
                        <a:lnTo>
                          <a:pt x="322" y="126"/>
                        </a:lnTo>
                        <a:lnTo>
                          <a:pt x="315" y="127"/>
                        </a:lnTo>
                        <a:lnTo>
                          <a:pt x="306" y="127"/>
                        </a:lnTo>
                        <a:lnTo>
                          <a:pt x="299" y="128"/>
                        </a:lnTo>
                        <a:lnTo>
                          <a:pt x="291" y="128"/>
                        </a:lnTo>
                        <a:lnTo>
                          <a:pt x="284" y="130"/>
                        </a:lnTo>
                        <a:lnTo>
                          <a:pt x="275" y="131"/>
                        </a:lnTo>
                        <a:lnTo>
                          <a:pt x="268" y="132"/>
                        </a:lnTo>
                        <a:lnTo>
                          <a:pt x="260" y="133"/>
                        </a:lnTo>
                        <a:lnTo>
                          <a:pt x="244" y="133"/>
                        </a:lnTo>
                        <a:lnTo>
                          <a:pt x="237" y="134"/>
                        </a:lnTo>
                        <a:lnTo>
                          <a:pt x="230" y="134"/>
                        </a:lnTo>
                        <a:lnTo>
                          <a:pt x="222" y="136"/>
                        </a:lnTo>
                        <a:lnTo>
                          <a:pt x="215" y="136"/>
                        </a:lnTo>
                        <a:lnTo>
                          <a:pt x="207" y="137"/>
                        </a:lnTo>
                        <a:lnTo>
                          <a:pt x="200" y="137"/>
                        </a:lnTo>
                        <a:lnTo>
                          <a:pt x="193" y="138"/>
                        </a:lnTo>
                        <a:lnTo>
                          <a:pt x="185" y="139"/>
                        </a:lnTo>
                        <a:lnTo>
                          <a:pt x="178" y="139"/>
                        </a:lnTo>
                        <a:lnTo>
                          <a:pt x="170" y="141"/>
                        </a:lnTo>
                        <a:lnTo>
                          <a:pt x="163" y="141"/>
                        </a:lnTo>
                        <a:lnTo>
                          <a:pt x="156" y="142"/>
                        </a:lnTo>
                        <a:lnTo>
                          <a:pt x="132" y="142"/>
                        </a:lnTo>
                        <a:lnTo>
                          <a:pt x="127" y="143"/>
                        </a:lnTo>
                        <a:lnTo>
                          <a:pt x="121" y="144"/>
                        </a:lnTo>
                        <a:lnTo>
                          <a:pt x="111" y="144"/>
                        </a:lnTo>
                        <a:lnTo>
                          <a:pt x="105" y="143"/>
                        </a:lnTo>
                        <a:lnTo>
                          <a:pt x="100" y="142"/>
                        </a:lnTo>
                        <a:lnTo>
                          <a:pt x="95" y="142"/>
                        </a:lnTo>
                        <a:lnTo>
                          <a:pt x="90" y="141"/>
                        </a:lnTo>
                        <a:lnTo>
                          <a:pt x="85" y="139"/>
                        </a:lnTo>
                        <a:lnTo>
                          <a:pt x="81" y="137"/>
                        </a:lnTo>
                        <a:lnTo>
                          <a:pt x="76" y="136"/>
                        </a:lnTo>
                        <a:lnTo>
                          <a:pt x="71" y="134"/>
                        </a:lnTo>
                        <a:lnTo>
                          <a:pt x="66" y="133"/>
                        </a:lnTo>
                        <a:lnTo>
                          <a:pt x="61" y="131"/>
                        </a:lnTo>
                        <a:lnTo>
                          <a:pt x="56" y="130"/>
                        </a:lnTo>
                        <a:lnTo>
                          <a:pt x="51" y="128"/>
                        </a:lnTo>
                        <a:lnTo>
                          <a:pt x="49" y="127"/>
                        </a:lnTo>
                        <a:lnTo>
                          <a:pt x="47" y="125"/>
                        </a:lnTo>
                        <a:lnTo>
                          <a:pt x="44" y="123"/>
                        </a:lnTo>
                        <a:lnTo>
                          <a:pt x="41" y="122"/>
                        </a:lnTo>
                        <a:lnTo>
                          <a:pt x="39" y="121"/>
                        </a:lnTo>
                        <a:lnTo>
                          <a:pt x="36" y="118"/>
                        </a:lnTo>
                        <a:lnTo>
                          <a:pt x="34" y="117"/>
                        </a:lnTo>
                        <a:lnTo>
                          <a:pt x="31" y="115"/>
                        </a:lnTo>
                        <a:lnTo>
                          <a:pt x="29" y="113"/>
                        </a:lnTo>
                        <a:lnTo>
                          <a:pt x="28" y="111"/>
                        </a:lnTo>
                        <a:lnTo>
                          <a:pt x="25" y="110"/>
                        </a:lnTo>
                        <a:lnTo>
                          <a:pt x="23" y="107"/>
                        </a:lnTo>
                        <a:lnTo>
                          <a:pt x="21" y="105"/>
                        </a:lnTo>
                        <a:lnTo>
                          <a:pt x="20" y="102"/>
                        </a:lnTo>
                        <a:lnTo>
                          <a:pt x="18" y="100"/>
                        </a:lnTo>
                        <a:lnTo>
                          <a:pt x="16" y="97"/>
                        </a:lnTo>
                        <a:lnTo>
                          <a:pt x="15" y="88"/>
                        </a:lnTo>
                        <a:lnTo>
                          <a:pt x="13" y="78"/>
                        </a:lnTo>
                        <a:lnTo>
                          <a:pt x="10" y="68"/>
                        </a:lnTo>
                        <a:lnTo>
                          <a:pt x="9" y="59"/>
                        </a:lnTo>
                        <a:lnTo>
                          <a:pt x="7" y="48"/>
                        </a:lnTo>
                        <a:lnTo>
                          <a:pt x="5" y="38"/>
                        </a:lnTo>
                        <a:lnTo>
                          <a:pt x="4" y="28"/>
                        </a:lnTo>
                        <a:lnTo>
                          <a:pt x="3" y="19"/>
                        </a:lnTo>
                        <a:lnTo>
                          <a:pt x="0" y="6"/>
                        </a:lnTo>
                        <a:lnTo>
                          <a:pt x="10" y="6"/>
                        </a:lnTo>
                        <a:lnTo>
                          <a:pt x="13" y="7"/>
                        </a:lnTo>
                        <a:lnTo>
                          <a:pt x="15" y="9"/>
                        </a:lnTo>
                        <a:lnTo>
                          <a:pt x="18" y="9"/>
                        </a:lnTo>
                        <a:lnTo>
                          <a:pt x="20" y="10"/>
                        </a:lnTo>
                        <a:lnTo>
                          <a:pt x="23" y="11"/>
                        </a:lnTo>
                        <a:lnTo>
                          <a:pt x="25" y="11"/>
                        </a:lnTo>
                        <a:lnTo>
                          <a:pt x="28" y="12"/>
                        </a:lnTo>
                        <a:lnTo>
                          <a:pt x="30" y="14"/>
                        </a:lnTo>
                        <a:lnTo>
                          <a:pt x="32" y="14"/>
                        </a:lnTo>
                        <a:lnTo>
                          <a:pt x="35" y="15"/>
                        </a:lnTo>
                        <a:lnTo>
                          <a:pt x="37" y="16"/>
                        </a:lnTo>
                        <a:lnTo>
                          <a:pt x="40" y="16"/>
                        </a:lnTo>
                        <a:lnTo>
                          <a:pt x="44" y="17"/>
                        </a:lnTo>
                        <a:lnTo>
                          <a:pt x="49" y="19"/>
                        </a:lnTo>
                        <a:lnTo>
                          <a:pt x="52" y="20"/>
                        </a:lnTo>
                        <a:lnTo>
                          <a:pt x="57" y="21"/>
                        </a:lnTo>
                        <a:lnTo>
                          <a:pt x="61" y="22"/>
                        </a:lnTo>
                        <a:lnTo>
                          <a:pt x="66" y="23"/>
                        </a:lnTo>
                        <a:lnTo>
                          <a:pt x="69" y="25"/>
                        </a:lnTo>
                        <a:lnTo>
                          <a:pt x="74" y="26"/>
                        </a:lnTo>
                        <a:lnTo>
                          <a:pt x="78" y="27"/>
                        </a:lnTo>
                        <a:lnTo>
                          <a:pt x="83" y="28"/>
                        </a:lnTo>
                        <a:lnTo>
                          <a:pt x="87" y="30"/>
                        </a:lnTo>
                        <a:lnTo>
                          <a:pt x="92" y="31"/>
                        </a:lnTo>
                        <a:lnTo>
                          <a:pt x="95" y="32"/>
                        </a:lnTo>
                        <a:lnTo>
                          <a:pt x="100" y="32"/>
                        </a:lnTo>
                        <a:lnTo>
                          <a:pt x="104" y="33"/>
                        </a:lnTo>
                        <a:lnTo>
                          <a:pt x="109" y="35"/>
                        </a:lnTo>
                        <a:lnTo>
                          <a:pt x="114" y="36"/>
                        </a:lnTo>
                        <a:lnTo>
                          <a:pt x="117" y="37"/>
                        </a:lnTo>
                        <a:lnTo>
                          <a:pt x="122" y="37"/>
                        </a:lnTo>
                        <a:lnTo>
                          <a:pt x="126" y="38"/>
                        </a:lnTo>
                        <a:lnTo>
                          <a:pt x="169" y="38"/>
                        </a:lnTo>
                        <a:lnTo>
                          <a:pt x="173" y="37"/>
                        </a:lnTo>
                        <a:lnTo>
                          <a:pt x="182" y="37"/>
                        </a:lnTo>
                        <a:lnTo>
                          <a:pt x="185" y="36"/>
                        </a:lnTo>
                        <a:lnTo>
                          <a:pt x="190" y="36"/>
                        </a:lnTo>
                        <a:lnTo>
                          <a:pt x="194" y="35"/>
                        </a:lnTo>
                        <a:lnTo>
                          <a:pt x="199" y="35"/>
                        </a:lnTo>
                        <a:lnTo>
                          <a:pt x="202" y="33"/>
                        </a:lnTo>
                        <a:lnTo>
                          <a:pt x="206" y="33"/>
                        </a:lnTo>
                        <a:lnTo>
                          <a:pt x="211" y="32"/>
                        </a:lnTo>
                        <a:lnTo>
                          <a:pt x="216" y="32"/>
                        </a:lnTo>
                        <a:lnTo>
                          <a:pt x="220" y="31"/>
                        </a:lnTo>
                        <a:lnTo>
                          <a:pt x="228" y="31"/>
                        </a:lnTo>
                        <a:lnTo>
                          <a:pt x="233" y="30"/>
                        </a:lnTo>
                        <a:lnTo>
                          <a:pt x="237" y="30"/>
                        </a:lnTo>
                        <a:lnTo>
                          <a:pt x="242" y="28"/>
                        </a:lnTo>
                        <a:lnTo>
                          <a:pt x="246" y="28"/>
                        </a:lnTo>
                        <a:lnTo>
                          <a:pt x="251" y="27"/>
                        </a:lnTo>
                        <a:lnTo>
                          <a:pt x="257" y="27"/>
                        </a:lnTo>
                        <a:lnTo>
                          <a:pt x="263" y="26"/>
                        </a:lnTo>
                        <a:lnTo>
                          <a:pt x="268" y="26"/>
                        </a:lnTo>
                        <a:lnTo>
                          <a:pt x="273" y="25"/>
                        </a:lnTo>
                        <a:lnTo>
                          <a:pt x="284" y="25"/>
                        </a:lnTo>
                        <a:lnTo>
                          <a:pt x="290" y="23"/>
                        </a:lnTo>
                        <a:lnTo>
                          <a:pt x="300" y="23"/>
                        </a:lnTo>
                        <a:lnTo>
                          <a:pt x="306" y="22"/>
                        </a:lnTo>
                        <a:lnTo>
                          <a:pt x="312" y="22"/>
                        </a:lnTo>
                        <a:lnTo>
                          <a:pt x="317" y="21"/>
                        </a:lnTo>
                        <a:lnTo>
                          <a:pt x="322" y="21"/>
                        </a:lnTo>
                        <a:lnTo>
                          <a:pt x="328" y="20"/>
                        </a:lnTo>
                        <a:lnTo>
                          <a:pt x="333" y="20"/>
                        </a:lnTo>
                        <a:lnTo>
                          <a:pt x="339" y="19"/>
                        </a:lnTo>
                        <a:lnTo>
                          <a:pt x="350" y="19"/>
                        </a:lnTo>
                        <a:lnTo>
                          <a:pt x="355" y="17"/>
                        </a:lnTo>
                        <a:lnTo>
                          <a:pt x="366" y="17"/>
                        </a:lnTo>
                        <a:lnTo>
                          <a:pt x="372" y="16"/>
                        </a:lnTo>
                        <a:lnTo>
                          <a:pt x="377" y="16"/>
                        </a:lnTo>
                        <a:lnTo>
                          <a:pt x="384" y="15"/>
                        </a:lnTo>
                        <a:lnTo>
                          <a:pt x="395" y="15"/>
                        </a:lnTo>
                        <a:lnTo>
                          <a:pt x="400" y="14"/>
                        </a:lnTo>
                        <a:lnTo>
                          <a:pt x="406" y="14"/>
                        </a:lnTo>
                        <a:lnTo>
                          <a:pt x="411" y="12"/>
                        </a:lnTo>
                        <a:lnTo>
                          <a:pt x="427" y="12"/>
                        </a:lnTo>
                        <a:lnTo>
                          <a:pt x="430" y="11"/>
                        </a:lnTo>
                        <a:lnTo>
                          <a:pt x="441" y="11"/>
                        </a:lnTo>
                        <a:lnTo>
                          <a:pt x="446" y="10"/>
                        </a:lnTo>
                        <a:lnTo>
                          <a:pt x="449" y="10"/>
                        </a:lnTo>
                        <a:lnTo>
                          <a:pt x="454" y="9"/>
                        </a:lnTo>
                        <a:lnTo>
                          <a:pt x="461" y="9"/>
                        </a:lnTo>
                        <a:lnTo>
                          <a:pt x="464" y="7"/>
                        </a:lnTo>
                        <a:lnTo>
                          <a:pt x="467" y="7"/>
                        </a:lnTo>
                        <a:lnTo>
                          <a:pt x="472" y="6"/>
                        </a:lnTo>
                        <a:lnTo>
                          <a:pt x="476" y="6"/>
                        </a:lnTo>
                        <a:lnTo>
                          <a:pt x="480" y="5"/>
                        </a:lnTo>
                        <a:lnTo>
                          <a:pt x="486" y="5"/>
                        </a:lnTo>
                        <a:lnTo>
                          <a:pt x="490" y="1"/>
                        </a:lnTo>
                        <a:lnTo>
                          <a:pt x="492" y="0"/>
                        </a:lnTo>
                        <a:lnTo>
                          <a:pt x="496" y="0"/>
                        </a:lnTo>
                        <a:lnTo>
                          <a:pt x="502" y="6"/>
                        </a:lnTo>
                        <a:lnTo>
                          <a:pt x="503" y="6"/>
                        </a:lnTo>
                        <a:lnTo>
                          <a:pt x="507" y="1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5" name="Freeform 560"/>
                  <p:cNvSpPr>
                    <a:spLocks/>
                  </p:cNvSpPr>
                  <p:nvPr/>
                </p:nvSpPr>
                <p:spPr bwMode="auto">
                  <a:xfrm>
                    <a:off x="4661" y="3593"/>
                    <a:ext cx="5" cy="19"/>
                  </a:xfrm>
                  <a:custGeom>
                    <a:avLst/>
                    <a:gdLst>
                      <a:gd name="T0" fmla="*/ 1 w 9"/>
                      <a:gd name="T1" fmla="*/ 2 h 37"/>
                      <a:gd name="T2" fmla="*/ 1 w 9"/>
                      <a:gd name="T3" fmla="*/ 1 h 37"/>
                      <a:gd name="T4" fmla="*/ 1 w 9"/>
                      <a:gd name="T5" fmla="*/ 1 h 37"/>
                      <a:gd name="T6" fmla="*/ 1 w 9"/>
                      <a:gd name="T7" fmla="*/ 1 h 37"/>
                      <a:gd name="T8" fmla="*/ 1 w 9"/>
                      <a:gd name="T9" fmla="*/ 1 h 37"/>
                      <a:gd name="T10" fmla="*/ 1 w 9"/>
                      <a:gd name="T11" fmla="*/ 1 h 37"/>
                      <a:gd name="T12" fmla="*/ 1 w 9"/>
                      <a:gd name="T13" fmla="*/ 1 h 37"/>
                      <a:gd name="T14" fmla="*/ 1 w 9"/>
                      <a:gd name="T15" fmla="*/ 1 h 37"/>
                      <a:gd name="T16" fmla="*/ 1 w 9"/>
                      <a:gd name="T17" fmla="*/ 0 h 37"/>
                      <a:gd name="T18" fmla="*/ 0 w 9"/>
                      <a:gd name="T19" fmla="*/ 1 h 37"/>
                      <a:gd name="T20" fmla="*/ 1 w 9"/>
                      <a:gd name="T21" fmla="*/ 1 h 37"/>
                      <a:gd name="T22" fmla="*/ 1 w 9"/>
                      <a:gd name="T23" fmla="*/ 1 h 37"/>
                      <a:gd name="T24" fmla="*/ 1 w 9"/>
                      <a:gd name="T25" fmla="*/ 1 h 37"/>
                      <a:gd name="T26" fmla="*/ 1 w 9"/>
                      <a:gd name="T27" fmla="*/ 1 h 37"/>
                      <a:gd name="T28" fmla="*/ 1 w 9"/>
                      <a:gd name="T29" fmla="*/ 1 h 37"/>
                      <a:gd name="T30" fmla="*/ 1 w 9"/>
                      <a:gd name="T31" fmla="*/ 2 h 37"/>
                      <a:gd name="T32" fmla="*/ 1 w 9"/>
                      <a:gd name="T33" fmla="*/ 2 h 37"/>
                      <a:gd name="T34" fmla="*/ 1 w 9"/>
                      <a:gd name="T35" fmla="*/ 2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37"/>
                      <a:gd name="T56" fmla="*/ 9 w 9"/>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37">
                        <a:moveTo>
                          <a:pt x="7" y="37"/>
                        </a:moveTo>
                        <a:lnTo>
                          <a:pt x="8" y="32"/>
                        </a:lnTo>
                        <a:lnTo>
                          <a:pt x="8" y="27"/>
                        </a:lnTo>
                        <a:lnTo>
                          <a:pt x="9" y="22"/>
                        </a:lnTo>
                        <a:lnTo>
                          <a:pt x="8" y="17"/>
                        </a:lnTo>
                        <a:lnTo>
                          <a:pt x="7" y="13"/>
                        </a:lnTo>
                        <a:lnTo>
                          <a:pt x="6" y="9"/>
                        </a:lnTo>
                        <a:lnTo>
                          <a:pt x="4" y="4"/>
                        </a:lnTo>
                        <a:lnTo>
                          <a:pt x="3" y="0"/>
                        </a:lnTo>
                        <a:lnTo>
                          <a:pt x="0" y="1"/>
                        </a:lnTo>
                        <a:lnTo>
                          <a:pt x="2" y="5"/>
                        </a:lnTo>
                        <a:lnTo>
                          <a:pt x="3" y="9"/>
                        </a:lnTo>
                        <a:lnTo>
                          <a:pt x="4" y="13"/>
                        </a:lnTo>
                        <a:lnTo>
                          <a:pt x="6" y="17"/>
                        </a:lnTo>
                        <a:lnTo>
                          <a:pt x="6" y="32"/>
                        </a:lnTo>
                        <a:lnTo>
                          <a:pt x="4" y="36"/>
                        </a:lnTo>
                        <a:lnTo>
                          <a:pt x="6" y="36"/>
                        </a:lnTo>
                        <a:lnTo>
                          <a:pt x="7"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6" name="Freeform 561"/>
                  <p:cNvSpPr>
                    <a:spLocks/>
                  </p:cNvSpPr>
                  <p:nvPr/>
                </p:nvSpPr>
                <p:spPr bwMode="auto">
                  <a:xfrm>
                    <a:off x="4652" y="3611"/>
                    <a:ext cx="12" cy="15"/>
                  </a:xfrm>
                  <a:custGeom>
                    <a:avLst/>
                    <a:gdLst>
                      <a:gd name="T0" fmla="*/ 0 w 25"/>
                      <a:gd name="T1" fmla="*/ 1 h 29"/>
                      <a:gd name="T2" fmla="*/ 0 w 25"/>
                      <a:gd name="T3" fmla="*/ 1 h 29"/>
                      <a:gd name="T4" fmla="*/ 0 w 25"/>
                      <a:gd name="T5" fmla="*/ 1 h 29"/>
                      <a:gd name="T6" fmla="*/ 0 w 25"/>
                      <a:gd name="T7" fmla="*/ 1 h 29"/>
                      <a:gd name="T8" fmla="*/ 0 w 25"/>
                      <a:gd name="T9" fmla="*/ 1 h 29"/>
                      <a:gd name="T10" fmla="*/ 0 w 25"/>
                      <a:gd name="T11" fmla="*/ 1 h 29"/>
                      <a:gd name="T12" fmla="*/ 0 w 25"/>
                      <a:gd name="T13" fmla="*/ 1 h 29"/>
                      <a:gd name="T14" fmla="*/ 0 w 25"/>
                      <a:gd name="T15" fmla="*/ 1 h 29"/>
                      <a:gd name="T16" fmla="*/ 0 w 25"/>
                      <a:gd name="T17" fmla="*/ 1 h 29"/>
                      <a:gd name="T18" fmla="*/ 0 w 25"/>
                      <a:gd name="T19" fmla="*/ 1 h 29"/>
                      <a:gd name="T20" fmla="*/ 0 w 25"/>
                      <a:gd name="T21" fmla="*/ 0 h 29"/>
                      <a:gd name="T22" fmla="*/ 0 w 25"/>
                      <a:gd name="T23" fmla="*/ 1 h 29"/>
                      <a:gd name="T24" fmla="*/ 0 w 25"/>
                      <a:gd name="T25" fmla="*/ 1 h 29"/>
                      <a:gd name="T26" fmla="*/ 0 w 25"/>
                      <a:gd name="T27" fmla="*/ 1 h 29"/>
                      <a:gd name="T28" fmla="*/ 0 w 25"/>
                      <a:gd name="T29" fmla="*/ 1 h 29"/>
                      <a:gd name="T30" fmla="*/ 0 w 25"/>
                      <a:gd name="T31" fmla="*/ 1 h 29"/>
                      <a:gd name="T32" fmla="*/ 0 w 25"/>
                      <a:gd name="T33" fmla="*/ 1 h 29"/>
                      <a:gd name="T34" fmla="*/ 0 w 25"/>
                      <a:gd name="T35" fmla="*/ 1 h 29"/>
                      <a:gd name="T36" fmla="*/ 0 w 25"/>
                      <a:gd name="T37" fmla="*/ 1 h 29"/>
                      <a:gd name="T38" fmla="*/ 0 w 25"/>
                      <a:gd name="T39" fmla="*/ 1 h 29"/>
                      <a:gd name="T40" fmla="*/ 0 w 25"/>
                      <a:gd name="T41" fmla="*/ 1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29"/>
                      <a:gd name="T65" fmla="*/ 25 w 25"/>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29">
                        <a:moveTo>
                          <a:pt x="4" y="28"/>
                        </a:moveTo>
                        <a:lnTo>
                          <a:pt x="3" y="29"/>
                        </a:lnTo>
                        <a:lnTo>
                          <a:pt x="6" y="26"/>
                        </a:lnTo>
                        <a:lnTo>
                          <a:pt x="9" y="22"/>
                        </a:lnTo>
                        <a:lnTo>
                          <a:pt x="11" y="18"/>
                        </a:lnTo>
                        <a:lnTo>
                          <a:pt x="14" y="14"/>
                        </a:lnTo>
                        <a:lnTo>
                          <a:pt x="16" y="12"/>
                        </a:lnTo>
                        <a:lnTo>
                          <a:pt x="19" y="8"/>
                        </a:lnTo>
                        <a:lnTo>
                          <a:pt x="22" y="5"/>
                        </a:lnTo>
                        <a:lnTo>
                          <a:pt x="25" y="1"/>
                        </a:lnTo>
                        <a:lnTo>
                          <a:pt x="24" y="0"/>
                        </a:lnTo>
                        <a:lnTo>
                          <a:pt x="14" y="10"/>
                        </a:lnTo>
                        <a:lnTo>
                          <a:pt x="13" y="13"/>
                        </a:lnTo>
                        <a:lnTo>
                          <a:pt x="9" y="17"/>
                        </a:lnTo>
                        <a:lnTo>
                          <a:pt x="8" y="21"/>
                        </a:lnTo>
                        <a:lnTo>
                          <a:pt x="2" y="27"/>
                        </a:lnTo>
                        <a:lnTo>
                          <a:pt x="2" y="28"/>
                        </a:lnTo>
                        <a:lnTo>
                          <a:pt x="2" y="27"/>
                        </a:lnTo>
                        <a:lnTo>
                          <a:pt x="0" y="28"/>
                        </a:lnTo>
                        <a:lnTo>
                          <a:pt x="2" y="28"/>
                        </a:lnTo>
                        <a:lnTo>
                          <a:pt x="4"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7" name="Freeform 562"/>
                  <p:cNvSpPr>
                    <a:spLocks/>
                  </p:cNvSpPr>
                  <p:nvPr/>
                </p:nvSpPr>
                <p:spPr bwMode="auto">
                  <a:xfrm>
                    <a:off x="4653" y="3626"/>
                    <a:ext cx="7" cy="14"/>
                  </a:xfrm>
                  <a:custGeom>
                    <a:avLst/>
                    <a:gdLst>
                      <a:gd name="T0" fmla="*/ 1 w 13"/>
                      <a:gd name="T1" fmla="*/ 0 h 30"/>
                      <a:gd name="T2" fmla="*/ 1 w 13"/>
                      <a:gd name="T3" fmla="*/ 0 h 30"/>
                      <a:gd name="T4" fmla="*/ 1 w 13"/>
                      <a:gd name="T5" fmla="*/ 0 h 30"/>
                      <a:gd name="T6" fmla="*/ 1 w 13"/>
                      <a:gd name="T7" fmla="*/ 0 h 30"/>
                      <a:gd name="T8" fmla="*/ 1 w 13"/>
                      <a:gd name="T9" fmla="*/ 0 h 30"/>
                      <a:gd name="T10" fmla="*/ 1 w 13"/>
                      <a:gd name="T11" fmla="*/ 0 h 30"/>
                      <a:gd name="T12" fmla="*/ 1 w 13"/>
                      <a:gd name="T13" fmla="*/ 0 h 30"/>
                      <a:gd name="T14" fmla="*/ 1 w 13"/>
                      <a:gd name="T15" fmla="*/ 0 h 30"/>
                      <a:gd name="T16" fmla="*/ 1 w 13"/>
                      <a:gd name="T17" fmla="*/ 0 h 30"/>
                      <a:gd name="T18" fmla="*/ 0 w 13"/>
                      <a:gd name="T19" fmla="*/ 0 h 30"/>
                      <a:gd name="T20" fmla="*/ 1 w 13"/>
                      <a:gd name="T21" fmla="*/ 0 h 30"/>
                      <a:gd name="T22" fmla="*/ 1 w 13"/>
                      <a:gd name="T23" fmla="*/ 0 h 30"/>
                      <a:gd name="T24" fmla="*/ 1 w 13"/>
                      <a:gd name="T25" fmla="*/ 0 h 30"/>
                      <a:gd name="T26" fmla="*/ 1 w 13"/>
                      <a:gd name="T27" fmla="*/ 0 h 30"/>
                      <a:gd name="T28" fmla="*/ 1 w 13"/>
                      <a:gd name="T29" fmla="*/ 0 h 30"/>
                      <a:gd name="T30" fmla="*/ 1 w 13"/>
                      <a:gd name="T31" fmla="*/ 0 h 30"/>
                      <a:gd name="T32" fmla="*/ 1 w 13"/>
                      <a:gd name="T33" fmla="*/ 0 h 30"/>
                      <a:gd name="T34" fmla="*/ 1 w 13"/>
                      <a:gd name="T35" fmla="*/ 0 h 30"/>
                      <a:gd name="T36" fmla="*/ 1 w 13"/>
                      <a:gd name="T37" fmla="*/ 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
                      <a:gd name="T58" fmla="*/ 0 h 30"/>
                      <a:gd name="T59" fmla="*/ 13 w 13"/>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 h="30">
                        <a:moveTo>
                          <a:pt x="8" y="30"/>
                        </a:moveTo>
                        <a:lnTo>
                          <a:pt x="12" y="26"/>
                        </a:lnTo>
                        <a:lnTo>
                          <a:pt x="13" y="21"/>
                        </a:lnTo>
                        <a:lnTo>
                          <a:pt x="12" y="17"/>
                        </a:lnTo>
                        <a:lnTo>
                          <a:pt x="11" y="14"/>
                        </a:lnTo>
                        <a:lnTo>
                          <a:pt x="8" y="10"/>
                        </a:lnTo>
                        <a:lnTo>
                          <a:pt x="6" y="6"/>
                        </a:lnTo>
                        <a:lnTo>
                          <a:pt x="3" y="3"/>
                        </a:lnTo>
                        <a:lnTo>
                          <a:pt x="2" y="0"/>
                        </a:lnTo>
                        <a:lnTo>
                          <a:pt x="0" y="0"/>
                        </a:lnTo>
                        <a:lnTo>
                          <a:pt x="1" y="4"/>
                        </a:lnTo>
                        <a:lnTo>
                          <a:pt x="3" y="7"/>
                        </a:lnTo>
                        <a:lnTo>
                          <a:pt x="6" y="11"/>
                        </a:lnTo>
                        <a:lnTo>
                          <a:pt x="8" y="15"/>
                        </a:lnTo>
                        <a:lnTo>
                          <a:pt x="9" y="19"/>
                        </a:lnTo>
                        <a:lnTo>
                          <a:pt x="11" y="21"/>
                        </a:lnTo>
                        <a:lnTo>
                          <a:pt x="9" y="25"/>
                        </a:lnTo>
                        <a:lnTo>
                          <a:pt x="7" y="27"/>
                        </a:lnTo>
                        <a:lnTo>
                          <a:pt x="8"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8" name="Freeform 563"/>
                  <p:cNvSpPr>
                    <a:spLocks/>
                  </p:cNvSpPr>
                  <p:nvPr/>
                </p:nvSpPr>
                <p:spPr bwMode="auto">
                  <a:xfrm>
                    <a:off x="4534" y="3639"/>
                    <a:ext cx="123" cy="17"/>
                  </a:xfrm>
                  <a:custGeom>
                    <a:avLst/>
                    <a:gdLst>
                      <a:gd name="T0" fmla="*/ 1 w 246"/>
                      <a:gd name="T1" fmla="*/ 2 h 33"/>
                      <a:gd name="T2" fmla="*/ 1 w 246"/>
                      <a:gd name="T3" fmla="*/ 1 h 33"/>
                      <a:gd name="T4" fmla="*/ 1 w 246"/>
                      <a:gd name="T5" fmla="*/ 1 h 33"/>
                      <a:gd name="T6" fmla="*/ 2 w 246"/>
                      <a:gd name="T7" fmla="*/ 1 h 33"/>
                      <a:gd name="T8" fmla="*/ 2 w 246"/>
                      <a:gd name="T9" fmla="*/ 1 h 33"/>
                      <a:gd name="T10" fmla="*/ 3 w 246"/>
                      <a:gd name="T11" fmla="*/ 1 h 33"/>
                      <a:gd name="T12" fmla="*/ 3 w 246"/>
                      <a:gd name="T13" fmla="*/ 1 h 33"/>
                      <a:gd name="T14" fmla="*/ 4 w 246"/>
                      <a:gd name="T15" fmla="*/ 1 h 33"/>
                      <a:gd name="T16" fmla="*/ 4 w 246"/>
                      <a:gd name="T17" fmla="*/ 1 h 33"/>
                      <a:gd name="T18" fmla="*/ 5 w 246"/>
                      <a:gd name="T19" fmla="*/ 1 h 33"/>
                      <a:gd name="T20" fmla="*/ 5 w 246"/>
                      <a:gd name="T21" fmla="*/ 1 h 33"/>
                      <a:gd name="T22" fmla="*/ 6 w 246"/>
                      <a:gd name="T23" fmla="*/ 1 h 33"/>
                      <a:gd name="T24" fmla="*/ 6 w 246"/>
                      <a:gd name="T25" fmla="*/ 1 h 33"/>
                      <a:gd name="T26" fmla="*/ 7 w 246"/>
                      <a:gd name="T27" fmla="*/ 1 h 33"/>
                      <a:gd name="T28" fmla="*/ 7 w 246"/>
                      <a:gd name="T29" fmla="*/ 1 h 33"/>
                      <a:gd name="T30" fmla="*/ 8 w 246"/>
                      <a:gd name="T31" fmla="*/ 1 h 33"/>
                      <a:gd name="T32" fmla="*/ 8 w 246"/>
                      <a:gd name="T33" fmla="*/ 1 h 33"/>
                      <a:gd name="T34" fmla="*/ 8 w 246"/>
                      <a:gd name="T35" fmla="*/ 1 h 33"/>
                      <a:gd name="T36" fmla="*/ 7 w 246"/>
                      <a:gd name="T37" fmla="*/ 1 h 33"/>
                      <a:gd name="T38" fmla="*/ 7 w 246"/>
                      <a:gd name="T39" fmla="*/ 1 h 33"/>
                      <a:gd name="T40" fmla="*/ 7 w 246"/>
                      <a:gd name="T41" fmla="*/ 1 h 33"/>
                      <a:gd name="T42" fmla="*/ 6 w 246"/>
                      <a:gd name="T43" fmla="*/ 1 h 33"/>
                      <a:gd name="T44" fmla="*/ 6 w 246"/>
                      <a:gd name="T45" fmla="*/ 1 h 33"/>
                      <a:gd name="T46" fmla="*/ 5 w 246"/>
                      <a:gd name="T47" fmla="*/ 1 h 33"/>
                      <a:gd name="T48" fmla="*/ 5 w 246"/>
                      <a:gd name="T49" fmla="*/ 1 h 33"/>
                      <a:gd name="T50" fmla="*/ 4 w 246"/>
                      <a:gd name="T51" fmla="*/ 1 h 33"/>
                      <a:gd name="T52" fmla="*/ 4 w 246"/>
                      <a:gd name="T53" fmla="*/ 1 h 33"/>
                      <a:gd name="T54" fmla="*/ 3 w 246"/>
                      <a:gd name="T55" fmla="*/ 1 h 33"/>
                      <a:gd name="T56" fmla="*/ 3 w 246"/>
                      <a:gd name="T57" fmla="*/ 1 h 33"/>
                      <a:gd name="T58" fmla="*/ 2 w 246"/>
                      <a:gd name="T59" fmla="*/ 1 h 33"/>
                      <a:gd name="T60" fmla="*/ 2 w 246"/>
                      <a:gd name="T61" fmla="*/ 1 h 33"/>
                      <a:gd name="T62" fmla="*/ 1 w 246"/>
                      <a:gd name="T63" fmla="*/ 1 h 33"/>
                      <a:gd name="T64" fmla="*/ 1 w 246"/>
                      <a:gd name="T65" fmla="*/ 1 h 33"/>
                      <a:gd name="T66" fmla="*/ 0 w 246"/>
                      <a:gd name="T67" fmla="*/ 2 h 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6"/>
                      <a:gd name="T103" fmla="*/ 0 h 33"/>
                      <a:gd name="T104" fmla="*/ 246 w 246"/>
                      <a:gd name="T105" fmla="*/ 33 h 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6" h="33">
                        <a:moveTo>
                          <a:pt x="0" y="33"/>
                        </a:moveTo>
                        <a:lnTo>
                          <a:pt x="1" y="33"/>
                        </a:lnTo>
                        <a:lnTo>
                          <a:pt x="8" y="32"/>
                        </a:lnTo>
                        <a:lnTo>
                          <a:pt x="16" y="32"/>
                        </a:lnTo>
                        <a:lnTo>
                          <a:pt x="23" y="31"/>
                        </a:lnTo>
                        <a:lnTo>
                          <a:pt x="32" y="30"/>
                        </a:lnTo>
                        <a:lnTo>
                          <a:pt x="39" y="29"/>
                        </a:lnTo>
                        <a:lnTo>
                          <a:pt x="47" y="29"/>
                        </a:lnTo>
                        <a:lnTo>
                          <a:pt x="54" y="27"/>
                        </a:lnTo>
                        <a:lnTo>
                          <a:pt x="63" y="26"/>
                        </a:lnTo>
                        <a:lnTo>
                          <a:pt x="70" y="26"/>
                        </a:lnTo>
                        <a:lnTo>
                          <a:pt x="77" y="25"/>
                        </a:lnTo>
                        <a:lnTo>
                          <a:pt x="86" y="25"/>
                        </a:lnTo>
                        <a:lnTo>
                          <a:pt x="93" y="24"/>
                        </a:lnTo>
                        <a:lnTo>
                          <a:pt x="101" y="24"/>
                        </a:lnTo>
                        <a:lnTo>
                          <a:pt x="108" y="22"/>
                        </a:lnTo>
                        <a:lnTo>
                          <a:pt x="117" y="22"/>
                        </a:lnTo>
                        <a:lnTo>
                          <a:pt x="124" y="21"/>
                        </a:lnTo>
                        <a:lnTo>
                          <a:pt x="132" y="20"/>
                        </a:lnTo>
                        <a:lnTo>
                          <a:pt x="139" y="20"/>
                        </a:lnTo>
                        <a:lnTo>
                          <a:pt x="148" y="19"/>
                        </a:lnTo>
                        <a:lnTo>
                          <a:pt x="155" y="19"/>
                        </a:lnTo>
                        <a:lnTo>
                          <a:pt x="162" y="17"/>
                        </a:lnTo>
                        <a:lnTo>
                          <a:pt x="170" y="16"/>
                        </a:lnTo>
                        <a:lnTo>
                          <a:pt x="177" y="15"/>
                        </a:lnTo>
                        <a:lnTo>
                          <a:pt x="186" y="14"/>
                        </a:lnTo>
                        <a:lnTo>
                          <a:pt x="193" y="12"/>
                        </a:lnTo>
                        <a:lnTo>
                          <a:pt x="201" y="12"/>
                        </a:lnTo>
                        <a:lnTo>
                          <a:pt x="208" y="11"/>
                        </a:lnTo>
                        <a:lnTo>
                          <a:pt x="215" y="10"/>
                        </a:lnTo>
                        <a:lnTo>
                          <a:pt x="223" y="8"/>
                        </a:lnTo>
                        <a:lnTo>
                          <a:pt x="230" y="6"/>
                        </a:lnTo>
                        <a:lnTo>
                          <a:pt x="238" y="5"/>
                        </a:lnTo>
                        <a:lnTo>
                          <a:pt x="246" y="3"/>
                        </a:lnTo>
                        <a:lnTo>
                          <a:pt x="245" y="0"/>
                        </a:lnTo>
                        <a:lnTo>
                          <a:pt x="238" y="3"/>
                        </a:lnTo>
                        <a:lnTo>
                          <a:pt x="230" y="4"/>
                        </a:lnTo>
                        <a:lnTo>
                          <a:pt x="223" y="5"/>
                        </a:lnTo>
                        <a:lnTo>
                          <a:pt x="215" y="8"/>
                        </a:lnTo>
                        <a:lnTo>
                          <a:pt x="208" y="9"/>
                        </a:lnTo>
                        <a:lnTo>
                          <a:pt x="201" y="10"/>
                        </a:lnTo>
                        <a:lnTo>
                          <a:pt x="193" y="11"/>
                        </a:lnTo>
                        <a:lnTo>
                          <a:pt x="186" y="12"/>
                        </a:lnTo>
                        <a:lnTo>
                          <a:pt x="177" y="12"/>
                        </a:lnTo>
                        <a:lnTo>
                          <a:pt x="170" y="14"/>
                        </a:lnTo>
                        <a:lnTo>
                          <a:pt x="162" y="15"/>
                        </a:lnTo>
                        <a:lnTo>
                          <a:pt x="155" y="16"/>
                        </a:lnTo>
                        <a:lnTo>
                          <a:pt x="148" y="16"/>
                        </a:lnTo>
                        <a:lnTo>
                          <a:pt x="139" y="17"/>
                        </a:lnTo>
                        <a:lnTo>
                          <a:pt x="132" y="19"/>
                        </a:lnTo>
                        <a:lnTo>
                          <a:pt x="124" y="19"/>
                        </a:lnTo>
                        <a:lnTo>
                          <a:pt x="117" y="20"/>
                        </a:lnTo>
                        <a:lnTo>
                          <a:pt x="108" y="20"/>
                        </a:lnTo>
                        <a:lnTo>
                          <a:pt x="101" y="21"/>
                        </a:lnTo>
                        <a:lnTo>
                          <a:pt x="93" y="21"/>
                        </a:lnTo>
                        <a:lnTo>
                          <a:pt x="86" y="22"/>
                        </a:lnTo>
                        <a:lnTo>
                          <a:pt x="77" y="22"/>
                        </a:lnTo>
                        <a:lnTo>
                          <a:pt x="70" y="24"/>
                        </a:lnTo>
                        <a:lnTo>
                          <a:pt x="63" y="25"/>
                        </a:lnTo>
                        <a:lnTo>
                          <a:pt x="54" y="25"/>
                        </a:lnTo>
                        <a:lnTo>
                          <a:pt x="47" y="26"/>
                        </a:lnTo>
                        <a:lnTo>
                          <a:pt x="39" y="26"/>
                        </a:lnTo>
                        <a:lnTo>
                          <a:pt x="32" y="27"/>
                        </a:lnTo>
                        <a:lnTo>
                          <a:pt x="23" y="29"/>
                        </a:lnTo>
                        <a:lnTo>
                          <a:pt x="16" y="30"/>
                        </a:lnTo>
                        <a:lnTo>
                          <a:pt x="8" y="31"/>
                        </a:lnTo>
                        <a:lnTo>
                          <a:pt x="0" y="32"/>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9" name="Freeform 564"/>
                  <p:cNvSpPr>
                    <a:spLocks/>
                  </p:cNvSpPr>
                  <p:nvPr/>
                </p:nvSpPr>
                <p:spPr bwMode="auto">
                  <a:xfrm>
                    <a:off x="4474" y="3655"/>
                    <a:ext cx="60" cy="5"/>
                  </a:xfrm>
                  <a:custGeom>
                    <a:avLst/>
                    <a:gdLst>
                      <a:gd name="T0" fmla="*/ 0 w 120"/>
                      <a:gd name="T1" fmla="*/ 1 h 10"/>
                      <a:gd name="T2" fmla="*/ 1 w 120"/>
                      <a:gd name="T3" fmla="*/ 1 h 10"/>
                      <a:gd name="T4" fmla="*/ 1 w 120"/>
                      <a:gd name="T5" fmla="*/ 1 h 10"/>
                      <a:gd name="T6" fmla="*/ 2 w 120"/>
                      <a:gd name="T7" fmla="*/ 1 h 10"/>
                      <a:gd name="T8" fmla="*/ 2 w 120"/>
                      <a:gd name="T9" fmla="*/ 1 h 10"/>
                      <a:gd name="T10" fmla="*/ 2 w 120"/>
                      <a:gd name="T11" fmla="*/ 1 h 10"/>
                      <a:gd name="T12" fmla="*/ 2 w 120"/>
                      <a:gd name="T13" fmla="*/ 1 h 10"/>
                      <a:gd name="T14" fmla="*/ 3 w 120"/>
                      <a:gd name="T15" fmla="*/ 1 h 10"/>
                      <a:gd name="T16" fmla="*/ 3 w 120"/>
                      <a:gd name="T17" fmla="*/ 1 h 10"/>
                      <a:gd name="T18" fmla="*/ 3 w 120"/>
                      <a:gd name="T19" fmla="*/ 1 h 10"/>
                      <a:gd name="T20" fmla="*/ 3 w 120"/>
                      <a:gd name="T21" fmla="*/ 1 h 10"/>
                      <a:gd name="T22" fmla="*/ 4 w 120"/>
                      <a:gd name="T23" fmla="*/ 1 h 10"/>
                      <a:gd name="T24" fmla="*/ 4 w 120"/>
                      <a:gd name="T25" fmla="*/ 1 h 10"/>
                      <a:gd name="T26" fmla="*/ 4 w 120"/>
                      <a:gd name="T27" fmla="*/ 1 h 10"/>
                      <a:gd name="T28" fmla="*/ 4 w 120"/>
                      <a:gd name="T29" fmla="*/ 1 h 10"/>
                      <a:gd name="T30" fmla="*/ 4 w 120"/>
                      <a:gd name="T31" fmla="*/ 0 h 10"/>
                      <a:gd name="T32" fmla="*/ 4 w 120"/>
                      <a:gd name="T33" fmla="*/ 0 h 10"/>
                      <a:gd name="T34" fmla="*/ 3 w 120"/>
                      <a:gd name="T35" fmla="*/ 1 h 10"/>
                      <a:gd name="T36" fmla="*/ 3 w 120"/>
                      <a:gd name="T37" fmla="*/ 1 h 10"/>
                      <a:gd name="T38" fmla="*/ 3 w 120"/>
                      <a:gd name="T39" fmla="*/ 1 h 10"/>
                      <a:gd name="T40" fmla="*/ 3 w 120"/>
                      <a:gd name="T41" fmla="*/ 1 h 10"/>
                      <a:gd name="T42" fmla="*/ 2 w 120"/>
                      <a:gd name="T43" fmla="*/ 1 h 10"/>
                      <a:gd name="T44" fmla="*/ 2 w 120"/>
                      <a:gd name="T45" fmla="*/ 1 h 10"/>
                      <a:gd name="T46" fmla="*/ 2 w 120"/>
                      <a:gd name="T47" fmla="*/ 1 h 10"/>
                      <a:gd name="T48" fmla="*/ 2 w 120"/>
                      <a:gd name="T49" fmla="*/ 1 h 10"/>
                      <a:gd name="T50" fmla="*/ 1 w 120"/>
                      <a:gd name="T51" fmla="*/ 1 h 10"/>
                      <a:gd name="T52" fmla="*/ 1 w 120"/>
                      <a:gd name="T53" fmla="*/ 1 h 10"/>
                      <a:gd name="T54" fmla="*/ 0 w 120"/>
                      <a:gd name="T55" fmla="*/ 1 h 10"/>
                      <a:gd name="T56" fmla="*/ 0 w 120"/>
                      <a:gd name="T57" fmla="*/ 1 h 1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10"/>
                      <a:gd name="T89" fmla="*/ 120 w 120"/>
                      <a:gd name="T90" fmla="*/ 10 h 1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10">
                        <a:moveTo>
                          <a:pt x="0" y="10"/>
                        </a:moveTo>
                        <a:lnTo>
                          <a:pt x="24" y="10"/>
                        </a:lnTo>
                        <a:lnTo>
                          <a:pt x="31" y="9"/>
                        </a:lnTo>
                        <a:lnTo>
                          <a:pt x="38" y="9"/>
                        </a:lnTo>
                        <a:lnTo>
                          <a:pt x="46" y="8"/>
                        </a:lnTo>
                        <a:lnTo>
                          <a:pt x="53" y="8"/>
                        </a:lnTo>
                        <a:lnTo>
                          <a:pt x="61" y="6"/>
                        </a:lnTo>
                        <a:lnTo>
                          <a:pt x="68" y="5"/>
                        </a:lnTo>
                        <a:lnTo>
                          <a:pt x="75" y="5"/>
                        </a:lnTo>
                        <a:lnTo>
                          <a:pt x="83" y="4"/>
                        </a:lnTo>
                        <a:lnTo>
                          <a:pt x="90" y="4"/>
                        </a:lnTo>
                        <a:lnTo>
                          <a:pt x="98" y="3"/>
                        </a:lnTo>
                        <a:lnTo>
                          <a:pt x="105" y="3"/>
                        </a:lnTo>
                        <a:lnTo>
                          <a:pt x="112" y="1"/>
                        </a:lnTo>
                        <a:lnTo>
                          <a:pt x="120" y="1"/>
                        </a:lnTo>
                        <a:lnTo>
                          <a:pt x="120" y="0"/>
                        </a:lnTo>
                        <a:lnTo>
                          <a:pt x="98" y="0"/>
                        </a:lnTo>
                        <a:lnTo>
                          <a:pt x="90" y="1"/>
                        </a:lnTo>
                        <a:lnTo>
                          <a:pt x="83" y="1"/>
                        </a:lnTo>
                        <a:lnTo>
                          <a:pt x="75" y="3"/>
                        </a:lnTo>
                        <a:lnTo>
                          <a:pt x="68" y="3"/>
                        </a:lnTo>
                        <a:lnTo>
                          <a:pt x="61" y="4"/>
                        </a:lnTo>
                        <a:lnTo>
                          <a:pt x="53" y="5"/>
                        </a:lnTo>
                        <a:lnTo>
                          <a:pt x="46" y="5"/>
                        </a:lnTo>
                        <a:lnTo>
                          <a:pt x="38" y="6"/>
                        </a:lnTo>
                        <a:lnTo>
                          <a:pt x="31" y="6"/>
                        </a:lnTo>
                        <a:lnTo>
                          <a:pt x="24" y="8"/>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0" name="Freeform 565"/>
                  <p:cNvSpPr>
                    <a:spLocks/>
                  </p:cNvSpPr>
                  <p:nvPr/>
                </p:nvSpPr>
                <p:spPr bwMode="auto">
                  <a:xfrm>
                    <a:off x="4433" y="3652"/>
                    <a:ext cx="41" cy="9"/>
                  </a:xfrm>
                  <a:custGeom>
                    <a:avLst/>
                    <a:gdLst>
                      <a:gd name="T0" fmla="*/ 0 w 81"/>
                      <a:gd name="T1" fmla="*/ 0 h 19"/>
                      <a:gd name="T2" fmla="*/ 1 w 81"/>
                      <a:gd name="T3" fmla="*/ 0 h 19"/>
                      <a:gd name="T4" fmla="*/ 1 w 81"/>
                      <a:gd name="T5" fmla="*/ 0 h 19"/>
                      <a:gd name="T6" fmla="*/ 1 w 81"/>
                      <a:gd name="T7" fmla="*/ 0 h 19"/>
                      <a:gd name="T8" fmla="*/ 1 w 81"/>
                      <a:gd name="T9" fmla="*/ 0 h 19"/>
                      <a:gd name="T10" fmla="*/ 1 w 81"/>
                      <a:gd name="T11" fmla="*/ 0 h 19"/>
                      <a:gd name="T12" fmla="*/ 1 w 81"/>
                      <a:gd name="T13" fmla="*/ 0 h 19"/>
                      <a:gd name="T14" fmla="*/ 2 w 81"/>
                      <a:gd name="T15" fmla="*/ 0 h 19"/>
                      <a:gd name="T16" fmla="*/ 2 w 81"/>
                      <a:gd name="T17" fmla="*/ 0 h 19"/>
                      <a:gd name="T18" fmla="*/ 2 w 81"/>
                      <a:gd name="T19" fmla="*/ 0 h 19"/>
                      <a:gd name="T20" fmla="*/ 2 w 81"/>
                      <a:gd name="T21" fmla="*/ 0 h 19"/>
                      <a:gd name="T22" fmla="*/ 2 w 81"/>
                      <a:gd name="T23" fmla="*/ 0 h 19"/>
                      <a:gd name="T24" fmla="*/ 2 w 81"/>
                      <a:gd name="T25" fmla="*/ 0 h 19"/>
                      <a:gd name="T26" fmla="*/ 3 w 81"/>
                      <a:gd name="T27" fmla="*/ 0 h 19"/>
                      <a:gd name="T28" fmla="*/ 3 w 81"/>
                      <a:gd name="T29" fmla="*/ 0 h 19"/>
                      <a:gd name="T30" fmla="*/ 3 w 81"/>
                      <a:gd name="T31" fmla="*/ 0 h 19"/>
                      <a:gd name="T32" fmla="*/ 3 w 81"/>
                      <a:gd name="T33" fmla="*/ 0 h 19"/>
                      <a:gd name="T34" fmla="*/ 3 w 81"/>
                      <a:gd name="T35" fmla="*/ 0 h 19"/>
                      <a:gd name="T36" fmla="*/ 2 w 81"/>
                      <a:gd name="T37" fmla="*/ 0 h 19"/>
                      <a:gd name="T38" fmla="*/ 2 w 81"/>
                      <a:gd name="T39" fmla="*/ 0 h 19"/>
                      <a:gd name="T40" fmla="*/ 2 w 81"/>
                      <a:gd name="T41" fmla="*/ 0 h 19"/>
                      <a:gd name="T42" fmla="*/ 2 w 81"/>
                      <a:gd name="T43" fmla="*/ 0 h 19"/>
                      <a:gd name="T44" fmla="*/ 2 w 81"/>
                      <a:gd name="T45" fmla="*/ 0 h 19"/>
                      <a:gd name="T46" fmla="*/ 1 w 81"/>
                      <a:gd name="T47" fmla="*/ 0 h 19"/>
                      <a:gd name="T48" fmla="*/ 1 w 81"/>
                      <a:gd name="T49" fmla="*/ 0 h 19"/>
                      <a:gd name="T50" fmla="*/ 1 w 81"/>
                      <a:gd name="T51" fmla="*/ 0 h 19"/>
                      <a:gd name="T52" fmla="*/ 1 w 81"/>
                      <a:gd name="T53" fmla="*/ 0 h 19"/>
                      <a:gd name="T54" fmla="*/ 1 w 81"/>
                      <a:gd name="T55" fmla="*/ 0 h 19"/>
                      <a:gd name="T56" fmla="*/ 1 w 81"/>
                      <a:gd name="T57" fmla="*/ 0 h 19"/>
                      <a:gd name="T58" fmla="*/ 1 w 81"/>
                      <a:gd name="T59" fmla="*/ 0 h 19"/>
                      <a:gd name="T60" fmla="*/ 0 w 81"/>
                      <a:gd name="T61" fmla="*/ 0 h 1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1"/>
                      <a:gd name="T94" fmla="*/ 0 h 19"/>
                      <a:gd name="T95" fmla="*/ 81 w 81"/>
                      <a:gd name="T96" fmla="*/ 19 h 1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1" h="19">
                        <a:moveTo>
                          <a:pt x="0" y="3"/>
                        </a:moveTo>
                        <a:lnTo>
                          <a:pt x="5" y="4"/>
                        </a:lnTo>
                        <a:lnTo>
                          <a:pt x="10" y="5"/>
                        </a:lnTo>
                        <a:lnTo>
                          <a:pt x="15" y="6"/>
                        </a:lnTo>
                        <a:lnTo>
                          <a:pt x="20" y="9"/>
                        </a:lnTo>
                        <a:lnTo>
                          <a:pt x="25" y="10"/>
                        </a:lnTo>
                        <a:lnTo>
                          <a:pt x="30" y="11"/>
                        </a:lnTo>
                        <a:lnTo>
                          <a:pt x="34" y="14"/>
                        </a:lnTo>
                        <a:lnTo>
                          <a:pt x="39" y="15"/>
                        </a:lnTo>
                        <a:lnTo>
                          <a:pt x="44" y="16"/>
                        </a:lnTo>
                        <a:lnTo>
                          <a:pt x="49" y="17"/>
                        </a:lnTo>
                        <a:lnTo>
                          <a:pt x="54" y="17"/>
                        </a:lnTo>
                        <a:lnTo>
                          <a:pt x="60" y="19"/>
                        </a:lnTo>
                        <a:lnTo>
                          <a:pt x="70" y="19"/>
                        </a:lnTo>
                        <a:lnTo>
                          <a:pt x="76" y="17"/>
                        </a:lnTo>
                        <a:lnTo>
                          <a:pt x="81" y="16"/>
                        </a:lnTo>
                        <a:lnTo>
                          <a:pt x="81" y="14"/>
                        </a:lnTo>
                        <a:lnTo>
                          <a:pt x="76" y="15"/>
                        </a:lnTo>
                        <a:lnTo>
                          <a:pt x="54" y="15"/>
                        </a:lnTo>
                        <a:lnTo>
                          <a:pt x="50" y="14"/>
                        </a:lnTo>
                        <a:lnTo>
                          <a:pt x="44" y="14"/>
                        </a:lnTo>
                        <a:lnTo>
                          <a:pt x="39" y="12"/>
                        </a:lnTo>
                        <a:lnTo>
                          <a:pt x="34" y="11"/>
                        </a:lnTo>
                        <a:lnTo>
                          <a:pt x="30" y="9"/>
                        </a:lnTo>
                        <a:lnTo>
                          <a:pt x="25" y="7"/>
                        </a:lnTo>
                        <a:lnTo>
                          <a:pt x="21" y="6"/>
                        </a:lnTo>
                        <a:lnTo>
                          <a:pt x="16" y="5"/>
                        </a:lnTo>
                        <a:lnTo>
                          <a:pt x="10" y="3"/>
                        </a:lnTo>
                        <a:lnTo>
                          <a:pt x="6" y="1"/>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1" name="Freeform 566"/>
                  <p:cNvSpPr>
                    <a:spLocks/>
                  </p:cNvSpPr>
                  <p:nvPr/>
                </p:nvSpPr>
                <p:spPr bwMode="auto">
                  <a:xfrm>
                    <a:off x="4416" y="3637"/>
                    <a:ext cx="18" cy="16"/>
                  </a:xfrm>
                  <a:custGeom>
                    <a:avLst/>
                    <a:gdLst>
                      <a:gd name="T0" fmla="*/ 0 w 37"/>
                      <a:gd name="T1" fmla="*/ 0 h 33"/>
                      <a:gd name="T2" fmla="*/ 0 w 37"/>
                      <a:gd name="T3" fmla="*/ 0 h 33"/>
                      <a:gd name="T4" fmla="*/ 0 w 37"/>
                      <a:gd name="T5" fmla="*/ 0 h 33"/>
                      <a:gd name="T6" fmla="*/ 0 w 37"/>
                      <a:gd name="T7" fmla="*/ 0 h 33"/>
                      <a:gd name="T8" fmla="*/ 0 w 37"/>
                      <a:gd name="T9" fmla="*/ 0 h 33"/>
                      <a:gd name="T10" fmla="*/ 0 w 37"/>
                      <a:gd name="T11" fmla="*/ 0 h 33"/>
                      <a:gd name="T12" fmla="*/ 0 w 37"/>
                      <a:gd name="T13" fmla="*/ 0 h 33"/>
                      <a:gd name="T14" fmla="*/ 0 w 37"/>
                      <a:gd name="T15" fmla="*/ 0 h 33"/>
                      <a:gd name="T16" fmla="*/ 0 w 37"/>
                      <a:gd name="T17" fmla="*/ 0 h 33"/>
                      <a:gd name="T18" fmla="*/ 0 w 37"/>
                      <a:gd name="T19" fmla="*/ 0 h 33"/>
                      <a:gd name="T20" fmla="*/ 0 w 37"/>
                      <a:gd name="T21" fmla="*/ 0 h 33"/>
                      <a:gd name="T22" fmla="*/ 0 w 37"/>
                      <a:gd name="T23" fmla="*/ 0 h 33"/>
                      <a:gd name="T24" fmla="*/ 0 w 37"/>
                      <a:gd name="T25" fmla="*/ 0 h 33"/>
                      <a:gd name="T26" fmla="*/ 0 w 37"/>
                      <a:gd name="T27" fmla="*/ 0 h 33"/>
                      <a:gd name="T28" fmla="*/ 0 w 37"/>
                      <a:gd name="T29" fmla="*/ 0 h 33"/>
                      <a:gd name="T30" fmla="*/ 1 w 37"/>
                      <a:gd name="T31" fmla="*/ 0 h 33"/>
                      <a:gd name="T32" fmla="*/ 1 w 37"/>
                      <a:gd name="T33" fmla="*/ 1 h 33"/>
                      <a:gd name="T34" fmla="*/ 1 w 37"/>
                      <a:gd name="T35" fmla="*/ 0 h 33"/>
                      <a:gd name="T36" fmla="*/ 1 w 37"/>
                      <a:gd name="T37" fmla="*/ 0 h 33"/>
                      <a:gd name="T38" fmla="*/ 1 w 37"/>
                      <a:gd name="T39" fmla="*/ 0 h 33"/>
                      <a:gd name="T40" fmla="*/ 0 w 37"/>
                      <a:gd name="T41" fmla="*/ 0 h 33"/>
                      <a:gd name="T42" fmla="*/ 0 w 37"/>
                      <a:gd name="T43" fmla="*/ 0 h 33"/>
                      <a:gd name="T44" fmla="*/ 0 w 37"/>
                      <a:gd name="T45" fmla="*/ 0 h 33"/>
                      <a:gd name="T46" fmla="*/ 0 w 37"/>
                      <a:gd name="T47" fmla="*/ 0 h 33"/>
                      <a:gd name="T48" fmla="*/ 0 w 37"/>
                      <a:gd name="T49" fmla="*/ 0 h 33"/>
                      <a:gd name="T50" fmla="*/ 0 w 37"/>
                      <a:gd name="T51" fmla="*/ 0 h 33"/>
                      <a:gd name="T52" fmla="*/ 0 w 37"/>
                      <a:gd name="T53" fmla="*/ 0 h 33"/>
                      <a:gd name="T54" fmla="*/ 0 w 37"/>
                      <a:gd name="T55" fmla="*/ 0 h 33"/>
                      <a:gd name="T56" fmla="*/ 0 w 37"/>
                      <a:gd name="T57" fmla="*/ 0 h 33"/>
                      <a:gd name="T58" fmla="*/ 0 w 37"/>
                      <a:gd name="T59" fmla="*/ 0 h 33"/>
                      <a:gd name="T60" fmla="*/ 0 w 37"/>
                      <a:gd name="T61" fmla="*/ 0 h 33"/>
                      <a:gd name="T62" fmla="*/ 0 w 37"/>
                      <a:gd name="T63" fmla="*/ 0 h 33"/>
                      <a:gd name="T64" fmla="*/ 0 w 37"/>
                      <a:gd name="T65" fmla="*/ 0 h 33"/>
                      <a:gd name="T66" fmla="*/ 0 w 37"/>
                      <a:gd name="T67" fmla="*/ 0 h 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
                      <a:gd name="T103" fmla="*/ 0 h 33"/>
                      <a:gd name="T104" fmla="*/ 37 w 37"/>
                      <a:gd name="T105" fmla="*/ 33 h 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 h="33">
                        <a:moveTo>
                          <a:pt x="0" y="0"/>
                        </a:moveTo>
                        <a:lnTo>
                          <a:pt x="0" y="2"/>
                        </a:lnTo>
                        <a:lnTo>
                          <a:pt x="1" y="4"/>
                        </a:lnTo>
                        <a:lnTo>
                          <a:pt x="4" y="7"/>
                        </a:lnTo>
                        <a:lnTo>
                          <a:pt x="5" y="9"/>
                        </a:lnTo>
                        <a:lnTo>
                          <a:pt x="8" y="10"/>
                        </a:lnTo>
                        <a:lnTo>
                          <a:pt x="9" y="13"/>
                        </a:lnTo>
                        <a:lnTo>
                          <a:pt x="11" y="15"/>
                        </a:lnTo>
                        <a:lnTo>
                          <a:pt x="14" y="16"/>
                        </a:lnTo>
                        <a:lnTo>
                          <a:pt x="19" y="21"/>
                        </a:lnTo>
                        <a:lnTo>
                          <a:pt x="21" y="23"/>
                        </a:lnTo>
                        <a:lnTo>
                          <a:pt x="24" y="24"/>
                        </a:lnTo>
                        <a:lnTo>
                          <a:pt x="26" y="26"/>
                        </a:lnTo>
                        <a:lnTo>
                          <a:pt x="29" y="28"/>
                        </a:lnTo>
                        <a:lnTo>
                          <a:pt x="31" y="29"/>
                        </a:lnTo>
                        <a:lnTo>
                          <a:pt x="34" y="30"/>
                        </a:lnTo>
                        <a:lnTo>
                          <a:pt x="36" y="33"/>
                        </a:lnTo>
                        <a:lnTo>
                          <a:pt x="37" y="30"/>
                        </a:lnTo>
                        <a:lnTo>
                          <a:pt x="35" y="29"/>
                        </a:lnTo>
                        <a:lnTo>
                          <a:pt x="32" y="26"/>
                        </a:lnTo>
                        <a:lnTo>
                          <a:pt x="30" y="25"/>
                        </a:lnTo>
                        <a:lnTo>
                          <a:pt x="27" y="24"/>
                        </a:lnTo>
                        <a:lnTo>
                          <a:pt x="25" y="23"/>
                        </a:lnTo>
                        <a:lnTo>
                          <a:pt x="22" y="21"/>
                        </a:lnTo>
                        <a:lnTo>
                          <a:pt x="17" y="16"/>
                        </a:lnTo>
                        <a:lnTo>
                          <a:pt x="15" y="15"/>
                        </a:lnTo>
                        <a:lnTo>
                          <a:pt x="9" y="9"/>
                        </a:lnTo>
                        <a:lnTo>
                          <a:pt x="8" y="7"/>
                        </a:lnTo>
                        <a:lnTo>
                          <a:pt x="5" y="5"/>
                        </a:lnTo>
                        <a:lnTo>
                          <a:pt x="4" y="3"/>
                        </a:lnTo>
                        <a:lnTo>
                          <a:pt x="3" y="0"/>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2" name="Freeform 567"/>
                  <p:cNvSpPr>
                    <a:spLocks/>
                  </p:cNvSpPr>
                  <p:nvPr/>
                </p:nvSpPr>
                <p:spPr bwMode="auto">
                  <a:xfrm>
                    <a:off x="4409" y="3598"/>
                    <a:ext cx="8" cy="39"/>
                  </a:xfrm>
                  <a:custGeom>
                    <a:avLst/>
                    <a:gdLst>
                      <a:gd name="T0" fmla="*/ 0 w 16"/>
                      <a:gd name="T1" fmla="*/ 0 h 78"/>
                      <a:gd name="T2" fmla="*/ 1 w 16"/>
                      <a:gd name="T3" fmla="*/ 1 h 78"/>
                      <a:gd name="T4" fmla="*/ 1 w 16"/>
                      <a:gd name="T5" fmla="*/ 1 h 78"/>
                      <a:gd name="T6" fmla="*/ 1 w 16"/>
                      <a:gd name="T7" fmla="*/ 1 h 78"/>
                      <a:gd name="T8" fmla="*/ 1 w 16"/>
                      <a:gd name="T9" fmla="*/ 2 h 78"/>
                      <a:gd name="T10" fmla="*/ 1 w 16"/>
                      <a:gd name="T11" fmla="*/ 2 h 78"/>
                      <a:gd name="T12" fmla="*/ 1 w 16"/>
                      <a:gd name="T13" fmla="*/ 2 h 78"/>
                      <a:gd name="T14" fmla="*/ 1 w 16"/>
                      <a:gd name="T15" fmla="*/ 3 h 78"/>
                      <a:gd name="T16" fmla="*/ 1 w 16"/>
                      <a:gd name="T17" fmla="*/ 3 h 78"/>
                      <a:gd name="T18" fmla="*/ 1 w 16"/>
                      <a:gd name="T19" fmla="*/ 3 h 78"/>
                      <a:gd name="T20" fmla="*/ 1 w 16"/>
                      <a:gd name="T21" fmla="*/ 3 h 78"/>
                      <a:gd name="T22" fmla="*/ 1 w 16"/>
                      <a:gd name="T23" fmla="*/ 2 h 78"/>
                      <a:gd name="T24" fmla="*/ 1 w 16"/>
                      <a:gd name="T25" fmla="*/ 2 h 78"/>
                      <a:gd name="T26" fmla="*/ 1 w 16"/>
                      <a:gd name="T27" fmla="*/ 2 h 78"/>
                      <a:gd name="T28" fmla="*/ 1 w 16"/>
                      <a:gd name="T29" fmla="*/ 1 h 78"/>
                      <a:gd name="T30" fmla="*/ 1 w 16"/>
                      <a:gd name="T31" fmla="*/ 1 h 78"/>
                      <a:gd name="T32" fmla="*/ 1 w 16"/>
                      <a:gd name="T33" fmla="*/ 1 h 78"/>
                      <a:gd name="T34" fmla="*/ 1 w 16"/>
                      <a:gd name="T35" fmla="*/ 0 h 78"/>
                      <a:gd name="T36" fmla="*/ 0 w 16"/>
                      <a:gd name="T37" fmla="*/ 0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78"/>
                      <a:gd name="T59" fmla="*/ 16 w 1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78">
                        <a:moveTo>
                          <a:pt x="0" y="0"/>
                        </a:moveTo>
                        <a:lnTo>
                          <a:pt x="1" y="9"/>
                        </a:lnTo>
                        <a:lnTo>
                          <a:pt x="2" y="19"/>
                        </a:lnTo>
                        <a:lnTo>
                          <a:pt x="3" y="30"/>
                        </a:lnTo>
                        <a:lnTo>
                          <a:pt x="6" y="40"/>
                        </a:lnTo>
                        <a:lnTo>
                          <a:pt x="7" y="50"/>
                        </a:lnTo>
                        <a:lnTo>
                          <a:pt x="10" y="59"/>
                        </a:lnTo>
                        <a:lnTo>
                          <a:pt x="12" y="69"/>
                        </a:lnTo>
                        <a:lnTo>
                          <a:pt x="13" y="78"/>
                        </a:lnTo>
                        <a:lnTo>
                          <a:pt x="16" y="78"/>
                        </a:lnTo>
                        <a:lnTo>
                          <a:pt x="14" y="69"/>
                        </a:lnTo>
                        <a:lnTo>
                          <a:pt x="12" y="59"/>
                        </a:lnTo>
                        <a:lnTo>
                          <a:pt x="10" y="49"/>
                        </a:lnTo>
                        <a:lnTo>
                          <a:pt x="8" y="39"/>
                        </a:lnTo>
                        <a:lnTo>
                          <a:pt x="6" y="29"/>
                        </a:lnTo>
                        <a:lnTo>
                          <a:pt x="5" y="19"/>
                        </a:lnTo>
                        <a:lnTo>
                          <a:pt x="3" y="9"/>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3" name="Freeform 568"/>
                  <p:cNvSpPr>
                    <a:spLocks/>
                  </p:cNvSpPr>
                  <p:nvPr/>
                </p:nvSpPr>
                <p:spPr bwMode="auto">
                  <a:xfrm>
                    <a:off x="4408" y="3591"/>
                    <a:ext cx="2" cy="7"/>
                  </a:xfrm>
                  <a:custGeom>
                    <a:avLst/>
                    <a:gdLst>
                      <a:gd name="T0" fmla="*/ 0 w 5"/>
                      <a:gd name="T1" fmla="*/ 0 h 14"/>
                      <a:gd name="T2" fmla="*/ 0 w 5"/>
                      <a:gd name="T3" fmla="*/ 1 h 14"/>
                      <a:gd name="T4" fmla="*/ 0 w 5"/>
                      <a:gd name="T5" fmla="*/ 1 h 14"/>
                      <a:gd name="T6" fmla="*/ 0 w 5"/>
                      <a:gd name="T7" fmla="*/ 1 h 14"/>
                      <a:gd name="T8" fmla="*/ 0 w 5"/>
                      <a:gd name="T9" fmla="*/ 0 h 14"/>
                      <a:gd name="T10" fmla="*/ 0 w 5"/>
                      <a:gd name="T11" fmla="*/ 1 h 14"/>
                      <a:gd name="T12" fmla="*/ 0 w 5"/>
                      <a:gd name="T13" fmla="*/ 0 h 14"/>
                      <a:gd name="T14" fmla="*/ 0 w 5"/>
                      <a:gd name="T15" fmla="*/ 0 h 14"/>
                      <a:gd name="T16" fmla="*/ 0 w 5"/>
                      <a:gd name="T17" fmla="*/ 1 h 14"/>
                      <a:gd name="T18" fmla="*/ 0 w 5"/>
                      <a:gd name="T19" fmla="*/ 0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14"/>
                      <a:gd name="T32" fmla="*/ 5 w 5"/>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14">
                        <a:moveTo>
                          <a:pt x="1" y="0"/>
                        </a:moveTo>
                        <a:lnTo>
                          <a:pt x="0" y="1"/>
                        </a:lnTo>
                        <a:lnTo>
                          <a:pt x="3" y="14"/>
                        </a:lnTo>
                        <a:lnTo>
                          <a:pt x="5" y="14"/>
                        </a:lnTo>
                        <a:lnTo>
                          <a:pt x="3" y="0"/>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4" name="Freeform 569"/>
                  <p:cNvSpPr>
                    <a:spLocks/>
                  </p:cNvSpPr>
                  <p:nvPr/>
                </p:nvSpPr>
                <p:spPr bwMode="auto">
                  <a:xfrm>
                    <a:off x="4408" y="3591"/>
                    <a:ext cx="20" cy="6"/>
                  </a:xfrm>
                  <a:custGeom>
                    <a:avLst/>
                    <a:gdLst>
                      <a:gd name="T0" fmla="*/ 2 w 40"/>
                      <a:gd name="T1" fmla="*/ 1 h 12"/>
                      <a:gd name="T2" fmla="*/ 2 w 40"/>
                      <a:gd name="T3" fmla="*/ 1 h 12"/>
                      <a:gd name="T4" fmla="*/ 2 w 40"/>
                      <a:gd name="T5" fmla="*/ 1 h 12"/>
                      <a:gd name="T6" fmla="*/ 1 w 40"/>
                      <a:gd name="T7" fmla="*/ 1 h 12"/>
                      <a:gd name="T8" fmla="*/ 1 w 40"/>
                      <a:gd name="T9" fmla="*/ 1 h 12"/>
                      <a:gd name="T10" fmla="*/ 1 w 40"/>
                      <a:gd name="T11" fmla="*/ 1 h 12"/>
                      <a:gd name="T12" fmla="*/ 1 w 40"/>
                      <a:gd name="T13" fmla="*/ 1 h 12"/>
                      <a:gd name="T14" fmla="*/ 1 w 40"/>
                      <a:gd name="T15" fmla="*/ 1 h 12"/>
                      <a:gd name="T16" fmla="*/ 1 w 40"/>
                      <a:gd name="T17" fmla="*/ 1 h 12"/>
                      <a:gd name="T18" fmla="*/ 1 w 40"/>
                      <a:gd name="T19" fmla="*/ 1 h 12"/>
                      <a:gd name="T20" fmla="*/ 1 w 40"/>
                      <a:gd name="T21" fmla="*/ 1 h 12"/>
                      <a:gd name="T22" fmla="*/ 1 w 40"/>
                      <a:gd name="T23" fmla="*/ 1 h 12"/>
                      <a:gd name="T24" fmla="*/ 1 w 40"/>
                      <a:gd name="T25" fmla="*/ 0 h 12"/>
                      <a:gd name="T26" fmla="*/ 0 w 40"/>
                      <a:gd name="T27" fmla="*/ 0 h 12"/>
                      <a:gd name="T28" fmla="*/ 0 w 40"/>
                      <a:gd name="T29" fmla="*/ 1 h 12"/>
                      <a:gd name="T30" fmla="*/ 1 w 40"/>
                      <a:gd name="T31" fmla="*/ 1 h 12"/>
                      <a:gd name="T32" fmla="*/ 1 w 40"/>
                      <a:gd name="T33" fmla="*/ 1 h 12"/>
                      <a:gd name="T34" fmla="*/ 1 w 40"/>
                      <a:gd name="T35" fmla="*/ 1 h 12"/>
                      <a:gd name="T36" fmla="*/ 1 w 40"/>
                      <a:gd name="T37" fmla="*/ 1 h 12"/>
                      <a:gd name="T38" fmla="*/ 1 w 40"/>
                      <a:gd name="T39" fmla="*/ 1 h 12"/>
                      <a:gd name="T40" fmla="*/ 1 w 40"/>
                      <a:gd name="T41" fmla="*/ 1 h 12"/>
                      <a:gd name="T42" fmla="*/ 1 w 40"/>
                      <a:gd name="T43" fmla="*/ 1 h 12"/>
                      <a:gd name="T44" fmla="*/ 1 w 40"/>
                      <a:gd name="T45" fmla="*/ 1 h 12"/>
                      <a:gd name="T46" fmla="*/ 1 w 40"/>
                      <a:gd name="T47" fmla="*/ 1 h 12"/>
                      <a:gd name="T48" fmla="*/ 1 w 40"/>
                      <a:gd name="T49" fmla="*/ 1 h 12"/>
                      <a:gd name="T50" fmla="*/ 2 w 40"/>
                      <a:gd name="T51" fmla="*/ 1 h 12"/>
                      <a:gd name="T52" fmla="*/ 2 w 40"/>
                      <a:gd name="T53" fmla="*/ 1 h 12"/>
                      <a:gd name="T54" fmla="*/ 2 w 40"/>
                      <a:gd name="T55" fmla="*/ 1 h 12"/>
                      <a:gd name="T56" fmla="*/ 2 w 40"/>
                      <a:gd name="T57" fmla="*/ 1 h 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
                      <a:gd name="T88" fmla="*/ 0 h 12"/>
                      <a:gd name="T89" fmla="*/ 40 w 40"/>
                      <a:gd name="T90" fmla="*/ 12 h 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 h="12">
                        <a:moveTo>
                          <a:pt x="40" y="10"/>
                        </a:moveTo>
                        <a:lnTo>
                          <a:pt x="37" y="10"/>
                        </a:lnTo>
                        <a:lnTo>
                          <a:pt x="35" y="9"/>
                        </a:lnTo>
                        <a:lnTo>
                          <a:pt x="32" y="7"/>
                        </a:lnTo>
                        <a:lnTo>
                          <a:pt x="30" y="7"/>
                        </a:lnTo>
                        <a:lnTo>
                          <a:pt x="28" y="6"/>
                        </a:lnTo>
                        <a:lnTo>
                          <a:pt x="25" y="6"/>
                        </a:lnTo>
                        <a:lnTo>
                          <a:pt x="23" y="5"/>
                        </a:lnTo>
                        <a:lnTo>
                          <a:pt x="20" y="4"/>
                        </a:lnTo>
                        <a:lnTo>
                          <a:pt x="18" y="2"/>
                        </a:lnTo>
                        <a:lnTo>
                          <a:pt x="15" y="2"/>
                        </a:lnTo>
                        <a:lnTo>
                          <a:pt x="13" y="1"/>
                        </a:lnTo>
                        <a:lnTo>
                          <a:pt x="10" y="0"/>
                        </a:lnTo>
                        <a:lnTo>
                          <a:pt x="0" y="0"/>
                        </a:lnTo>
                        <a:lnTo>
                          <a:pt x="0" y="2"/>
                        </a:lnTo>
                        <a:lnTo>
                          <a:pt x="10" y="2"/>
                        </a:lnTo>
                        <a:lnTo>
                          <a:pt x="13" y="4"/>
                        </a:lnTo>
                        <a:lnTo>
                          <a:pt x="15" y="5"/>
                        </a:lnTo>
                        <a:lnTo>
                          <a:pt x="16" y="5"/>
                        </a:lnTo>
                        <a:lnTo>
                          <a:pt x="19" y="6"/>
                        </a:lnTo>
                        <a:lnTo>
                          <a:pt x="21" y="6"/>
                        </a:lnTo>
                        <a:lnTo>
                          <a:pt x="24" y="7"/>
                        </a:lnTo>
                        <a:lnTo>
                          <a:pt x="26" y="9"/>
                        </a:lnTo>
                        <a:lnTo>
                          <a:pt x="29" y="10"/>
                        </a:lnTo>
                        <a:lnTo>
                          <a:pt x="31" y="10"/>
                        </a:lnTo>
                        <a:lnTo>
                          <a:pt x="34" y="11"/>
                        </a:lnTo>
                        <a:lnTo>
                          <a:pt x="37" y="12"/>
                        </a:lnTo>
                        <a:lnTo>
                          <a:pt x="40" y="12"/>
                        </a:lnTo>
                        <a:lnTo>
                          <a:pt x="4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5" name="Freeform 570"/>
                  <p:cNvSpPr>
                    <a:spLocks/>
                  </p:cNvSpPr>
                  <p:nvPr/>
                </p:nvSpPr>
                <p:spPr bwMode="auto">
                  <a:xfrm>
                    <a:off x="4428" y="3596"/>
                    <a:ext cx="34" cy="10"/>
                  </a:xfrm>
                  <a:custGeom>
                    <a:avLst/>
                    <a:gdLst>
                      <a:gd name="T0" fmla="*/ 2 w 69"/>
                      <a:gd name="T1" fmla="*/ 0 h 21"/>
                      <a:gd name="T2" fmla="*/ 2 w 69"/>
                      <a:gd name="T3" fmla="*/ 0 h 21"/>
                      <a:gd name="T4" fmla="*/ 1 w 69"/>
                      <a:gd name="T5" fmla="*/ 0 h 21"/>
                      <a:gd name="T6" fmla="*/ 1 w 69"/>
                      <a:gd name="T7" fmla="*/ 0 h 21"/>
                      <a:gd name="T8" fmla="*/ 1 w 69"/>
                      <a:gd name="T9" fmla="*/ 0 h 21"/>
                      <a:gd name="T10" fmla="*/ 1 w 69"/>
                      <a:gd name="T11" fmla="*/ 0 h 21"/>
                      <a:gd name="T12" fmla="*/ 1 w 69"/>
                      <a:gd name="T13" fmla="*/ 0 h 21"/>
                      <a:gd name="T14" fmla="*/ 1 w 69"/>
                      <a:gd name="T15" fmla="*/ 0 h 21"/>
                      <a:gd name="T16" fmla="*/ 1 w 69"/>
                      <a:gd name="T17" fmla="*/ 0 h 21"/>
                      <a:gd name="T18" fmla="*/ 0 w 69"/>
                      <a:gd name="T19" fmla="*/ 0 h 21"/>
                      <a:gd name="T20" fmla="*/ 0 w 69"/>
                      <a:gd name="T21" fmla="*/ 0 h 21"/>
                      <a:gd name="T22" fmla="*/ 0 w 69"/>
                      <a:gd name="T23" fmla="*/ 0 h 21"/>
                      <a:gd name="T24" fmla="*/ 0 w 69"/>
                      <a:gd name="T25" fmla="*/ 0 h 21"/>
                      <a:gd name="T26" fmla="*/ 0 w 69"/>
                      <a:gd name="T27" fmla="*/ 0 h 21"/>
                      <a:gd name="T28" fmla="*/ 0 w 69"/>
                      <a:gd name="T29" fmla="*/ 0 h 21"/>
                      <a:gd name="T30" fmla="*/ 0 w 69"/>
                      <a:gd name="T31" fmla="*/ 0 h 21"/>
                      <a:gd name="T32" fmla="*/ 0 w 69"/>
                      <a:gd name="T33" fmla="*/ 0 h 21"/>
                      <a:gd name="T34" fmla="*/ 0 w 69"/>
                      <a:gd name="T35" fmla="*/ 0 h 21"/>
                      <a:gd name="T36" fmla="*/ 0 w 69"/>
                      <a:gd name="T37" fmla="*/ 0 h 21"/>
                      <a:gd name="T38" fmla="*/ 0 w 69"/>
                      <a:gd name="T39" fmla="*/ 0 h 21"/>
                      <a:gd name="T40" fmla="*/ 0 w 69"/>
                      <a:gd name="T41" fmla="*/ 0 h 21"/>
                      <a:gd name="T42" fmla="*/ 0 w 69"/>
                      <a:gd name="T43" fmla="*/ 0 h 21"/>
                      <a:gd name="T44" fmla="*/ 0 w 69"/>
                      <a:gd name="T45" fmla="*/ 0 h 21"/>
                      <a:gd name="T46" fmla="*/ 0 w 69"/>
                      <a:gd name="T47" fmla="*/ 0 h 21"/>
                      <a:gd name="T48" fmla="*/ 0 w 69"/>
                      <a:gd name="T49" fmla="*/ 0 h 21"/>
                      <a:gd name="T50" fmla="*/ 1 w 69"/>
                      <a:gd name="T51" fmla="*/ 0 h 21"/>
                      <a:gd name="T52" fmla="*/ 1 w 69"/>
                      <a:gd name="T53" fmla="*/ 0 h 21"/>
                      <a:gd name="T54" fmla="*/ 1 w 69"/>
                      <a:gd name="T55" fmla="*/ 0 h 21"/>
                      <a:gd name="T56" fmla="*/ 1 w 69"/>
                      <a:gd name="T57" fmla="*/ 0 h 21"/>
                      <a:gd name="T58" fmla="*/ 1 w 69"/>
                      <a:gd name="T59" fmla="*/ 0 h 21"/>
                      <a:gd name="T60" fmla="*/ 1 w 69"/>
                      <a:gd name="T61" fmla="*/ 0 h 21"/>
                      <a:gd name="T62" fmla="*/ 1 w 69"/>
                      <a:gd name="T63" fmla="*/ 0 h 21"/>
                      <a:gd name="T64" fmla="*/ 2 w 69"/>
                      <a:gd name="T65" fmla="*/ 0 h 21"/>
                      <a:gd name="T66" fmla="*/ 2 w 69"/>
                      <a:gd name="T67" fmla="*/ 0 h 21"/>
                      <a:gd name="T68" fmla="*/ 2 w 69"/>
                      <a:gd name="T69" fmla="*/ 0 h 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21"/>
                      <a:gd name="T107" fmla="*/ 69 w 69"/>
                      <a:gd name="T108" fmla="*/ 21 h 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21">
                        <a:moveTo>
                          <a:pt x="69" y="18"/>
                        </a:moveTo>
                        <a:lnTo>
                          <a:pt x="65" y="17"/>
                        </a:lnTo>
                        <a:lnTo>
                          <a:pt x="60" y="17"/>
                        </a:lnTo>
                        <a:lnTo>
                          <a:pt x="55" y="16"/>
                        </a:lnTo>
                        <a:lnTo>
                          <a:pt x="52" y="15"/>
                        </a:lnTo>
                        <a:lnTo>
                          <a:pt x="47" y="13"/>
                        </a:lnTo>
                        <a:lnTo>
                          <a:pt x="43" y="12"/>
                        </a:lnTo>
                        <a:lnTo>
                          <a:pt x="38" y="11"/>
                        </a:lnTo>
                        <a:lnTo>
                          <a:pt x="34" y="10"/>
                        </a:lnTo>
                        <a:lnTo>
                          <a:pt x="29" y="8"/>
                        </a:lnTo>
                        <a:lnTo>
                          <a:pt x="26" y="7"/>
                        </a:lnTo>
                        <a:lnTo>
                          <a:pt x="21" y="6"/>
                        </a:lnTo>
                        <a:lnTo>
                          <a:pt x="17" y="5"/>
                        </a:lnTo>
                        <a:lnTo>
                          <a:pt x="12" y="4"/>
                        </a:lnTo>
                        <a:lnTo>
                          <a:pt x="9" y="4"/>
                        </a:lnTo>
                        <a:lnTo>
                          <a:pt x="5" y="1"/>
                        </a:lnTo>
                        <a:lnTo>
                          <a:pt x="0" y="0"/>
                        </a:lnTo>
                        <a:lnTo>
                          <a:pt x="0" y="2"/>
                        </a:lnTo>
                        <a:lnTo>
                          <a:pt x="4" y="4"/>
                        </a:lnTo>
                        <a:lnTo>
                          <a:pt x="7" y="5"/>
                        </a:lnTo>
                        <a:lnTo>
                          <a:pt x="12" y="6"/>
                        </a:lnTo>
                        <a:lnTo>
                          <a:pt x="16" y="7"/>
                        </a:lnTo>
                        <a:lnTo>
                          <a:pt x="21" y="8"/>
                        </a:lnTo>
                        <a:lnTo>
                          <a:pt x="25" y="10"/>
                        </a:lnTo>
                        <a:lnTo>
                          <a:pt x="29" y="11"/>
                        </a:lnTo>
                        <a:lnTo>
                          <a:pt x="34" y="12"/>
                        </a:lnTo>
                        <a:lnTo>
                          <a:pt x="38" y="13"/>
                        </a:lnTo>
                        <a:lnTo>
                          <a:pt x="42" y="15"/>
                        </a:lnTo>
                        <a:lnTo>
                          <a:pt x="47" y="16"/>
                        </a:lnTo>
                        <a:lnTo>
                          <a:pt x="52" y="17"/>
                        </a:lnTo>
                        <a:lnTo>
                          <a:pt x="55" y="17"/>
                        </a:lnTo>
                        <a:lnTo>
                          <a:pt x="60" y="18"/>
                        </a:lnTo>
                        <a:lnTo>
                          <a:pt x="64" y="20"/>
                        </a:lnTo>
                        <a:lnTo>
                          <a:pt x="69" y="21"/>
                        </a:lnTo>
                        <a:lnTo>
                          <a:pt x="69"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6" name="Freeform 571"/>
                  <p:cNvSpPr>
                    <a:spLocks/>
                  </p:cNvSpPr>
                  <p:nvPr/>
                </p:nvSpPr>
                <p:spPr bwMode="auto">
                  <a:xfrm>
                    <a:off x="4462" y="3602"/>
                    <a:ext cx="69" cy="6"/>
                  </a:xfrm>
                  <a:custGeom>
                    <a:avLst/>
                    <a:gdLst>
                      <a:gd name="T0" fmla="*/ 5 w 137"/>
                      <a:gd name="T1" fmla="*/ 0 h 13"/>
                      <a:gd name="T2" fmla="*/ 4 w 137"/>
                      <a:gd name="T3" fmla="*/ 0 h 13"/>
                      <a:gd name="T4" fmla="*/ 4 w 137"/>
                      <a:gd name="T5" fmla="*/ 0 h 13"/>
                      <a:gd name="T6" fmla="*/ 4 w 137"/>
                      <a:gd name="T7" fmla="*/ 0 h 13"/>
                      <a:gd name="T8" fmla="*/ 4 w 137"/>
                      <a:gd name="T9" fmla="*/ 0 h 13"/>
                      <a:gd name="T10" fmla="*/ 4 w 137"/>
                      <a:gd name="T11" fmla="*/ 0 h 13"/>
                      <a:gd name="T12" fmla="*/ 4 w 137"/>
                      <a:gd name="T13" fmla="*/ 0 h 13"/>
                      <a:gd name="T14" fmla="*/ 3 w 137"/>
                      <a:gd name="T15" fmla="*/ 0 h 13"/>
                      <a:gd name="T16" fmla="*/ 3 w 137"/>
                      <a:gd name="T17" fmla="*/ 0 h 13"/>
                      <a:gd name="T18" fmla="*/ 3 w 137"/>
                      <a:gd name="T19" fmla="*/ 0 h 13"/>
                      <a:gd name="T20" fmla="*/ 3 w 137"/>
                      <a:gd name="T21" fmla="*/ 0 h 13"/>
                      <a:gd name="T22" fmla="*/ 3 w 137"/>
                      <a:gd name="T23" fmla="*/ 0 h 13"/>
                      <a:gd name="T24" fmla="*/ 3 w 137"/>
                      <a:gd name="T25" fmla="*/ 0 h 13"/>
                      <a:gd name="T26" fmla="*/ 2 w 137"/>
                      <a:gd name="T27" fmla="*/ 0 h 13"/>
                      <a:gd name="T28" fmla="*/ 2 w 137"/>
                      <a:gd name="T29" fmla="*/ 0 h 13"/>
                      <a:gd name="T30" fmla="*/ 1 w 137"/>
                      <a:gd name="T31" fmla="*/ 0 h 13"/>
                      <a:gd name="T32" fmla="*/ 1 w 137"/>
                      <a:gd name="T33" fmla="*/ 0 h 13"/>
                      <a:gd name="T34" fmla="*/ 1 w 137"/>
                      <a:gd name="T35" fmla="*/ 0 h 13"/>
                      <a:gd name="T36" fmla="*/ 1 w 137"/>
                      <a:gd name="T37" fmla="*/ 0 h 13"/>
                      <a:gd name="T38" fmla="*/ 0 w 137"/>
                      <a:gd name="T39" fmla="*/ 0 h 13"/>
                      <a:gd name="T40" fmla="*/ 0 w 137"/>
                      <a:gd name="T41" fmla="*/ 0 h 13"/>
                      <a:gd name="T42" fmla="*/ 1 w 137"/>
                      <a:gd name="T43" fmla="*/ 0 h 13"/>
                      <a:gd name="T44" fmla="*/ 1 w 137"/>
                      <a:gd name="T45" fmla="*/ 0 h 13"/>
                      <a:gd name="T46" fmla="*/ 1 w 137"/>
                      <a:gd name="T47" fmla="*/ 0 h 13"/>
                      <a:gd name="T48" fmla="*/ 1 w 137"/>
                      <a:gd name="T49" fmla="*/ 0 h 13"/>
                      <a:gd name="T50" fmla="*/ 2 w 137"/>
                      <a:gd name="T51" fmla="*/ 0 h 13"/>
                      <a:gd name="T52" fmla="*/ 2 w 137"/>
                      <a:gd name="T53" fmla="*/ 0 h 13"/>
                      <a:gd name="T54" fmla="*/ 3 w 137"/>
                      <a:gd name="T55" fmla="*/ 0 h 13"/>
                      <a:gd name="T56" fmla="*/ 3 w 137"/>
                      <a:gd name="T57" fmla="*/ 0 h 13"/>
                      <a:gd name="T58" fmla="*/ 3 w 137"/>
                      <a:gd name="T59" fmla="*/ 0 h 13"/>
                      <a:gd name="T60" fmla="*/ 3 w 137"/>
                      <a:gd name="T61" fmla="*/ 0 h 13"/>
                      <a:gd name="T62" fmla="*/ 3 w 137"/>
                      <a:gd name="T63" fmla="*/ 0 h 13"/>
                      <a:gd name="T64" fmla="*/ 3 w 137"/>
                      <a:gd name="T65" fmla="*/ 0 h 13"/>
                      <a:gd name="T66" fmla="*/ 4 w 137"/>
                      <a:gd name="T67" fmla="*/ 0 h 13"/>
                      <a:gd name="T68" fmla="*/ 4 w 137"/>
                      <a:gd name="T69" fmla="*/ 0 h 13"/>
                      <a:gd name="T70" fmla="*/ 4 w 137"/>
                      <a:gd name="T71" fmla="*/ 0 h 13"/>
                      <a:gd name="T72" fmla="*/ 4 w 137"/>
                      <a:gd name="T73" fmla="*/ 0 h 13"/>
                      <a:gd name="T74" fmla="*/ 4 w 137"/>
                      <a:gd name="T75" fmla="*/ 0 h 13"/>
                      <a:gd name="T76" fmla="*/ 4 w 137"/>
                      <a:gd name="T77" fmla="*/ 0 h 13"/>
                      <a:gd name="T78" fmla="*/ 4 w 137"/>
                      <a:gd name="T79" fmla="*/ 0 h 13"/>
                      <a:gd name="T80" fmla="*/ 5 w 137"/>
                      <a:gd name="T81" fmla="*/ 0 h 13"/>
                      <a:gd name="T82" fmla="*/ 5 w 137"/>
                      <a:gd name="T83" fmla="*/ 0 h 13"/>
                      <a:gd name="T84" fmla="*/ 5 w 137"/>
                      <a:gd name="T85" fmla="*/ 0 h 1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7"/>
                      <a:gd name="T130" fmla="*/ 0 h 13"/>
                      <a:gd name="T131" fmla="*/ 137 w 137"/>
                      <a:gd name="T132" fmla="*/ 13 h 1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7" h="13">
                        <a:moveTo>
                          <a:pt x="137" y="0"/>
                        </a:moveTo>
                        <a:lnTo>
                          <a:pt x="128" y="0"/>
                        </a:lnTo>
                        <a:lnTo>
                          <a:pt x="124" y="1"/>
                        </a:lnTo>
                        <a:lnTo>
                          <a:pt x="119" y="3"/>
                        </a:lnTo>
                        <a:lnTo>
                          <a:pt x="111" y="3"/>
                        </a:lnTo>
                        <a:lnTo>
                          <a:pt x="106" y="4"/>
                        </a:lnTo>
                        <a:lnTo>
                          <a:pt x="102" y="5"/>
                        </a:lnTo>
                        <a:lnTo>
                          <a:pt x="93" y="5"/>
                        </a:lnTo>
                        <a:lnTo>
                          <a:pt x="90" y="6"/>
                        </a:lnTo>
                        <a:lnTo>
                          <a:pt x="85" y="6"/>
                        </a:lnTo>
                        <a:lnTo>
                          <a:pt x="81" y="8"/>
                        </a:lnTo>
                        <a:lnTo>
                          <a:pt x="76" y="8"/>
                        </a:lnTo>
                        <a:lnTo>
                          <a:pt x="73" y="9"/>
                        </a:lnTo>
                        <a:lnTo>
                          <a:pt x="64" y="9"/>
                        </a:lnTo>
                        <a:lnTo>
                          <a:pt x="60" y="10"/>
                        </a:lnTo>
                        <a:lnTo>
                          <a:pt x="17" y="10"/>
                        </a:lnTo>
                        <a:lnTo>
                          <a:pt x="13" y="9"/>
                        </a:lnTo>
                        <a:lnTo>
                          <a:pt x="8" y="9"/>
                        </a:lnTo>
                        <a:lnTo>
                          <a:pt x="5" y="8"/>
                        </a:lnTo>
                        <a:lnTo>
                          <a:pt x="0" y="6"/>
                        </a:lnTo>
                        <a:lnTo>
                          <a:pt x="0" y="9"/>
                        </a:lnTo>
                        <a:lnTo>
                          <a:pt x="5" y="10"/>
                        </a:lnTo>
                        <a:lnTo>
                          <a:pt x="8" y="11"/>
                        </a:lnTo>
                        <a:lnTo>
                          <a:pt x="17" y="11"/>
                        </a:lnTo>
                        <a:lnTo>
                          <a:pt x="22" y="13"/>
                        </a:lnTo>
                        <a:lnTo>
                          <a:pt x="55" y="13"/>
                        </a:lnTo>
                        <a:lnTo>
                          <a:pt x="60" y="11"/>
                        </a:lnTo>
                        <a:lnTo>
                          <a:pt x="73" y="11"/>
                        </a:lnTo>
                        <a:lnTo>
                          <a:pt x="76" y="10"/>
                        </a:lnTo>
                        <a:lnTo>
                          <a:pt x="81" y="10"/>
                        </a:lnTo>
                        <a:lnTo>
                          <a:pt x="85" y="9"/>
                        </a:lnTo>
                        <a:lnTo>
                          <a:pt x="90" y="9"/>
                        </a:lnTo>
                        <a:lnTo>
                          <a:pt x="93" y="8"/>
                        </a:lnTo>
                        <a:lnTo>
                          <a:pt x="97" y="8"/>
                        </a:lnTo>
                        <a:lnTo>
                          <a:pt x="102" y="6"/>
                        </a:lnTo>
                        <a:lnTo>
                          <a:pt x="107" y="6"/>
                        </a:lnTo>
                        <a:lnTo>
                          <a:pt x="111" y="5"/>
                        </a:lnTo>
                        <a:lnTo>
                          <a:pt x="119" y="5"/>
                        </a:lnTo>
                        <a:lnTo>
                          <a:pt x="124" y="4"/>
                        </a:lnTo>
                        <a:lnTo>
                          <a:pt x="128" y="4"/>
                        </a:lnTo>
                        <a:lnTo>
                          <a:pt x="133" y="3"/>
                        </a:lnTo>
                        <a:lnTo>
                          <a:pt x="137" y="3"/>
                        </a:lnTo>
                        <a:lnTo>
                          <a:pt x="1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7" name="Freeform 572"/>
                  <p:cNvSpPr>
                    <a:spLocks/>
                  </p:cNvSpPr>
                  <p:nvPr/>
                </p:nvSpPr>
                <p:spPr bwMode="auto">
                  <a:xfrm>
                    <a:off x="4531" y="3594"/>
                    <a:ext cx="88" cy="9"/>
                  </a:xfrm>
                  <a:custGeom>
                    <a:avLst/>
                    <a:gdLst>
                      <a:gd name="T0" fmla="*/ 6 w 176"/>
                      <a:gd name="T1" fmla="*/ 0 h 19"/>
                      <a:gd name="T2" fmla="*/ 6 w 176"/>
                      <a:gd name="T3" fmla="*/ 0 h 19"/>
                      <a:gd name="T4" fmla="*/ 5 w 176"/>
                      <a:gd name="T5" fmla="*/ 0 h 19"/>
                      <a:gd name="T6" fmla="*/ 5 w 176"/>
                      <a:gd name="T7" fmla="*/ 0 h 19"/>
                      <a:gd name="T8" fmla="*/ 5 w 176"/>
                      <a:gd name="T9" fmla="*/ 0 h 19"/>
                      <a:gd name="T10" fmla="*/ 5 w 176"/>
                      <a:gd name="T11" fmla="*/ 0 h 19"/>
                      <a:gd name="T12" fmla="*/ 5 w 176"/>
                      <a:gd name="T13" fmla="*/ 0 h 19"/>
                      <a:gd name="T14" fmla="*/ 4 w 176"/>
                      <a:gd name="T15" fmla="*/ 0 h 19"/>
                      <a:gd name="T16" fmla="*/ 4 w 176"/>
                      <a:gd name="T17" fmla="*/ 0 h 19"/>
                      <a:gd name="T18" fmla="*/ 4 w 176"/>
                      <a:gd name="T19" fmla="*/ 0 h 19"/>
                      <a:gd name="T20" fmla="*/ 4 w 176"/>
                      <a:gd name="T21" fmla="*/ 0 h 19"/>
                      <a:gd name="T22" fmla="*/ 3 w 176"/>
                      <a:gd name="T23" fmla="*/ 0 h 19"/>
                      <a:gd name="T24" fmla="*/ 3 w 176"/>
                      <a:gd name="T25" fmla="*/ 0 h 19"/>
                      <a:gd name="T26" fmla="*/ 3 w 176"/>
                      <a:gd name="T27" fmla="*/ 0 h 19"/>
                      <a:gd name="T28" fmla="*/ 3 w 176"/>
                      <a:gd name="T29" fmla="*/ 0 h 19"/>
                      <a:gd name="T30" fmla="*/ 3 w 176"/>
                      <a:gd name="T31" fmla="*/ 0 h 19"/>
                      <a:gd name="T32" fmla="*/ 3 w 176"/>
                      <a:gd name="T33" fmla="*/ 0 h 19"/>
                      <a:gd name="T34" fmla="*/ 2 w 176"/>
                      <a:gd name="T35" fmla="*/ 0 h 19"/>
                      <a:gd name="T36" fmla="*/ 2 w 176"/>
                      <a:gd name="T37" fmla="*/ 0 h 19"/>
                      <a:gd name="T38" fmla="*/ 2 w 176"/>
                      <a:gd name="T39" fmla="*/ 0 h 19"/>
                      <a:gd name="T40" fmla="*/ 2 w 176"/>
                      <a:gd name="T41" fmla="*/ 0 h 19"/>
                      <a:gd name="T42" fmla="*/ 2 w 176"/>
                      <a:gd name="T43" fmla="*/ 0 h 19"/>
                      <a:gd name="T44" fmla="*/ 1 w 176"/>
                      <a:gd name="T45" fmla="*/ 0 h 19"/>
                      <a:gd name="T46" fmla="*/ 1 w 176"/>
                      <a:gd name="T47" fmla="*/ 0 h 19"/>
                      <a:gd name="T48" fmla="*/ 1 w 176"/>
                      <a:gd name="T49" fmla="*/ 0 h 19"/>
                      <a:gd name="T50" fmla="*/ 1 w 176"/>
                      <a:gd name="T51" fmla="*/ 0 h 19"/>
                      <a:gd name="T52" fmla="*/ 0 w 176"/>
                      <a:gd name="T53" fmla="*/ 0 h 19"/>
                      <a:gd name="T54" fmla="*/ 0 w 176"/>
                      <a:gd name="T55" fmla="*/ 0 h 19"/>
                      <a:gd name="T56" fmla="*/ 1 w 176"/>
                      <a:gd name="T57" fmla="*/ 0 h 19"/>
                      <a:gd name="T58" fmla="*/ 1 w 176"/>
                      <a:gd name="T59" fmla="*/ 0 h 19"/>
                      <a:gd name="T60" fmla="*/ 1 w 176"/>
                      <a:gd name="T61" fmla="*/ 0 h 19"/>
                      <a:gd name="T62" fmla="*/ 1 w 176"/>
                      <a:gd name="T63" fmla="*/ 0 h 19"/>
                      <a:gd name="T64" fmla="*/ 1 w 176"/>
                      <a:gd name="T65" fmla="*/ 0 h 19"/>
                      <a:gd name="T66" fmla="*/ 2 w 176"/>
                      <a:gd name="T67" fmla="*/ 0 h 19"/>
                      <a:gd name="T68" fmla="*/ 2 w 176"/>
                      <a:gd name="T69" fmla="*/ 0 h 19"/>
                      <a:gd name="T70" fmla="*/ 2 w 176"/>
                      <a:gd name="T71" fmla="*/ 0 h 19"/>
                      <a:gd name="T72" fmla="*/ 2 w 176"/>
                      <a:gd name="T73" fmla="*/ 0 h 19"/>
                      <a:gd name="T74" fmla="*/ 3 w 176"/>
                      <a:gd name="T75" fmla="*/ 0 h 19"/>
                      <a:gd name="T76" fmla="*/ 3 w 176"/>
                      <a:gd name="T77" fmla="*/ 0 h 19"/>
                      <a:gd name="T78" fmla="*/ 3 w 176"/>
                      <a:gd name="T79" fmla="*/ 0 h 19"/>
                      <a:gd name="T80" fmla="*/ 3 w 176"/>
                      <a:gd name="T81" fmla="*/ 0 h 19"/>
                      <a:gd name="T82" fmla="*/ 3 w 176"/>
                      <a:gd name="T83" fmla="*/ 0 h 19"/>
                      <a:gd name="T84" fmla="*/ 3 w 176"/>
                      <a:gd name="T85" fmla="*/ 0 h 19"/>
                      <a:gd name="T86" fmla="*/ 4 w 176"/>
                      <a:gd name="T87" fmla="*/ 0 h 19"/>
                      <a:gd name="T88" fmla="*/ 4 w 176"/>
                      <a:gd name="T89" fmla="*/ 0 h 19"/>
                      <a:gd name="T90" fmla="*/ 4 w 176"/>
                      <a:gd name="T91" fmla="*/ 0 h 19"/>
                      <a:gd name="T92" fmla="*/ 4 w 176"/>
                      <a:gd name="T93" fmla="*/ 0 h 19"/>
                      <a:gd name="T94" fmla="*/ 5 w 176"/>
                      <a:gd name="T95" fmla="*/ 0 h 19"/>
                      <a:gd name="T96" fmla="*/ 5 w 176"/>
                      <a:gd name="T97" fmla="*/ 0 h 19"/>
                      <a:gd name="T98" fmla="*/ 5 w 176"/>
                      <a:gd name="T99" fmla="*/ 0 h 19"/>
                      <a:gd name="T100" fmla="*/ 5 w 176"/>
                      <a:gd name="T101" fmla="*/ 0 h 19"/>
                      <a:gd name="T102" fmla="*/ 5 w 176"/>
                      <a:gd name="T103" fmla="*/ 0 h 19"/>
                      <a:gd name="T104" fmla="*/ 6 w 176"/>
                      <a:gd name="T105" fmla="*/ 0 h 19"/>
                      <a:gd name="T106" fmla="*/ 6 w 176"/>
                      <a:gd name="T107" fmla="*/ 0 h 19"/>
                      <a:gd name="T108" fmla="*/ 6 w 176"/>
                      <a:gd name="T109" fmla="*/ 0 h 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6"/>
                      <a:gd name="T166" fmla="*/ 0 h 19"/>
                      <a:gd name="T167" fmla="*/ 176 w 176"/>
                      <a:gd name="T168" fmla="*/ 19 h 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6" h="19">
                        <a:moveTo>
                          <a:pt x="176" y="0"/>
                        </a:moveTo>
                        <a:lnTo>
                          <a:pt x="165" y="0"/>
                        </a:lnTo>
                        <a:lnTo>
                          <a:pt x="160" y="1"/>
                        </a:lnTo>
                        <a:lnTo>
                          <a:pt x="154" y="1"/>
                        </a:lnTo>
                        <a:lnTo>
                          <a:pt x="149" y="3"/>
                        </a:lnTo>
                        <a:lnTo>
                          <a:pt x="138" y="3"/>
                        </a:lnTo>
                        <a:lnTo>
                          <a:pt x="131" y="4"/>
                        </a:lnTo>
                        <a:lnTo>
                          <a:pt x="120" y="4"/>
                        </a:lnTo>
                        <a:lnTo>
                          <a:pt x="115" y="5"/>
                        </a:lnTo>
                        <a:lnTo>
                          <a:pt x="109" y="5"/>
                        </a:lnTo>
                        <a:lnTo>
                          <a:pt x="104" y="6"/>
                        </a:lnTo>
                        <a:lnTo>
                          <a:pt x="98" y="6"/>
                        </a:lnTo>
                        <a:lnTo>
                          <a:pt x="93" y="8"/>
                        </a:lnTo>
                        <a:lnTo>
                          <a:pt x="82" y="8"/>
                        </a:lnTo>
                        <a:lnTo>
                          <a:pt x="76" y="9"/>
                        </a:lnTo>
                        <a:lnTo>
                          <a:pt x="71" y="9"/>
                        </a:lnTo>
                        <a:lnTo>
                          <a:pt x="66" y="10"/>
                        </a:lnTo>
                        <a:lnTo>
                          <a:pt x="60" y="10"/>
                        </a:lnTo>
                        <a:lnTo>
                          <a:pt x="54" y="11"/>
                        </a:lnTo>
                        <a:lnTo>
                          <a:pt x="44" y="11"/>
                        </a:lnTo>
                        <a:lnTo>
                          <a:pt x="38" y="12"/>
                        </a:lnTo>
                        <a:lnTo>
                          <a:pt x="33" y="12"/>
                        </a:lnTo>
                        <a:lnTo>
                          <a:pt x="27" y="14"/>
                        </a:lnTo>
                        <a:lnTo>
                          <a:pt x="17" y="14"/>
                        </a:lnTo>
                        <a:lnTo>
                          <a:pt x="11" y="15"/>
                        </a:lnTo>
                        <a:lnTo>
                          <a:pt x="5" y="15"/>
                        </a:lnTo>
                        <a:lnTo>
                          <a:pt x="0" y="16"/>
                        </a:lnTo>
                        <a:lnTo>
                          <a:pt x="0" y="19"/>
                        </a:lnTo>
                        <a:lnTo>
                          <a:pt x="5" y="17"/>
                        </a:lnTo>
                        <a:lnTo>
                          <a:pt x="11" y="17"/>
                        </a:lnTo>
                        <a:lnTo>
                          <a:pt x="17" y="16"/>
                        </a:lnTo>
                        <a:lnTo>
                          <a:pt x="22" y="16"/>
                        </a:lnTo>
                        <a:lnTo>
                          <a:pt x="27" y="15"/>
                        </a:lnTo>
                        <a:lnTo>
                          <a:pt x="38" y="15"/>
                        </a:lnTo>
                        <a:lnTo>
                          <a:pt x="44" y="14"/>
                        </a:lnTo>
                        <a:lnTo>
                          <a:pt x="54" y="14"/>
                        </a:lnTo>
                        <a:lnTo>
                          <a:pt x="60" y="12"/>
                        </a:lnTo>
                        <a:lnTo>
                          <a:pt x="66" y="12"/>
                        </a:lnTo>
                        <a:lnTo>
                          <a:pt x="71" y="11"/>
                        </a:lnTo>
                        <a:lnTo>
                          <a:pt x="76" y="11"/>
                        </a:lnTo>
                        <a:lnTo>
                          <a:pt x="82" y="10"/>
                        </a:lnTo>
                        <a:lnTo>
                          <a:pt x="87" y="10"/>
                        </a:lnTo>
                        <a:lnTo>
                          <a:pt x="93" y="9"/>
                        </a:lnTo>
                        <a:lnTo>
                          <a:pt x="104" y="9"/>
                        </a:lnTo>
                        <a:lnTo>
                          <a:pt x="109" y="8"/>
                        </a:lnTo>
                        <a:lnTo>
                          <a:pt x="120" y="8"/>
                        </a:lnTo>
                        <a:lnTo>
                          <a:pt x="126" y="6"/>
                        </a:lnTo>
                        <a:lnTo>
                          <a:pt x="131" y="6"/>
                        </a:lnTo>
                        <a:lnTo>
                          <a:pt x="138" y="5"/>
                        </a:lnTo>
                        <a:lnTo>
                          <a:pt x="149" y="5"/>
                        </a:lnTo>
                        <a:lnTo>
                          <a:pt x="154" y="4"/>
                        </a:lnTo>
                        <a:lnTo>
                          <a:pt x="160" y="4"/>
                        </a:lnTo>
                        <a:lnTo>
                          <a:pt x="165" y="3"/>
                        </a:lnTo>
                        <a:lnTo>
                          <a:pt x="176" y="3"/>
                        </a:lnTo>
                        <a:lnTo>
                          <a:pt x="1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8" name="Freeform 573"/>
                  <p:cNvSpPr>
                    <a:spLocks/>
                  </p:cNvSpPr>
                  <p:nvPr/>
                </p:nvSpPr>
                <p:spPr bwMode="auto">
                  <a:xfrm>
                    <a:off x="4619" y="3590"/>
                    <a:ext cx="31" cy="5"/>
                  </a:xfrm>
                  <a:custGeom>
                    <a:avLst/>
                    <a:gdLst>
                      <a:gd name="T0" fmla="*/ 1 w 63"/>
                      <a:gd name="T1" fmla="*/ 1 h 10"/>
                      <a:gd name="T2" fmla="*/ 1 w 63"/>
                      <a:gd name="T3" fmla="*/ 0 h 10"/>
                      <a:gd name="T4" fmla="*/ 1 w 63"/>
                      <a:gd name="T5" fmla="*/ 1 h 10"/>
                      <a:gd name="T6" fmla="*/ 1 w 63"/>
                      <a:gd name="T7" fmla="*/ 1 h 10"/>
                      <a:gd name="T8" fmla="*/ 1 w 63"/>
                      <a:gd name="T9" fmla="*/ 1 h 10"/>
                      <a:gd name="T10" fmla="*/ 1 w 63"/>
                      <a:gd name="T11" fmla="*/ 1 h 10"/>
                      <a:gd name="T12" fmla="*/ 1 w 63"/>
                      <a:gd name="T13" fmla="*/ 1 h 10"/>
                      <a:gd name="T14" fmla="*/ 1 w 63"/>
                      <a:gd name="T15" fmla="*/ 1 h 10"/>
                      <a:gd name="T16" fmla="*/ 0 w 63"/>
                      <a:gd name="T17" fmla="*/ 1 h 10"/>
                      <a:gd name="T18" fmla="*/ 0 w 63"/>
                      <a:gd name="T19" fmla="*/ 1 h 10"/>
                      <a:gd name="T20" fmla="*/ 0 w 63"/>
                      <a:gd name="T21" fmla="*/ 1 h 10"/>
                      <a:gd name="T22" fmla="*/ 0 w 63"/>
                      <a:gd name="T23" fmla="*/ 1 h 10"/>
                      <a:gd name="T24" fmla="*/ 0 w 63"/>
                      <a:gd name="T25" fmla="*/ 1 h 10"/>
                      <a:gd name="T26" fmla="*/ 0 w 63"/>
                      <a:gd name="T27" fmla="*/ 1 h 10"/>
                      <a:gd name="T28" fmla="*/ 0 w 63"/>
                      <a:gd name="T29" fmla="*/ 1 h 10"/>
                      <a:gd name="T30" fmla="*/ 0 w 63"/>
                      <a:gd name="T31" fmla="*/ 1 h 10"/>
                      <a:gd name="T32" fmla="*/ 0 w 63"/>
                      <a:gd name="T33" fmla="*/ 1 h 10"/>
                      <a:gd name="T34" fmla="*/ 0 w 63"/>
                      <a:gd name="T35" fmla="*/ 1 h 10"/>
                      <a:gd name="T36" fmla="*/ 0 w 63"/>
                      <a:gd name="T37" fmla="*/ 1 h 10"/>
                      <a:gd name="T38" fmla="*/ 0 w 63"/>
                      <a:gd name="T39" fmla="*/ 1 h 10"/>
                      <a:gd name="T40" fmla="*/ 1 w 63"/>
                      <a:gd name="T41" fmla="*/ 1 h 10"/>
                      <a:gd name="T42" fmla="*/ 1 w 63"/>
                      <a:gd name="T43" fmla="*/ 1 h 10"/>
                      <a:gd name="T44" fmla="*/ 1 w 63"/>
                      <a:gd name="T45" fmla="*/ 1 h 10"/>
                      <a:gd name="T46" fmla="*/ 1 w 63"/>
                      <a:gd name="T47" fmla="*/ 1 h 10"/>
                      <a:gd name="T48" fmla="*/ 1 w 63"/>
                      <a:gd name="T49" fmla="*/ 1 h 10"/>
                      <a:gd name="T50" fmla="*/ 1 w 63"/>
                      <a:gd name="T51" fmla="*/ 1 h 10"/>
                      <a:gd name="T52" fmla="*/ 1 w 63"/>
                      <a:gd name="T53" fmla="*/ 1 h 10"/>
                      <a:gd name="T54" fmla="*/ 1 w 63"/>
                      <a:gd name="T55" fmla="*/ 1 h 10"/>
                      <a:gd name="T56" fmla="*/ 1 w 63"/>
                      <a:gd name="T57" fmla="*/ 1 h 10"/>
                      <a:gd name="T58" fmla="*/ 1 w 63"/>
                      <a:gd name="T59" fmla="*/ 1 h 10"/>
                      <a:gd name="T60" fmla="*/ 1 w 63"/>
                      <a:gd name="T61" fmla="*/ 1 h 1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3"/>
                      <a:gd name="T94" fmla="*/ 0 h 10"/>
                      <a:gd name="T95" fmla="*/ 63 w 63"/>
                      <a:gd name="T96" fmla="*/ 10 h 1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3" h="10">
                        <a:moveTo>
                          <a:pt x="61" y="1"/>
                        </a:moveTo>
                        <a:lnTo>
                          <a:pt x="61" y="0"/>
                        </a:lnTo>
                        <a:lnTo>
                          <a:pt x="58" y="1"/>
                        </a:lnTo>
                        <a:lnTo>
                          <a:pt x="50" y="1"/>
                        </a:lnTo>
                        <a:lnTo>
                          <a:pt x="45" y="2"/>
                        </a:lnTo>
                        <a:lnTo>
                          <a:pt x="42" y="2"/>
                        </a:lnTo>
                        <a:lnTo>
                          <a:pt x="39" y="3"/>
                        </a:lnTo>
                        <a:lnTo>
                          <a:pt x="32" y="3"/>
                        </a:lnTo>
                        <a:lnTo>
                          <a:pt x="27" y="5"/>
                        </a:lnTo>
                        <a:lnTo>
                          <a:pt x="24" y="5"/>
                        </a:lnTo>
                        <a:lnTo>
                          <a:pt x="19" y="6"/>
                        </a:lnTo>
                        <a:lnTo>
                          <a:pt x="12" y="6"/>
                        </a:lnTo>
                        <a:lnTo>
                          <a:pt x="8" y="7"/>
                        </a:lnTo>
                        <a:lnTo>
                          <a:pt x="0" y="7"/>
                        </a:lnTo>
                        <a:lnTo>
                          <a:pt x="0" y="10"/>
                        </a:lnTo>
                        <a:lnTo>
                          <a:pt x="5" y="10"/>
                        </a:lnTo>
                        <a:lnTo>
                          <a:pt x="8" y="8"/>
                        </a:lnTo>
                        <a:lnTo>
                          <a:pt x="17" y="8"/>
                        </a:lnTo>
                        <a:lnTo>
                          <a:pt x="19" y="7"/>
                        </a:lnTo>
                        <a:lnTo>
                          <a:pt x="27" y="7"/>
                        </a:lnTo>
                        <a:lnTo>
                          <a:pt x="32" y="6"/>
                        </a:lnTo>
                        <a:lnTo>
                          <a:pt x="39" y="6"/>
                        </a:lnTo>
                        <a:lnTo>
                          <a:pt x="42" y="5"/>
                        </a:lnTo>
                        <a:lnTo>
                          <a:pt x="45" y="5"/>
                        </a:lnTo>
                        <a:lnTo>
                          <a:pt x="50" y="3"/>
                        </a:lnTo>
                        <a:lnTo>
                          <a:pt x="54" y="3"/>
                        </a:lnTo>
                        <a:lnTo>
                          <a:pt x="58" y="2"/>
                        </a:lnTo>
                        <a:lnTo>
                          <a:pt x="63" y="2"/>
                        </a:lnTo>
                        <a:lnTo>
                          <a:pt x="61" y="2"/>
                        </a:lnTo>
                        <a:lnTo>
                          <a:pt x="63" y="2"/>
                        </a:lnTo>
                        <a:lnTo>
                          <a:pt x="6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9" name="Freeform 574"/>
                  <p:cNvSpPr>
                    <a:spLocks/>
                  </p:cNvSpPr>
                  <p:nvPr/>
                </p:nvSpPr>
                <p:spPr bwMode="auto">
                  <a:xfrm>
                    <a:off x="4650" y="3588"/>
                    <a:ext cx="7" cy="4"/>
                  </a:xfrm>
                  <a:custGeom>
                    <a:avLst/>
                    <a:gdLst>
                      <a:gd name="T0" fmla="*/ 0 w 15"/>
                      <a:gd name="T1" fmla="*/ 1 h 7"/>
                      <a:gd name="T2" fmla="*/ 0 w 15"/>
                      <a:gd name="T3" fmla="*/ 1 h 7"/>
                      <a:gd name="T4" fmla="*/ 0 w 15"/>
                      <a:gd name="T5" fmla="*/ 0 h 7"/>
                      <a:gd name="T6" fmla="*/ 0 w 15"/>
                      <a:gd name="T7" fmla="*/ 0 h 7"/>
                      <a:gd name="T8" fmla="*/ 0 w 15"/>
                      <a:gd name="T9" fmla="*/ 1 h 7"/>
                      <a:gd name="T10" fmla="*/ 0 w 15"/>
                      <a:gd name="T11" fmla="*/ 1 h 7"/>
                      <a:gd name="T12" fmla="*/ 0 w 15"/>
                      <a:gd name="T13" fmla="*/ 1 h 7"/>
                      <a:gd name="T14" fmla="*/ 0 w 15"/>
                      <a:gd name="T15" fmla="*/ 1 h 7"/>
                      <a:gd name="T16" fmla="*/ 0 w 15"/>
                      <a:gd name="T17" fmla="*/ 1 h 7"/>
                      <a:gd name="T18" fmla="*/ 0 w 15"/>
                      <a:gd name="T19" fmla="*/ 1 h 7"/>
                      <a:gd name="T20" fmla="*/ 0 w 15"/>
                      <a:gd name="T21" fmla="*/ 1 h 7"/>
                      <a:gd name="T22" fmla="*/ 0 w 15"/>
                      <a:gd name="T23" fmla="*/ 1 h 7"/>
                      <a:gd name="T24" fmla="*/ 0 w 15"/>
                      <a:gd name="T25" fmla="*/ 1 h 7"/>
                      <a:gd name="T26" fmla="*/ 0 w 15"/>
                      <a:gd name="T27" fmla="*/ 1 h 7"/>
                      <a:gd name="T28" fmla="*/ 0 w 15"/>
                      <a:gd name="T29" fmla="*/ 1 h 7"/>
                      <a:gd name="T30" fmla="*/ 0 w 15"/>
                      <a:gd name="T31" fmla="*/ 1 h 7"/>
                      <a:gd name="T32" fmla="*/ 0 w 15"/>
                      <a:gd name="T33" fmla="*/ 1 h 7"/>
                      <a:gd name="T34" fmla="*/ 0 w 15"/>
                      <a:gd name="T35" fmla="*/ 1 h 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
                      <a:gd name="T55" fmla="*/ 0 h 7"/>
                      <a:gd name="T56" fmla="*/ 15 w 15"/>
                      <a:gd name="T57" fmla="*/ 7 h 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 h="7">
                        <a:moveTo>
                          <a:pt x="15" y="1"/>
                        </a:moveTo>
                        <a:lnTo>
                          <a:pt x="14" y="1"/>
                        </a:lnTo>
                        <a:lnTo>
                          <a:pt x="13" y="0"/>
                        </a:lnTo>
                        <a:lnTo>
                          <a:pt x="8" y="0"/>
                        </a:lnTo>
                        <a:lnTo>
                          <a:pt x="5" y="2"/>
                        </a:lnTo>
                        <a:lnTo>
                          <a:pt x="3" y="4"/>
                        </a:lnTo>
                        <a:lnTo>
                          <a:pt x="0" y="6"/>
                        </a:lnTo>
                        <a:lnTo>
                          <a:pt x="2" y="7"/>
                        </a:lnTo>
                        <a:lnTo>
                          <a:pt x="3" y="6"/>
                        </a:lnTo>
                        <a:lnTo>
                          <a:pt x="4" y="6"/>
                        </a:lnTo>
                        <a:lnTo>
                          <a:pt x="7" y="4"/>
                        </a:lnTo>
                        <a:lnTo>
                          <a:pt x="9" y="2"/>
                        </a:lnTo>
                        <a:lnTo>
                          <a:pt x="11" y="2"/>
                        </a:lnTo>
                        <a:lnTo>
                          <a:pt x="14" y="4"/>
                        </a:lnTo>
                        <a:lnTo>
                          <a:pt x="13" y="2"/>
                        </a:lnTo>
                        <a:lnTo>
                          <a:pt x="15" y="1"/>
                        </a:lnTo>
                        <a:lnTo>
                          <a:pt x="14" y="1"/>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0" name="Freeform 575"/>
                  <p:cNvSpPr>
                    <a:spLocks/>
                  </p:cNvSpPr>
                  <p:nvPr/>
                </p:nvSpPr>
                <p:spPr bwMode="auto">
                  <a:xfrm>
                    <a:off x="4656" y="3589"/>
                    <a:ext cx="7" cy="5"/>
                  </a:xfrm>
                  <a:custGeom>
                    <a:avLst/>
                    <a:gdLst>
                      <a:gd name="T0" fmla="*/ 1 w 13"/>
                      <a:gd name="T1" fmla="*/ 0 h 11"/>
                      <a:gd name="T2" fmla="*/ 1 w 13"/>
                      <a:gd name="T3" fmla="*/ 0 h 11"/>
                      <a:gd name="T4" fmla="*/ 1 w 13"/>
                      <a:gd name="T5" fmla="*/ 0 h 11"/>
                      <a:gd name="T6" fmla="*/ 1 w 13"/>
                      <a:gd name="T7" fmla="*/ 0 h 11"/>
                      <a:gd name="T8" fmla="*/ 1 w 13"/>
                      <a:gd name="T9" fmla="*/ 0 h 11"/>
                      <a:gd name="T10" fmla="*/ 1 w 13"/>
                      <a:gd name="T11" fmla="*/ 0 h 11"/>
                      <a:gd name="T12" fmla="*/ 0 w 13"/>
                      <a:gd name="T13" fmla="*/ 0 h 11"/>
                      <a:gd name="T14" fmla="*/ 1 w 13"/>
                      <a:gd name="T15" fmla="*/ 0 h 11"/>
                      <a:gd name="T16" fmla="*/ 1 w 13"/>
                      <a:gd name="T17" fmla="*/ 0 h 11"/>
                      <a:gd name="T18" fmla="*/ 1 w 13"/>
                      <a:gd name="T19" fmla="*/ 0 h 11"/>
                      <a:gd name="T20" fmla="*/ 1 w 13"/>
                      <a:gd name="T21" fmla="*/ 0 h 11"/>
                      <a:gd name="T22" fmla="*/ 1 w 13"/>
                      <a:gd name="T23" fmla="*/ 0 h 11"/>
                      <a:gd name="T24" fmla="*/ 1 w 13"/>
                      <a:gd name="T25" fmla="*/ 0 h 11"/>
                      <a:gd name="T26" fmla="*/ 1 w 13"/>
                      <a:gd name="T27" fmla="*/ 0 h 11"/>
                      <a:gd name="T28" fmla="*/ 1 w 13"/>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
                      <a:gd name="T46" fmla="*/ 0 h 11"/>
                      <a:gd name="T47" fmla="*/ 13 w 1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 h="11">
                        <a:moveTo>
                          <a:pt x="13" y="10"/>
                        </a:moveTo>
                        <a:lnTo>
                          <a:pt x="10" y="6"/>
                        </a:lnTo>
                        <a:lnTo>
                          <a:pt x="8" y="6"/>
                        </a:lnTo>
                        <a:lnTo>
                          <a:pt x="6" y="5"/>
                        </a:lnTo>
                        <a:lnTo>
                          <a:pt x="6" y="4"/>
                        </a:lnTo>
                        <a:lnTo>
                          <a:pt x="2" y="0"/>
                        </a:lnTo>
                        <a:lnTo>
                          <a:pt x="0" y="1"/>
                        </a:lnTo>
                        <a:lnTo>
                          <a:pt x="1" y="4"/>
                        </a:lnTo>
                        <a:lnTo>
                          <a:pt x="3" y="6"/>
                        </a:lnTo>
                        <a:lnTo>
                          <a:pt x="6" y="6"/>
                        </a:lnTo>
                        <a:lnTo>
                          <a:pt x="11" y="11"/>
                        </a:lnTo>
                        <a:lnTo>
                          <a:pt x="10" y="11"/>
                        </a:lnTo>
                        <a:lnTo>
                          <a:pt x="13" y="10"/>
                        </a:lnTo>
                        <a:lnTo>
                          <a:pt x="12" y="9"/>
                        </a:lnTo>
                        <a:lnTo>
                          <a:pt x="13"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1" name="Freeform 576"/>
                  <p:cNvSpPr>
                    <a:spLocks/>
                  </p:cNvSpPr>
                  <p:nvPr/>
                </p:nvSpPr>
                <p:spPr bwMode="auto">
                  <a:xfrm>
                    <a:off x="4627" y="3598"/>
                    <a:ext cx="27" cy="16"/>
                  </a:xfrm>
                  <a:custGeom>
                    <a:avLst/>
                    <a:gdLst>
                      <a:gd name="T0" fmla="*/ 2 w 54"/>
                      <a:gd name="T1" fmla="*/ 0 h 33"/>
                      <a:gd name="T2" fmla="*/ 2 w 54"/>
                      <a:gd name="T3" fmla="*/ 0 h 33"/>
                      <a:gd name="T4" fmla="*/ 2 w 54"/>
                      <a:gd name="T5" fmla="*/ 0 h 33"/>
                      <a:gd name="T6" fmla="*/ 2 w 54"/>
                      <a:gd name="T7" fmla="*/ 0 h 33"/>
                      <a:gd name="T8" fmla="*/ 2 w 54"/>
                      <a:gd name="T9" fmla="*/ 0 h 33"/>
                      <a:gd name="T10" fmla="*/ 2 w 54"/>
                      <a:gd name="T11" fmla="*/ 0 h 33"/>
                      <a:gd name="T12" fmla="*/ 2 w 54"/>
                      <a:gd name="T13" fmla="*/ 0 h 33"/>
                      <a:gd name="T14" fmla="*/ 2 w 54"/>
                      <a:gd name="T15" fmla="*/ 0 h 33"/>
                      <a:gd name="T16" fmla="*/ 2 w 54"/>
                      <a:gd name="T17" fmla="*/ 1 h 33"/>
                      <a:gd name="T18" fmla="*/ 2 w 54"/>
                      <a:gd name="T19" fmla="*/ 1 h 33"/>
                      <a:gd name="T20" fmla="*/ 2 w 54"/>
                      <a:gd name="T21" fmla="*/ 1 h 33"/>
                      <a:gd name="T22" fmla="*/ 1 w 54"/>
                      <a:gd name="T23" fmla="*/ 1 h 33"/>
                      <a:gd name="T24" fmla="*/ 1 w 54"/>
                      <a:gd name="T25" fmla="*/ 1 h 33"/>
                      <a:gd name="T26" fmla="*/ 1 w 54"/>
                      <a:gd name="T27" fmla="*/ 1 h 33"/>
                      <a:gd name="T28" fmla="*/ 1 w 54"/>
                      <a:gd name="T29" fmla="*/ 0 h 33"/>
                      <a:gd name="T30" fmla="*/ 0 w 54"/>
                      <a:gd name="T31" fmla="*/ 0 h 33"/>
                      <a:gd name="T32" fmla="*/ 1 w 54"/>
                      <a:gd name="T33" fmla="*/ 0 h 33"/>
                      <a:gd name="T34" fmla="*/ 1 w 54"/>
                      <a:gd name="T35" fmla="*/ 0 h 33"/>
                      <a:gd name="T36" fmla="*/ 1 w 54"/>
                      <a:gd name="T37" fmla="*/ 0 h 33"/>
                      <a:gd name="T38" fmla="*/ 1 w 54"/>
                      <a:gd name="T39" fmla="*/ 0 h 33"/>
                      <a:gd name="T40" fmla="*/ 1 w 54"/>
                      <a:gd name="T41" fmla="*/ 0 h 33"/>
                      <a:gd name="T42" fmla="*/ 1 w 54"/>
                      <a:gd name="T43" fmla="*/ 0 h 33"/>
                      <a:gd name="T44" fmla="*/ 1 w 54"/>
                      <a:gd name="T45" fmla="*/ 0 h 33"/>
                      <a:gd name="T46" fmla="*/ 2 w 54"/>
                      <a:gd name="T47" fmla="*/ 0 h 33"/>
                      <a:gd name="T48" fmla="*/ 2 w 54"/>
                      <a:gd name="T49" fmla="*/ 0 h 33"/>
                      <a:gd name="T50" fmla="*/ 2 w 54"/>
                      <a:gd name="T51" fmla="*/ 0 h 33"/>
                      <a:gd name="T52" fmla="*/ 2 w 54"/>
                      <a:gd name="T53" fmla="*/ 0 h 33"/>
                      <a:gd name="T54" fmla="*/ 2 w 54"/>
                      <a:gd name="T55" fmla="*/ 0 h 33"/>
                      <a:gd name="T56" fmla="*/ 2 w 54"/>
                      <a:gd name="T57" fmla="*/ 0 h 3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
                      <a:gd name="T88" fmla="*/ 0 h 33"/>
                      <a:gd name="T89" fmla="*/ 54 w 54"/>
                      <a:gd name="T90" fmla="*/ 33 h 3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 h="33">
                        <a:moveTo>
                          <a:pt x="53" y="11"/>
                        </a:moveTo>
                        <a:lnTo>
                          <a:pt x="54" y="16"/>
                        </a:lnTo>
                        <a:lnTo>
                          <a:pt x="54" y="21"/>
                        </a:lnTo>
                        <a:lnTo>
                          <a:pt x="53" y="25"/>
                        </a:lnTo>
                        <a:lnTo>
                          <a:pt x="50" y="29"/>
                        </a:lnTo>
                        <a:lnTo>
                          <a:pt x="47" y="29"/>
                        </a:lnTo>
                        <a:lnTo>
                          <a:pt x="44" y="30"/>
                        </a:lnTo>
                        <a:lnTo>
                          <a:pt x="42" y="30"/>
                        </a:lnTo>
                        <a:lnTo>
                          <a:pt x="38" y="32"/>
                        </a:lnTo>
                        <a:lnTo>
                          <a:pt x="35" y="32"/>
                        </a:lnTo>
                        <a:lnTo>
                          <a:pt x="33" y="33"/>
                        </a:lnTo>
                        <a:lnTo>
                          <a:pt x="8" y="33"/>
                        </a:lnTo>
                        <a:lnTo>
                          <a:pt x="6" y="32"/>
                        </a:lnTo>
                        <a:lnTo>
                          <a:pt x="3" y="32"/>
                        </a:lnTo>
                        <a:lnTo>
                          <a:pt x="1" y="25"/>
                        </a:lnTo>
                        <a:lnTo>
                          <a:pt x="0" y="17"/>
                        </a:lnTo>
                        <a:lnTo>
                          <a:pt x="1" y="9"/>
                        </a:lnTo>
                        <a:lnTo>
                          <a:pt x="3" y="3"/>
                        </a:lnTo>
                        <a:lnTo>
                          <a:pt x="6" y="2"/>
                        </a:lnTo>
                        <a:lnTo>
                          <a:pt x="8" y="2"/>
                        </a:lnTo>
                        <a:lnTo>
                          <a:pt x="10" y="1"/>
                        </a:lnTo>
                        <a:lnTo>
                          <a:pt x="21" y="1"/>
                        </a:lnTo>
                        <a:lnTo>
                          <a:pt x="23" y="0"/>
                        </a:lnTo>
                        <a:lnTo>
                          <a:pt x="45" y="0"/>
                        </a:lnTo>
                        <a:lnTo>
                          <a:pt x="48" y="1"/>
                        </a:lnTo>
                        <a:lnTo>
                          <a:pt x="52" y="4"/>
                        </a:lnTo>
                        <a:lnTo>
                          <a:pt x="52" y="6"/>
                        </a:lnTo>
                        <a:lnTo>
                          <a:pt x="53" y="8"/>
                        </a:lnTo>
                        <a:lnTo>
                          <a:pt x="5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2" name="Freeform 577"/>
                  <p:cNvSpPr>
                    <a:spLocks/>
                  </p:cNvSpPr>
                  <p:nvPr/>
                </p:nvSpPr>
                <p:spPr bwMode="auto">
                  <a:xfrm>
                    <a:off x="4652" y="3603"/>
                    <a:ext cx="3" cy="10"/>
                  </a:xfrm>
                  <a:custGeom>
                    <a:avLst/>
                    <a:gdLst>
                      <a:gd name="T0" fmla="*/ 1 w 6"/>
                      <a:gd name="T1" fmla="*/ 1 h 19"/>
                      <a:gd name="T2" fmla="*/ 1 w 6"/>
                      <a:gd name="T3" fmla="*/ 1 h 19"/>
                      <a:gd name="T4" fmla="*/ 1 w 6"/>
                      <a:gd name="T5" fmla="*/ 1 h 19"/>
                      <a:gd name="T6" fmla="*/ 1 w 6"/>
                      <a:gd name="T7" fmla="*/ 1 h 19"/>
                      <a:gd name="T8" fmla="*/ 1 w 6"/>
                      <a:gd name="T9" fmla="*/ 0 h 19"/>
                      <a:gd name="T10" fmla="*/ 1 w 6"/>
                      <a:gd name="T11" fmla="*/ 0 h 19"/>
                      <a:gd name="T12" fmla="*/ 1 w 6"/>
                      <a:gd name="T13" fmla="*/ 1 h 19"/>
                      <a:gd name="T14" fmla="*/ 1 w 6"/>
                      <a:gd name="T15" fmla="*/ 1 h 19"/>
                      <a:gd name="T16" fmla="*/ 1 w 6"/>
                      <a:gd name="T17" fmla="*/ 1 h 19"/>
                      <a:gd name="T18" fmla="*/ 0 w 6"/>
                      <a:gd name="T19" fmla="*/ 1 h 19"/>
                      <a:gd name="T20" fmla="*/ 1 w 6"/>
                      <a:gd name="T21" fmla="*/ 1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9"/>
                      <a:gd name="T35" fmla="*/ 6 w 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9">
                        <a:moveTo>
                          <a:pt x="1" y="19"/>
                        </a:moveTo>
                        <a:lnTo>
                          <a:pt x="5" y="14"/>
                        </a:lnTo>
                        <a:lnTo>
                          <a:pt x="6" y="10"/>
                        </a:lnTo>
                        <a:lnTo>
                          <a:pt x="6" y="5"/>
                        </a:lnTo>
                        <a:lnTo>
                          <a:pt x="5" y="0"/>
                        </a:lnTo>
                        <a:lnTo>
                          <a:pt x="3" y="0"/>
                        </a:lnTo>
                        <a:lnTo>
                          <a:pt x="4" y="5"/>
                        </a:lnTo>
                        <a:lnTo>
                          <a:pt x="4" y="10"/>
                        </a:lnTo>
                        <a:lnTo>
                          <a:pt x="3" y="13"/>
                        </a:lnTo>
                        <a:lnTo>
                          <a:pt x="0" y="17"/>
                        </a:lnTo>
                        <a:lnTo>
                          <a:pt x="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3" name="Freeform 578"/>
                  <p:cNvSpPr>
                    <a:spLocks/>
                  </p:cNvSpPr>
                  <p:nvPr/>
                </p:nvSpPr>
                <p:spPr bwMode="auto">
                  <a:xfrm>
                    <a:off x="4628" y="3612"/>
                    <a:ext cx="24" cy="3"/>
                  </a:xfrm>
                  <a:custGeom>
                    <a:avLst/>
                    <a:gdLst>
                      <a:gd name="T0" fmla="*/ 0 w 48"/>
                      <a:gd name="T1" fmla="*/ 1 h 6"/>
                      <a:gd name="T2" fmla="*/ 0 w 48"/>
                      <a:gd name="T3" fmla="*/ 1 h 6"/>
                      <a:gd name="T4" fmla="*/ 1 w 48"/>
                      <a:gd name="T5" fmla="*/ 1 h 6"/>
                      <a:gd name="T6" fmla="*/ 1 w 48"/>
                      <a:gd name="T7" fmla="*/ 1 h 6"/>
                      <a:gd name="T8" fmla="*/ 1 w 48"/>
                      <a:gd name="T9" fmla="*/ 1 h 6"/>
                      <a:gd name="T10" fmla="*/ 1 w 48"/>
                      <a:gd name="T11" fmla="*/ 1 h 6"/>
                      <a:gd name="T12" fmla="*/ 2 w 48"/>
                      <a:gd name="T13" fmla="*/ 1 h 6"/>
                      <a:gd name="T14" fmla="*/ 2 w 48"/>
                      <a:gd name="T15" fmla="*/ 1 h 6"/>
                      <a:gd name="T16" fmla="*/ 2 w 48"/>
                      <a:gd name="T17" fmla="*/ 1 h 6"/>
                      <a:gd name="T18" fmla="*/ 2 w 48"/>
                      <a:gd name="T19" fmla="*/ 1 h 6"/>
                      <a:gd name="T20" fmla="*/ 2 w 48"/>
                      <a:gd name="T21" fmla="*/ 1 h 6"/>
                      <a:gd name="T22" fmla="*/ 2 w 48"/>
                      <a:gd name="T23" fmla="*/ 0 h 6"/>
                      <a:gd name="T24" fmla="*/ 2 w 48"/>
                      <a:gd name="T25" fmla="*/ 0 h 6"/>
                      <a:gd name="T26" fmla="*/ 2 w 48"/>
                      <a:gd name="T27" fmla="*/ 1 h 6"/>
                      <a:gd name="T28" fmla="*/ 2 w 48"/>
                      <a:gd name="T29" fmla="*/ 1 h 6"/>
                      <a:gd name="T30" fmla="*/ 2 w 48"/>
                      <a:gd name="T31" fmla="*/ 1 h 6"/>
                      <a:gd name="T32" fmla="*/ 2 w 48"/>
                      <a:gd name="T33" fmla="*/ 1 h 6"/>
                      <a:gd name="T34" fmla="*/ 1 w 48"/>
                      <a:gd name="T35" fmla="*/ 1 h 6"/>
                      <a:gd name="T36" fmla="*/ 1 w 48"/>
                      <a:gd name="T37" fmla="*/ 1 h 6"/>
                      <a:gd name="T38" fmla="*/ 1 w 48"/>
                      <a:gd name="T39" fmla="*/ 1 h 6"/>
                      <a:gd name="T40" fmla="*/ 1 w 48"/>
                      <a:gd name="T41" fmla="*/ 1 h 6"/>
                      <a:gd name="T42" fmla="*/ 1 w 48"/>
                      <a:gd name="T43" fmla="*/ 1 h 6"/>
                      <a:gd name="T44" fmla="*/ 0 w 48"/>
                      <a:gd name="T45" fmla="*/ 1 h 6"/>
                      <a:gd name="T46" fmla="*/ 0 w 48"/>
                      <a:gd name="T47" fmla="*/ 1 h 6"/>
                      <a:gd name="T48" fmla="*/ 0 w 48"/>
                      <a:gd name="T49" fmla="*/ 1 h 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8"/>
                      <a:gd name="T76" fmla="*/ 0 h 6"/>
                      <a:gd name="T77" fmla="*/ 48 w 48"/>
                      <a:gd name="T78" fmla="*/ 6 h 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8" h="6">
                        <a:moveTo>
                          <a:pt x="0" y="4"/>
                        </a:moveTo>
                        <a:lnTo>
                          <a:pt x="0" y="5"/>
                        </a:lnTo>
                        <a:lnTo>
                          <a:pt x="6" y="5"/>
                        </a:lnTo>
                        <a:lnTo>
                          <a:pt x="9" y="6"/>
                        </a:lnTo>
                        <a:lnTo>
                          <a:pt x="27" y="6"/>
                        </a:lnTo>
                        <a:lnTo>
                          <a:pt x="31" y="5"/>
                        </a:lnTo>
                        <a:lnTo>
                          <a:pt x="36" y="5"/>
                        </a:lnTo>
                        <a:lnTo>
                          <a:pt x="40" y="4"/>
                        </a:lnTo>
                        <a:lnTo>
                          <a:pt x="42" y="4"/>
                        </a:lnTo>
                        <a:lnTo>
                          <a:pt x="45" y="2"/>
                        </a:lnTo>
                        <a:lnTo>
                          <a:pt x="48" y="2"/>
                        </a:lnTo>
                        <a:lnTo>
                          <a:pt x="47" y="0"/>
                        </a:lnTo>
                        <a:lnTo>
                          <a:pt x="45" y="0"/>
                        </a:lnTo>
                        <a:lnTo>
                          <a:pt x="42" y="1"/>
                        </a:lnTo>
                        <a:lnTo>
                          <a:pt x="40" y="1"/>
                        </a:lnTo>
                        <a:lnTo>
                          <a:pt x="36" y="2"/>
                        </a:lnTo>
                        <a:lnTo>
                          <a:pt x="33" y="2"/>
                        </a:lnTo>
                        <a:lnTo>
                          <a:pt x="30" y="4"/>
                        </a:lnTo>
                        <a:lnTo>
                          <a:pt x="6" y="4"/>
                        </a:lnTo>
                        <a:lnTo>
                          <a:pt x="4" y="2"/>
                        </a:lnTo>
                        <a:lnTo>
                          <a:pt x="1" y="2"/>
                        </a:lnTo>
                        <a:lnTo>
                          <a:pt x="3" y="2"/>
                        </a:lnTo>
                        <a:lnTo>
                          <a:pt x="0" y="4"/>
                        </a:lnTo>
                        <a:lnTo>
                          <a:pt x="0" y="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4" name="Freeform 579"/>
                  <p:cNvSpPr>
                    <a:spLocks/>
                  </p:cNvSpPr>
                  <p:nvPr/>
                </p:nvSpPr>
                <p:spPr bwMode="auto">
                  <a:xfrm>
                    <a:off x="4626" y="3599"/>
                    <a:ext cx="3" cy="15"/>
                  </a:xfrm>
                  <a:custGeom>
                    <a:avLst/>
                    <a:gdLst>
                      <a:gd name="T0" fmla="*/ 1 w 6"/>
                      <a:gd name="T1" fmla="*/ 0 h 30"/>
                      <a:gd name="T2" fmla="*/ 1 w 6"/>
                      <a:gd name="T3" fmla="*/ 1 h 30"/>
                      <a:gd name="T4" fmla="*/ 0 w 6"/>
                      <a:gd name="T5" fmla="*/ 1 h 30"/>
                      <a:gd name="T6" fmla="*/ 1 w 6"/>
                      <a:gd name="T7" fmla="*/ 1 h 30"/>
                      <a:gd name="T8" fmla="*/ 1 w 6"/>
                      <a:gd name="T9" fmla="*/ 1 h 30"/>
                      <a:gd name="T10" fmla="*/ 1 w 6"/>
                      <a:gd name="T11" fmla="*/ 1 h 30"/>
                      <a:gd name="T12" fmla="*/ 1 w 6"/>
                      <a:gd name="T13" fmla="*/ 1 h 30"/>
                      <a:gd name="T14" fmla="*/ 1 w 6"/>
                      <a:gd name="T15" fmla="*/ 1 h 30"/>
                      <a:gd name="T16" fmla="*/ 1 w 6"/>
                      <a:gd name="T17" fmla="*/ 1 h 30"/>
                      <a:gd name="T18" fmla="*/ 1 w 6"/>
                      <a:gd name="T19" fmla="*/ 1 h 30"/>
                      <a:gd name="T20" fmla="*/ 1 w 6"/>
                      <a:gd name="T21" fmla="*/ 1 h 30"/>
                      <a:gd name="T22" fmla="*/ 1 w 6"/>
                      <a:gd name="T23" fmla="*/ 0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30"/>
                      <a:gd name="T38" fmla="*/ 6 w 6"/>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30">
                        <a:moveTo>
                          <a:pt x="3" y="0"/>
                        </a:moveTo>
                        <a:lnTo>
                          <a:pt x="1" y="7"/>
                        </a:lnTo>
                        <a:lnTo>
                          <a:pt x="0" y="15"/>
                        </a:lnTo>
                        <a:lnTo>
                          <a:pt x="1" y="23"/>
                        </a:lnTo>
                        <a:lnTo>
                          <a:pt x="3" y="30"/>
                        </a:lnTo>
                        <a:lnTo>
                          <a:pt x="6" y="28"/>
                        </a:lnTo>
                        <a:lnTo>
                          <a:pt x="3" y="22"/>
                        </a:lnTo>
                        <a:lnTo>
                          <a:pt x="2" y="15"/>
                        </a:lnTo>
                        <a:lnTo>
                          <a:pt x="3" y="7"/>
                        </a:lnTo>
                        <a:lnTo>
                          <a:pt x="6" y="1"/>
                        </a:lnTo>
                        <a:lnTo>
                          <a:pt x="4" y="2"/>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5" name="Freeform 580"/>
                  <p:cNvSpPr>
                    <a:spLocks/>
                  </p:cNvSpPr>
                  <p:nvPr/>
                </p:nvSpPr>
                <p:spPr bwMode="auto">
                  <a:xfrm>
                    <a:off x="4628" y="3597"/>
                    <a:ext cx="20" cy="3"/>
                  </a:xfrm>
                  <a:custGeom>
                    <a:avLst/>
                    <a:gdLst>
                      <a:gd name="T0" fmla="*/ 1 w 41"/>
                      <a:gd name="T1" fmla="*/ 0 h 6"/>
                      <a:gd name="T2" fmla="*/ 0 w 41"/>
                      <a:gd name="T3" fmla="*/ 0 h 6"/>
                      <a:gd name="T4" fmla="*/ 0 w 41"/>
                      <a:gd name="T5" fmla="*/ 1 h 6"/>
                      <a:gd name="T6" fmla="*/ 0 w 41"/>
                      <a:gd name="T7" fmla="*/ 1 h 6"/>
                      <a:gd name="T8" fmla="*/ 0 w 41"/>
                      <a:gd name="T9" fmla="*/ 1 h 6"/>
                      <a:gd name="T10" fmla="*/ 0 w 41"/>
                      <a:gd name="T11" fmla="*/ 1 h 6"/>
                      <a:gd name="T12" fmla="*/ 0 w 41"/>
                      <a:gd name="T13" fmla="*/ 1 h 6"/>
                      <a:gd name="T14" fmla="*/ 0 w 41"/>
                      <a:gd name="T15" fmla="*/ 1 h 6"/>
                      <a:gd name="T16" fmla="*/ 0 w 41"/>
                      <a:gd name="T17" fmla="*/ 1 h 6"/>
                      <a:gd name="T18" fmla="*/ 0 w 41"/>
                      <a:gd name="T19" fmla="*/ 1 h 6"/>
                      <a:gd name="T20" fmla="*/ 0 w 41"/>
                      <a:gd name="T21" fmla="*/ 1 h 6"/>
                      <a:gd name="T22" fmla="*/ 0 w 41"/>
                      <a:gd name="T23" fmla="*/ 1 h 6"/>
                      <a:gd name="T24" fmla="*/ 0 w 41"/>
                      <a:gd name="T25" fmla="*/ 1 h 6"/>
                      <a:gd name="T26" fmla="*/ 1 w 41"/>
                      <a:gd name="T27" fmla="*/ 1 h 6"/>
                      <a:gd name="T28" fmla="*/ 1 w 41"/>
                      <a:gd name="T29" fmla="*/ 0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6"/>
                      <a:gd name="T47" fmla="*/ 41 w 41"/>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6">
                        <a:moveTo>
                          <a:pt x="41" y="0"/>
                        </a:moveTo>
                        <a:lnTo>
                          <a:pt x="29" y="0"/>
                        </a:lnTo>
                        <a:lnTo>
                          <a:pt x="26" y="2"/>
                        </a:lnTo>
                        <a:lnTo>
                          <a:pt x="8" y="2"/>
                        </a:lnTo>
                        <a:lnTo>
                          <a:pt x="5" y="3"/>
                        </a:lnTo>
                        <a:lnTo>
                          <a:pt x="3" y="3"/>
                        </a:lnTo>
                        <a:lnTo>
                          <a:pt x="0" y="4"/>
                        </a:lnTo>
                        <a:lnTo>
                          <a:pt x="1" y="6"/>
                        </a:lnTo>
                        <a:lnTo>
                          <a:pt x="4" y="5"/>
                        </a:lnTo>
                        <a:lnTo>
                          <a:pt x="6" y="5"/>
                        </a:lnTo>
                        <a:lnTo>
                          <a:pt x="9" y="4"/>
                        </a:lnTo>
                        <a:lnTo>
                          <a:pt x="26" y="4"/>
                        </a:lnTo>
                        <a:lnTo>
                          <a:pt x="29" y="3"/>
                        </a:lnTo>
                        <a:lnTo>
                          <a:pt x="41" y="3"/>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6" name="Freeform 581"/>
                  <p:cNvSpPr>
                    <a:spLocks/>
                  </p:cNvSpPr>
                  <p:nvPr/>
                </p:nvSpPr>
                <p:spPr bwMode="auto">
                  <a:xfrm>
                    <a:off x="4648" y="3597"/>
                    <a:ext cx="6" cy="6"/>
                  </a:xfrm>
                  <a:custGeom>
                    <a:avLst/>
                    <a:gdLst>
                      <a:gd name="T0" fmla="*/ 1 w 11"/>
                      <a:gd name="T1" fmla="*/ 0 h 13"/>
                      <a:gd name="T2" fmla="*/ 1 w 11"/>
                      <a:gd name="T3" fmla="*/ 0 h 13"/>
                      <a:gd name="T4" fmla="*/ 1 w 11"/>
                      <a:gd name="T5" fmla="*/ 0 h 13"/>
                      <a:gd name="T6" fmla="*/ 1 w 11"/>
                      <a:gd name="T7" fmla="*/ 0 h 13"/>
                      <a:gd name="T8" fmla="*/ 1 w 11"/>
                      <a:gd name="T9" fmla="*/ 0 h 13"/>
                      <a:gd name="T10" fmla="*/ 1 w 11"/>
                      <a:gd name="T11" fmla="*/ 0 h 13"/>
                      <a:gd name="T12" fmla="*/ 1 w 11"/>
                      <a:gd name="T13" fmla="*/ 0 h 13"/>
                      <a:gd name="T14" fmla="*/ 1 w 11"/>
                      <a:gd name="T15" fmla="*/ 0 h 13"/>
                      <a:gd name="T16" fmla="*/ 0 w 11"/>
                      <a:gd name="T17" fmla="*/ 0 h 13"/>
                      <a:gd name="T18" fmla="*/ 0 w 11"/>
                      <a:gd name="T19" fmla="*/ 0 h 13"/>
                      <a:gd name="T20" fmla="*/ 1 w 11"/>
                      <a:gd name="T21" fmla="*/ 0 h 13"/>
                      <a:gd name="T22" fmla="*/ 1 w 11"/>
                      <a:gd name="T23" fmla="*/ 0 h 13"/>
                      <a:gd name="T24" fmla="*/ 1 w 11"/>
                      <a:gd name="T25" fmla="*/ 0 h 13"/>
                      <a:gd name="T26" fmla="*/ 1 w 11"/>
                      <a:gd name="T27" fmla="*/ 0 h 13"/>
                      <a:gd name="T28" fmla="*/ 1 w 11"/>
                      <a:gd name="T29" fmla="*/ 0 h 13"/>
                      <a:gd name="T30" fmla="*/ 1 w 11"/>
                      <a:gd name="T31" fmla="*/ 0 h 13"/>
                      <a:gd name="T32" fmla="*/ 1 w 11"/>
                      <a:gd name="T33" fmla="*/ 0 h 13"/>
                      <a:gd name="T34" fmla="*/ 1 w 11"/>
                      <a:gd name="T35" fmla="*/ 0 h 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13"/>
                      <a:gd name="T56" fmla="*/ 11 w 11"/>
                      <a:gd name="T57" fmla="*/ 13 h 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13">
                        <a:moveTo>
                          <a:pt x="11" y="13"/>
                        </a:moveTo>
                        <a:lnTo>
                          <a:pt x="11" y="10"/>
                        </a:lnTo>
                        <a:lnTo>
                          <a:pt x="10" y="8"/>
                        </a:lnTo>
                        <a:lnTo>
                          <a:pt x="10" y="6"/>
                        </a:lnTo>
                        <a:lnTo>
                          <a:pt x="9" y="4"/>
                        </a:lnTo>
                        <a:lnTo>
                          <a:pt x="7" y="3"/>
                        </a:lnTo>
                        <a:lnTo>
                          <a:pt x="5" y="2"/>
                        </a:lnTo>
                        <a:lnTo>
                          <a:pt x="2" y="0"/>
                        </a:lnTo>
                        <a:lnTo>
                          <a:pt x="0" y="0"/>
                        </a:lnTo>
                        <a:lnTo>
                          <a:pt x="0" y="3"/>
                        </a:lnTo>
                        <a:lnTo>
                          <a:pt x="2" y="3"/>
                        </a:lnTo>
                        <a:lnTo>
                          <a:pt x="5" y="5"/>
                        </a:lnTo>
                        <a:lnTo>
                          <a:pt x="6" y="5"/>
                        </a:lnTo>
                        <a:lnTo>
                          <a:pt x="7" y="8"/>
                        </a:lnTo>
                        <a:lnTo>
                          <a:pt x="7" y="9"/>
                        </a:lnTo>
                        <a:lnTo>
                          <a:pt x="9" y="10"/>
                        </a:lnTo>
                        <a:lnTo>
                          <a:pt x="9" y="13"/>
                        </a:lnTo>
                        <a:lnTo>
                          <a:pt x="1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7" name="Freeform 582"/>
                  <p:cNvSpPr>
                    <a:spLocks/>
                  </p:cNvSpPr>
                  <p:nvPr/>
                </p:nvSpPr>
                <p:spPr bwMode="auto">
                  <a:xfrm>
                    <a:off x="4640" y="3600"/>
                    <a:ext cx="6" cy="9"/>
                  </a:xfrm>
                  <a:custGeom>
                    <a:avLst/>
                    <a:gdLst>
                      <a:gd name="T0" fmla="*/ 1 w 11"/>
                      <a:gd name="T1" fmla="*/ 0 h 18"/>
                      <a:gd name="T2" fmla="*/ 1 w 11"/>
                      <a:gd name="T3" fmla="*/ 1 h 18"/>
                      <a:gd name="T4" fmla="*/ 1 w 11"/>
                      <a:gd name="T5" fmla="*/ 1 h 18"/>
                      <a:gd name="T6" fmla="*/ 1 w 11"/>
                      <a:gd name="T7" fmla="*/ 1 h 18"/>
                      <a:gd name="T8" fmla="*/ 0 w 11"/>
                      <a:gd name="T9" fmla="*/ 1 h 18"/>
                      <a:gd name="T10" fmla="*/ 0 w 11"/>
                      <a:gd name="T11" fmla="*/ 1 h 18"/>
                      <a:gd name="T12" fmla="*/ 1 w 11"/>
                      <a:gd name="T13" fmla="*/ 1 h 18"/>
                      <a:gd name="T14" fmla="*/ 1 w 11"/>
                      <a:gd name="T15" fmla="*/ 1 h 18"/>
                      <a:gd name="T16" fmla="*/ 1 w 11"/>
                      <a:gd name="T17" fmla="*/ 1 h 18"/>
                      <a:gd name="T18" fmla="*/ 1 w 11"/>
                      <a:gd name="T19" fmla="*/ 1 h 18"/>
                      <a:gd name="T20" fmla="*/ 1 w 11"/>
                      <a:gd name="T21" fmla="*/ 0 h 18"/>
                      <a:gd name="T22" fmla="*/ 1 w 11"/>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18"/>
                      <a:gd name="T38" fmla="*/ 11 w 11"/>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18">
                        <a:moveTo>
                          <a:pt x="11" y="0"/>
                        </a:moveTo>
                        <a:lnTo>
                          <a:pt x="10" y="4"/>
                        </a:lnTo>
                        <a:lnTo>
                          <a:pt x="10" y="14"/>
                        </a:lnTo>
                        <a:lnTo>
                          <a:pt x="7" y="17"/>
                        </a:lnTo>
                        <a:lnTo>
                          <a:pt x="0" y="18"/>
                        </a:lnTo>
                        <a:lnTo>
                          <a:pt x="0" y="15"/>
                        </a:lnTo>
                        <a:lnTo>
                          <a:pt x="1" y="13"/>
                        </a:lnTo>
                        <a:lnTo>
                          <a:pt x="1" y="12"/>
                        </a:lnTo>
                        <a:lnTo>
                          <a:pt x="2" y="9"/>
                        </a:lnTo>
                        <a:lnTo>
                          <a:pt x="2" y="3"/>
                        </a:lnTo>
                        <a:lnTo>
                          <a:pt x="1" y="0"/>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8" name="Freeform 583"/>
                  <p:cNvSpPr>
                    <a:spLocks/>
                  </p:cNvSpPr>
                  <p:nvPr/>
                </p:nvSpPr>
                <p:spPr bwMode="auto">
                  <a:xfrm>
                    <a:off x="4644" y="3600"/>
                    <a:ext cx="3" cy="9"/>
                  </a:xfrm>
                  <a:custGeom>
                    <a:avLst/>
                    <a:gdLst>
                      <a:gd name="T0" fmla="*/ 1 w 6"/>
                      <a:gd name="T1" fmla="*/ 1 h 18"/>
                      <a:gd name="T2" fmla="*/ 1 w 6"/>
                      <a:gd name="T3" fmla="*/ 1 h 18"/>
                      <a:gd name="T4" fmla="*/ 1 w 6"/>
                      <a:gd name="T5" fmla="*/ 1 h 18"/>
                      <a:gd name="T6" fmla="*/ 1 w 6"/>
                      <a:gd name="T7" fmla="*/ 1 h 18"/>
                      <a:gd name="T8" fmla="*/ 1 w 6"/>
                      <a:gd name="T9" fmla="*/ 1 h 18"/>
                      <a:gd name="T10" fmla="*/ 1 w 6"/>
                      <a:gd name="T11" fmla="*/ 0 h 18"/>
                      <a:gd name="T12" fmla="*/ 1 w 6"/>
                      <a:gd name="T13" fmla="*/ 0 h 18"/>
                      <a:gd name="T14" fmla="*/ 1 w 6"/>
                      <a:gd name="T15" fmla="*/ 1 h 18"/>
                      <a:gd name="T16" fmla="*/ 1 w 6"/>
                      <a:gd name="T17" fmla="*/ 1 h 18"/>
                      <a:gd name="T18" fmla="*/ 1 w 6"/>
                      <a:gd name="T19" fmla="*/ 1 h 18"/>
                      <a:gd name="T20" fmla="*/ 0 w 6"/>
                      <a:gd name="T21" fmla="*/ 1 h 18"/>
                      <a:gd name="T22" fmla="*/ 1 w 6"/>
                      <a:gd name="T23" fmla="*/ 1 h 18"/>
                      <a:gd name="T24" fmla="*/ 1 w 6"/>
                      <a:gd name="T25" fmla="*/ 1 h 18"/>
                      <a:gd name="T26" fmla="*/ 1 w 6"/>
                      <a:gd name="T27" fmla="*/ 1 h 18"/>
                      <a:gd name="T28" fmla="*/ 1 w 6"/>
                      <a:gd name="T29" fmla="*/ 1 h 1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8"/>
                      <a:gd name="T47" fmla="*/ 6 w 6"/>
                      <a:gd name="T48" fmla="*/ 18 h 1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8">
                        <a:moveTo>
                          <a:pt x="1" y="18"/>
                        </a:moveTo>
                        <a:lnTo>
                          <a:pt x="2" y="18"/>
                        </a:lnTo>
                        <a:lnTo>
                          <a:pt x="4" y="14"/>
                        </a:lnTo>
                        <a:lnTo>
                          <a:pt x="5" y="9"/>
                        </a:lnTo>
                        <a:lnTo>
                          <a:pt x="5" y="4"/>
                        </a:lnTo>
                        <a:lnTo>
                          <a:pt x="6" y="0"/>
                        </a:lnTo>
                        <a:lnTo>
                          <a:pt x="4" y="0"/>
                        </a:lnTo>
                        <a:lnTo>
                          <a:pt x="4" y="4"/>
                        </a:lnTo>
                        <a:lnTo>
                          <a:pt x="2" y="9"/>
                        </a:lnTo>
                        <a:lnTo>
                          <a:pt x="2" y="13"/>
                        </a:lnTo>
                        <a:lnTo>
                          <a:pt x="0" y="15"/>
                        </a:lnTo>
                        <a:lnTo>
                          <a:pt x="1" y="15"/>
                        </a:lnTo>
                        <a:lnTo>
                          <a:pt x="1" y="18"/>
                        </a:lnTo>
                        <a:lnTo>
                          <a:pt x="2" y="18"/>
                        </a:lnTo>
                        <a:lnTo>
                          <a:pt x="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9" name="Freeform 584"/>
                  <p:cNvSpPr>
                    <a:spLocks/>
                  </p:cNvSpPr>
                  <p:nvPr/>
                </p:nvSpPr>
                <p:spPr bwMode="auto">
                  <a:xfrm>
                    <a:off x="4640" y="3608"/>
                    <a:ext cx="4" cy="1"/>
                  </a:xfrm>
                  <a:custGeom>
                    <a:avLst/>
                    <a:gdLst>
                      <a:gd name="T0" fmla="*/ 0 w 8"/>
                      <a:gd name="T1" fmla="*/ 0 h 4"/>
                      <a:gd name="T2" fmla="*/ 1 w 8"/>
                      <a:gd name="T3" fmla="*/ 0 h 4"/>
                      <a:gd name="T4" fmla="*/ 1 w 8"/>
                      <a:gd name="T5" fmla="*/ 0 h 4"/>
                      <a:gd name="T6" fmla="*/ 1 w 8"/>
                      <a:gd name="T7" fmla="*/ 0 h 4"/>
                      <a:gd name="T8" fmla="*/ 1 w 8"/>
                      <a:gd name="T9" fmla="*/ 0 h 4"/>
                      <a:gd name="T10" fmla="*/ 1 w 8"/>
                      <a:gd name="T11" fmla="*/ 0 h 4"/>
                      <a:gd name="T12" fmla="*/ 0 w 8"/>
                      <a:gd name="T13" fmla="*/ 0 h 4"/>
                      <a:gd name="T14" fmla="*/ 0 w 8"/>
                      <a:gd name="T15" fmla="*/ 0 h 4"/>
                      <a:gd name="T16" fmla="*/ 1 w 8"/>
                      <a:gd name="T17" fmla="*/ 0 h 4"/>
                      <a:gd name="T18" fmla="*/ 0 w 8"/>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4"/>
                      <a:gd name="T32" fmla="*/ 8 w 8"/>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4">
                        <a:moveTo>
                          <a:pt x="0" y="3"/>
                        </a:moveTo>
                        <a:lnTo>
                          <a:pt x="1" y="4"/>
                        </a:lnTo>
                        <a:lnTo>
                          <a:pt x="8" y="3"/>
                        </a:lnTo>
                        <a:lnTo>
                          <a:pt x="8" y="0"/>
                        </a:lnTo>
                        <a:lnTo>
                          <a:pt x="1" y="2"/>
                        </a:lnTo>
                        <a:lnTo>
                          <a:pt x="2" y="3"/>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0" name="Freeform 585"/>
                  <p:cNvSpPr>
                    <a:spLocks/>
                  </p:cNvSpPr>
                  <p:nvPr/>
                </p:nvSpPr>
                <p:spPr bwMode="auto">
                  <a:xfrm>
                    <a:off x="4640" y="3599"/>
                    <a:ext cx="3" cy="10"/>
                  </a:xfrm>
                  <a:custGeom>
                    <a:avLst/>
                    <a:gdLst>
                      <a:gd name="T0" fmla="*/ 1 w 6"/>
                      <a:gd name="T1" fmla="*/ 1 h 20"/>
                      <a:gd name="T2" fmla="*/ 1 w 6"/>
                      <a:gd name="T3" fmla="*/ 1 h 20"/>
                      <a:gd name="T4" fmla="*/ 1 w 6"/>
                      <a:gd name="T5" fmla="*/ 1 h 20"/>
                      <a:gd name="T6" fmla="*/ 1 w 6"/>
                      <a:gd name="T7" fmla="*/ 1 h 20"/>
                      <a:gd name="T8" fmla="*/ 1 w 6"/>
                      <a:gd name="T9" fmla="*/ 1 h 20"/>
                      <a:gd name="T10" fmla="*/ 1 w 6"/>
                      <a:gd name="T11" fmla="*/ 1 h 20"/>
                      <a:gd name="T12" fmla="*/ 1 w 6"/>
                      <a:gd name="T13" fmla="*/ 1 h 20"/>
                      <a:gd name="T14" fmla="*/ 1 w 6"/>
                      <a:gd name="T15" fmla="*/ 1 h 20"/>
                      <a:gd name="T16" fmla="*/ 0 w 6"/>
                      <a:gd name="T17" fmla="*/ 1 h 20"/>
                      <a:gd name="T18" fmla="*/ 0 w 6"/>
                      <a:gd name="T19" fmla="*/ 1 h 20"/>
                      <a:gd name="T20" fmla="*/ 1 w 6"/>
                      <a:gd name="T21" fmla="*/ 1 h 20"/>
                      <a:gd name="T22" fmla="*/ 1 w 6"/>
                      <a:gd name="T23" fmla="*/ 1 h 20"/>
                      <a:gd name="T24" fmla="*/ 1 w 6"/>
                      <a:gd name="T25" fmla="*/ 1 h 20"/>
                      <a:gd name="T26" fmla="*/ 1 w 6"/>
                      <a:gd name="T27" fmla="*/ 1 h 20"/>
                      <a:gd name="T28" fmla="*/ 1 w 6"/>
                      <a:gd name="T29" fmla="*/ 1 h 20"/>
                      <a:gd name="T30" fmla="*/ 1 w 6"/>
                      <a:gd name="T31" fmla="*/ 1 h 20"/>
                      <a:gd name="T32" fmla="*/ 1 w 6"/>
                      <a:gd name="T33" fmla="*/ 1 h 20"/>
                      <a:gd name="T34" fmla="*/ 1 w 6"/>
                      <a:gd name="T35" fmla="*/ 1 h 20"/>
                      <a:gd name="T36" fmla="*/ 1 w 6"/>
                      <a:gd name="T37" fmla="*/ 1 h 20"/>
                      <a:gd name="T38" fmla="*/ 1 w 6"/>
                      <a:gd name="T39" fmla="*/ 1 h 20"/>
                      <a:gd name="T40" fmla="*/ 1 w 6"/>
                      <a:gd name="T41" fmla="*/ 1 h 20"/>
                      <a:gd name="T42" fmla="*/ 0 w 6"/>
                      <a:gd name="T43" fmla="*/ 0 h 20"/>
                      <a:gd name="T44" fmla="*/ 1 w 6"/>
                      <a:gd name="T45" fmla="*/ 1 h 20"/>
                      <a:gd name="T46" fmla="*/ 1 w 6"/>
                      <a:gd name="T47" fmla="*/ 1 h 2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
                      <a:gd name="T73" fmla="*/ 0 h 20"/>
                      <a:gd name="T74" fmla="*/ 6 w 6"/>
                      <a:gd name="T75" fmla="*/ 20 h 2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 h="20">
                        <a:moveTo>
                          <a:pt x="3" y="1"/>
                        </a:moveTo>
                        <a:lnTo>
                          <a:pt x="2" y="4"/>
                        </a:lnTo>
                        <a:lnTo>
                          <a:pt x="2" y="5"/>
                        </a:lnTo>
                        <a:lnTo>
                          <a:pt x="3" y="6"/>
                        </a:lnTo>
                        <a:lnTo>
                          <a:pt x="3" y="9"/>
                        </a:lnTo>
                        <a:lnTo>
                          <a:pt x="2" y="11"/>
                        </a:lnTo>
                        <a:lnTo>
                          <a:pt x="1" y="12"/>
                        </a:lnTo>
                        <a:lnTo>
                          <a:pt x="1" y="15"/>
                        </a:lnTo>
                        <a:lnTo>
                          <a:pt x="0" y="17"/>
                        </a:lnTo>
                        <a:lnTo>
                          <a:pt x="0" y="20"/>
                        </a:lnTo>
                        <a:lnTo>
                          <a:pt x="2" y="20"/>
                        </a:lnTo>
                        <a:lnTo>
                          <a:pt x="2" y="17"/>
                        </a:lnTo>
                        <a:lnTo>
                          <a:pt x="3" y="16"/>
                        </a:lnTo>
                        <a:lnTo>
                          <a:pt x="3" y="14"/>
                        </a:lnTo>
                        <a:lnTo>
                          <a:pt x="5" y="11"/>
                        </a:lnTo>
                        <a:lnTo>
                          <a:pt x="5" y="10"/>
                        </a:lnTo>
                        <a:lnTo>
                          <a:pt x="6" y="6"/>
                        </a:lnTo>
                        <a:lnTo>
                          <a:pt x="5" y="4"/>
                        </a:lnTo>
                        <a:lnTo>
                          <a:pt x="3" y="1"/>
                        </a:lnTo>
                        <a:lnTo>
                          <a:pt x="2" y="4"/>
                        </a:lnTo>
                        <a:lnTo>
                          <a:pt x="3" y="1"/>
                        </a:lnTo>
                        <a:lnTo>
                          <a:pt x="0" y="0"/>
                        </a:lnTo>
                        <a:lnTo>
                          <a:pt x="2" y="4"/>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1" name="Freeform 586"/>
                  <p:cNvSpPr>
                    <a:spLocks/>
                  </p:cNvSpPr>
                  <p:nvPr/>
                </p:nvSpPr>
                <p:spPr bwMode="auto">
                  <a:xfrm>
                    <a:off x="4641" y="3599"/>
                    <a:ext cx="6" cy="2"/>
                  </a:xfrm>
                  <a:custGeom>
                    <a:avLst/>
                    <a:gdLst>
                      <a:gd name="T0" fmla="*/ 1 w 11"/>
                      <a:gd name="T1" fmla="*/ 1 h 4"/>
                      <a:gd name="T2" fmla="*/ 1 w 11"/>
                      <a:gd name="T3" fmla="*/ 1 h 4"/>
                      <a:gd name="T4" fmla="*/ 1 w 11"/>
                      <a:gd name="T5" fmla="*/ 1 h 4"/>
                      <a:gd name="T6" fmla="*/ 1 w 11"/>
                      <a:gd name="T7" fmla="*/ 0 h 4"/>
                      <a:gd name="T8" fmla="*/ 1 w 11"/>
                      <a:gd name="T9" fmla="*/ 1 h 4"/>
                      <a:gd name="T10" fmla="*/ 1 w 11"/>
                      <a:gd name="T11" fmla="*/ 1 h 4"/>
                      <a:gd name="T12" fmla="*/ 0 w 11"/>
                      <a:gd name="T13" fmla="*/ 1 h 4"/>
                      <a:gd name="T14" fmla="*/ 1 w 11"/>
                      <a:gd name="T15" fmla="*/ 1 h 4"/>
                      <a:gd name="T16" fmla="*/ 1 w 11"/>
                      <a:gd name="T17" fmla="*/ 1 h 4"/>
                      <a:gd name="T18" fmla="*/ 1 w 11"/>
                      <a:gd name="T19" fmla="*/ 1 h 4"/>
                      <a:gd name="T20" fmla="*/ 1 w 11"/>
                      <a:gd name="T21" fmla="*/ 1 h 4"/>
                      <a:gd name="T22" fmla="*/ 1 w 11"/>
                      <a:gd name="T23" fmla="*/ 1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4"/>
                      <a:gd name="T38" fmla="*/ 11 w 11"/>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4">
                        <a:moveTo>
                          <a:pt x="11" y="2"/>
                        </a:moveTo>
                        <a:lnTo>
                          <a:pt x="10" y="1"/>
                        </a:lnTo>
                        <a:lnTo>
                          <a:pt x="9" y="1"/>
                        </a:lnTo>
                        <a:lnTo>
                          <a:pt x="7" y="0"/>
                        </a:lnTo>
                        <a:lnTo>
                          <a:pt x="6" y="1"/>
                        </a:lnTo>
                        <a:lnTo>
                          <a:pt x="1" y="1"/>
                        </a:lnTo>
                        <a:lnTo>
                          <a:pt x="0" y="4"/>
                        </a:lnTo>
                        <a:lnTo>
                          <a:pt x="9" y="4"/>
                        </a:lnTo>
                        <a:lnTo>
                          <a:pt x="9" y="2"/>
                        </a:lnTo>
                        <a:lnTo>
                          <a:pt x="11" y="2"/>
                        </a:lnTo>
                        <a:lnTo>
                          <a:pt x="10" y="1"/>
                        </a:lnTo>
                        <a:lnTo>
                          <a:pt x="1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2" name="Freeform 587"/>
                  <p:cNvSpPr>
                    <a:spLocks/>
                  </p:cNvSpPr>
                  <p:nvPr/>
                </p:nvSpPr>
                <p:spPr bwMode="auto">
                  <a:xfrm>
                    <a:off x="4629" y="3600"/>
                    <a:ext cx="10" cy="9"/>
                  </a:xfrm>
                  <a:custGeom>
                    <a:avLst/>
                    <a:gdLst>
                      <a:gd name="T0" fmla="*/ 1 w 19"/>
                      <a:gd name="T1" fmla="*/ 0 h 19"/>
                      <a:gd name="T2" fmla="*/ 1 w 19"/>
                      <a:gd name="T3" fmla="*/ 0 h 19"/>
                      <a:gd name="T4" fmla="*/ 1 w 19"/>
                      <a:gd name="T5" fmla="*/ 0 h 19"/>
                      <a:gd name="T6" fmla="*/ 1 w 19"/>
                      <a:gd name="T7" fmla="*/ 0 h 19"/>
                      <a:gd name="T8" fmla="*/ 1 w 19"/>
                      <a:gd name="T9" fmla="*/ 0 h 19"/>
                      <a:gd name="T10" fmla="*/ 1 w 19"/>
                      <a:gd name="T11" fmla="*/ 0 h 19"/>
                      <a:gd name="T12" fmla="*/ 1 w 19"/>
                      <a:gd name="T13" fmla="*/ 0 h 19"/>
                      <a:gd name="T14" fmla="*/ 1 w 19"/>
                      <a:gd name="T15" fmla="*/ 0 h 19"/>
                      <a:gd name="T16" fmla="*/ 1 w 19"/>
                      <a:gd name="T17" fmla="*/ 0 h 19"/>
                      <a:gd name="T18" fmla="*/ 0 w 19"/>
                      <a:gd name="T19" fmla="*/ 0 h 19"/>
                      <a:gd name="T20" fmla="*/ 0 w 19"/>
                      <a:gd name="T21" fmla="*/ 0 h 19"/>
                      <a:gd name="T22" fmla="*/ 1 w 19"/>
                      <a:gd name="T23" fmla="*/ 0 h 19"/>
                      <a:gd name="T24" fmla="*/ 1 w 19"/>
                      <a:gd name="T25" fmla="*/ 0 h 19"/>
                      <a:gd name="T26" fmla="*/ 1 w 19"/>
                      <a:gd name="T27" fmla="*/ 0 h 19"/>
                      <a:gd name="T28" fmla="*/ 1 w 19"/>
                      <a:gd name="T29" fmla="*/ 0 h 19"/>
                      <a:gd name="T30" fmla="*/ 1 w 19"/>
                      <a:gd name="T31" fmla="*/ 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
                      <a:gd name="T49" fmla="*/ 0 h 19"/>
                      <a:gd name="T50" fmla="*/ 19 w 19"/>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 h="19">
                        <a:moveTo>
                          <a:pt x="19" y="0"/>
                        </a:moveTo>
                        <a:lnTo>
                          <a:pt x="19" y="9"/>
                        </a:lnTo>
                        <a:lnTo>
                          <a:pt x="18" y="14"/>
                        </a:lnTo>
                        <a:lnTo>
                          <a:pt x="17" y="18"/>
                        </a:lnTo>
                        <a:lnTo>
                          <a:pt x="14" y="19"/>
                        </a:lnTo>
                        <a:lnTo>
                          <a:pt x="12" y="19"/>
                        </a:lnTo>
                        <a:lnTo>
                          <a:pt x="11" y="18"/>
                        </a:lnTo>
                        <a:lnTo>
                          <a:pt x="5" y="18"/>
                        </a:lnTo>
                        <a:lnTo>
                          <a:pt x="2" y="19"/>
                        </a:lnTo>
                        <a:lnTo>
                          <a:pt x="0" y="19"/>
                        </a:lnTo>
                        <a:lnTo>
                          <a:pt x="0" y="10"/>
                        </a:lnTo>
                        <a:lnTo>
                          <a:pt x="1" y="7"/>
                        </a:lnTo>
                        <a:lnTo>
                          <a:pt x="3" y="2"/>
                        </a:lnTo>
                        <a:lnTo>
                          <a:pt x="16" y="2"/>
                        </a:lnTo>
                        <a:lnTo>
                          <a:pt x="17" y="0"/>
                        </a:lnTo>
                        <a:lnTo>
                          <a:pt x="19"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3" name="Freeform 588"/>
                  <p:cNvSpPr>
                    <a:spLocks/>
                  </p:cNvSpPr>
                  <p:nvPr/>
                </p:nvSpPr>
                <p:spPr bwMode="auto">
                  <a:xfrm>
                    <a:off x="4637" y="3600"/>
                    <a:ext cx="3" cy="9"/>
                  </a:xfrm>
                  <a:custGeom>
                    <a:avLst/>
                    <a:gdLst>
                      <a:gd name="T0" fmla="*/ 1 w 6"/>
                      <a:gd name="T1" fmla="*/ 0 h 19"/>
                      <a:gd name="T2" fmla="*/ 1 w 6"/>
                      <a:gd name="T3" fmla="*/ 0 h 19"/>
                      <a:gd name="T4" fmla="*/ 1 w 6"/>
                      <a:gd name="T5" fmla="*/ 0 h 19"/>
                      <a:gd name="T6" fmla="*/ 1 w 6"/>
                      <a:gd name="T7" fmla="*/ 0 h 19"/>
                      <a:gd name="T8" fmla="*/ 1 w 6"/>
                      <a:gd name="T9" fmla="*/ 0 h 19"/>
                      <a:gd name="T10" fmla="*/ 1 w 6"/>
                      <a:gd name="T11" fmla="*/ 0 h 19"/>
                      <a:gd name="T12" fmla="*/ 1 w 6"/>
                      <a:gd name="T13" fmla="*/ 0 h 19"/>
                      <a:gd name="T14" fmla="*/ 1 w 6"/>
                      <a:gd name="T15" fmla="*/ 0 h 19"/>
                      <a:gd name="T16" fmla="*/ 1 w 6"/>
                      <a:gd name="T17" fmla="*/ 0 h 19"/>
                      <a:gd name="T18" fmla="*/ 0 w 6"/>
                      <a:gd name="T19" fmla="*/ 0 h 19"/>
                      <a:gd name="T20" fmla="*/ 1 w 6"/>
                      <a:gd name="T21" fmla="*/ 0 h 19"/>
                      <a:gd name="T22" fmla="*/ 1 w 6"/>
                      <a:gd name="T23" fmla="*/ 0 h 19"/>
                      <a:gd name="T24" fmla="*/ 1 w 6"/>
                      <a:gd name="T25" fmla="*/ 0 h 19"/>
                      <a:gd name="T26" fmla="*/ 1 w 6"/>
                      <a:gd name="T27" fmla="*/ 0 h 19"/>
                      <a:gd name="T28" fmla="*/ 1 w 6"/>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9"/>
                      <a:gd name="T47" fmla="*/ 6 w 6"/>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9">
                        <a:moveTo>
                          <a:pt x="1" y="19"/>
                        </a:moveTo>
                        <a:lnTo>
                          <a:pt x="2" y="18"/>
                        </a:lnTo>
                        <a:lnTo>
                          <a:pt x="2" y="14"/>
                        </a:lnTo>
                        <a:lnTo>
                          <a:pt x="5" y="9"/>
                        </a:lnTo>
                        <a:lnTo>
                          <a:pt x="6" y="5"/>
                        </a:lnTo>
                        <a:lnTo>
                          <a:pt x="5" y="0"/>
                        </a:lnTo>
                        <a:lnTo>
                          <a:pt x="2" y="0"/>
                        </a:lnTo>
                        <a:lnTo>
                          <a:pt x="2" y="9"/>
                        </a:lnTo>
                        <a:lnTo>
                          <a:pt x="1" y="14"/>
                        </a:lnTo>
                        <a:lnTo>
                          <a:pt x="0" y="18"/>
                        </a:lnTo>
                        <a:lnTo>
                          <a:pt x="1" y="17"/>
                        </a:lnTo>
                        <a:lnTo>
                          <a:pt x="1" y="19"/>
                        </a:lnTo>
                        <a:lnTo>
                          <a:pt x="2" y="19"/>
                        </a:lnTo>
                        <a:lnTo>
                          <a:pt x="2" y="18"/>
                        </a:lnTo>
                        <a:lnTo>
                          <a:pt x="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4" name="Freeform 589"/>
                  <p:cNvSpPr>
                    <a:spLocks/>
                  </p:cNvSpPr>
                  <p:nvPr/>
                </p:nvSpPr>
                <p:spPr bwMode="auto">
                  <a:xfrm>
                    <a:off x="4629" y="3608"/>
                    <a:ext cx="9" cy="2"/>
                  </a:xfrm>
                  <a:custGeom>
                    <a:avLst/>
                    <a:gdLst>
                      <a:gd name="T0" fmla="*/ 0 w 19"/>
                      <a:gd name="T1" fmla="*/ 1 h 3"/>
                      <a:gd name="T2" fmla="*/ 0 w 19"/>
                      <a:gd name="T3" fmla="*/ 1 h 3"/>
                      <a:gd name="T4" fmla="*/ 0 w 19"/>
                      <a:gd name="T5" fmla="*/ 1 h 3"/>
                      <a:gd name="T6" fmla="*/ 0 w 19"/>
                      <a:gd name="T7" fmla="*/ 1 h 3"/>
                      <a:gd name="T8" fmla="*/ 0 w 19"/>
                      <a:gd name="T9" fmla="*/ 0 h 3"/>
                      <a:gd name="T10" fmla="*/ 0 w 19"/>
                      <a:gd name="T11" fmla="*/ 0 h 3"/>
                      <a:gd name="T12" fmla="*/ 0 w 19"/>
                      <a:gd name="T13" fmla="*/ 1 h 3"/>
                      <a:gd name="T14" fmla="*/ 0 w 19"/>
                      <a:gd name="T15" fmla="*/ 1 h 3"/>
                      <a:gd name="T16" fmla="*/ 0 w 19"/>
                      <a:gd name="T17" fmla="*/ 1 h 3"/>
                      <a:gd name="T18" fmla="*/ 0 w 19"/>
                      <a:gd name="T19" fmla="*/ 1 h 3"/>
                      <a:gd name="T20" fmla="*/ 0 w 19"/>
                      <a:gd name="T21" fmla="*/ 1 h 3"/>
                      <a:gd name="T22" fmla="*/ 0 w 19"/>
                      <a:gd name="T23" fmla="*/ 1 h 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3"/>
                      <a:gd name="T38" fmla="*/ 19 w 19"/>
                      <a:gd name="T39" fmla="*/ 3 h 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3">
                        <a:moveTo>
                          <a:pt x="0" y="2"/>
                        </a:moveTo>
                        <a:lnTo>
                          <a:pt x="2" y="3"/>
                        </a:lnTo>
                        <a:lnTo>
                          <a:pt x="16" y="3"/>
                        </a:lnTo>
                        <a:lnTo>
                          <a:pt x="19" y="2"/>
                        </a:lnTo>
                        <a:lnTo>
                          <a:pt x="19" y="0"/>
                        </a:lnTo>
                        <a:lnTo>
                          <a:pt x="4" y="0"/>
                        </a:lnTo>
                        <a:lnTo>
                          <a:pt x="2" y="1"/>
                        </a:lnTo>
                        <a:lnTo>
                          <a:pt x="3" y="2"/>
                        </a:lnTo>
                        <a:lnTo>
                          <a:pt x="0" y="2"/>
                        </a:lnTo>
                        <a:lnTo>
                          <a:pt x="0" y="3"/>
                        </a:lnTo>
                        <a:lnTo>
                          <a:pt x="2" y="3"/>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5" name="Freeform 590"/>
                  <p:cNvSpPr>
                    <a:spLocks/>
                  </p:cNvSpPr>
                  <p:nvPr/>
                </p:nvSpPr>
                <p:spPr bwMode="auto">
                  <a:xfrm>
                    <a:off x="4629" y="3601"/>
                    <a:ext cx="3" cy="8"/>
                  </a:xfrm>
                  <a:custGeom>
                    <a:avLst/>
                    <a:gdLst>
                      <a:gd name="T0" fmla="*/ 0 w 7"/>
                      <a:gd name="T1" fmla="*/ 0 h 17"/>
                      <a:gd name="T2" fmla="*/ 0 w 7"/>
                      <a:gd name="T3" fmla="*/ 0 h 17"/>
                      <a:gd name="T4" fmla="*/ 0 w 7"/>
                      <a:gd name="T5" fmla="*/ 0 h 17"/>
                      <a:gd name="T6" fmla="*/ 0 w 7"/>
                      <a:gd name="T7" fmla="*/ 0 h 17"/>
                      <a:gd name="T8" fmla="*/ 0 w 7"/>
                      <a:gd name="T9" fmla="*/ 0 h 17"/>
                      <a:gd name="T10" fmla="*/ 0 w 7"/>
                      <a:gd name="T11" fmla="*/ 0 h 17"/>
                      <a:gd name="T12" fmla="*/ 0 w 7"/>
                      <a:gd name="T13" fmla="*/ 0 h 17"/>
                      <a:gd name="T14" fmla="*/ 0 w 7"/>
                      <a:gd name="T15" fmla="*/ 0 h 17"/>
                      <a:gd name="T16" fmla="*/ 0 w 7"/>
                      <a:gd name="T17" fmla="*/ 0 h 17"/>
                      <a:gd name="T18" fmla="*/ 0 w 7"/>
                      <a:gd name="T19" fmla="*/ 0 h 17"/>
                      <a:gd name="T20" fmla="*/ 0 w 7"/>
                      <a:gd name="T21" fmla="*/ 0 h 17"/>
                      <a:gd name="T22" fmla="*/ 0 w 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7"/>
                      <a:gd name="T38" fmla="*/ 7 w 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7">
                        <a:moveTo>
                          <a:pt x="5" y="0"/>
                        </a:moveTo>
                        <a:lnTo>
                          <a:pt x="4" y="0"/>
                        </a:lnTo>
                        <a:lnTo>
                          <a:pt x="2" y="3"/>
                        </a:lnTo>
                        <a:lnTo>
                          <a:pt x="0" y="8"/>
                        </a:lnTo>
                        <a:lnTo>
                          <a:pt x="0" y="17"/>
                        </a:lnTo>
                        <a:lnTo>
                          <a:pt x="3" y="17"/>
                        </a:lnTo>
                        <a:lnTo>
                          <a:pt x="3" y="8"/>
                        </a:lnTo>
                        <a:lnTo>
                          <a:pt x="4" y="5"/>
                        </a:lnTo>
                        <a:lnTo>
                          <a:pt x="7" y="1"/>
                        </a:lnTo>
                        <a:lnTo>
                          <a:pt x="5"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6" name="Freeform 591"/>
                  <p:cNvSpPr>
                    <a:spLocks/>
                  </p:cNvSpPr>
                  <p:nvPr/>
                </p:nvSpPr>
                <p:spPr bwMode="auto">
                  <a:xfrm>
                    <a:off x="4631" y="3600"/>
                    <a:ext cx="9" cy="1"/>
                  </a:xfrm>
                  <a:custGeom>
                    <a:avLst/>
                    <a:gdLst>
                      <a:gd name="T0" fmla="*/ 1 w 18"/>
                      <a:gd name="T1" fmla="*/ 0 h 4"/>
                      <a:gd name="T2" fmla="*/ 1 w 18"/>
                      <a:gd name="T3" fmla="*/ 0 h 4"/>
                      <a:gd name="T4" fmla="*/ 1 w 18"/>
                      <a:gd name="T5" fmla="*/ 0 h 4"/>
                      <a:gd name="T6" fmla="*/ 1 w 18"/>
                      <a:gd name="T7" fmla="*/ 0 h 4"/>
                      <a:gd name="T8" fmla="*/ 1 w 18"/>
                      <a:gd name="T9" fmla="*/ 0 h 4"/>
                      <a:gd name="T10" fmla="*/ 0 w 18"/>
                      <a:gd name="T11" fmla="*/ 0 h 4"/>
                      <a:gd name="T12" fmla="*/ 1 w 18"/>
                      <a:gd name="T13" fmla="*/ 0 h 4"/>
                      <a:gd name="T14" fmla="*/ 1 w 18"/>
                      <a:gd name="T15" fmla="*/ 0 h 4"/>
                      <a:gd name="T16" fmla="*/ 1 w 18"/>
                      <a:gd name="T17" fmla="*/ 0 h 4"/>
                      <a:gd name="T18" fmla="*/ 1 w 18"/>
                      <a:gd name="T19" fmla="*/ 0 h 4"/>
                      <a:gd name="T20" fmla="*/ 1 w 18"/>
                      <a:gd name="T21" fmla="*/ 0 h 4"/>
                      <a:gd name="T22" fmla="*/ 1 w 18"/>
                      <a:gd name="T23" fmla="*/ 0 h 4"/>
                      <a:gd name="T24" fmla="*/ 1 w 18"/>
                      <a:gd name="T25" fmla="*/ 0 h 4"/>
                      <a:gd name="T26" fmla="*/ 1 w 18"/>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4"/>
                      <a:gd name="T44" fmla="*/ 18 w 18"/>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4">
                        <a:moveTo>
                          <a:pt x="18" y="1"/>
                        </a:moveTo>
                        <a:lnTo>
                          <a:pt x="16" y="0"/>
                        </a:lnTo>
                        <a:lnTo>
                          <a:pt x="14" y="0"/>
                        </a:lnTo>
                        <a:lnTo>
                          <a:pt x="13" y="1"/>
                        </a:lnTo>
                        <a:lnTo>
                          <a:pt x="2" y="1"/>
                        </a:lnTo>
                        <a:lnTo>
                          <a:pt x="0" y="3"/>
                        </a:lnTo>
                        <a:lnTo>
                          <a:pt x="2" y="4"/>
                        </a:lnTo>
                        <a:lnTo>
                          <a:pt x="10" y="4"/>
                        </a:lnTo>
                        <a:lnTo>
                          <a:pt x="13" y="3"/>
                        </a:lnTo>
                        <a:lnTo>
                          <a:pt x="16" y="3"/>
                        </a:lnTo>
                        <a:lnTo>
                          <a:pt x="15" y="1"/>
                        </a:lnTo>
                        <a:lnTo>
                          <a:pt x="18" y="1"/>
                        </a:lnTo>
                        <a:lnTo>
                          <a:pt x="16" y="0"/>
                        </a:lnTo>
                        <a:lnTo>
                          <a:pt x="1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7" name="Freeform 592"/>
                  <p:cNvSpPr>
                    <a:spLocks/>
                  </p:cNvSpPr>
                  <p:nvPr/>
                </p:nvSpPr>
                <p:spPr bwMode="auto">
                  <a:xfrm>
                    <a:off x="4382" y="3601"/>
                    <a:ext cx="5" cy="12"/>
                  </a:xfrm>
                  <a:custGeom>
                    <a:avLst/>
                    <a:gdLst>
                      <a:gd name="T0" fmla="*/ 1 w 10"/>
                      <a:gd name="T1" fmla="*/ 1 h 24"/>
                      <a:gd name="T2" fmla="*/ 1 w 10"/>
                      <a:gd name="T3" fmla="*/ 1 h 24"/>
                      <a:gd name="T4" fmla="*/ 1 w 10"/>
                      <a:gd name="T5" fmla="*/ 1 h 24"/>
                      <a:gd name="T6" fmla="*/ 1 w 10"/>
                      <a:gd name="T7" fmla="*/ 1 h 24"/>
                      <a:gd name="T8" fmla="*/ 1 w 10"/>
                      <a:gd name="T9" fmla="*/ 1 h 24"/>
                      <a:gd name="T10" fmla="*/ 1 w 10"/>
                      <a:gd name="T11" fmla="*/ 1 h 24"/>
                      <a:gd name="T12" fmla="*/ 1 w 10"/>
                      <a:gd name="T13" fmla="*/ 1 h 24"/>
                      <a:gd name="T14" fmla="*/ 1 w 10"/>
                      <a:gd name="T15" fmla="*/ 1 h 24"/>
                      <a:gd name="T16" fmla="*/ 0 w 10"/>
                      <a:gd name="T17" fmla="*/ 1 h 24"/>
                      <a:gd name="T18" fmla="*/ 0 w 10"/>
                      <a:gd name="T19" fmla="*/ 1 h 24"/>
                      <a:gd name="T20" fmla="*/ 1 w 10"/>
                      <a:gd name="T21" fmla="*/ 1 h 24"/>
                      <a:gd name="T22" fmla="*/ 1 w 10"/>
                      <a:gd name="T23" fmla="*/ 1 h 24"/>
                      <a:gd name="T24" fmla="*/ 1 w 10"/>
                      <a:gd name="T25" fmla="*/ 1 h 24"/>
                      <a:gd name="T26" fmla="*/ 1 w 10"/>
                      <a:gd name="T27" fmla="*/ 0 h 24"/>
                      <a:gd name="T28" fmla="*/ 1 w 10"/>
                      <a:gd name="T29" fmla="*/ 1 h 24"/>
                      <a:gd name="T30" fmla="*/ 1 w 10"/>
                      <a:gd name="T31" fmla="*/ 1 h 24"/>
                      <a:gd name="T32" fmla="*/ 1 w 10"/>
                      <a:gd name="T33" fmla="*/ 1 h 24"/>
                      <a:gd name="T34" fmla="*/ 1 w 10"/>
                      <a:gd name="T35" fmla="*/ 1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24"/>
                      <a:gd name="T56" fmla="*/ 10 w 10"/>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24">
                        <a:moveTo>
                          <a:pt x="10" y="13"/>
                        </a:moveTo>
                        <a:lnTo>
                          <a:pt x="9" y="17"/>
                        </a:lnTo>
                        <a:lnTo>
                          <a:pt x="9" y="19"/>
                        </a:lnTo>
                        <a:lnTo>
                          <a:pt x="8" y="22"/>
                        </a:lnTo>
                        <a:lnTo>
                          <a:pt x="5" y="24"/>
                        </a:lnTo>
                        <a:lnTo>
                          <a:pt x="4" y="24"/>
                        </a:lnTo>
                        <a:lnTo>
                          <a:pt x="2" y="22"/>
                        </a:lnTo>
                        <a:lnTo>
                          <a:pt x="2" y="21"/>
                        </a:lnTo>
                        <a:lnTo>
                          <a:pt x="0" y="19"/>
                        </a:lnTo>
                        <a:lnTo>
                          <a:pt x="0" y="10"/>
                        </a:lnTo>
                        <a:lnTo>
                          <a:pt x="2" y="7"/>
                        </a:lnTo>
                        <a:lnTo>
                          <a:pt x="2" y="5"/>
                        </a:lnTo>
                        <a:lnTo>
                          <a:pt x="3" y="2"/>
                        </a:lnTo>
                        <a:lnTo>
                          <a:pt x="5" y="0"/>
                        </a:lnTo>
                        <a:lnTo>
                          <a:pt x="8" y="2"/>
                        </a:lnTo>
                        <a:lnTo>
                          <a:pt x="9" y="6"/>
                        </a:lnTo>
                        <a:lnTo>
                          <a:pt x="9" y="10"/>
                        </a:lnTo>
                        <a:lnTo>
                          <a:pt x="1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8" name="Freeform 593"/>
                  <p:cNvSpPr>
                    <a:spLocks/>
                  </p:cNvSpPr>
                  <p:nvPr/>
                </p:nvSpPr>
                <p:spPr bwMode="auto">
                  <a:xfrm>
                    <a:off x="4384" y="3608"/>
                    <a:ext cx="3" cy="6"/>
                  </a:xfrm>
                  <a:custGeom>
                    <a:avLst/>
                    <a:gdLst>
                      <a:gd name="T0" fmla="*/ 0 w 7"/>
                      <a:gd name="T1" fmla="*/ 0 h 13"/>
                      <a:gd name="T2" fmla="*/ 0 w 7"/>
                      <a:gd name="T3" fmla="*/ 0 h 13"/>
                      <a:gd name="T4" fmla="*/ 0 w 7"/>
                      <a:gd name="T5" fmla="*/ 0 h 13"/>
                      <a:gd name="T6" fmla="*/ 0 w 7"/>
                      <a:gd name="T7" fmla="*/ 0 h 13"/>
                      <a:gd name="T8" fmla="*/ 0 w 7"/>
                      <a:gd name="T9" fmla="*/ 0 h 13"/>
                      <a:gd name="T10" fmla="*/ 0 w 7"/>
                      <a:gd name="T11" fmla="*/ 0 h 13"/>
                      <a:gd name="T12" fmla="*/ 0 w 7"/>
                      <a:gd name="T13" fmla="*/ 0 h 13"/>
                      <a:gd name="T14" fmla="*/ 0 w 7"/>
                      <a:gd name="T15" fmla="*/ 0 h 13"/>
                      <a:gd name="T16" fmla="*/ 0 w 7"/>
                      <a:gd name="T17" fmla="*/ 0 h 13"/>
                      <a:gd name="T18" fmla="*/ 0 w 7"/>
                      <a:gd name="T19" fmla="*/ 0 h 13"/>
                      <a:gd name="T20" fmla="*/ 0 w 7"/>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13"/>
                      <a:gd name="T35" fmla="*/ 7 w 7"/>
                      <a:gd name="T36" fmla="*/ 13 h 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13">
                        <a:moveTo>
                          <a:pt x="2" y="13"/>
                        </a:moveTo>
                        <a:lnTo>
                          <a:pt x="4" y="10"/>
                        </a:lnTo>
                        <a:lnTo>
                          <a:pt x="5" y="8"/>
                        </a:lnTo>
                        <a:lnTo>
                          <a:pt x="5" y="4"/>
                        </a:lnTo>
                        <a:lnTo>
                          <a:pt x="7" y="0"/>
                        </a:lnTo>
                        <a:lnTo>
                          <a:pt x="4" y="0"/>
                        </a:lnTo>
                        <a:lnTo>
                          <a:pt x="3" y="4"/>
                        </a:lnTo>
                        <a:lnTo>
                          <a:pt x="3" y="6"/>
                        </a:lnTo>
                        <a:lnTo>
                          <a:pt x="2" y="9"/>
                        </a:lnTo>
                        <a:lnTo>
                          <a:pt x="0" y="10"/>
                        </a:lnTo>
                        <a:lnTo>
                          <a:pt x="2"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9" name="Freeform 594"/>
                  <p:cNvSpPr>
                    <a:spLocks/>
                  </p:cNvSpPr>
                  <p:nvPr/>
                </p:nvSpPr>
                <p:spPr bwMode="auto">
                  <a:xfrm>
                    <a:off x="4381" y="3609"/>
                    <a:ext cx="4" cy="5"/>
                  </a:xfrm>
                  <a:custGeom>
                    <a:avLst/>
                    <a:gdLst>
                      <a:gd name="T0" fmla="*/ 0 w 9"/>
                      <a:gd name="T1" fmla="*/ 0 h 9"/>
                      <a:gd name="T2" fmla="*/ 0 w 9"/>
                      <a:gd name="T3" fmla="*/ 1 h 9"/>
                      <a:gd name="T4" fmla="*/ 0 w 9"/>
                      <a:gd name="T5" fmla="*/ 1 h 9"/>
                      <a:gd name="T6" fmla="*/ 0 w 9"/>
                      <a:gd name="T7" fmla="*/ 1 h 9"/>
                      <a:gd name="T8" fmla="*/ 0 w 9"/>
                      <a:gd name="T9" fmla="*/ 1 h 9"/>
                      <a:gd name="T10" fmla="*/ 0 w 9"/>
                      <a:gd name="T11" fmla="*/ 1 h 9"/>
                      <a:gd name="T12" fmla="*/ 0 w 9"/>
                      <a:gd name="T13" fmla="*/ 1 h 9"/>
                      <a:gd name="T14" fmla="*/ 0 w 9"/>
                      <a:gd name="T15" fmla="*/ 1 h 9"/>
                      <a:gd name="T16" fmla="*/ 0 w 9"/>
                      <a:gd name="T17" fmla="*/ 1 h 9"/>
                      <a:gd name="T18" fmla="*/ 0 w 9"/>
                      <a:gd name="T19" fmla="*/ 1 h 9"/>
                      <a:gd name="T20" fmla="*/ 0 w 9"/>
                      <a:gd name="T21" fmla="*/ 1 h 9"/>
                      <a:gd name="T22" fmla="*/ 0 w 9"/>
                      <a:gd name="T23" fmla="*/ 0 h 9"/>
                      <a:gd name="T24" fmla="*/ 0 w 9"/>
                      <a:gd name="T25" fmla="*/ 1 h 9"/>
                      <a:gd name="T26" fmla="*/ 0 w 9"/>
                      <a:gd name="T27" fmla="*/ 0 h 9"/>
                      <a:gd name="T28" fmla="*/ 0 w 9"/>
                      <a:gd name="T29" fmla="*/ 1 h 9"/>
                      <a:gd name="T30" fmla="*/ 0 w 9"/>
                      <a:gd name="T31" fmla="*/ 1 h 9"/>
                      <a:gd name="T32" fmla="*/ 0 w 9"/>
                      <a:gd name="T33" fmla="*/ 0 h 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
                      <a:gd name="T52" fmla="*/ 0 h 9"/>
                      <a:gd name="T53" fmla="*/ 9 w 9"/>
                      <a:gd name="T54" fmla="*/ 9 h 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 h="9">
                        <a:moveTo>
                          <a:pt x="1" y="0"/>
                        </a:moveTo>
                        <a:lnTo>
                          <a:pt x="1" y="4"/>
                        </a:lnTo>
                        <a:lnTo>
                          <a:pt x="4" y="6"/>
                        </a:lnTo>
                        <a:lnTo>
                          <a:pt x="4" y="7"/>
                        </a:lnTo>
                        <a:lnTo>
                          <a:pt x="5" y="7"/>
                        </a:lnTo>
                        <a:lnTo>
                          <a:pt x="7" y="9"/>
                        </a:lnTo>
                        <a:lnTo>
                          <a:pt x="9" y="9"/>
                        </a:lnTo>
                        <a:lnTo>
                          <a:pt x="7" y="6"/>
                        </a:lnTo>
                        <a:lnTo>
                          <a:pt x="6" y="6"/>
                        </a:lnTo>
                        <a:lnTo>
                          <a:pt x="6" y="5"/>
                        </a:lnTo>
                        <a:lnTo>
                          <a:pt x="4" y="2"/>
                        </a:lnTo>
                        <a:lnTo>
                          <a:pt x="4" y="0"/>
                        </a:lnTo>
                        <a:lnTo>
                          <a:pt x="4" y="1"/>
                        </a:lnTo>
                        <a:lnTo>
                          <a:pt x="1" y="0"/>
                        </a:lnTo>
                        <a:lnTo>
                          <a:pt x="0" y="1"/>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0" name="Freeform 595"/>
                  <p:cNvSpPr>
                    <a:spLocks/>
                  </p:cNvSpPr>
                  <p:nvPr/>
                </p:nvSpPr>
                <p:spPr bwMode="auto">
                  <a:xfrm>
                    <a:off x="4381" y="3600"/>
                    <a:ext cx="4" cy="10"/>
                  </a:xfrm>
                  <a:custGeom>
                    <a:avLst/>
                    <a:gdLst>
                      <a:gd name="T0" fmla="*/ 1 w 8"/>
                      <a:gd name="T1" fmla="*/ 0 h 21"/>
                      <a:gd name="T2" fmla="*/ 1 w 8"/>
                      <a:gd name="T3" fmla="*/ 0 h 21"/>
                      <a:gd name="T4" fmla="*/ 1 w 8"/>
                      <a:gd name="T5" fmla="*/ 0 h 21"/>
                      <a:gd name="T6" fmla="*/ 1 w 8"/>
                      <a:gd name="T7" fmla="*/ 0 h 21"/>
                      <a:gd name="T8" fmla="*/ 1 w 8"/>
                      <a:gd name="T9" fmla="*/ 0 h 21"/>
                      <a:gd name="T10" fmla="*/ 1 w 8"/>
                      <a:gd name="T11" fmla="*/ 0 h 21"/>
                      <a:gd name="T12" fmla="*/ 0 w 8"/>
                      <a:gd name="T13" fmla="*/ 0 h 21"/>
                      <a:gd name="T14" fmla="*/ 0 w 8"/>
                      <a:gd name="T15" fmla="*/ 0 h 21"/>
                      <a:gd name="T16" fmla="*/ 1 w 8"/>
                      <a:gd name="T17" fmla="*/ 0 h 21"/>
                      <a:gd name="T18" fmla="*/ 1 w 8"/>
                      <a:gd name="T19" fmla="*/ 0 h 21"/>
                      <a:gd name="T20" fmla="*/ 1 w 8"/>
                      <a:gd name="T21" fmla="*/ 0 h 21"/>
                      <a:gd name="T22" fmla="*/ 1 w 8"/>
                      <a:gd name="T23" fmla="*/ 0 h 21"/>
                      <a:gd name="T24" fmla="*/ 1 w 8"/>
                      <a:gd name="T25" fmla="*/ 0 h 21"/>
                      <a:gd name="T26" fmla="*/ 1 w 8"/>
                      <a:gd name="T27" fmla="*/ 0 h 21"/>
                      <a:gd name="T28" fmla="*/ 1 w 8"/>
                      <a:gd name="T29" fmla="*/ 0 h 21"/>
                      <a:gd name="T30" fmla="*/ 1 w 8"/>
                      <a:gd name="T31" fmla="*/ 0 h 21"/>
                      <a:gd name="T32" fmla="*/ 1 w 8"/>
                      <a:gd name="T33" fmla="*/ 0 h 21"/>
                      <a:gd name="T34" fmla="*/ 1 w 8"/>
                      <a:gd name="T35" fmla="*/ 0 h 21"/>
                      <a:gd name="T36" fmla="*/ 1 w 8"/>
                      <a:gd name="T37" fmla="*/ 0 h 21"/>
                      <a:gd name="T38" fmla="*/ 1 w 8"/>
                      <a:gd name="T39" fmla="*/ 0 h 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
                      <a:gd name="T61" fmla="*/ 0 h 21"/>
                      <a:gd name="T62" fmla="*/ 8 w 8"/>
                      <a:gd name="T63" fmla="*/ 21 h 2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 h="21">
                        <a:moveTo>
                          <a:pt x="8" y="1"/>
                        </a:moveTo>
                        <a:lnTo>
                          <a:pt x="6" y="1"/>
                        </a:lnTo>
                        <a:lnTo>
                          <a:pt x="4" y="3"/>
                        </a:lnTo>
                        <a:lnTo>
                          <a:pt x="3" y="5"/>
                        </a:lnTo>
                        <a:lnTo>
                          <a:pt x="1" y="8"/>
                        </a:lnTo>
                        <a:lnTo>
                          <a:pt x="1" y="10"/>
                        </a:lnTo>
                        <a:lnTo>
                          <a:pt x="0" y="13"/>
                        </a:lnTo>
                        <a:lnTo>
                          <a:pt x="0" y="20"/>
                        </a:lnTo>
                        <a:lnTo>
                          <a:pt x="3" y="21"/>
                        </a:lnTo>
                        <a:lnTo>
                          <a:pt x="3" y="13"/>
                        </a:lnTo>
                        <a:lnTo>
                          <a:pt x="4" y="10"/>
                        </a:lnTo>
                        <a:lnTo>
                          <a:pt x="4" y="9"/>
                        </a:lnTo>
                        <a:lnTo>
                          <a:pt x="5" y="6"/>
                        </a:lnTo>
                        <a:lnTo>
                          <a:pt x="6" y="4"/>
                        </a:lnTo>
                        <a:lnTo>
                          <a:pt x="8" y="3"/>
                        </a:lnTo>
                        <a:lnTo>
                          <a:pt x="6" y="3"/>
                        </a:lnTo>
                        <a:lnTo>
                          <a:pt x="8" y="1"/>
                        </a:lnTo>
                        <a:lnTo>
                          <a:pt x="6" y="0"/>
                        </a:lnTo>
                        <a:lnTo>
                          <a:pt x="6" y="1"/>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1" name="Freeform 596"/>
                  <p:cNvSpPr>
                    <a:spLocks/>
                  </p:cNvSpPr>
                  <p:nvPr/>
                </p:nvSpPr>
                <p:spPr bwMode="auto">
                  <a:xfrm>
                    <a:off x="4384" y="3600"/>
                    <a:ext cx="3" cy="8"/>
                  </a:xfrm>
                  <a:custGeom>
                    <a:avLst/>
                    <a:gdLst>
                      <a:gd name="T0" fmla="*/ 0 w 7"/>
                      <a:gd name="T1" fmla="*/ 1 h 15"/>
                      <a:gd name="T2" fmla="*/ 0 w 7"/>
                      <a:gd name="T3" fmla="*/ 1 h 15"/>
                      <a:gd name="T4" fmla="*/ 0 w 7"/>
                      <a:gd name="T5" fmla="*/ 1 h 15"/>
                      <a:gd name="T6" fmla="*/ 0 w 7"/>
                      <a:gd name="T7" fmla="*/ 1 h 15"/>
                      <a:gd name="T8" fmla="*/ 0 w 7"/>
                      <a:gd name="T9" fmla="*/ 0 h 15"/>
                      <a:gd name="T10" fmla="*/ 0 w 7"/>
                      <a:gd name="T11" fmla="*/ 1 h 15"/>
                      <a:gd name="T12" fmla="*/ 0 w 7"/>
                      <a:gd name="T13" fmla="*/ 1 h 15"/>
                      <a:gd name="T14" fmla="*/ 0 w 7"/>
                      <a:gd name="T15" fmla="*/ 1 h 15"/>
                      <a:gd name="T16" fmla="*/ 0 w 7"/>
                      <a:gd name="T17" fmla="*/ 1 h 15"/>
                      <a:gd name="T18" fmla="*/ 0 w 7"/>
                      <a:gd name="T19" fmla="*/ 1 h 15"/>
                      <a:gd name="T20" fmla="*/ 0 w 7"/>
                      <a:gd name="T21" fmla="*/ 1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15"/>
                      <a:gd name="T35" fmla="*/ 7 w 7"/>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15">
                        <a:moveTo>
                          <a:pt x="7" y="15"/>
                        </a:moveTo>
                        <a:lnTo>
                          <a:pt x="5" y="12"/>
                        </a:lnTo>
                        <a:lnTo>
                          <a:pt x="5" y="8"/>
                        </a:lnTo>
                        <a:lnTo>
                          <a:pt x="4" y="4"/>
                        </a:lnTo>
                        <a:lnTo>
                          <a:pt x="2" y="0"/>
                        </a:lnTo>
                        <a:lnTo>
                          <a:pt x="0" y="2"/>
                        </a:lnTo>
                        <a:lnTo>
                          <a:pt x="2" y="4"/>
                        </a:lnTo>
                        <a:lnTo>
                          <a:pt x="3" y="8"/>
                        </a:lnTo>
                        <a:lnTo>
                          <a:pt x="3" y="12"/>
                        </a:lnTo>
                        <a:lnTo>
                          <a:pt x="4" y="15"/>
                        </a:lnTo>
                        <a:lnTo>
                          <a:pt x="7"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2" name="Freeform 597"/>
                  <p:cNvSpPr>
                    <a:spLocks/>
                  </p:cNvSpPr>
                  <p:nvPr/>
                </p:nvSpPr>
                <p:spPr bwMode="auto">
                  <a:xfrm>
                    <a:off x="4631" y="3602"/>
                    <a:ext cx="21" cy="11"/>
                  </a:xfrm>
                  <a:custGeom>
                    <a:avLst/>
                    <a:gdLst>
                      <a:gd name="T0" fmla="*/ 2 w 42"/>
                      <a:gd name="T1" fmla="*/ 1 h 21"/>
                      <a:gd name="T2" fmla="*/ 2 w 42"/>
                      <a:gd name="T3" fmla="*/ 1 h 21"/>
                      <a:gd name="T4" fmla="*/ 2 w 42"/>
                      <a:gd name="T5" fmla="*/ 1 h 21"/>
                      <a:gd name="T6" fmla="*/ 1 w 42"/>
                      <a:gd name="T7" fmla="*/ 1 h 21"/>
                      <a:gd name="T8" fmla="*/ 1 w 42"/>
                      <a:gd name="T9" fmla="*/ 1 h 21"/>
                      <a:gd name="T10" fmla="*/ 1 w 42"/>
                      <a:gd name="T11" fmla="*/ 1 h 21"/>
                      <a:gd name="T12" fmla="*/ 1 w 42"/>
                      <a:gd name="T13" fmla="*/ 1 h 21"/>
                      <a:gd name="T14" fmla="*/ 1 w 42"/>
                      <a:gd name="T15" fmla="*/ 1 h 21"/>
                      <a:gd name="T16" fmla="*/ 0 w 42"/>
                      <a:gd name="T17" fmla="*/ 1 h 21"/>
                      <a:gd name="T18" fmla="*/ 1 w 42"/>
                      <a:gd name="T19" fmla="*/ 1 h 21"/>
                      <a:gd name="T20" fmla="*/ 1 w 42"/>
                      <a:gd name="T21" fmla="*/ 1 h 21"/>
                      <a:gd name="T22" fmla="*/ 1 w 42"/>
                      <a:gd name="T23" fmla="*/ 1 h 21"/>
                      <a:gd name="T24" fmla="*/ 1 w 42"/>
                      <a:gd name="T25" fmla="*/ 1 h 21"/>
                      <a:gd name="T26" fmla="*/ 1 w 42"/>
                      <a:gd name="T27" fmla="*/ 1 h 21"/>
                      <a:gd name="T28" fmla="*/ 1 w 42"/>
                      <a:gd name="T29" fmla="*/ 1 h 21"/>
                      <a:gd name="T30" fmla="*/ 1 w 42"/>
                      <a:gd name="T31" fmla="*/ 1 h 21"/>
                      <a:gd name="T32" fmla="*/ 2 w 42"/>
                      <a:gd name="T33" fmla="*/ 1 h 21"/>
                      <a:gd name="T34" fmla="*/ 2 w 42"/>
                      <a:gd name="T35" fmla="*/ 1 h 21"/>
                      <a:gd name="T36" fmla="*/ 2 w 42"/>
                      <a:gd name="T37" fmla="*/ 1 h 21"/>
                      <a:gd name="T38" fmla="*/ 2 w 42"/>
                      <a:gd name="T39" fmla="*/ 1 h 21"/>
                      <a:gd name="T40" fmla="*/ 2 w 42"/>
                      <a:gd name="T41" fmla="*/ 0 h 21"/>
                      <a:gd name="T42" fmla="*/ 2 w 42"/>
                      <a:gd name="T43" fmla="*/ 0 h 21"/>
                      <a:gd name="T44" fmla="*/ 2 w 42"/>
                      <a:gd name="T45" fmla="*/ 1 h 21"/>
                      <a:gd name="T46" fmla="*/ 2 w 42"/>
                      <a:gd name="T47" fmla="*/ 1 h 21"/>
                      <a:gd name="T48" fmla="*/ 2 w 42"/>
                      <a:gd name="T49" fmla="*/ 1 h 21"/>
                      <a:gd name="T50" fmla="*/ 2 w 42"/>
                      <a:gd name="T51" fmla="*/ 1 h 2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2"/>
                      <a:gd name="T79" fmla="*/ 0 h 21"/>
                      <a:gd name="T80" fmla="*/ 42 w 42"/>
                      <a:gd name="T81" fmla="*/ 21 h 2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2" h="21">
                        <a:moveTo>
                          <a:pt x="40" y="16"/>
                        </a:moveTo>
                        <a:lnTo>
                          <a:pt x="37" y="17"/>
                        </a:lnTo>
                        <a:lnTo>
                          <a:pt x="34" y="19"/>
                        </a:lnTo>
                        <a:lnTo>
                          <a:pt x="31" y="19"/>
                        </a:lnTo>
                        <a:lnTo>
                          <a:pt x="27" y="20"/>
                        </a:lnTo>
                        <a:lnTo>
                          <a:pt x="20" y="20"/>
                        </a:lnTo>
                        <a:lnTo>
                          <a:pt x="18" y="21"/>
                        </a:lnTo>
                        <a:lnTo>
                          <a:pt x="14" y="21"/>
                        </a:lnTo>
                        <a:lnTo>
                          <a:pt x="0" y="20"/>
                        </a:lnTo>
                        <a:lnTo>
                          <a:pt x="4" y="20"/>
                        </a:lnTo>
                        <a:lnTo>
                          <a:pt x="5" y="19"/>
                        </a:lnTo>
                        <a:lnTo>
                          <a:pt x="20" y="19"/>
                        </a:lnTo>
                        <a:lnTo>
                          <a:pt x="23" y="17"/>
                        </a:lnTo>
                        <a:lnTo>
                          <a:pt x="26" y="17"/>
                        </a:lnTo>
                        <a:lnTo>
                          <a:pt x="29" y="16"/>
                        </a:lnTo>
                        <a:lnTo>
                          <a:pt x="32" y="16"/>
                        </a:lnTo>
                        <a:lnTo>
                          <a:pt x="34" y="14"/>
                        </a:lnTo>
                        <a:lnTo>
                          <a:pt x="34" y="6"/>
                        </a:lnTo>
                        <a:lnTo>
                          <a:pt x="35" y="4"/>
                        </a:lnTo>
                        <a:lnTo>
                          <a:pt x="36" y="3"/>
                        </a:lnTo>
                        <a:lnTo>
                          <a:pt x="37" y="0"/>
                        </a:lnTo>
                        <a:lnTo>
                          <a:pt x="40" y="0"/>
                        </a:lnTo>
                        <a:lnTo>
                          <a:pt x="41" y="4"/>
                        </a:lnTo>
                        <a:lnTo>
                          <a:pt x="42" y="8"/>
                        </a:lnTo>
                        <a:lnTo>
                          <a:pt x="41" y="11"/>
                        </a:lnTo>
                        <a:lnTo>
                          <a:pt x="40" y="16"/>
                        </a:lnTo>
                        <a:close/>
                      </a:path>
                    </a:pathLst>
                  </a:custGeom>
                  <a:solidFill>
                    <a:srgbClr val="8E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3" name="Freeform 598"/>
                  <p:cNvSpPr>
                    <a:spLocks/>
                  </p:cNvSpPr>
                  <p:nvPr/>
                </p:nvSpPr>
                <p:spPr bwMode="auto">
                  <a:xfrm>
                    <a:off x="4638" y="3609"/>
                    <a:ext cx="14" cy="4"/>
                  </a:xfrm>
                  <a:custGeom>
                    <a:avLst/>
                    <a:gdLst>
                      <a:gd name="T0" fmla="*/ 0 w 27"/>
                      <a:gd name="T1" fmla="*/ 1 h 7"/>
                      <a:gd name="T2" fmla="*/ 1 w 27"/>
                      <a:gd name="T3" fmla="*/ 1 h 7"/>
                      <a:gd name="T4" fmla="*/ 1 w 27"/>
                      <a:gd name="T5" fmla="*/ 1 h 7"/>
                      <a:gd name="T6" fmla="*/ 1 w 27"/>
                      <a:gd name="T7" fmla="*/ 1 h 7"/>
                      <a:gd name="T8" fmla="*/ 1 w 27"/>
                      <a:gd name="T9" fmla="*/ 1 h 7"/>
                      <a:gd name="T10" fmla="*/ 1 w 27"/>
                      <a:gd name="T11" fmla="*/ 1 h 7"/>
                      <a:gd name="T12" fmla="*/ 1 w 27"/>
                      <a:gd name="T13" fmla="*/ 1 h 7"/>
                      <a:gd name="T14" fmla="*/ 1 w 27"/>
                      <a:gd name="T15" fmla="*/ 1 h 7"/>
                      <a:gd name="T16" fmla="*/ 1 w 27"/>
                      <a:gd name="T17" fmla="*/ 0 h 7"/>
                      <a:gd name="T18" fmla="*/ 1 w 27"/>
                      <a:gd name="T19" fmla="*/ 1 h 7"/>
                      <a:gd name="T20" fmla="*/ 1 w 27"/>
                      <a:gd name="T21" fmla="*/ 1 h 7"/>
                      <a:gd name="T22" fmla="*/ 1 w 27"/>
                      <a:gd name="T23" fmla="*/ 1 h 7"/>
                      <a:gd name="T24" fmla="*/ 1 w 27"/>
                      <a:gd name="T25" fmla="*/ 1 h 7"/>
                      <a:gd name="T26" fmla="*/ 1 w 27"/>
                      <a:gd name="T27" fmla="*/ 1 h 7"/>
                      <a:gd name="T28" fmla="*/ 0 w 27"/>
                      <a:gd name="T29" fmla="*/ 1 h 7"/>
                      <a:gd name="T30" fmla="*/ 0 w 27"/>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
                      <a:gd name="T49" fmla="*/ 0 h 7"/>
                      <a:gd name="T50" fmla="*/ 27 w 27"/>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 h="7">
                        <a:moveTo>
                          <a:pt x="0" y="7"/>
                        </a:moveTo>
                        <a:lnTo>
                          <a:pt x="4" y="7"/>
                        </a:lnTo>
                        <a:lnTo>
                          <a:pt x="6" y="6"/>
                        </a:lnTo>
                        <a:lnTo>
                          <a:pt x="13" y="6"/>
                        </a:lnTo>
                        <a:lnTo>
                          <a:pt x="17" y="5"/>
                        </a:lnTo>
                        <a:lnTo>
                          <a:pt x="21" y="5"/>
                        </a:lnTo>
                        <a:lnTo>
                          <a:pt x="23" y="4"/>
                        </a:lnTo>
                        <a:lnTo>
                          <a:pt x="27" y="2"/>
                        </a:lnTo>
                        <a:lnTo>
                          <a:pt x="26" y="0"/>
                        </a:lnTo>
                        <a:lnTo>
                          <a:pt x="22" y="1"/>
                        </a:lnTo>
                        <a:lnTo>
                          <a:pt x="20" y="2"/>
                        </a:lnTo>
                        <a:lnTo>
                          <a:pt x="16" y="4"/>
                        </a:lnTo>
                        <a:lnTo>
                          <a:pt x="6" y="4"/>
                        </a:lnTo>
                        <a:lnTo>
                          <a:pt x="4"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4" name="Freeform 599"/>
                  <p:cNvSpPr>
                    <a:spLocks/>
                  </p:cNvSpPr>
                  <p:nvPr/>
                </p:nvSpPr>
                <p:spPr bwMode="auto">
                  <a:xfrm>
                    <a:off x="4626" y="3611"/>
                    <a:ext cx="12" cy="2"/>
                  </a:xfrm>
                  <a:custGeom>
                    <a:avLst/>
                    <a:gdLst>
                      <a:gd name="T0" fmla="*/ 1 w 23"/>
                      <a:gd name="T1" fmla="*/ 0 h 3"/>
                      <a:gd name="T2" fmla="*/ 1 w 23"/>
                      <a:gd name="T3" fmla="*/ 1 h 3"/>
                      <a:gd name="T4" fmla="*/ 1 w 23"/>
                      <a:gd name="T5" fmla="*/ 1 h 3"/>
                      <a:gd name="T6" fmla="*/ 1 w 23"/>
                      <a:gd name="T7" fmla="*/ 1 h 3"/>
                      <a:gd name="T8" fmla="*/ 1 w 23"/>
                      <a:gd name="T9" fmla="*/ 0 h 3"/>
                      <a:gd name="T10" fmla="*/ 1 w 23"/>
                      <a:gd name="T11" fmla="*/ 1 h 3"/>
                      <a:gd name="T12" fmla="*/ 1 w 23"/>
                      <a:gd name="T13" fmla="*/ 0 h 3"/>
                      <a:gd name="T14" fmla="*/ 0 w 23"/>
                      <a:gd name="T15" fmla="*/ 1 h 3"/>
                      <a:gd name="T16" fmla="*/ 1 w 23"/>
                      <a:gd name="T17" fmla="*/ 1 h 3"/>
                      <a:gd name="T18" fmla="*/ 1 w 23"/>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
                      <a:gd name="T31" fmla="*/ 0 h 3"/>
                      <a:gd name="T32" fmla="*/ 23 w 2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 h="3">
                        <a:moveTo>
                          <a:pt x="9" y="0"/>
                        </a:moveTo>
                        <a:lnTo>
                          <a:pt x="9" y="2"/>
                        </a:lnTo>
                        <a:lnTo>
                          <a:pt x="23" y="3"/>
                        </a:lnTo>
                        <a:lnTo>
                          <a:pt x="23" y="1"/>
                        </a:lnTo>
                        <a:lnTo>
                          <a:pt x="9" y="0"/>
                        </a:lnTo>
                        <a:lnTo>
                          <a:pt x="9" y="2"/>
                        </a:lnTo>
                        <a:lnTo>
                          <a:pt x="9" y="0"/>
                        </a:lnTo>
                        <a:lnTo>
                          <a:pt x="0" y="2"/>
                        </a:lnTo>
                        <a:lnTo>
                          <a:pt x="9" y="2"/>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5" name="Freeform 600"/>
                  <p:cNvSpPr>
                    <a:spLocks/>
                  </p:cNvSpPr>
                  <p:nvPr/>
                </p:nvSpPr>
                <p:spPr bwMode="auto">
                  <a:xfrm>
                    <a:off x="4631" y="3609"/>
                    <a:ext cx="17" cy="4"/>
                  </a:xfrm>
                  <a:custGeom>
                    <a:avLst/>
                    <a:gdLst>
                      <a:gd name="T0" fmla="*/ 1 w 34"/>
                      <a:gd name="T1" fmla="*/ 0 h 6"/>
                      <a:gd name="T2" fmla="*/ 1 w 34"/>
                      <a:gd name="T3" fmla="*/ 0 h 6"/>
                      <a:gd name="T4" fmla="*/ 1 w 34"/>
                      <a:gd name="T5" fmla="*/ 0 h 6"/>
                      <a:gd name="T6" fmla="*/ 1 w 34"/>
                      <a:gd name="T7" fmla="*/ 1 h 6"/>
                      <a:gd name="T8" fmla="*/ 1 w 34"/>
                      <a:gd name="T9" fmla="*/ 1 h 6"/>
                      <a:gd name="T10" fmla="*/ 1 w 34"/>
                      <a:gd name="T11" fmla="*/ 1 h 6"/>
                      <a:gd name="T12" fmla="*/ 1 w 34"/>
                      <a:gd name="T13" fmla="*/ 1 h 6"/>
                      <a:gd name="T14" fmla="*/ 1 w 34"/>
                      <a:gd name="T15" fmla="*/ 1 h 6"/>
                      <a:gd name="T16" fmla="*/ 0 w 34"/>
                      <a:gd name="T17" fmla="*/ 1 h 6"/>
                      <a:gd name="T18" fmla="*/ 0 w 34"/>
                      <a:gd name="T19" fmla="*/ 1 h 6"/>
                      <a:gd name="T20" fmla="*/ 1 w 34"/>
                      <a:gd name="T21" fmla="*/ 1 h 6"/>
                      <a:gd name="T22" fmla="*/ 1 w 34"/>
                      <a:gd name="T23" fmla="*/ 1 h 6"/>
                      <a:gd name="T24" fmla="*/ 1 w 34"/>
                      <a:gd name="T25" fmla="*/ 1 h 6"/>
                      <a:gd name="T26" fmla="*/ 1 w 34"/>
                      <a:gd name="T27" fmla="*/ 1 h 6"/>
                      <a:gd name="T28" fmla="*/ 1 w 34"/>
                      <a:gd name="T29" fmla="*/ 1 h 6"/>
                      <a:gd name="T30" fmla="*/ 1 w 34"/>
                      <a:gd name="T31" fmla="*/ 1 h 6"/>
                      <a:gd name="T32" fmla="*/ 1 w 34"/>
                      <a:gd name="T33" fmla="*/ 1 h 6"/>
                      <a:gd name="T34" fmla="*/ 1 w 34"/>
                      <a:gd name="T35" fmla="*/ 1 h 6"/>
                      <a:gd name="T36" fmla="*/ 1 w 34"/>
                      <a:gd name="T37" fmla="*/ 1 h 6"/>
                      <a:gd name="T38" fmla="*/ 1 w 34"/>
                      <a:gd name="T39" fmla="*/ 1 h 6"/>
                      <a:gd name="T40" fmla="*/ 1 w 34"/>
                      <a:gd name="T41" fmla="*/ 0 h 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4"/>
                      <a:gd name="T64" fmla="*/ 0 h 6"/>
                      <a:gd name="T65" fmla="*/ 34 w 34"/>
                      <a:gd name="T66" fmla="*/ 6 h 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4" h="6">
                        <a:moveTo>
                          <a:pt x="31" y="0"/>
                        </a:moveTo>
                        <a:lnTo>
                          <a:pt x="32" y="0"/>
                        </a:lnTo>
                        <a:lnTo>
                          <a:pt x="29" y="0"/>
                        </a:lnTo>
                        <a:lnTo>
                          <a:pt x="26" y="1"/>
                        </a:lnTo>
                        <a:lnTo>
                          <a:pt x="23" y="1"/>
                        </a:lnTo>
                        <a:lnTo>
                          <a:pt x="20" y="2"/>
                        </a:lnTo>
                        <a:lnTo>
                          <a:pt x="9" y="2"/>
                        </a:lnTo>
                        <a:lnTo>
                          <a:pt x="8" y="4"/>
                        </a:lnTo>
                        <a:lnTo>
                          <a:pt x="0" y="4"/>
                        </a:lnTo>
                        <a:lnTo>
                          <a:pt x="0" y="6"/>
                        </a:lnTo>
                        <a:lnTo>
                          <a:pt x="4" y="6"/>
                        </a:lnTo>
                        <a:lnTo>
                          <a:pt x="5" y="5"/>
                        </a:lnTo>
                        <a:lnTo>
                          <a:pt x="16" y="5"/>
                        </a:lnTo>
                        <a:lnTo>
                          <a:pt x="18" y="4"/>
                        </a:lnTo>
                        <a:lnTo>
                          <a:pt x="27" y="4"/>
                        </a:lnTo>
                        <a:lnTo>
                          <a:pt x="29" y="2"/>
                        </a:lnTo>
                        <a:lnTo>
                          <a:pt x="32" y="2"/>
                        </a:lnTo>
                        <a:lnTo>
                          <a:pt x="34" y="1"/>
                        </a:lnTo>
                        <a:lnTo>
                          <a:pt x="32" y="2"/>
                        </a:lnTo>
                        <a:lnTo>
                          <a:pt x="34" y="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6" name="Freeform 601"/>
                  <p:cNvSpPr>
                    <a:spLocks/>
                  </p:cNvSpPr>
                  <p:nvPr/>
                </p:nvSpPr>
                <p:spPr bwMode="auto">
                  <a:xfrm>
                    <a:off x="4647" y="3601"/>
                    <a:ext cx="4" cy="9"/>
                  </a:xfrm>
                  <a:custGeom>
                    <a:avLst/>
                    <a:gdLst>
                      <a:gd name="T0" fmla="*/ 0 w 9"/>
                      <a:gd name="T1" fmla="*/ 1 h 18"/>
                      <a:gd name="T2" fmla="*/ 0 w 9"/>
                      <a:gd name="T3" fmla="*/ 1 h 18"/>
                      <a:gd name="T4" fmla="*/ 0 w 9"/>
                      <a:gd name="T5" fmla="*/ 1 h 18"/>
                      <a:gd name="T6" fmla="*/ 0 w 9"/>
                      <a:gd name="T7" fmla="*/ 1 h 18"/>
                      <a:gd name="T8" fmla="*/ 0 w 9"/>
                      <a:gd name="T9" fmla="*/ 1 h 18"/>
                      <a:gd name="T10" fmla="*/ 0 w 9"/>
                      <a:gd name="T11" fmla="*/ 1 h 18"/>
                      <a:gd name="T12" fmla="*/ 0 w 9"/>
                      <a:gd name="T13" fmla="*/ 1 h 18"/>
                      <a:gd name="T14" fmla="*/ 0 w 9"/>
                      <a:gd name="T15" fmla="*/ 1 h 18"/>
                      <a:gd name="T16" fmla="*/ 0 w 9"/>
                      <a:gd name="T17" fmla="*/ 1 h 18"/>
                      <a:gd name="T18" fmla="*/ 0 w 9"/>
                      <a:gd name="T19" fmla="*/ 1 h 18"/>
                      <a:gd name="T20" fmla="*/ 0 w 9"/>
                      <a:gd name="T21" fmla="*/ 1 h 18"/>
                      <a:gd name="T22" fmla="*/ 0 w 9"/>
                      <a:gd name="T23" fmla="*/ 1 h 18"/>
                      <a:gd name="T24" fmla="*/ 0 w 9"/>
                      <a:gd name="T25" fmla="*/ 1 h 18"/>
                      <a:gd name="T26" fmla="*/ 0 w 9"/>
                      <a:gd name="T27" fmla="*/ 1 h 18"/>
                      <a:gd name="T28" fmla="*/ 0 w 9"/>
                      <a:gd name="T29" fmla="*/ 1 h 18"/>
                      <a:gd name="T30" fmla="*/ 0 w 9"/>
                      <a:gd name="T31" fmla="*/ 1 h 18"/>
                      <a:gd name="T32" fmla="*/ 0 w 9"/>
                      <a:gd name="T33" fmla="*/ 0 h 18"/>
                      <a:gd name="T34" fmla="*/ 0 w 9"/>
                      <a:gd name="T35" fmla="*/ 1 h 18"/>
                      <a:gd name="T36" fmla="*/ 0 w 9"/>
                      <a:gd name="T37" fmla="*/ 1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18"/>
                      <a:gd name="T59" fmla="*/ 9 w 9"/>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18">
                        <a:moveTo>
                          <a:pt x="9" y="1"/>
                        </a:moveTo>
                        <a:lnTo>
                          <a:pt x="5" y="1"/>
                        </a:lnTo>
                        <a:lnTo>
                          <a:pt x="4" y="3"/>
                        </a:lnTo>
                        <a:lnTo>
                          <a:pt x="3" y="6"/>
                        </a:lnTo>
                        <a:lnTo>
                          <a:pt x="1" y="8"/>
                        </a:lnTo>
                        <a:lnTo>
                          <a:pt x="1" y="15"/>
                        </a:lnTo>
                        <a:lnTo>
                          <a:pt x="0" y="17"/>
                        </a:lnTo>
                        <a:lnTo>
                          <a:pt x="3" y="18"/>
                        </a:lnTo>
                        <a:lnTo>
                          <a:pt x="4" y="16"/>
                        </a:lnTo>
                        <a:lnTo>
                          <a:pt x="4" y="8"/>
                        </a:lnTo>
                        <a:lnTo>
                          <a:pt x="5" y="7"/>
                        </a:lnTo>
                        <a:lnTo>
                          <a:pt x="5" y="5"/>
                        </a:lnTo>
                        <a:lnTo>
                          <a:pt x="6" y="3"/>
                        </a:lnTo>
                        <a:lnTo>
                          <a:pt x="9" y="3"/>
                        </a:lnTo>
                        <a:lnTo>
                          <a:pt x="8" y="2"/>
                        </a:lnTo>
                        <a:lnTo>
                          <a:pt x="9" y="1"/>
                        </a:lnTo>
                        <a:lnTo>
                          <a:pt x="9" y="0"/>
                        </a:lnTo>
                        <a:lnTo>
                          <a:pt x="8" y="1"/>
                        </a:lnTo>
                        <a:lnTo>
                          <a:pt x="9"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7" name="Freeform 602"/>
                  <p:cNvSpPr>
                    <a:spLocks/>
                  </p:cNvSpPr>
                  <p:nvPr/>
                </p:nvSpPr>
                <p:spPr bwMode="auto">
                  <a:xfrm>
                    <a:off x="4650" y="3601"/>
                    <a:ext cx="2" cy="10"/>
                  </a:xfrm>
                  <a:custGeom>
                    <a:avLst/>
                    <a:gdLst>
                      <a:gd name="T0" fmla="*/ 1 w 3"/>
                      <a:gd name="T1" fmla="*/ 1 h 18"/>
                      <a:gd name="T2" fmla="*/ 1 w 3"/>
                      <a:gd name="T3" fmla="*/ 1 h 18"/>
                      <a:gd name="T4" fmla="*/ 1 w 3"/>
                      <a:gd name="T5" fmla="*/ 1 h 18"/>
                      <a:gd name="T6" fmla="*/ 1 w 3"/>
                      <a:gd name="T7" fmla="*/ 0 h 18"/>
                      <a:gd name="T8" fmla="*/ 0 w 3"/>
                      <a:gd name="T9" fmla="*/ 1 h 18"/>
                      <a:gd name="T10" fmla="*/ 1 w 3"/>
                      <a:gd name="T11" fmla="*/ 1 h 18"/>
                      <a:gd name="T12" fmla="*/ 1 w 3"/>
                      <a:gd name="T13" fmla="*/ 1 h 18"/>
                      <a:gd name="T14" fmla="*/ 1 w 3"/>
                      <a:gd name="T15" fmla="*/ 1 h 18"/>
                      <a:gd name="T16" fmla="*/ 0 w 3"/>
                      <a:gd name="T17" fmla="*/ 1 h 18"/>
                      <a:gd name="T18" fmla="*/ 1 w 3"/>
                      <a:gd name="T19" fmla="*/ 1 h 18"/>
                      <a:gd name="T20" fmla="*/ 1 w 3"/>
                      <a:gd name="T21" fmla="*/ 1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18"/>
                      <a:gd name="T35" fmla="*/ 3 w 3"/>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18">
                        <a:moveTo>
                          <a:pt x="2" y="18"/>
                        </a:moveTo>
                        <a:lnTo>
                          <a:pt x="3" y="14"/>
                        </a:lnTo>
                        <a:lnTo>
                          <a:pt x="3" y="5"/>
                        </a:lnTo>
                        <a:lnTo>
                          <a:pt x="1" y="0"/>
                        </a:lnTo>
                        <a:lnTo>
                          <a:pt x="0" y="1"/>
                        </a:lnTo>
                        <a:lnTo>
                          <a:pt x="1" y="5"/>
                        </a:lnTo>
                        <a:lnTo>
                          <a:pt x="2" y="9"/>
                        </a:lnTo>
                        <a:lnTo>
                          <a:pt x="1" y="12"/>
                        </a:lnTo>
                        <a:lnTo>
                          <a:pt x="0" y="17"/>
                        </a:lnTo>
                        <a:lnTo>
                          <a:pt x="1" y="16"/>
                        </a:lnTo>
                        <a:lnTo>
                          <a:pt x="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8" name="Freeform 603"/>
                  <p:cNvSpPr>
                    <a:spLocks/>
                  </p:cNvSpPr>
                  <p:nvPr/>
                </p:nvSpPr>
                <p:spPr bwMode="auto">
                  <a:xfrm>
                    <a:off x="4391" y="3605"/>
                    <a:ext cx="5" cy="14"/>
                  </a:xfrm>
                  <a:custGeom>
                    <a:avLst/>
                    <a:gdLst>
                      <a:gd name="T0" fmla="*/ 1 w 10"/>
                      <a:gd name="T1" fmla="*/ 1 h 28"/>
                      <a:gd name="T2" fmla="*/ 1 w 10"/>
                      <a:gd name="T3" fmla="*/ 1 h 28"/>
                      <a:gd name="T4" fmla="*/ 1 w 10"/>
                      <a:gd name="T5" fmla="*/ 1 h 28"/>
                      <a:gd name="T6" fmla="*/ 1 w 10"/>
                      <a:gd name="T7" fmla="*/ 1 h 28"/>
                      <a:gd name="T8" fmla="*/ 1 w 10"/>
                      <a:gd name="T9" fmla="*/ 1 h 28"/>
                      <a:gd name="T10" fmla="*/ 1 w 10"/>
                      <a:gd name="T11" fmla="*/ 1 h 28"/>
                      <a:gd name="T12" fmla="*/ 1 w 10"/>
                      <a:gd name="T13" fmla="*/ 1 h 28"/>
                      <a:gd name="T14" fmla="*/ 1 w 10"/>
                      <a:gd name="T15" fmla="*/ 1 h 28"/>
                      <a:gd name="T16" fmla="*/ 1 w 10"/>
                      <a:gd name="T17" fmla="*/ 1 h 28"/>
                      <a:gd name="T18" fmla="*/ 1 w 10"/>
                      <a:gd name="T19" fmla="*/ 1 h 28"/>
                      <a:gd name="T20" fmla="*/ 0 w 10"/>
                      <a:gd name="T21" fmla="*/ 1 h 28"/>
                      <a:gd name="T22" fmla="*/ 1 w 10"/>
                      <a:gd name="T23" fmla="*/ 1 h 28"/>
                      <a:gd name="T24" fmla="*/ 1 w 10"/>
                      <a:gd name="T25" fmla="*/ 1 h 28"/>
                      <a:gd name="T26" fmla="*/ 1 w 10"/>
                      <a:gd name="T27" fmla="*/ 1 h 28"/>
                      <a:gd name="T28" fmla="*/ 1 w 10"/>
                      <a:gd name="T29" fmla="*/ 0 h 28"/>
                      <a:gd name="T30" fmla="*/ 1 w 10"/>
                      <a:gd name="T31" fmla="*/ 0 h 28"/>
                      <a:gd name="T32" fmla="*/ 1 w 10"/>
                      <a:gd name="T33" fmla="*/ 1 h 28"/>
                      <a:gd name="T34" fmla="*/ 1 w 10"/>
                      <a:gd name="T35" fmla="*/ 1 h 28"/>
                      <a:gd name="T36" fmla="*/ 1 w 10"/>
                      <a:gd name="T37" fmla="*/ 1 h 28"/>
                      <a:gd name="T38" fmla="*/ 1 w 10"/>
                      <a:gd name="T39" fmla="*/ 1 h 2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
                      <a:gd name="T61" fmla="*/ 0 h 28"/>
                      <a:gd name="T62" fmla="*/ 10 w 10"/>
                      <a:gd name="T63" fmla="*/ 28 h 2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 h="28">
                        <a:moveTo>
                          <a:pt x="10" y="6"/>
                        </a:moveTo>
                        <a:lnTo>
                          <a:pt x="10" y="17"/>
                        </a:lnTo>
                        <a:lnTo>
                          <a:pt x="9" y="24"/>
                        </a:lnTo>
                        <a:lnTo>
                          <a:pt x="7" y="28"/>
                        </a:lnTo>
                        <a:lnTo>
                          <a:pt x="6" y="28"/>
                        </a:lnTo>
                        <a:lnTo>
                          <a:pt x="4" y="27"/>
                        </a:lnTo>
                        <a:lnTo>
                          <a:pt x="2" y="26"/>
                        </a:lnTo>
                        <a:lnTo>
                          <a:pt x="2" y="24"/>
                        </a:lnTo>
                        <a:lnTo>
                          <a:pt x="1" y="22"/>
                        </a:lnTo>
                        <a:lnTo>
                          <a:pt x="1" y="21"/>
                        </a:lnTo>
                        <a:lnTo>
                          <a:pt x="0" y="20"/>
                        </a:lnTo>
                        <a:lnTo>
                          <a:pt x="1" y="15"/>
                        </a:lnTo>
                        <a:lnTo>
                          <a:pt x="1" y="10"/>
                        </a:lnTo>
                        <a:lnTo>
                          <a:pt x="2" y="5"/>
                        </a:lnTo>
                        <a:lnTo>
                          <a:pt x="4" y="0"/>
                        </a:lnTo>
                        <a:lnTo>
                          <a:pt x="7" y="0"/>
                        </a:lnTo>
                        <a:lnTo>
                          <a:pt x="9" y="1"/>
                        </a:lnTo>
                        <a:lnTo>
                          <a:pt x="9" y="4"/>
                        </a:lnTo>
                        <a:lnTo>
                          <a:pt x="10" y="5"/>
                        </a:ln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89" name="Freeform 604"/>
                  <p:cNvSpPr>
                    <a:spLocks/>
                  </p:cNvSpPr>
                  <p:nvPr/>
                </p:nvSpPr>
                <p:spPr bwMode="auto">
                  <a:xfrm>
                    <a:off x="4394" y="3608"/>
                    <a:ext cx="3" cy="11"/>
                  </a:xfrm>
                  <a:custGeom>
                    <a:avLst/>
                    <a:gdLst>
                      <a:gd name="T0" fmla="*/ 1 w 5"/>
                      <a:gd name="T1" fmla="*/ 0 h 24"/>
                      <a:gd name="T2" fmla="*/ 1 w 5"/>
                      <a:gd name="T3" fmla="*/ 0 h 24"/>
                      <a:gd name="T4" fmla="*/ 1 w 5"/>
                      <a:gd name="T5" fmla="*/ 0 h 24"/>
                      <a:gd name="T6" fmla="*/ 1 w 5"/>
                      <a:gd name="T7" fmla="*/ 0 h 24"/>
                      <a:gd name="T8" fmla="*/ 1 w 5"/>
                      <a:gd name="T9" fmla="*/ 0 h 24"/>
                      <a:gd name="T10" fmla="*/ 1 w 5"/>
                      <a:gd name="T11" fmla="*/ 0 h 24"/>
                      <a:gd name="T12" fmla="*/ 1 w 5"/>
                      <a:gd name="T13" fmla="*/ 0 h 24"/>
                      <a:gd name="T14" fmla="*/ 1 w 5"/>
                      <a:gd name="T15" fmla="*/ 0 h 24"/>
                      <a:gd name="T16" fmla="*/ 0 w 5"/>
                      <a:gd name="T17" fmla="*/ 0 h 24"/>
                      <a:gd name="T18" fmla="*/ 1 w 5"/>
                      <a:gd name="T19" fmla="*/ 0 h 24"/>
                      <a:gd name="T20" fmla="*/ 1 w 5"/>
                      <a:gd name="T21" fmla="*/ 0 h 24"/>
                      <a:gd name="T22" fmla="*/ 1 w 5"/>
                      <a:gd name="T23" fmla="*/ 0 h 24"/>
                      <a:gd name="T24" fmla="*/ 1 w 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24"/>
                      <a:gd name="T41" fmla="*/ 5 w 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24">
                        <a:moveTo>
                          <a:pt x="1" y="24"/>
                        </a:moveTo>
                        <a:lnTo>
                          <a:pt x="3" y="22"/>
                        </a:lnTo>
                        <a:lnTo>
                          <a:pt x="4" y="18"/>
                        </a:lnTo>
                        <a:lnTo>
                          <a:pt x="5" y="11"/>
                        </a:lnTo>
                        <a:lnTo>
                          <a:pt x="5" y="0"/>
                        </a:lnTo>
                        <a:lnTo>
                          <a:pt x="3" y="0"/>
                        </a:lnTo>
                        <a:lnTo>
                          <a:pt x="3" y="11"/>
                        </a:lnTo>
                        <a:lnTo>
                          <a:pt x="1" y="16"/>
                        </a:lnTo>
                        <a:lnTo>
                          <a:pt x="0" y="21"/>
                        </a:lnTo>
                        <a:lnTo>
                          <a:pt x="1" y="21"/>
                        </a:lnTo>
                        <a:lnTo>
                          <a:pt x="1" y="24"/>
                        </a:lnTo>
                        <a:lnTo>
                          <a:pt x="3" y="22"/>
                        </a:lnTo>
                        <a:lnTo>
                          <a:pt x="1"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0" name="Freeform 605"/>
                  <p:cNvSpPr>
                    <a:spLocks/>
                  </p:cNvSpPr>
                  <p:nvPr/>
                </p:nvSpPr>
                <p:spPr bwMode="auto">
                  <a:xfrm>
                    <a:off x="4391" y="3614"/>
                    <a:ext cx="4" cy="5"/>
                  </a:xfrm>
                  <a:custGeom>
                    <a:avLst/>
                    <a:gdLst>
                      <a:gd name="T0" fmla="*/ 0 w 7"/>
                      <a:gd name="T1" fmla="*/ 0 h 11"/>
                      <a:gd name="T2" fmla="*/ 0 w 7"/>
                      <a:gd name="T3" fmla="*/ 0 h 11"/>
                      <a:gd name="T4" fmla="*/ 1 w 7"/>
                      <a:gd name="T5" fmla="*/ 0 h 11"/>
                      <a:gd name="T6" fmla="*/ 1 w 7"/>
                      <a:gd name="T7" fmla="*/ 0 h 11"/>
                      <a:gd name="T8" fmla="*/ 1 w 7"/>
                      <a:gd name="T9" fmla="*/ 0 h 11"/>
                      <a:gd name="T10" fmla="*/ 1 w 7"/>
                      <a:gd name="T11" fmla="*/ 0 h 11"/>
                      <a:gd name="T12" fmla="*/ 1 w 7"/>
                      <a:gd name="T13" fmla="*/ 0 h 11"/>
                      <a:gd name="T14" fmla="*/ 1 w 7"/>
                      <a:gd name="T15" fmla="*/ 0 h 11"/>
                      <a:gd name="T16" fmla="*/ 1 w 7"/>
                      <a:gd name="T17" fmla="*/ 0 h 11"/>
                      <a:gd name="T18" fmla="*/ 1 w 7"/>
                      <a:gd name="T19" fmla="*/ 0 h 11"/>
                      <a:gd name="T20" fmla="*/ 1 w 7"/>
                      <a:gd name="T21" fmla="*/ 0 h 11"/>
                      <a:gd name="T22" fmla="*/ 1 w 7"/>
                      <a:gd name="T23" fmla="*/ 0 h 11"/>
                      <a:gd name="T24" fmla="*/ 1 w 7"/>
                      <a:gd name="T25" fmla="*/ 0 h 11"/>
                      <a:gd name="T26" fmla="*/ 1 w 7"/>
                      <a:gd name="T27" fmla="*/ 0 h 11"/>
                      <a:gd name="T28" fmla="*/ 1 w 7"/>
                      <a:gd name="T29" fmla="*/ 0 h 11"/>
                      <a:gd name="T30" fmla="*/ 1 w 7"/>
                      <a:gd name="T31" fmla="*/ 0 h 11"/>
                      <a:gd name="T32" fmla="*/ 0 w 7"/>
                      <a:gd name="T33" fmla="*/ 0 h 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
                      <a:gd name="T52" fmla="*/ 0 h 11"/>
                      <a:gd name="T53" fmla="*/ 7 w 7"/>
                      <a:gd name="T54" fmla="*/ 11 h 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 h="11">
                        <a:moveTo>
                          <a:pt x="0" y="1"/>
                        </a:moveTo>
                        <a:lnTo>
                          <a:pt x="0" y="3"/>
                        </a:lnTo>
                        <a:lnTo>
                          <a:pt x="1" y="6"/>
                        </a:lnTo>
                        <a:lnTo>
                          <a:pt x="1" y="7"/>
                        </a:lnTo>
                        <a:lnTo>
                          <a:pt x="4" y="9"/>
                        </a:lnTo>
                        <a:lnTo>
                          <a:pt x="6" y="11"/>
                        </a:lnTo>
                        <a:lnTo>
                          <a:pt x="7" y="11"/>
                        </a:lnTo>
                        <a:lnTo>
                          <a:pt x="7" y="8"/>
                        </a:lnTo>
                        <a:lnTo>
                          <a:pt x="5" y="8"/>
                        </a:lnTo>
                        <a:lnTo>
                          <a:pt x="5" y="7"/>
                        </a:lnTo>
                        <a:lnTo>
                          <a:pt x="4" y="6"/>
                        </a:lnTo>
                        <a:lnTo>
                          <a:pt x="4" y="5"/>
                        </a:lnTo>
                        <a:lnTo>
                          <a:pt x="2" y="3"/>
                        </a:lnTo>
                        <a:lnTo>
                          <a:pt x="2" y="1"/>
                        </a:lnTo>
                        <a:lnTo>
                          <a:pt x="1" y="0"/>
                        </a:lnTo>
                        <a:lnTo>
                          <a:pt x="1" y="1"/>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1" name="Freeform 606"/>
                  <p:cNvSpPr>
                    <a:spLocks/>
                  </p:cNvSpPr>
                  <p:nvPr/>
                </p:nvSpPr>
                <p:spPr bwMode="auto">
                  <a:xfrm>
                    <a:off x="4391" y="3604"/>
                    <a:ext cx="2" cy="10"/>
                  </a:xfrm>
                  <a:custGeom>
                    <a:avLst/>
                    <a:gdLst>
                      <a:gd name="T0" fmla="*/ 0 w 5"/>
                      <a:gd name="T1" fmla="*/ 0 h 21"/>
                      <a:gd name="T2" fmla="*/ 0 w 5"/>
                      <a:gd name="T3" fmla="*/ 0 h 21"/>
                      <a:gd name="T4" fmla="*/ 0 w 5"/>
                      <a:gd name="T5" fmla="*/ 0 h 21"/>
                      <a:gd name="T6" fmla="*/ 0 w 5"/>
                      <a:gd name="T7" fmla="*/ 0 h 21"/>
                      <a:gd name="T8" fmla="*/ 0 w 5"/>
                      <a:gd name="T9" fmla="*/ 0 h 21"/>
                      <a:gd name="T10" fmla="*/ 0 w 5"/>
                      <a:gd name="T11" fmla="*/ 0 h 21"/>
                      <a:gd name="T12" fmla="*/ 0 w 5"/>
                      <a:gd name="T13" fmla="*/ 0 h 21"/>
                      <a:gd name="T14" fmla="*/ 0 w 5"/>
                      <a:gd name="T15" fmla="*/ 0 h 21"/>
                      <a:gd name="T16" fmla="*/ 0 w 5"/>
                      <a:gd name="T17" fmla="*/ 0 h 21"/>
                      <a:gd name="T18" fmla="*/ 0 w 5"/>
                      <a:gd name="T19" fmla="*/ 0 h 21"/>
                      <a:gd name="T20" fmla="*/ 0 w 5"/>
                      <a:gd name="T21" fmla="*/ 0 h 21"/>
                      <a:gd name="T22" fmla="*/ 0 w 5"/>
                      <a:gd name="T23" fmla="*/ 0 h 21"/>
                      <a:gd name="T24" fmla="*/ 0 w 5"/>
                      <a:gd name="T25" fmla="*/ 0 h 21"/>
                      <a:gd name="T26" fmla="*/ 0 w 5"/>
                      <a:gd name="T27" fmla="*/ 0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21"/>
                      <a:gd name="T44" fmla="*/ 5 w 5"/>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21">
                        <a:moveTo>
                          <a:pt x="4" y="0"/>
                        </a:moveTo>
                        <a:lnTo>
                          <a:pt x="2" y="1"/>
                        </a:lnTo>
                        <a:lnTo>
                          <a:pt x="1" y="5"/>
                        </a:lnTo>
                        <a:lnTo>
                          <a:pt x="0" y="11"/>
                        </a:lnTo>
                        <a:lnTo>
                          <a:pt x="0" y="21"/>
                        </a:lnTo>
                        <a:lnTo>
                          <a:pt x="1" y="21"/>
                        </a:lnTo>
                        <a:lnTo>
                          <a:pt x="2" y="16"/>
                        </a:lnTo>
                        <a:lnTo>
                          <a:pt x="2" y="11"/>
                        </a:lnTo>
                        <a:lnTo>
                          <a:pt x="4" y="6"/>
                        </a:lnTo>
                        <a:lnTo>
                          <a:pt x="5" y="1"/>
                        </a:lnTo>
                        <a:lnTo>
                          <a:pt x="4" y="2"/>
                        </a:lnTo>
                        <a:lnTo>
                          <a:pt x="4" y="0"/>
                        </a:lnTo>
                        <a:lnTo>
                          <a:pt x="2"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2" name="Freeform 607"/>
                  <p:cNvSpPr>
                    <a:spLocks/>
                  </p:cNvSpPr>
                  <p:nvPr/>
                </p:nvSpPr>
                <p:spPr bwMode="auto">
                  <a:xfrm>
                    <a:off x="4393" y="3604"/>
                    <a:ext cx="4" cy="4"/>
                  </a:xfrm>
                  <a:custGeom>
                    <a:avLst/>
                    <a:gdLst>
                      <a:gd name="T0" fmla="*/ 1 w 7"/>
                      <a:gd name="T1" fmla="*/ 1 h 7"/>
                      <a:gd name="T2" fmla="*/ 1 w 7"/>
                      <a:gd name="T3" fmla="*/ 1 h 7"/>
                      <a:gd name="T4" fmla="*/ 1 w 7"/>
                      <a:gd name="T5" fmla="*/ 1 h 7"/>
                      <a:gd name="T6" fmla="*/ 1 w 7"/>
                      <a:gd name="T7" fmla="*/ 1 h 7"/>
                      <a:gd name="T8" fmla="*/ 1 w 7"/>
                      <a:gd name="T9" fmla="*/ 1 h 7"/>
                      <a:gd name="T10" fmla="*/ 1 w 7"/>
                      <a:gd name="T11" fmla="*/ 1 h 7"/>
                      <a:gd name="T12" fmla="*/ 1 w 7"/>
                      <a:gd name="T13" fmla="*/ 0 h 7"/>
                      <a:gd name="T14" fmla="*/ 0 w 7"/>
                      <a:gd name="T15" fmla="*/ 0 h 7"/>
                      <a:gd name="T16" fmla="*/ 0 w 7"/>
                      <a:gd name="T17" fmla="*/ 1 h 7"/>
                      <a:gd name="T18" fmla="*/ 1 w 7"/>
                      <a:gd name="T19" fmla="*/ 1 h 7"/>
                      <a:gd name="T20" fmla="*/ 1 w 7"/>
                      <a:gd name="T21" fmla="*/ 1 h 7"/>
                      <a:gd name="T22" fmla="*/ 1 w 7"/>
                      <a:gd name="T23" fmla="*/ 1 h 7"/>
                      <a:gd name="T24" fmla="*/ 1 w 7"/>
                      <a:gd name="T25" fmla="*/ 1 h 7"/>
                      <a:gd name="T26" fmla="*/ 1 w 7"/>
                      <a:gd name="T27" fmla="*/ 1 h 7"/>
                      <a:gd name="T28" fmla="*/ 1 w 7"/>
                      <a:gd name="T29" fmla="*/ 1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7"/>
                      <a:gd name="T47" fmla="*/ 7 w 7"/>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7">
                        <a:moveTo>
                          <a:pt x="7" y="7"/>
                        </a:moveTo>
                        <a:lnTo>
                          <a:pt x="7" y="6"/>
                        </a:lnTo>
                        <a:lnTo>
                          <a:pt x="6" y="5"/>
                        </a:lnTo>
                        <a:lnTo>
                          <a:pt x="6" y="4"/>
                        </a:lnTo>
                        <a:lnTo>
                          <a:pt x="5" y="2"/>
                        </a:lnTo>
                        <a:lnTo>
                          <a:pt x="5" y="1"/>
                        </a:lnTo>
                        <a:lnTo>
                          <a:pt x="3" y="0"/>
                        </a:lnTo>
                        <a:lnTo>
                          <a:pt x="0" y="0"/>
                        </a:lnTo>
                        <a:lnTo>
                          <a:pt x="0" y="2"/>
                        </a:lnTo>
                        <a:lnTo>
                          <a:pt x="2" y="2"/>
                        </a:lnTo>
                        <a:lnTo>
                          <a:pt x="3" y="4"/>
                        </a:lnTo>
                        <a:lnTo>
                          <a:pt x="3" y="5"/>
                        </a:lnTo>
                        <a:lnTo>
                          <a:pt x="5" y="6"/>
                        </a:lnTo>
                        <a:lnTo>
                          <a:pt x="5" y="7"/>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3" name="Freeform 608"/>
                  <p:cNvSpPr>
                    <a:spLocks/>
                  </p:cNvSpPr>
                  <p:nvPr/>
                </p:nvSpPr>
                <p:spPr bwMode="auto">
                  <a:xfrm>
                    <a:off x="4506" y="3606"/>
                    <a:ext cx="33" cy="18"/>
                  </a:xfrm>
                  <a:custGeom>
                    <a:avLst/>
                    <a:gdLst>
                      <a:gd name="T0" fmla="*/ 2 w 68"/>
                      <a:gd name="T1" fmla="*/ 1 h 36"/>
                      <a:gd name="T2" fmla="*/ 2 w 68"/>
                      <a:gd name="T3" fmla="*/ 1 h 36"/>
                      <a:gd name="T4" fmla="*/ 2 w 68"/>
                      <a:gd name="T5" fmla="*/ 1 h 36"/>
                      <a:gd name="T6" fmla="*/ 2 w 68"/>
                      <a:gd name="T7" fmla="*/ 1 h 36"/>
                      <a:gd name="T8" fmla="*/ 1 w 68"/>
                      <a:gd name="T9" fmla="*/ 1 h 36"/>
                      <a:gd name="T10" fmla="*/ 1 w 68"/>
                      <a:gd name="T11" fmla="*/ 1 h 36"/>
                      <a:gd name="T12" fmla="*/ 1 w 68"/>
                      <a:gd name="T13" fmla="*/ 1 h 36"/>
                      <a:gd name="T14" fmla="*/ 1 w 68"/>
                      <a:gd name="T15" fmla="*/ 1 h 36"/>
                      <a:gd name="T16" fmla="*/ 1 w 68"/>
                      <a:gd name="T17" fmla="*/ 1 h 36"/>
                      <a:gd name="T18" fmla="*/ 1 w 68"/>
                      <a:gd name="T19" fmla="*/ 1 h 36"/>
                      <a:gd name="T20" fmla="*/ 1 w 68"/>
                      <a:gd name="T21" fmla="*/ 1 h 36"/>
                      <a:gd name="T22" fmla="*/ 1 w 68"/>
                      <a:gd name="T23" fmla="*/ 2 h 36"/>
                      <a:gd name="T24" fmla="*/ 0 w 68"/>
                      <a:gd name="T25" fmla="*/ 2 h 36"/>
                      <a:gd name="T26" fmla="*/ 0 w 68"/>
                      <a:gd name="T27" fmla="*/ 2 h 36"/>
                      <a:gd name="T28" fmla="*/ 0 w 68"/>
                      <a:gd name="T29" fmla="*/ 2 h 36"/>
                      <a:gd name="T30" fmla="*/ 0 w 68"/>
                      <a:gd name="T31" fmla="*/ 2 h 36"/>
                      <a:gd name="T32" fmla="*/ 0 w 68"/>
                      <a:gd name="T33" fmla="*/ 2 h 36"/>
                      <a:gd name="T34" fmla="*/ 0 w 68"/>
                      <a:gd name="T35" fmla="*/ 2 h 36"/>
                      <a:gd name="T36" fmla="*/ 0 w 68"/>
                      <a:gd name="T37" fmla="*/ 2 h 36"/>
                      <a:gd name="T38" fmla="*/ 0 w 68"/>
                      <a:gd name="T39" fmla="*/ 1 h 36"/>
                      <a:gd name="T40" fmla="*/ 0 w 68"/>
                      <a:gd name="T41" fmla="*/ 1 h 36"/>
                      <a:gd name="T42" fmla="*/ 0 w 68"/>
                      <a:gd name="T43" fmla="*/ 1 h 36"/>
                      <a:gd name="T44" fmla="*/ 0 w 68"/>
                      <a:gd name="T45" fmla="*/ 1 h 36"/>
                      <a:gd name="T46" fmla="*/ 0 w 68"/>
                      <a:gd name="T47" fmla="*/ 1 h 36"/>
                      <a:gd name="T48" fmla="*/ 0 w 68"/>
                      <a:gd name="T49" fmla="*/ 1 h 36"/>
                      <a:gd name="T50" fmla="*/ 0 w 68"/>
                      <a:gd name="T51" fmla="*/ 1 h 36"/>
                      <a:gd name="T52" fmla="*/ 0 w 68"/>
                      <a:gd name="T53" fmla="*/ 1 h 36"/>
                      <a:gd name="T54" fmla="*/ 0 w 68"/>
                      <a:gd name="T55" fmla="*/ 1 h 36"/>
                      <a:gd name="T56" fmla="*/ 0 w 68"/>
                      <a:gd name="T57" fmla="*/ 1 h 36"/>
                      <a:gd name="T58" fmla="*/ 0 w 68"/>
                      <a:gd name="T59" fmla="*/ 1 h 36"/>
                      <a:gd name="T60" fmla="*/ 1 w 68"/>
                      <a:gd name="T61" fmla="*/ 1 h 36"/>
                      <a:gd name="T62" fmla="*/ 1 w 68"/>
                      <a:gd name="T63" fmla="*/ 0 h 36"/>
                      <a:gd name="T64" fmla="*/ 1 w 68"/>
                      <a:gd name="T65" fmla="*/ 0 h 36"/>
                      <a:gd name="T66" fmla="*/ 1 w 68"/>
                      <a:gd name="T67" fmla="*/ 1 h 36"/>
                      <a:gd name="T68" fmla="*/ 1 w 68"/>
                      <a:gd name="T69" fmla="*/ 1 h 36"/>
                      <a:gd name="T70" fmla="*/ 2 w 68"/>
                      <a:gd name="T71" fmla="*/ 1 h 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36"/>
                      <a:gd name="T110" fmla="*/ 68 w 68"/>
                      <a:gd name="T111" fmla="*/ 36 h 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36">
                        <a:moveTo>
                          <a:pt x="65" y="2"/>
                        </a:moveTo>
                        <a:lnTo>
                          <a:pt x="68" y="8"/>
                        </a:lnTo>
                        <a:lnTo>
                          <a:pt x="68" y="21"/>
                        </a:lnTo>
                        <a:lnTo>
                          <a:pt x="65" y="26"/>
                        </a:lnTo>
                        <a:lnTo>
                          <a:pt x="64" y="28"/>
                        </a:lnTo>
                        <a:lnTo>
                          <a:pt x="62" y="29"/>
                        </a:lnTo>
                        <a:lnTo>
                          <a:pt x="58" y="29"/>
                        </a:lnTo>
                        <a:lnTo>
                          <a:pt x="56" y="31"/>
                        </a:lnTo>
                        <a:lnTo>
                          <a:pt x="51" y="31"/>
                        </a:lnTo>
                        <a:lnTo>
                          <a:pt x="48" y="32"/>
                        </a:lnTo>
                        <a:lnTo>
                          <a:pt x="42" y="32"/>
                        </a:lnTo>
                        <a:lnTo>
                          <a:pt x="41" y="33"/>
                        </a:lnTo>
                        <a:lnTo>
                          <a:pt x="30" y="33"/>
                        </a:lnTo>
                        <a:lnTo>
                          <a:pt x="28" y="34"/>
                        </a:lnTo>
                        <a:lnTo>
                          <a:pt x="15" y="34"/>
                        </a:lnTo>
                        <a:lnTo>
                          <a:pt x="14" y="36"/>
                        </a:lnTo>
                        <a:lnTo>
                          <a:pt x="6" y="36"/>
                        </a:lnTo>
                        <a:lnTo>
                          <a:pt x="5" y="34"/>
                        </a:lnTo>
                        <a:lnTo>
                          <a:pt x="4" y="34"/>
                        </a:lnTo>
                        <a:lnTo>
                          <a:pt x="1" y="29"/>
                        </a:lnTo>
                        <a:lnTo>
                          <a:pt x="1" y="23"/>
                        </a:lnTo>
                        <a:lnTo>
                          <a:pt x="0" y="16"/>
                        </a:lnTo>
                        <a:lnTo>
                          <a:pt x="0" y="10"/>
                        </a:lnTo>
                        <a:lnTo>
                          <a:pt x="3" y="7"/>
                        </a:lnTo>
                        <a:lnTo>
                          <a:pt x="5" y="6"/>
                        </a:lnTo>
                        <a:lnTo>
                          <a:pt x="9" y="5"/>
                        </a:lnTo>
                        <a:lnTo>
                          <a:pt x="11" y="4"/>
                        </a:lnTo>
                        <a:lnTo>
                          <a:pt x="14" y="2"/>
                        </a:lnTo>
                        <a:lnTo>
                          <a:pt x="22" y="2"/>
                        </a:lnTo>
                        <a:lnTo>
                          <a:pt x="26" y="1"/>
                        </a:lnTo>
                        <a:lnTo>
                          <a:pt x="44" y="1"/>
                        </a:lnTo>
                        <a:lnTo>
                          <a:pt x="48" y="0"/>
                        </a:lnTo>
                        <a:lnTo>
                          <a:pt x="57" y="0"/>
                        </a:lnTo>
                        <a:lnTo>
                          <a:pt x="59" y="1"/>
                        </a:lnTo>
                        <a:lnTo>
                          <a:pt x="63" y="1"/>
                        </a:lnTo>
                        <a:lnTo>
                          <a:pt x="6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4" name="Freeform 609"/>
                  <p:cNvSpPr>
                    <a:spLocks/>
                  </p:cNvSpPr>
                  <p:nvPr/>
                </p:nvSpPr>
                <p:spPr bwMode="auto">
                  <a:xfrm>
                    <a:off x="4538" y="3607"/>
                    <a:ext cx="2" cy="13"/>
                  </a:xfrm>
                  <a:custGeom>
                    <a:avLst/>
                    <a:gdLst>
                      <a:gd name="T0" fmla="*/ 0 w 5"/>
                      <a:gd name="T1" fmla="*/ 1 h 26"/>
                      <a:gd name="T2" fmla="*/ 0 w 5"/>
                      <a:gd name="T3" fmla="*/ 1 h 26"/>
                      <a:gd name="T4" fmla="*/ 0 w 5"/>
                      <a:gd name="T5" fmla="*/ 1 h 26"/>
                      <a:gd name="T6" fmla="*/ 0 w 5"/>
                      <a:gd name="T7" fmla="*/ 0 h 26"/>
                      <a:gd name="T8" fmla="*/ 0 w 5"/>
                      <a:gd name="T9" fmla="*/ 1 h 26"/>
                      <a:gd name="T10" fmla="*/ 0 w 5"/>
                      <a:gd name="T11" fmla="*/ 1 h 26"/>
                      <a:gd name="T12" fmla="*/ 0 w 5"/>
                      <a:gd name="T13" fmla="*/ 1 h 26"/>
                      <a:gd name="T14" fmla="*/ 0 w 5"/>
                      <a:gd name="T15" fmla="*/ 1 h 26"/>
                      <a:gd name="T16" fmla="*/ 0 w 5"/>
                      <a:gd name="T17" fmla="*/ 1 h 26"/>
                      <a:gd name="T18" fmla="*/ 0 w 5"/>
                      <a:gd name="T19" fmla="*/ 1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26"/>
                      <a:gd name="T32" fmla="*/ 5 w 5"/>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26">
                        <a:moveTo>
                          <a:pt x="3" y="26"/>
                        </a:moveTo>
                        <a:lnTo>
                          <a:pt x="5" y="20"/>
                        </a:lnTo>
                        <a:lnTo>
                          <a:pt x="5" y="6"/>
                        </a:lnTo>
                        <a:lnTo>
                          <a:pt x="3" y="0"/>
                        </a:lnTo>
                        <a:lnTo>
                          <a:pt x="0" y="1"/>
                        </a:lnTo>
                        <a:lnTo>
                          <a:pt x="3" y="7"/>
                        </a:lnTo>
                        <a:lnTo>
                          <a:pt x="3" y="19"/>
                        </a:lnTo>
                        <a:lnTo>
                          <a:pt x="0" y="25"/>
                        </a:lnTo>
                        <a:lnTo>
                          <a:pt x="1" y="25"/>
                        </a:lnTo>
                        <a:lnTo>
                          <a:pt x="3"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5" name="Freeform 610"/>
                  <p:cNvSpPr>
                    <a:spLocks/>
                  </p:cNvSpPr>
                  <p:nvPr/>
                </p:nvSpPr>
                <p:spPr bwMode="auto">
                  <a:xfrm>
                    <a:off x="4528" y="3619"/>
                    <a:ext cx="11" cy="4"/>
                  </a:xfrm>
                  <a:custGeom>
                    <a:avLst/>
                    <a:gdLst>
                      <a:gd name="T0" fmla="*/ 0 w 23"/>
                      <a:gd name="T1" fmla="*/ 1 h 7"/>
                      <a:gd name="T2" fmla="*/ 0 w 23"/>
                      <a:gd name="T3" fmla="*/ 1 h 7"/>
                      <a:gd name="T4" fmla="*/ 0 w 23"/>
                      <a:gd name="T5" fmla="*/ 1 h 7"/>
                      <a:gd name="T6" fmla="*/ 0 w 23"/>
                      <a:gd name="T7" fmla="*/ 1 h 7"/>
                      <a:gd name="T8" fmla="*/ 0 w 23"/>
                      <a:gd name="T9" fmla="*/ 1 h 7"/>
                      <a:gd name="T10" fmla="*/ 0 w 23"/>
                      <a:gd name="T11" fmla="*/ 1 h 7"/>
                      <a:gd name="T12" fmla="*/ 0 w 23"/>
                      <a:gd name="T13" fmla="*/ 1 h 7"/>
                      <a:gd name="T14" fmla="*/ 0 w 23"/>
                      <a:gd name="T15" fmla="*/ 1 h 7"/>
                      <a:gd name="T16" fmla="*/ 0 w 23"/>
                      <a:gd name="T17" fmla="*/ 0 h 7"/>
                      <a:gd name="T18" fmla="*/ 0 w 23"/>
                      <a:gd name="T19" fmla="*/ 1 h 7"/>
                      <a:gd name="T20" fmla="*/ 0 w 23"/>
                      <a:gd name="T21" fmla="*/ 1 h 7"/>
                      <a:gd name="T22" fmla="*/ 0 w 23"/>
                      <a:gd name="T23" fmla="*/ 1 h 7"/>
                      <a:gd name="T24" fmla="*/ 0 w 23"/>
                      <a:gd name="T25" fmla="*/ 1 h 7"/>
                      <a:gd name="T26" fmla="*/ 0 w 23"/>
                      <a:gd name="T27" fmla="*/ 1 h 7"/>
                      <a:gd name="T28" fmla="*/ 0 w 23"/>
                      <a:gd name="T29" fmla="*/ 1 h 7"/>
                      <a:gd name="T30" fmla="*/ 0 w 23"/>
                      <a:gd name="T31" fmla="*/ 1 h 7"/>
                      <a:gd name="T32" fmla="*/ 0 w 23"/>
                      <a:gd name="T33" fmla="*/ 1 h 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7"/>
                      <a:gd name="T53" fmla="*/ 23 w 23"/>
                      <a:gd name="T54" fmla="*/ 7 h 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7">
                        <a:moveTo>
                          <a:pt x="0" y="7"/>
                        </a:moveTo>
                        <a:lnTo>
                          <a:pt x="4" y="7"/>
                        </a:lnTo>
                        <a:lnTo>
                          <a:pt x="7" y="6"/>
                        </a:lnTo>
                        <a:lnTo>
                          <a:pt x="12" y="6"/>
                        </a:lnTo>
                        <a:lnTo>
                          <a:pt x="15" y="5"/>
                        </a:lnTo>
                        <a:lnTo>
                          <a:pt x="18" y="3"/>
                        </a:lnTo>
                        <a:lnTo>
                          <a:pt x="20" y="3"/>
                        </a:lnTo>
                        <a:lnTo>
                          <a:pt x="23" y="1"/>
                        </a:lnTo>
                        <a:lnTo>
                          <a:pt x="21" y="0"/>
                        </a:lnTo>
                        <a:lnTo>
                          <a:pt x="19" y="1"/>
                        </a:lnTo>
                        <a:lnTo>
                          <a:pt x="16" y="2"/>
                        </a:lnTo>
                        <a:lnTo>
                          <a:pt x="14" y="2"/>
                        </a:lnTo>
                        <a:lnTo>
                          <a:pt x="12" y="3"/>
                        </a:lnTo>
                        <a:lnTo>
                          <a:pt x="7" y="3"/>
                        </a:lnTo>
                        <a:lnTo>
                          <a:pt x="4"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6" name="Freeform 611"/>
                  <p:cNvSpPr>
                    <a:spLocks/>
                  </p:cNvSpPr>
                  <p:nvPr/>
                </p:nvSpPr>
                <p:spPr bwMode="auto">
                  <a:xfrm>
                    <a:off x="4508" y="3622"/>
                    <a:ext cx="20" cy="3"/>
                  </a:xfrm>
                  <a:custGeom>
                    <a:avLst/>
                    <a:gdLst>
                      <a:gd name="T0" fmla="*/ 0 w 39"/>
                      <a:gd name="T1" fmla="*/ 1 h 6"/>
                      <a:gd name="T2" fmla="*/ 1 w 39"/>
                      <a:gd name="T3" fmla="*/ 1 h 6"/>
                      <a:gd name="T4" fmla="*/ 1 w 39"/>
                      <a:gd name="T5" fmla="*/ 1 h 6"/>
                      <a:gd name="T6" fmla="*/ 1 w 39"/>
                      <a:gd name="T7" fmla="*/ 1 h 6"/>
                      <a:gd name="T8" fmla="*/ 1 w 39"/>
                      <a:gd name="T9" fmla="*/ 1 h 6"/>
                      <a:gd name="T10" fmla="*/ 2 w 39"/>
                      <a:gd name="T11" fmla="*/ 1 h 6"/>
                      <a:gd name="T12" fmla="*/ 2 w 39"/>
                      <a:gd name="T13" fmla="*/ 1 h 6"/>
                      <a:gd name="T14" fmla="*/ 2 w 39"/>
                      <a:gd name="T15" fmla="*/ 1 h 6"/>
                      <a:gd name="T16" fmla="*/ 2 w 39"/>
                      <a:gd name="T17" fmla="*/ 0 h 6"/>
                      <a:gd name="T18" fmla="*/ 2 w 39"/>
                      <a:gd name="T19" fmla="*/ 0 h 6"/>
                      <a:gd name="T20" fmla="*/ 2 w 39"/>
                      <a:gd name="T21" fmla="*/ 1 h 6"/>
                      <a:gd name="T22" fmla="*/ 1 w 39"/>
                      <a:gd name="T23" fmla="*/ 1 h 6"/>
                      <a:gd name="T24" fmla="*/ 1 w 39"/>
                      <a:gd name="T25" fmla="*/ 1 h 6"/>
                      <a:gd name="T26" fmla="*/ 1 w 39"/>
                      <a:gd name="T27" fmla="*/ 1 h 6"/>
                      <a:gd name="T28" fmla="*/ 1 w 39"/>
                      <a:gd name="T29" fmla="*/ 1 h 6"/>
                      <a:gd name="T30" fmla="*/ 1 w 39"/>
                      <a:gd name="T31" fmla="*/ 1 h 6"/>
                      <a:gd name="T32" fmla="*/ 1 w 39"/>
                      <a:gd name="T33" fmla="*/ 1 h 6"/>
                      <a:gd name="T34" fmla="*/ 0 w 39"/>
                      <a:gd name="T35" fmla="*/ 1 h 6"/>
                      <a:gd name="T36" fmla="*/ 1 w 39"/>
                      <a:gd name="T37" fmla="*/ 1 h 6"/>
                      <a:gd name="T38" fmla="*/ 0 w 39"/>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9"/>
                      <a:gd name="T61" fmla="*/ 0 h 6"/>
                      <a:gd name="T62" fmla="*/ 39 w 39"/>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9" h="6">
                        <a:moveTo>
                          <a:pt x="0" y="6"/>
                        </a:moveTo>
                        <a:lnTo>
                          <a:pt x="9" y="6"/>
                        </a:lnTo>
                        <a:lnTo>
                          <a:pt x="10" y="5"/>
                        </a:lnTo>
                        <a:lnTo>
                          <a:pt x="23" y="5"/>
                        </a:lnTo>
                        <a:lnTo>
                          <a:pt x="25" y="3"/>
                        </a:lnTo>
                        <a:lnTo>
                          <a:pt x="36" y="3"/>
                        </a:lnTo>
                        <a:lnTo>
                          <a:pt x="37" y="2"/>
                        </a:lnTo>
                        <a:lnTo>
                          <a:pt x="39" y="2"/>
                        </a:lnTo>
                        <a:lnTo>
                          <a:pt x="39" y="0"/>
                        </a:lnTo>
                        <a:lnTo>
                          <a:pt x="37" y="0"/>
                        </a:lnTo>
                        <a:lnTo>
                          <a:pt x="36" y="1"/>
                        </a:lnTo>
                        <a:lnTo>
                          <a:pt x="25" y="1"/>
                        </a:lnTo>
                        <a:lnTo>
                          <a:pt x="23" y="2"/>
                        </a:lnTo>
                        <a:lnTo>
                          <a:pt x="10" y="2"/>
                        </a:lnTo>
                        <a:lnTo>
                          <a:pt x="9" y="3"/>
                        </a:lnTo>
                        <a:lnTo>
                          <a:pt x="1" y="3"/>
                        </a:lnTo>
                        <a:lnTo>
                          <a:pt x="2" y="3"/>
                        </a:lnTo>
                        <a:lnTo>
                          <a:pt x="0" y="6"/>
                        </a:lnTo>
                        <a:lnTo>
                          <a:pt x="1"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7" name="Freeform 612"/>
                  <p:cNvSpPr>
                    <a:spLocks/>
                  </p:cNvSpPr>
                  <p:nvPr/>
                </p:nvSpPr>
                <p:spPr bwMode="auto">
                  <a:xfrm>
                    <a:off x="4507" y="3622"/>
                    <a:ext cx="2" cy="3"/>
                  </a:xfrm>
                  <a:custGeom>
                    <a:avLst/>
                    <a:gdLst>
                      <a:gd name="T0" fmla="*/ 1 w 3"/>
                      <a:gd name="T1" fmla="*/ 1 h 5"/>
                      <a:gd name="T2" fmla="*/ 0 w 3"/>
                      <a:gd name="T3" fmla="*/ 1 h 5"/>
                      <a:gd name="T4" fmla="*/ 1 w 3"/>
                      <a:gd name="T5" fmla="*/ 1 h 5"/>
                      <a:gd name="T6" fmla="*/ 1 w 3"/>
                      <a:gd name="T7" fmla="*/ 1 h 5"/>
                      <a:gd name="T8" fmla="*/ 1 w 3"/>
                      <a:gd name="T9" fmla="*/ 1 h 5"/>
                      <a:gd name="T10" fmla="*/ 0 w 3"/>
                      <a:gd name="T11" fmla="*/ 1 h 5"/>
                      <a:gd name="T12" fmla="*/ 1 w 3"/>
                      <a:gd name="T13" fmla="*/ 1 h 5"/>
                      <a:gd name="T14" fmla="*/ 1 w 3"/>
                      <a:gd name="T15" fmla="*/ 0 h 5"/>
                      <a:gd name="T16" fmla="*/ 0 w 3"/>
                      <a:gd name="T17" fmla="*/ 1 h 5"/>
                      <a:gd name="T18" fmla="*/ 1 w 3"/>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5"/>
                      <a:gd name="T32" fmla="*/ 3 w 3"/>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5">
                        <a:moveTo>
                          <a:pt x="2" y="2"/>
                        </a:moveTo>
                        <a:lnTo>
                          <a:pt x="0" y="2"/>
                        </a:lnTo>
                        <a:lnTo>
                          <a:pt x="1" y="5"/>
                        </a:lnTo>
                        <a:lnTo>
                          <a:pt x="3" y="2"/>
                        </a:lnTo>
                        <a:lnTo>
                          <a:pt x="2" y="1"/>
                        </a:lnTo>
                        <a:lnTo>
                          <a:pt x="0" y="1"/>
                        </a:lnTo>
                        <a:lnTo>
                          <a:pt x="2" y="1"/>
                        </a:lnTo>
                        <a:lnTo>
                          <a:pt x="1" y="0"/>
                        </a:lnTo>
                        <a:lnTo>
                          <a:pt x="0" y="1"/>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8" name="Freeform 613"/>
                  <p:cNvSpPr>
                    <a:spLocks/>
                  </p:cNvSpPr>
                  <p:nvPr/>
                </p:nvSpPr>
                <p:spPr bwMode="auto">
                  <a:xfrm>
                    <a:off x="4507" y="3623"/>
                    <a:ext cx="2" cy="2"/>
                  </a:xfrm>
                  <a:custGeom>
                    <a:avLst/>
                    <a:gdLst>
                      <a:gd name="T0" fmla="*/ 0 w 3"/>
                      <a:gd name="T1" fmla="*/ 1 h 4"/>
                      <a:gd name="T2" fmla="*/ 1 w 3"/>
                      <a:gd name="T3" fmla="*/ 1 h 4"/>
                      <a:gd name="T4" fmla="*/ 1 w 3"/>
                      <a:gd name="T5" fmla="*/ 1 h 4"/>
                      <a:gd name="T6" fmla="*/ 1 w 3"/>
                      <a:gd name="T7" fmla="*/ 1 h 4"/>
                      <a:gd name="T8" fmla="*/ 1 w 3"/>
                      <a:gd name="T9" fmla="*/ 1 h 4"/>
                      <a:gd name="T10" fmla="*/ 1 w 3"/>
                      <a:gd name="T11" fmla="*/ 0 h 4"/>
                      <a:gd name="T12" fmla="*/ 1 w 3"/>
                      <a:gd name="T13" fmla="*/ 1 h 4"/>
                      <a:gd name="T14" fmla="*/ 0 w 3"/>
                      <a:gd name="T15" fmla="*/ 1 h 4"/>
                      <a:gd name="T16" fmla="*/ 0 w 3"/>
                      <a:gd name="T17" fmla="*/ 1 h 4"/>
                      <a:gd name="T18" fmla="*/ 1 w 3"/>
                      <a:gd name="T19" fmla="*/ 1 h 4"/>
                      <a:gd name="T20" fmla="*/ 0 w 3"/>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4"/>
                      <a:gd name="T35" fmla="*/ 3 w 3"/>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4">
                        <a:moveTo>
                          <a:pt x="0" y="3"/>
                        </a:moveTo>
                        <a:lnTo>
                          <a:pt x="1" y="4"/>
                        </a:lnTo>
                        <a:lnTo>
                          <a:pt x="1" y="3"/>
                        </a:lnTo>
                        <a:lnTo>
                          <a:pt x="2" y="3"/>
                        </a:lnTo>
                        <a:lnTo>
                          <a:pt x="3" y="1"/>
                        </a:lnTo>
                        <a:lnTo>
                          <a:pt x="1" y="0"/>
                        </a:lnTo>
                        <a:lnTo>
                          <a:pt x="2" y="1"/>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99" name="Freeform 614"/>
                  <p:cNvSpPr>
                    <a:spLocks/>
                  </p:cNvSpPr>
                  <p:nvPr/>
                </p:nvSpPr>
                <p:spPr bwMode="auto">
                  <a:xfrm>
                    <a:off x="4505" y="3611"/>
                    <a:ext cx="3" cy="13"/>
                  </a:xfrm>
                  <a:custGeom>
                    <a:avLst/>
                    <a:gdLst>
                      <a:gd name="T0" fmla="*/ 1 w 6"/>
                      <a:gd name="T1" fmla="*/ 0 h 28"/>
                      <a:gd name="T2" fmla="*/ 0 w 6"/>
                      <a:gd name="T3" fmla="*/ 0 h 28"/>
                      <a:gd name="T4" fmla="*/ 0 w 6"/>
                      <a:gd name="T5" fmla="*/ 0 h 28"/>
                      <a:gd name="T6" fmla="*/ 1 w 6"/>
                      <a:gd name="T7" fmla="*/ 0 h 28"/>
                      <a:gd name="T8" fmla="*/ 1 w 6"/>
                      <a:gd name="T9" fmla="*/ 0 h 28"/>
                      <a:gd name="T10" fmla="*/ 1 w 6"/>
                      <a:gd name="T11" fmla="*/ 0 h 28"/>
                      <a:gd name="T12" fmla="*/ 1 w 6"/>
                      <a:gd name="T13" fmla="*/ 0 h 28"/>
                      <a:gd name="T14" fmla="*/ 1 w 6"/>
                      <a:gd name="T15" fmla="*/ 0 h 28"/>
                      <a:gd name="T16" fmla="*/ 1 w 6"/>
                      <a:gd name="T17" fmla="*/ 0 h 28"/>
                      <a:gd name="T18" fmla="*/ 1 w 6"/>
                      <a:gd name="T19" fmla="*/ 0 h 28"/>
                      <a:gd name="T20" fmla="*/ 0 w 6"/>
                      <a:gd name="T21" fmla="*/ 0 h 28"/>
                      <a:gd name="T22" fmla="*/ 0 w 6"/>
                      <a:gd name="T23" fmla="*/ 0 h 28"/>
                      <a:gd name="T24" fmla="*/ 1 w 6"/>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
                      <a:gd name="T40" fmla="*/ 0 h 28"/>
                      <a:gd name="T41" fmla="*/ 6 w 6"/>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 h="28">
                        <a:moveTo>
                          <a:pt x="1" y="0"/>
                        </a:moveTo>
                        <a:lnTo>
                          <a:pt x="0" y="2"/>
                        </a:lnTo>
                        <a:lnTo>
                          <a:pt x="0" y="15"/>
                        </a:lnTo>
                        <a:lnTo>
                          <a:pt x="1" y="21"/>
                        </a:lnTo>
                        <a:lnTo>
                          <a:pt x="4" y="28"/>
                        </a:lnTo>
                        <a:lnTo>
                          <a:pt x="6" y="26"/>
                        </a:lnTo>
                        <a:lnTo>
                          <a:pt x="4" y="21"/>
                        </a:lnTo>
                        <a:lnTo>
                          <a:pt x="2" y="15"/>
                        </a:lnTo>
                        <a:lnTo>
                          <a:pt x="2" y="2"/>
                        </a:lnTo>
                        <a:lnTo>
                          <a:pt x="1" y="0"/>
                        </a:lnTo>
                        <a:lnTo>
                          <a:pt x="0" y="0"/>
                        </a:lnTo>
                        <a:lnTo>
                          <a:pt x="0" y="2"/>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0" name="Freeform 615"/>
                  <p:cNvSpPr>
                    <a:spLocks/>
                  </p:cNvSpPr>
                  <p:nvPr/>
                </p:nvSpPr>
                <p:spPr bwMode="auto">
                  <a:xfrm>
                    <a:off x="4506" y="3606"/>
                    <a:ext cx="24" cy="5"/>
                  </a:xfrm>
                  <a:custGeom>
                    <a:avLst/>
                    <a:gdLst>
                      <a:gd name="T0" fmla="*/ 2 w 48"/>
                      <a:gd name="T1" fmla="*/ 0 h 11"/>
                      <a:gd name="T2" fmla="*/ 2 w 48"/>
                      <a:gd name="T3" fmla="*/ 0 h 11"/>
                      <a:gd name="T4" fmla="*/ 2 w 48"/>
                      <a:gd name="T5" fmla="*/ 0 h 11"/>
                      <a:gd name="T6" fmla="*/ 1 w 48"/>
                      <a:gd name="T7" fmla="*/ 0 h 11"/>
                      <a:gd name="T8" fmla="*/ 1 w 48"/>
                      <a:gd name="T9" fmla="*/ 0 h 11"/>
                      <a:gd name="T10" fmla="*/ 1 w 48"/>
                      <a:gd name="T11" fmla="*/ 0 h 11"/>
                      <a:gd name="T12" fmla="*/ 1 w 48"/>
                      <a:gd name="T13" fmla="*/ 0 h 11"/>
                      <a:gd name="T14" fmla="*/ 1 w 48"/>
                      <a:gd name="T15" fmla="*/ 0 h 11"/>
                      <a:gd name="T16" fmla="*/ 1 w 48"/>
                      <a:gd name="T17" fmla="*/ 0 h 11"/>
                      <a:gd name="T18" fmla="*/ 1 w 48"/>
                      <a:gd name="T19" fmla="*/ 0 h 11"/>
                      <a:gd name="T20" fmla="*/ 1 w 48"/>
                      <a:gd name="T21" fmla="*/ 0 h 11"/>
                      <a:gd name="T22" fmla="*/ 0 w 48"/>
                      <a:gd name="T23" fmla="*/ 0 h 11"/>
                      <a:gd name="T24" fmla="*/ 1 w 48"/>
                      <a:gd name="T25" fmla="*/ 0 h 11"/>
                      <a:gd name="T26" fmla="*/ 1 w 48"/>
                      <a:gd name="T27" fmla="*/ 0 h 11"/>
                      <a:gd name="T28" fmla="*/ 1 w 48"/>
                      <a:gd name="T29" fmla="*/ 0 h 11"/>
                      <a:gd name="T30" fmla="*/ 1 w 48"/>
                      <a:gd name="T31" fmla="*/ 0 h 11"/>
                      <a:gd name="T32" fmla="*/ 1 w 48"/>
                      <a:gd name="T33" fmla="*/ 0 h 11"/>
                      <a:gd name="T34" fmla="*/ 1 w 48"/>
                      <a:gd name="T35" fmla="*/ 0 h 11"/>
                      <a:gd name="T36" fmla="*/ 1 w 48"/>
                      <a:gd name="T37" fmla="*/ 0 h 11"/>
                      <a:gd name="T38" fmla="*/ 1 w 48"/>
                      <a:gd name="T39" fmla="*/ 0 h 11"/>
                      <a:gd name="T40" fmla="*/ 2 w 48"/>
                      <a:gd name="T41" fmla="*/ 0 h 11"/>
                      <a:gd name="T42" fmla="*/ 2 w 48"/>
                      <a:gd name="T43" fmla="*/ 0 h 11"/>
                      <a:gd name="T44" fmla="*/ 2 w 48"/>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
                      <a:gd name="T70" fmla="*/ 0 h 11"/>
                      <a:gd name="T71" fmla="*/ 48 w 48"/>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 h="11">
                        <a:moveTo>
                          <a:pt x="48" y="0"/>
                        </a:moveTo>
                        <a:lnTo>
                          <a:pt x="47" y="0"/>
                        </a:lnTo>
                        <a:lnTo>
                          <a:pt x="44" y="1"/>
                        </a:lnTo>
                        <a:lnTo>
                          <a:pt x="26" y="1"/>
                        </a:lnTo>
                        <a:lnTo>
                          <a:pt x="22" y="2"/>
                        </a:lnTo>
                        <a:lnTo>
                          <a:pt x="16" y="2"/>
                        </a:lnTo>
                        <a:lnTo>
                          <a:pt x="14" y="3"/>
                        </a:lnTo>
                        <a:lnTo>
                          <a:pt x="11" y="3"/>
                        </a:lnTo>
                        <a:lnTo>
                          <a:pt x="7" y="5"/>
                        </a:lnTo>
                        <a:lnTo>
                          <a:pt x="5" y="6"/>
                        </a:lnTo>
                        <a:lnTo>
                          <a:pt x="3" y="7"/>
                        </a:lnTo>
                        <a:lnTo>
                          <a:pt x="0" y="9"/>
                        </a:lnTo>
                        <a:lnTo>
                          <a:pt x="1" y="11"/>
                        </a:lnTo>
                        <a:lnTo>
                          <a:pt x="4" y="9"/>
                        </a:lnTo>
                        <a:lnTo>
                          <a:pt x="6" y="8"/>
                        </a:lnTo>
                        <a:lnTo>
                          <a:pt x="9" y="7"/>
                        </a:lnTo>
                        <a:lnTo>
                          <a:pt x="11" y="6"/>
                        </a:lnTo>
                        <a:lnTo>
                          <a:pt x="14" y="5"/>
                        </a:lnTo>
                        <a:lnTo>
                          <a:pt x="17" y="5"/>
                        </a:lnTo>
                        <a:lnTo>
                          <a:pt x="20" y="3"/>
                        </a:lnTo>
                        <a:lnTo>
                          <a:pt x="44" y="3"/>
                        </a:lnTo>
                        <a:lnTo>
                          <a:pt x="48" y="2"/>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1" name="Freeform 616"/>
                  <p:cNvSpPr>
                    <a:spLocks/>
                  </p:cNvSpPr>
                  <p:nvPr/>
                </p:nvSpPr>
                <p:spPr bwMode="auto">
                  <a:xfrm>
                    <a:off x="4530" y="3606"/>
                    <a:ext cx="9" cy="2"/>
                  </a:xfrm>
                  <a:custGeom>
                    <a:avLst/>
                    <a:gdLst>
                      <a:gd name="T0" fmla="*/ 0 w 19"/>
                      <a:gd name="T1" fmla="*/ 0 h 5"/>
                      <a:gd name="T2" fmla="*/ 0 w 19"/>
                      <a:gd name="T3" fmla="*/ 0 h 5"/>
                      <a:gd name="T4" fmla="*/ 0 w 19"/>
                      <a:gd name="T5" fmla="*/ 0 h 5"/>
                      <a:gd name="T6" fmla="*/ 0 w 19"/>
                      <a:gd name="T7" fmla="*/ 0 h 5"/>
                      <a:gd name="T8" fmla="*/ 0 w 19"/>
                      <a:gd name="T9" fmla="*/ 0 h 5"/>
                      <a:gd name="T10" fmla="*/ 0 w 19"/>
                      <a:gd name="T11" fmla="*/ 0 h 5"/>
                      <a:gd name="T12" fmla="*/ 0 w 19"/>
                      <a:gd name="T13" fmla="*/ 0 h 5"/>
                      <a:gd name="T14" fmla="*/ 0 w 19"/>
                      <a:gd name="T15" fmla="*/ 0 h 5"/>
                      <a:gd name="T16" fmla="*/ 0 w 19"/>
                      <a:gd name="T17" fmla="*/ 0 h 5"/>
                      <a:gd name="T18" fmla="*/ 0 w 19"/>
                      <a:gd name="T19" fmla="*/ 0 h 5"/>
                      <a:gd name="T20" fmla="*/ 0 w 19"/>
                      <a:gd name="T21" fmla="*/ 0 h 5"/>
                      <a:gd name="T22" fmla="*/ 0 w 19"/>
                      <a:gd name="T23" fmla="*/ 0 h 5"/>
                      <a:gd name="T24" fmla="*/ 0 w 19"/>
                      <a:gd name="T25" fmla="*/ 0 h 5"/>
                      <a:gd name="T26" fmla="*/ 0 w 19"/>
                      <a:gd name="T27" fmla="*/ 0 h 5"/>
                      <a:gd name="T28" fmla="*/ 0 w 19"/>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5"/>
                      <a:gd name="T47" fmla="*/ 19 w 1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5">
                        <a:moveTo>
                          <a:pt x="19" y="2"/>
                        </a:moveTo>
                        <a:lnTo>
                          <a:pt x="17" y="2"/>
                        </a:lnTo>
                        <a:lnTo>
                          <a:pt x="15" y="1"/>
                        </a:lnTo>
                        <a:lnTo>
                          <a:pt x="11" y="1"/>
                        </a:lnTo>
                        <a:lnTo>
                          <a:pt x="9" y="0"/>
                        </a:lnTo>
                        <a:lnTo>
                          <a:pt x="0" y="0"/>
                        </a:lnTo>
                        <a:lnTo>
                          <a:pt x="0" y="2"/>
                        </a:lnTo>
                        <a:lnTo>
                          <a:pt x="9" y="2"/>
                        </a:lnTo>
                        <a:lnTo>
                          <a:pt x="10" y="3"/>
                        </a:lnTo>
                        <a:lnTo>
                          <a:pt x="15" y="3"/>
                        </a:lnTo>
                        <a:lnTo>
                          <a:pt x="16" y="5"/>
                        </a:lnTo>
                        <a:lnTo>
                          <a:pt x="16" y="3"/>
                        </a:lnTo>
                        <a:lnTo>
                          <a:pt x="19" y="2"/>
                        </a:lnTo>
                        <a:lnTo>
                          <a:pt x="17" y="2"/>
                        </a:lnTo>
                        <a:lnTo>
                          <a:pt x="1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2" name="Freeform 617"/>
                  <p:cNvSpPr>
                    <a:spLocks/>
                  </p:cNvSpPr>
                  <p:nvPr/>
                </p:nvSpPr>
                <p:spPr bwMode="auto">
                  <a:xfrm>
                    <a:off x="4525" y="3608"/>
                    <a:ext cx="5" cy="9"/>
                  </a:xfrm>
                  <a:custGeom>
                    <a:avLst/>
                    <a:gdLst>
                      <a:gd name="T0" fmla="*/ 1 w 10"/>
                      <a:gd name="T1" fmla="*/ 1 h 17"/>
                      <a:gd name="T2" fmla="*/ 1 w 10"/>
                      <a:gd name="T3" fmla="*/ 1 h 17"/>
                      <a:gd name="T4" fmla="*/ 1 w 10"/>
                      <a:gd name="T5" fmla="*/ 1 h 17"/>
                      <a:gd name="T6" fmla="*/ 0 w 10"/>
                      <a:gd name="T7" fmla="*/ 1 h 17"/>
                      <a:gd name="T8" fmla="*/ 0 w 10"/>
                      <a:gd name="T9" fmla="*/ 1 h 17"/>
                      <a:gd name="T10" fmla="*/ 1 w 10"/>
                      <a:gd name="T11" fmla="*/ 1 h 17"/>
                      <a:gd name="T12" fmla="*/ 1 w 10"/>
                      <a:gd name="T13" fmla="*/ 1 h 17"/>
                      <a:gd name="T14" fmla="*/ 1 w 10"/>
                      <a:gd name="T15" fmla="*/ 0 h 17"/>
                      <a:gd name="T16" fmla="*/ 1 w 10"/>
                      <a:gd name="T17" fmla="*/ 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7"/>
                      <a:gd name="T29" fmla="*/ 10 w 1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7">
                        <a:moveTo>
                          <a:pt x="10" y="16"/>
                        </a:moveTo>
                        <a:lnTo>
                          <a:pt x="8" y="16"/>
                        </a:lnTo>
                        <a:lnTo>
                          <a:pt x="6" y="17"/>
                        </a:lnTo>
                        <a:lnTo>
                          <a:pt x="0" y="17"/>
                        </a:lnTo>
                        <a:lnTo>
                          <a:pt x="0" y="13"/>
                        </a:lnTo>
                        <a:lnTo>
                          <a:pt x="2" y="9"/>
                        </a:lnTo>
                        <a:lnTo>
                          <a:pt x="2" y="1"/>
                        </a:lnTo>
                        <a:lnTo>
                          <a:pt x="10" y="0"/>
                        </a:lnTo>
                        <a:lnTo>
                          <a:pt x="10" y="1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3" name="Freeform 618"/>
                  <p:cNvSpPr>
                    <a:spLocks/>
                  </p:cNvSpPr>
                  <p:nvPr/>
                </p:nvSpPr>
                <p:spPr bwMode="auto">
                  <a:xfrm>
                    <a:off x="4524" y="3616"/>
                    <a:ext cx="6" cy="2"/>
                  </a:xfrm>
                  <a:custGeom>
                    <a:avLst/>
                    <a:gdLst>
                      <a:gd name="T0" fmla="*/ 0 w 11"/>
                      <a:gd name="T1" fmla="*/ 1 h 4"/>
                      <a:gd name="T2" fmla="*/ 1 w 11"/>
                      <a:gd name="T3" fmla="*/ 1 h 4"/>
                      <a:gd name="T4" fmla="*/ 1 w 11"/>
                      <a:gd name="T5" fmla="*/ 1 h 4"/>
                      <a:gd name="T6" fmla="*/ 1 w 11"/>
                      <a:gd name="T7" fmla="*/ 1 h 4"/>
                      <a:gd name="T8" fmla="*/ 1 w 11"/>
                      <a:gd name="T9" fmla="*/ 1 h 4"/>
                      <a:gd name="T10" fmla="*/ 1 w 11"/>
                      <a:gd name="T11" fmla="*/ 1 h 4"/>
                      <a:gd name="T12" fmla="*/ 1 w 11"/>
                      <a:gd name="T13" fmla="*/ 0 h 4"/>
                      <a:gd name="T14" fmla="*/ 1 w 11"/>
                      <a:gd name="T15" fmla="*/ 0 h 4"/>
                      <a:gd name="T16" fmla="*/ 1 w 11"/>
                      <a:gd name="T17" fmla="*/ 1 h 4"/>
                      <a:gd name="T18" fmla="*/ 1 w 11"/>
                      <a:gd name="T19" fmla="*/ 1 h 4"/>
                      <a:gd name="T20" fmla="*/ 1 w 11"/>
                      <a:gd name="T21" fmla="*/ 1 h 4"/>
                      <a:gd name="T22" fmla="*/ 0 w 11"/>
                      <a:gd name="T23" fmla="*/ 1 h 4"/>
                      <a:gd name="T24" fmla="*/ 0 w 11"/>
                      <a:gd name="T25" fmla="*/ 1 h 4"/>
                      <a:gd name="T26" fmla="*/ 1 w 11"/>
                      <a:gd name="T27" fmla="*/ 1 h 4"/>
                      <a:gd name="T28" fmla="*/ 0 w 11"/>
                      <a:gd name="T29" fmla="*/ 1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
                      <a:gd name="T46" fmla="*/ 0 h 4"/>
                      <a:gd name="T47" fmla="*/ 11 w 11"/>
                      <a:gd name="T48" fmla="*/ 4 h 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 h="4">
                        <a:moveTo>
                          <a:pt x="0" y="3"/>
                        </a:moveTo>
                        <a:lnTo>
                          <a:pt x="1" y="4"/>
                        </a:lnTo>
                        <a:lnTo>
                          <a:pt x="7" y="4"/>
                        </a:lnTo>
                        <a:lnTo>
                          <a:pt x="9" y="3"/>
                        </a:lnTo>
                        <a:lnTo>
                          <a:pt x="10" y="3"/>
                        </a:lnTo>
                        <a:lnTo>
                          <a:pt x="11" y="2"/>
                        </a:lnTo>
                        <a:lnTo>
                          <a:pt x="10" y="0"/>
                        </a:lnTo>
                        <a:lnTo>
                          <a:pt x="9" y="0"/>
                        </a:lnTo>
                        <a:lnTo>
                          <a:pt x="7" y="2"/>
                        </a:lnTo>
                        <a:lnTo>
                          <a:pt x="1" y="2"/>
                        </a:lnTo>
                        <a:lnTo>
                          <a:pt x="3" y="3"/>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4" name="Freeform 619"/>
                  <p:cNvSpPr>
                    <a:spLocks/>
                  </p:cNvSpPr>
                  <p:nvPr/>
                </p:nvSpPr>
                <p:spPr bwMode="auto">
                  <a:xfrm>
                    <a:off x="4524" y="3608"/>
                    <a:ext cx="2" cy="9"/>
                  </a:xfrm>
                  <a:custGeom>
                    <a:avLst/>
                    <a:gdLst>
                      <a:gd name="T0" fmla="*/ 1 w 4"/>
                      <a:gd name="T1" fmla="*/ 0 h 17"/>
                      <a:gd name="T2" fmla="*/ 1 w 4"/>
                      <a:gd name="T3" fmla="*/ 1 h 17"/>
                      <a:gd name="T4" fmla="*/ 1 w 4"/>
                      <a:gd name="T5" fmla="*/ 1 h 17"/>
                      <a:gd name="T6" fmla="*/ 0 w 4"/>
                      <a:gd name="T7" fmla="*/ 1 h 17"/>
                      <a:gd name="T8" fmla="*/ 0 w 4"/>
                      <a:gd name="T9" fmla="*/ 1 h 17"/>
                      <a:gd name="T10" fmla="*/ 1 w 4"/>
                      <a:gd name="T11" fmla="*/ 1 h 17"/>
                      <a:gd name="T12" fmla="*/ 1 w 4"/>
                      <a:gd name="T13" fmla="*/ 1 h 17"/>
                      <a:gd name="T14" fmla="*/ 1 w 4"/>
                      <a:gd name="T15" fmla="*/ 1 h 17"/>
                      <a:gd name="T16" fmla="*/ 1 w 4"/>
                      <a:gd name="T17" fmla="*/ 0 h 17"/>
                      <a:gd name="T18" fmla="*/ 1 w 4"/>
                      <a:gd name="T19" fmla="*/ 1 h 17"/>
                      <a:gd name="T20" fmla="*/ 1 w 4"/>
                      <a:gd name="T21" fmla="*/ 0 h 17"/>
                      <a:gd name="T22" fmla="*/ 1 w 4"/>
                      <a:gd name="T23" fmla="*/ 0 h 17"/>
                      <a:gd name="T24" fmla="*/ 1 w 4"/>
                      <a:gd name="T25" fmla="*/ 1 h 17"/>
                      <a:gd name="T26" fmla="*/ 1 w 4"/>
                      <a:gd name="T27" fmla="*/ 0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17"/>
                      <a:gd name="T44" fmla="*/ 4 w 4"/>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17">
                        <a:moveTo>
                          <a:pt x="3" y="0"/>
                        </a:moveTo>
                        <a:lnTo>
                          <a:pt x="1" y="1"/>
                        </a:lnTo>
                        <a:lnTo>
                          <a:pt x="1" y="8"/>
                        </a:lnTo>
                        <a:lnTo>
                          <a:pt x="0" y="13"/>
                        </a:lnTo>
                        <a:lnTo>
                          <a:pt x="0" y="17"/>
                        </a:lnTo>
                        <a:lnTo>
                          <a:pt x="3" y="17"/>
                        </a:lnTo>
                        <a:lnTo>
                          <a:pt x="3" y="13"/>
                        </a:lnTo>
                        <a:lnTo>
                          <a:pt x="4" y="9"/>
                        </a:lnTo>
                        <a:lnTo>
                          <a:pt x="4" y="0"/>
                        </a:lnTo>
                        <a:lnTo>
                          <a:pt x="3" y="2"/>
                        </a:lnTo>
                        <a:lnTo>
                          <a:pt x="3" y="0"/>
                        </a:lnTo>
                        <a:lnTo>
                          <a:pt x="1" y="0"/>
                        </a:lnTo>
                        <a:lnTo>
                          <a:pt x="1"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5" name="Freeform 620"/>
                  <p:cNvSpPr>
                    <a:spLocks/>
                  </p:cNvSpPr>
                  <p:nvPr/>
                </p:nvSpPr>
                <p:spPr bwMode="auto">
                  <a:xfrm>
                    <a:off x="4525" y="3608"/>
                    <a:ext cx="5" cy="1"/>
                  </a:xfrm>
                  <a:custGeom>
                    <a:avLst/>
                    <a:gdLst>
                      <a:gd name="T0" fmla="*/ 1 w 9"/>
                      <a:gd name="T1" fmla="*/ 0 h 4"/>
                      <a:gd name="T2" fmla="*/ 1 w 9"/>
                      <a:gd name="T3" fmla="*/ 0 h 4"/>
                      <a:gd name="T4" fmla="*/ 0 w 9"/>
                      <a:gd name="T5" fmla="*/ 0 h 4"/>
                      <a:gd name="T6" fmla="*/ 0 w 9"/>
                      <a:gd name="T7" fmla="*/ 0 h 4"/>
                      <a:gd name="T8" fmla="*/ 1 w 9"/>
                      <a:gd name="T9" fmla="*/ 0 h 4"/>
                      <a:gd name="T10" fmla="*/ 1 w 9"/>
                      <a:gd name="T11" fmla="*/ 0 h 4"/>
                      <a:gd name="T12" fmla="*/ 1 w 9"/>
                      <a:gd name="T13" fmla="*/ 0 h 4"/>
                      <a:gd name="T14" fmla="*/ 1 w 9"/>
                      <a:gd name="T15" fmla="*/ 0 h 4"/>
                      <a:gd name="T16" fmla="*/ 1 w 9"/>
                      <a:gd name="T17" fmla="*/ 0 h 4"/>
                      <a:gd name="T18" fmla="*/ 1 w 9"/>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4"/>
                      <a:gd name="T32" fmla="*/ 9 w 9"/>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4">
                        <a:moveTo>
                          <a:pt x="9" y="2"/>
                        </a:moveTo>
                        <a:lnTo>
                          <a:pt x="8" y="0"/>
                        </a:lnTo>
                        <a:lnTo>
                          <a:pt x="0" y="2"/>
                        </a:lnTo>
                        <a:lnTo>
                          <a:pt x="0" y="4"/>
                        </a:lnTo>
                        <a:lnTo>
                          <a:pt x="8" y="3"/>
                        </a:lnTo>
                        <a:lnTo>
                          <a:pt x="6" y="2"/>
                        </a:lnTo>
                        <a:lnTo>
                          <a:pt x="9" y="2"/>
                        </a:lnTo>
                        <a:lnTo>
                          <a:pt x="9" y="0"/>
                        </a:lnTo>
                        <a:lnTo>
                          <a:pt x="8" y="0"/>
                        </a:lnTo>
                        <a:lnTo>
                          <a:pt x="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6" name="Freeform 621"/>
                  <p:cNvSpPr>
                    <a:spLocks/>
                  </p:cNvSpPr>
                  <p:nvPr/>
                </p:nvSpPr>
                <p:spPr bwMode="auto">
                  <a:xfrm>
                    <a:off x="4528" y="3608"/>
                    <a:ext cx="2" cy="8"/>
                  </a:xfrm>
                  <a:custGeom>
                    <a:avLst/>
                    <a:gdLst>
                      <a:gd name="T0" fmla="*/ 1 w 3"/>
                      <a:gd name="T1" fmla="*/ 1 h 16"/>
                      <a:gd name="T2" fmla="*/ 1 w 3"/>
                      <a:gd name="T3" fmla="*/ 1 h 16"/>
                      <a:gd name="T4" fmla="*/ 1 w 3"/>
                      <a:gd name="T5" fmla="*/ 0 h 16"/>
                      <a:gd name="T6" fmla="*/ 0 w 3"/>
                      <a:gd name="T7" fmla="*/ 0 h 16"/>
                      <a:gd name="T8" fmla="*/ 0 w 3"/>
                      <a:gd name="T9" fmla="*/ 1 h 16"/>
                      <a:gd name="T10" fmla="*/ 1 w 3"/>
                      <a:gd name="T11" fmla="*/ 1 h 16"/>
                      <a:gd name="T12" fmla="*/ 1 w 3"/>
                      <a:gd name="T13" fmla="*/ 1 h 16"/>
                      <a:gd name="T14" fmla="*/ 1 w 3"/>
                      <a:gd name="T15" fmla="*/ 1 h 16"/>
                      <a:gd name="T16" fmla="*/ 1 w 3"/>
                      <a:gd name="T17" fmla="*/ 1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16"/>
                      <a:gd name="T29" fmla="*/ 3 w 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16">
                        <a:moveTo>
                          <a:pt x="2" y="16"/>
                        </a:moveTo>
                        <a:lnTo>
                          <a:pt x="3" y="16"/>
                        </a:lnTo>
                        <a:lnTo>
                          <a:pt x="3" y="0"/>
                        </a:lnTo>
                        <a:lnTo>
                          <a:pt x="0" y="0"/>
                        </a:lnTo>
                        <a:lnTo>
                          <a:pt x="0" y="16"/>
                        </a:lnTo>
                        <a:lnTo>
                          <a:pt x="1" y="14"/>
                        </a:lnTo>
                        <a:lnTo>
                          <a:pt x="2" y="16"/>
                        </a:lnTo>
                        <a:lnTo>
                          <a:pt x="3" y="16"/>
                        </a:lnTo>
                        <a:lnTo>
                          <a:pt x="2"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7" name="Freeform 622"/>
                  <p:cNvSpPr>
                    <a:spLocks/>
                  </p:cNvSpPr>
                  <p:nvPr/>
                </p:nvSpPr>
                <p:spPr bwMode="auto">
                  <a:xfrm>
                    <a:off x="4373" y="3609"/>
                    <a:ext cx="5" cy="14"/>
                  </a:xfrm>
                  <a:custGeom>
                    <a:avLst/>
                    <a:gdLst>
                      <a:gd name="T0" fmla="*/ 0 w 11"/>
                      <a:gd name="T1" fmla="*/ 1 h 28"/>
                      <a:gd name="T2" fmla="*/ 0 w 11"/>
                      <a:gd name="T3" fmla="*/ 1 h 28"/>
                      <a:gd name="T4" fmla="*/ 0 w 11"/>
                      <a:gd name="T5" fmla="*/ 1 h 28"/>
                      <a:gd name="T6" fmla="*/ 0 w 11"/>
                      <a:gd name="T7" fmla="*/ 1 h 28"/>
                      <a:gd name="T8" fmla="*/ 0 w 11"/>
                      <a:gd name="T9" fmla="*/ 1 h 28"/>
                      <a:gd name="T10" fmla="*/ 0 w 11"/>
                      <a:gd name="T11" fmla="*/ 1 h 28"/>
                      <a:gd name="T12" fmla="*/ 0 w 11"/>
                      <a:gd name="T13" fmla="*/ 1 h 28"/>
                      <a:gd name="T14" fmla="*/ 0 w 11"/>
                      <a:gd name="T15" fmla="*/ 1 h 28"/>
                      <a:gd name="T16" fmla="*/ 0 w 11"/>
                      <a:gd name="T17" fmla="*/ 1 h 28"/>
                      <a:gd name="T18" fmla="*/ 0 w 11"/>
                      <a:gd name="T19" fmla="*/ 1 h 28"/>
                      <a:gd name="T20" fmla="*/ 0 w 11"/>
                      <a:gd name="T21" fmla="*/ 1 h 28"/>
                      <a:gd name="T22" fmla="*/ 0 w 11"/>
                      <a:gd name="T23" fmla="*/ 1 h 28"/>
                      <a:gd name="T24" fmla="*/ 0 w 11"/>
                      <a:gd name="T25" fmla="*/ 1 h 28"/>
                      <a:gd name="T26" fmla="*/ 0 w 11"/>
                      <a:gd name="T27" fmla="*/ 1 h 28"/>
                      <a:gd name="T28" fmla="*/ 0 w 11"/>
                      <a:gd name="T29" fmla="*/ 1 h 28"/>
                      <a:gd name="T30" fmla="*/ 0 w 11"/>
                      <a:gd name="T31" fmla="*/ 0 h 28"/>
                      <a:gd name="T32" fmla="*/ 0 w 11"/>
                      <a:gd name="T33" fmla="*/ 0 h 28"/>
                      <a:gd name="T34" fmla="*/ 0 w 11"/>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28"/>
                      <a:gd name="T56" fmla="*/ 11 w 11"/>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28">
                        <a:moveTo>
                          <a:pt x="10" y="3"/>
                        </a:moveTo>
                        <a:lnTo>
                          <a:pt x="11" y="10"/>
                        </a:lnTo>
                        <a:lnTo>
                          <a:pt x="11" y="16"/>
                        </a:lnTo>
                        <a:lnTo>
                          <a:pt x="10" y="22"/>
                        </a:lnTo>
                        <a:lnTo>
                          <a:pt x="7" y="28"/>
                        </a:lnTo>
                        <a:lnTo>
                          <a:pt x="5" y="27"/>
                        </a:lnTo>
                        <a:lnTo>
                          <a:pt x="2" y="26"/>
                        </a:lnTo>
                        <a:lnTo>
                          <a:pt x="2" y="23"/>
                        </a:lnTo>
                        <a:lnTo>
                          <a:pt x="1" y="21"/>
                        </a:lnTo>
                        <a:lnTo>
                          <a:pt x="1" y="11"/>
                        </a:lnTo>
                        <a:lnTo>
                          <a:pt x="0" y="8"/>
                        </a:lnTo>
                        <a:lnTo>
                          <a:pt x="1" y="7"/>
                        </a:lnTo>
                        <a:lnTo>
                          <a:pt x="1" y="5"/>
                        </a:lnTo>
                        <a:lnTo>
                          <a:pt x="2" y="3"/>
                        </a:lnTo>
                        <a:lnTo>
                          <a:pt x="4" y="1"/>
                        </a:lnTo>
                        <a:lnTo>
                          <a:pt x="5" y="0"/>
                        </a:lnTo>
                        <a:lnTo>
                          <a:pt x="9" y="0"/>
                        </a:lnTo>
                        <a:lnTo>
                          <a:pt x="1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8" name="Freeform 623"/>
                  <p:cNvSpPr>
                    <a:spLocks/>
                  </p:cNvSpPr>
                  <p:nvPr/>
                </p:nvSpPr>
                <p:spPr bwMode="auto">
                  <a:xfrm>
                    <a:off x="4376" y="3610"/>
                    <a:ext cx="3" cy="14"/>
                  </a:xfrm>
                  <a:custGeom>
                    <a:avLst/>
                    <a:gdLst>
                      <a:gd name="T0" fmla="*/ 0 w 6"/>
                      <a:gd name="T1" fmla="*/ 1 h 27"/>
                      <a:gd name="T2" fmla="*/ 1 w 6"/>
                      <a:gd name="T3" fmla="*/ 1 h 27"/>
                      <a:gd name="T4" fmla="*/ 1 w 6"/>
                      <a:gd name="T5" fmla="*/ 1 h 27"/>
                      <a:gd name="T6" fmla="*/ 1 w 6"/>
                      <a:gd name="T7" fmla="*/ 1 h 27"/>
                      <a:gd name="T8" fmla="*/ 1 w 6"/>
                      <a:gd name="T9" fmla="*/ 1 h 27"/>
                      <a:gd name="T10" fmla="*/ 1 w 6"/>
                      <a:gd name="T11" fmla="*/ 0 h 27"/>
                      <a:gd name="T12" fmla="*/ 1 w 6"/>
                      <a:gd name="T13" fmla="*/ 1 h 27"/>
                      <a:gd name="T14" fmla="*/ 1 w 6"/>
                      <a:gd name="T15" fmla="*/ 1 h 27"/>
                      <a:gd name="T16" fmla="*/ 1 w 6"/>
                      <a:gd name="T17" fmla="*/ 1 h 27"/>
                      <a:gd name="T18" fmla="*/ 1 w 6"/>
                      <a:gd name="T19" fmla="*/ 1 h 27"/>
                      <a:gd name="T20" fmla="*/ 0 w 6"/>
                      <a:gd name="T21" fmla="*/ 1 h 27"/>
                      <a:gd name="T22" fmla="*/ 1 w 6"/>
                      <a:gd name="T23" fmla="*/ 1 h 27"/>
                      <a:gd name="T24" fmla="*/ 0 w 6"/>
                      <a:gd name="T25" fmla="*/ 1 h 27"/>
                      <a:gd name="T26" fmla="*/ 1 w 6"/>
                      <a:gd name="T27" fmla="*/ 1 h 27"/>
                      <a:gd name="T28" fmla="*/ 0 w 6"/>
                      <a:gd name="T29" fmla="*/ 1 h 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7"/>
                      <a:gd name="T47" fmla="*/ 6 w 6"/>
                      <a:gd name="T48" fmla="*/ 27 h 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7">
                        <a:moveTo>
                          <a:pt x="0" y="27"/>
                        </a:moveTo>
                        <a:lnTo>
                          <a:pt x="1" y="27"/>
                        </a:lnTo>
                        <a:lnTo>
                          <a:pt x="5" y="21"/>
                        </a:lnTo>
                        <a:lnTo>
                          <a:pt x="6" y="14"/>
                        </a:lnTo>
                        <a:lnTo>
                          <a:pt x="6" y="8"/>
                        </a:lnTo>
                        <a:lnTo>
                          <a:pt x="5" y="0"/>
                        </a:lnTo>
                        <a:lnTo>
                          <a:pt x="3" y="1"/>
                        </a:lnTo>
                        <a:lnTo>
                          <a:pt x="4" y="8"/>
                        </a:lnTo>
                        <a:lnTo>
                          <a:pt x="4" y="14"/>
                        </a:lnTo>
                        <a:lnTo>
                          <a:pt x="3" y="20"/>
                        </a:lnTo>
                        <a:lnTo>
                          <a:pt x="0" y="25"/>
                        </a:lnTo>
                        <a:lnTo>
                          <a:pt x="1" y="25"/>
                        </a:lnTo>
                        <a:lnTo>
                          <a:pt x="0" y="27"/>
                        </a:lnTo>
                        <a:lnTo>
                          <a:pt x="1" y="27"/>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9" name="Freeform 624"/>
                  <p:cNvSpPr>
                    <a:spLocks/>
                  </p:cNvSpPr>
                  <p:nvPr/>
                </p:nvSpPr>
                <p:spPr bwMode="auto">
                  <a:xfrm>
                    <a:off x="4372" y="3613"/>
                    <a:ext cx="4" cy="11"/>
                  </a:xfrm>
                  <a:custGeom>
                    <a:avLst/>
                    <a:gdLst>
                      <a:gd name="T0" fmla="*/ 0 w 8"/>
                      <a:gd name="T1" fmla="*/ 0 h 21"/>
                      <a:gd name="T2" fmla="*/ 1 w 8"/>
                      <a:gd name="T3" fmla="*/ 1 h 21"/>
                      <a:gd name="T4" fmla="*/ 1 w 8"/>
                      <a:gd name="T5" fmla="*/ 1 h 21"/>
                      <a:gd name="T6" fmla="*/ 1 w 8"/>
                      <a:gd name="T7" fmla="*/ 1 h 21"/>
                      <a:gd name="T8" fmla="*/ 1 w 8"/>
                      <a:gd name="T9" fmla="*/ 1 h 21"/>
                      <a:gd name="T10" fmla="*/ 1 w 8"/>
                      <a:gd name="T11" fmla="*/ 1 h 21"/>
                      <a:gd name="T12" fmla="*/ 1 w 8"/>
                      <a:gd name="T13" fmla="*/ 1 h 21"/>
                      <a:gd name="T14" fmla="*/ 1 w 8"/>
                      <a:gd name="T15" fmla="*/ 1 h 21"/>
                      <a:gd name="T16" fmla="*/ 1 w 8"/>
                      <a:gd name="T17" fmla="*/ 1 h 21"/>
                      <a:gd name="T18" fmla="*/ 1 w 8"/>
                      <a:gd name="T19" fmla="*/ 1 h 21"/>
                      <a:gd name="T20" fmla="*/ 1 w 8"/>
                      <a:gd name="T21" fmla="*/ 1 h 21"/>
                      <a:gd name="T22" fmla="*/ 1 w 8"/>
                      <a:gd name="T23" fmla="*/ 1 h 21"/>
                      <a:gd name="T24" fmla="*/ 1 w 8"/>
                      <a:gd name="T25" fmla="*/ 1 h 21"/>
                      <a:gd name="T26" fmla="*/ 1 w 8"/>
                      <a:gd name="T27" fmla="*/ 0 h 21"/>
                      <a:gd name="T28" fmla="*/ 1 w 8"/>
                      <a:gd name="T29" fmla="*/ 1 h 21"/>
                      <a:gd name="T30" fmla="*/ 0 w 8"/>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21"/>
                      <a:gd name="T50" fmla="*/ 8 w 8"/>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21">
                        <a:moveTo>
                          <a:pt x="0" y="0"/>
                        </a:moveTo>
                        <a:lnTo>
                          <a:pt x="1" y="3"/>
                        </a:lnTo>
                        <a:lnTo>
                          <a:pt x="1" y="13"/>
                        </a:lnTo>
                        <a:lnTo>
                          <a:pt x="2" y="15"/>
                        </a:lnTo>
                        <a:lnTo>
                          <a:pt x="3" y="18"/>
                        </a:lnTo>
                        <a:lnTo>
                          <a:pt x="5" y="20"/>
                        </a:lnTo>
                        <a:lnTo>
                          <a:pt x="7" y="21"/>
                        </a:lnTo>
                        <a:lnTo>
                          <a:pt x="8" y="19"/>
                        </a:lnTo>
                        <a:lnTo>
                          <a:pt x="6" y="18"/>
                        </a:lnTo>
                        <a:lnTo>
                          <a:pt x="5" y="16"/>
                        </a:lnTo>
                        <a:lnTo>
                          <a:pt x="5" y="15"/>
                        </a:lnTo>
                        <a:lnTo>
                          <a:pt x="3" y="11"/>
                        </a:lnTo>
                        <a:lnTo>
                          <a:pt x="3" y="3"/>
                        </a:lnTo>
                        <a:lnTo>
                          <a:pt x="2" y="0"/>
                        </a:lnTo>
                        <a:lnTo>
                          <a:pt x="2"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0" name="Freeform 625"/>
                  <p:cNvSpPr>
                    <a:spLocks/>
                  </p:cNvSpPr>
                  <p:nvPr/>
                </p:nvSpPr>
                <p:spPr bwMode="auto">
                  <a:xfrm>
                    <a:off x="4372" y="3608"/>
                    <a:ext cx="6" cy="6"/>
                  </a:xfrm>
                  <a:custGeom>
                    <a:avLst/>
                    <a:gdLst>
                      <a:gd name="T0" fmla="*/ 1 w 12"/>
                      <a:gd name="T1" fmla="*/ 1 h 11"/>
                      <a:gd name="T2" fmla="*/ 1 w 12"/>
                      <a:gd name="T3" fmla="*/ 1 h 11"/>
                      <a:gd name="T4" fmla="*/ 1 w 12"/>
                      <a:gd name="T5" fmla="*/ 0 h 11"/>
                      <a:gd name="T6" fmla="*/ 1 w 12"/>
                      <a:gd name="T7" fmla="*/ 0 h 11"/>
                      <a:gd name="T8" fmla="*/ 1 w 12"/>
                      <a:gd name="T9" fmla="*/ 1 h 11"/>
                      <a:gd name="T10" fmla="*/ 1 w 12"/>
                      <a:gd name="T11" fmla="*/ 1 h 11"/>
                      <a:gd name="T12" fmla="*/ 1 w 12"/>
                      <a:gd name="T13" fmla="*/ 1 h 11"/>
                      <a:gd name="T14" fmla="*/ 0 w 12"/>
                      <a:gd name="T15" fmla="*/ 1 h 11"/>
                      <a:gd name="T16" fmla="*/ 1 w 12"/>
                      <a:gd name="T17" fmla="*/ 1 h 11"/>
                      <a:gd name="T18" fmla="*/ 1 w 12"/>
                      <a:gd name="T19" fmla="*/ 1 h 11"/>
                      <a:gd name="T20" fmla="*/ 1 w 12"/>
                      <a:gd name="T21" fmla="*/ 1 h 11"/>
                      <a:gd name="T22" fmla="*/ 1 w 12"/>
                      <a:gd name="T23" fmla="*/ 1 h 11"/>
                      <a:gd name="T24" fmla="*/ 1 w 12"/>
                      <a:gd name="T25" fmla="*/ 1 h 11"/>
                      <a:gd name="T26" fmla="*/ 1 w 12"/>
                      <a:gd name="T27" fmla="*/ 1 h 11"/>
                      <a:gd name="T28" fmla="*/ 1 w 12"/>
                      <a:gd name="T29" fmla="*/ 1 h 11"/>
                      <a:gd name="T30" fmla="*/ 1 w 12"/>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11"/>
                      <a:gd name="T50" fmla="*/ 12 w 12"/>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11">
                        <a:moveTo>
                          <a:pt x="12" y="3"/>
                        </a:moveTo>
                        <a:lnTo>
                          <a:pt x="10" y="1"/>
                        </a:lnTo>
                        <a:lnTo>
                          <a:pt x="7" y="0"/>
                        </a:lnTo>
                        <a:lnTo>
                          <a:pt x="6" y="0"/>
                        </a:lnTo>
                        <a:lnTo>
                          <a:pt x="2" y="3"/>
                        </a:lnTo>
                        <a:lnTo>
                          <a:pt x="1" y="6"/>
                        </a:lnTo>
                        <a:lnTo>
                          <a:pt x="1" y="8"/>
                        </a:lnTo>
                        <a:lnTo>
                          <a:pt x="0" y="9"/>
                        </a:lnTo>
                        <a:lnTo>
                          <a:pt x="2" y="11"/>
                        </a:lnTo>
                        <a:lnTo>
                          <a:pt x="3" y="8"/>
                        </a:lnTo>
                        <a:lnTo>
                          <a:pt x="3" y="7"/>
                        </a:lnTo>
                        <a:lnTo>
                          <a:pt x="5" y="4"/>
                        </a:lnTo>
                        <a:lnTo>
                          <a:pt x="7" y="2"/>
                        </a:lnTo>
                        <a:lnTo>
                          <a:pt x="8" y="2"/>
                        </a:lnTo>
                        <a:lnTo>
                          <a:pt x="10" y="4"/>
                        </a:lnTo>
                        <a:lnTo>
                          <a:pt x="1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1" name="Freeform 626"/>
                  <p:cNvSpPr>
                    <a:spLocks/>
                  </p:cNvSpPr>
                  <p:nvPr/>
                </p:nvSpPr>
                <p:spPr bwMode="auto">
                  <a:xfrm>
                    <a:off x="4507" y="3609"/>
                    <a:ext cx="16" cy="10"/>
                  </a:xfrm>
                  <a:custGeom>
                    <a:avLst/>
                    <a:gdLst>
                      <a:gd name="T0" fmla="*/ 1 w 32"/>
                      <a:gd name="T1" fmla="*/ 0 h 18"/>
                      <a:gd name="T2" fmla="*/ 1 w 32"/>
                      <a:gd name="T3" fmla="*/ 1 h 18"/>
                      <a:gd name="T4" fmla="*/ 1 w 32"/>
                      <a:gd name="T5" fmla="*/ 1 h 18"/>
                      <a:gd name="T6" fmla="*/ 1 w 32"/>
                      <a:gd name="T7" fmla="*/ 1 h 18"/>
                      <a:gd name="T8" fmla="*/ 1 w 32"/>
                      <a:gd name="T9" fmla="*/ 1 h 18"/>
                      <a:gd name="T10" fmla="*/ 1 w 32"/>
                      <a:gd name="T11" fmla="*/ 1 h 18"/>
                      <a:gd name="T12" fmla="*/ 1 w 32"/>
                      <a:gd name="T13" fmla="*/ 1 h 18"/>
                      <a:gd name="T14" fmla="*/ 1 w 32"/>
                      <a:gd name="T15" fmla="*/ 1 h 18"/>
                      <a:gd name="T16" fmla="*/ 0 w 32"/>
                      <a:gd name="T17" fmla="*/ 1 h 18"/>
                      <a:gd name="T18" fmla="*/ 1 w 32"/>
                      <a:gd name="T19" fmla="*/ 1 h 18"/>
                      <a:gd name="T20" fmla="*/ 0 w 32"/>
                      <a:gd name="T21" fmla="*/ 1 h 18"/>
                      <a:gd name="T22" fmla="*/ 0 w 32"/>
                      <a:gd name="T23" fmla="*/ 1 h 18"/>
                      <a:gd name="T24" fmla="*/ 1 w 32"/>
                      <a:gd name="T25" fmla="*/ 1 h 18"/>
                      <a:gd name="T26" fmla="*/ 1 w 32"/>
                      <a:gd name="T27" fmla="*/ 1 h 18"/>
                      <a:gd name="T28" fmla="*/ 1 w 32"/>
                      <a:gd name="T29" fmla="*/ 1 h 18"/>
                      <a:gd name="T30" fmla="*/ 1 w 32"/>
                      <a:gd name="T31" fmla="*/ 1 h 18"/>
                      <a:gd name="T32" fmla="*/ 1 w 32"/>
                      <a:gd name="T33" fmla="*/ 0 h 18"/>
                      <a:gd name="T34" fmla="*/ 1 w 32"/>
                      <a:gd name="T35" fmla="*/ 0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18"/>
                      <a:gd name="T56" fmla="*/ 32 w 32"/>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18">
                        <a:moveTo>
                          <a:pt x="32" y="0"/>
                        </a:moveTo>
                        <a:lnTo>
                          <a:pt x="32" y="4"/>
                        </a:lnTo>
                        <a:lnTo>
                          <a:pt x="31" y="7"/>
                        </a:lnTo>
                        <a:lnTo>
                          <a:pt x="29" y="11"/>
                        </a:lnTo>
                        <a:lnTo>
                          <a:pt x="29" y="16"/>
                        </a:lnTo>
                        <a:lnTo>
                          <a:pt x="18" y="16"/>
                        </a:lnTo>
                        <a:lnTo>
                          <a:pt x="15" y="17"/>
                        </a:lnTo>
                        <a:lnTo>
                          <a:pt x="3" y="17"/>
                        </a:lnTo>
                        <a:lnTo>
                          <a:pt x="0" y="18"/>
                        </a:lnTo>
                        <a:lnTo>
                          <a:pt x="1" y="17"/>
                        </a:lnTo>
                        <a:lnTo>
                          <a:pt x="0" y="14"/>
                        </a:lnTo>
                        <a:lnTo>
                          <a:pt x="0" y="6"/>
                        </a:lnTo>
                        <a:lnTo>
                          <a:pt x="2" y="4"/>
                        </a:lnTo>
                        <a:lnTo>
                          <a:pt x="5" y="2"/>
                        </a:lnTo>
                        <a:lnTo>
                          <a:pt x="8" y="1"/>
                        </a:lnTo>
                        <a:lnTo>
                          <a:pt x="12" y="1"/>
                        </a:lnTo>
                        <a:lnTo>
                          <a:pt x="16" y="0"/>
                        </a:lnTo>
                        <a:lnTo>
                          <a:pt x="32"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2" name="Freeform 627"/>
                  <p:cNvSpPr>
                    <a:spLocks/>
                  </p:cNvSpPr>
                  <p:nvPr/>
                </p:nvSpPr>
                <p:spPr bwMode="auto">
                  <a:xfrm>
                    <a:off x="4522" y="3609"/>
                    <a:ext cx="2" cy="9"/>
                  </a:xfrm>
                  <a:custGeom>
                    <a:avLst/>
                    <a:gdLst>
                      <a:gd name="T0" fmla="*/ 0 w 5"/>
                      <a:gd name="T1" fmla="*/ 1 h 17"/>
                      <a:gd name="T2" fmla="*/ 0 w 5"/>
                      <a:gd name="T3" fmla="*/ 1 h 17"/>
                      <a:gd name="T4" fmla="*/ 0 w 5"/>
                      <a:gd name="T5" fmla="*/ 1 h 17"/>
                      <a:gd name="T6" fmla="*/ 0 w 5"/>
                      <a:gd name="T7" fmla="*/ 1 h 17"/>
                      <a:gd name="T8" fmla="*/ 0 w 5"/>
                      <a:gd name="T9" fmla="*/ 1 h 17"/>
                      <a:gd name="T10" fmla="*/ 0 w 5"/>
                      <a:gd name="T11" fmla="*/ 0 h 17"/>
                      <a:gd name="T12" fmla="*/ 0 w 5"/>
                      <a:gd name="T13" fmla="*/ 0 h 17"/>
                      <a:gd name="T14" fmla="*/ 0 w 5"/>
                      <a:gd name="T15" fmla="*/ 1 h 17"/>
                      <a:gd name="T16" fmla="*/ 0 w 5"/>
                      <a:gd name="T17" fmla="*/ 1 h 17"/>
                      <a:gd name="T18" fmla="*/ 0 w 5"/>
                      <a:gd name="T19" fmla="*/ 1 h 17"/>
                      <a:gd name="T20" fmla="*/ 0 w 5"/>
                      <a:gd name="T21" fmla="*/ 1 h 17"/>
                      <a:gd name="T22" fmla="*/ 0 w 5"/>
                      <a:gd name="T23" fmla="*/ 1 h 17"/>
                      <a:gd name="T24" fmla="*/ 0 w 5"/>
                      <a:gd name="T25" fmla="*/ 1 h 17"/>
                      <a:gd name="T26" fmla="*/ 0 w 5"/>
                      <a:gd name="T27" fmla="*/ 1 h 17"/>
                      <a:gd name="T28" fmla="*/ 0 w 5"/>
                      <a:gd name="T29" fmla="*/ 1 h 17"/>
                      <a:gd name="T30" fmla="*/ 0 w 5"/>
                      <a:gd name="T31" fmla="*/ 1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7"/>
                      <a:gd name="T50" fmla="*/ 5 w 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7">
                        <a:moveTo>
                          <a:pt x="1" y="17"/>
                        </a:moveTo>
                        <a:lnTo>
                          <a:pt x="3" y="16"/>
                        </a:lnTo>
                        <a:lnTo>
                          <a:pt x="3" y="12"/>
                        </a:lnTo>
                        <a:lnTo>
                          <a:pt x="4" y="7"/>
                        </a:lnTo>
                        <a:lnTo>
                          <a:pt x="4" y="4"/>
                        </a:lnTo>
                        <a:lnTo>
                          <a:pt x="5" y="0"/>
                        </a:lnTo>
                        <a:lnTo>
                          <a:pt x="3" y="0"/>
                        </a:lnTo>
                        <a:lnTo>
                          <a:pt x="3" y="4"/>
                        </a:lnTo>
                        <a:lnTo>
                          <a:pt x="1" y="7"/>
                        </a:lnTo>
                        <a:lnTo>
                          <a:pt x="0" y="11"/>
                        </a:lnTo>
                        <a:lnTo>
                          <a:pt x="0" y="16"/>
                        </a:lnTo>
                        <a:lnTo>
                          <a:pt x="1" y="15"/>
                        </a:lnTo>
                        <a:lnTo>
                          <a:pt x="1" y="17"/>
                        </a:lnTo>
                        <a:lnTo>
                          <a:pt x="3" y="17"/>
                        </a:lnTo>
                        <a:lnTo>
                          <a:pt x="3" y="16"/>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3" name="Freeform 628"/>
                  <p:cNvSpPr>
                    <a:spLocks/>
                  </p:cNvSpPr>
                  <p:nvPr/>
                </p:nvSpPr>
                <p:spPr bwMode="auto">
                  <a:xfrm>
                    <a:off x="4507" y="3617"/>
                    <a:ext cx="15" cy="3"/>
                  </a:xfrm>
                  <a:custGeom>
                    <a:avLst/>
                    <a:gdLst>
                      <a:gd name="T0" fmla="*/ 0 w 30"/>
                      <a:gd name="T1" fmla="*/ 1 h 6"/>
                      <a:gd name="T2" fmla="*/ 1 w 30"/>
                      <a:gd name="T3" fmla="*/ 1 h 6"/>
                      <a:gd name="T4" fmla="*/ 1 w 30"/>
                      <a:gd name="T5" fmla="*/ 1 h 6"/>
                      <a:gd name="T6" fmla="*/ 1 w 30"/>
                      <a:gd name="T7" fmla="*/ 1 h 6"/>
                      <a:gd name="T8" fmla="*/ 1 w 30"/>
                      <a:gd name="T9" fmla="*/ 1 h 6"/>
                      <a:gd name="T10" fmla="*/ 1 w 30"/>
                      <a:gd name="T11" fmla="*/ 1 h 6"/>
                      <a:gd name="T12" fmla="*/ 1 w 30"/>
                      <a:gd name="T13" fmla="*/ 0 h 6"/>
                      <a:gd name="T14" fmla="*/ 1 w 30"/>
                      <a:gd name="T15" fmla="*/ 0 h 6"/>
                      <a:gd name="T16" fmla="*/ 1 w 30"/>
                      <a:gd name="T17" fmla="*/ 1 h 6"/>
                      <a:gd name="T18" fmla="*/ 1 w 30"/>
                      <a:gd name="T19" fmla="*/ 1 h 6"/>
                      <a:gd name="T20" fmla="*/ 1 w 30"/>
                      <a:gd name="T21" fmla="*/ 1 h 6"/>
                      <a:gd name="T22" fmla="*/ 1 w 30"/>
                      <a:gd name="T23" fmla="*/ 1 h 6"/>
                      <a:gd name="T24" fmla="*/ 1 w 30"/>
                      <a:gd name="T25" fmla="*/ 1 h 6"/>
                      <a:gd name="T26" fmla="*/ 0 w 30"/>
                      <a:gd name="T27" fmla="*/ 1 h 6"/>
                      <a:gd name="T28" fmla="*/ 0 w 30"/>
                      <a:gd name="T29" fmla="*/ 1 h 6"/>
                      <a:gd name="T30" fmla="*/ 1 w 30"/>
                      <a:gd name="T31" fmla="*/ 1 h 6"/>
                      <a:gd name="T32" fmla="*/ 0 w 30"/>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6"/>
                      <a:gd name="T53" fmla="*/ 30 w 30"/>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6">
                        <a:moveTo>
                          <a:pt x="0" y="3"/>
                        </a:moveTo>
                        <a:lnTo>
                          <a:pt x="2" y="5"/>
                        </a:lnTo>
                        <a:lnTo>
                          <a:pt x="4" y="3"/>
                        </a:lnTo>
                        <a:lnTo>
                          <a:pt x="8" y="3"/>
                        </a:lnTo>
                        <a:lnTo>
                          <a:pt x="12" y="2"/>
                        </a:lnTo>
                        <a:lnTo>
                          <a:pt x="30" y="2"/>
                        </a:lnTo>
                        <a:lnTo>
                          <a:pt x="30" y="0"/>
                        </a:lnTo>
                        <a:lnTo>
                          <a:pt x="19" y="0"/>
                        </a:lnTo>
                        <a:lnTo>
                          <a:pt x="16" y="1"/>
                        </a:lnTo>
                        <a:lnTo>
                          <a:pt x="8" y="1"/>
                        </a:lnTo>
                        <a:lnTo>
                          <a:pt x="4" y="2"/>
                        </a:lnTo>
                        <a:lnTo>
                          <a:pt x="1" y="2"/>
                        </a:lnTo>
                        <a:lnTo>
                          <a:pt x="2" y="3"/>
                        </a:lnTo>
                        <a:lnTo>
                          <a:pt x="0" y="3"/>
                        </a:lnTo>
                        <a:lnTo>
                          <a:pt x="0" y="6"/>
                        </a:lnTo>
                        <a:lnTo>
                          <a:pt x="2" y="5"/>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4" name="Freeform 629"/>
                  <p:cNvSpPr>
                    <a:spLocks/>
                  </p:cNvSpPr>
                  <p:nvPr/>
                </p:nvSpPr>
                <p:spPr bwMode="auto">
                  <a:xfrm>
                    <a:off x="4507" y="3610"/>
                    <a:ext cx="3" cy="9"/>
                  </a:xfrm>
                  <a:custGeom>
                    <a:avLst/>
                    <a:gdLst>
                      <a:gd name="T0" fmla="*/ 0 w 7"/>
                      <a:gd name="T1" fmla="*/ 0 h 17"/>
                      <a:gd name="T2" fmla="*/ 0 w 7"/>
                      <a:gd name="T3" fmla="*/ 1 h 17"/>
                      <a:gd name="T4" fmla="*/ 0 w 7"/>
                      <a:gd name="T5" fmla="*/ 1 h 17"/>
                      <a:gd name="T6" fmla="*/ 0 w 7"/>
                      <a:gd name="T7" fmla="*/ 1 h 17"/>
                      <a:gd name="T8" fmla="*/ 0 w 7"/>
                      <a:gd name="T9" fmla="*/ 1 h 17"/>
                      <a:gd name="T10" fmla="*/ 0 w 7"/>
                      <a:gd name="T11" fmla="*/ 1 h 17"/>
                      <a:gd name="T12" fmla="*/ 0 w 7"/>
                      <a:gd name="T13" fmla="*/ 1 h 17"/>
                      <a:gd name="T14" fmla="*/ 0 w 7"/>
                      <a:gd name="T15" fmla="*/ 1 h 17"/>
                      <a:gd name="T16" fmla="*/ 0 w 7"/>
                      <a:gd name="T17" fmla="*/ 1 h 17"/>
                      <a:gd name="T18" fmla="*/ 0 w 7"/>
                      <a:gd name="T19" fmla="*/ 1 h 17"/>
                      <a:gd name="T20" fmla="*/ 0 w 7"/>
                      <a:gd name="T21" fmla="*/ 1 h 17"/>
                      <a:gd name="T22" fmla="*/ 0 w 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7"/>
                      <a:gd name="T38" fmla="*/ 7 w 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7">
                        <a:moveTo>
                          <a:pt x="6" y="0"/>
                        </a:moveTo>
                        <a:lnTo>
                          <a:pt x="3" y="1"/>
                        </a:lnTo>
                        <a:lnTo>
                          <a:pt x="1" y="3"/>
                        </a:lnTo>
                        <a:lnTo>
                          <a:pt x="0" y="5"/>
                        </a:lnTo>
                        <a:lnTo>
                          <a:pt x="0" y="17"/>
                        </a:lnTo>
                        <a:lnTo>
                          <a:pt x="2" y="17"/>
                        </a:lnTo>
                        <a:lnTo>
                          <a:pt x="3" y="16"/>
                        </a:lnTo>
                        <a:lnTo>
                          <a:pt x="2" y="13"/>
                        </a:lnTo>
                        <a:lnTo>
                          <a:pt x="2" y="5"/>
                        </a:lnTo>
                        <a:lnTo>
                          <a:pt x="4" y="3"/>
                        </a:lnTo>
                        <a:lnTo>
                          <a:pt x="7" y="3"/>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5" name="Freeform 630"/>
                  <p:cNvSpPr>
                    <a:spLocks/>
                  </p:cNvSpPr>
                  <p:nvPr/>
                </p:nvSpPr>
                <p:spPr bwMode="auto">
                  <a:xfrm>
                    <a:off x="4510" y="3609"/>
                    <a:ext cx="14" cy="2"/>
                  </a:xfrm>
                  <a:custGeom>
                    <a:avLst/>
                    <a:gdLst>
                      <a:gd name="T0" fmla="*/ 1 w 28"/>
                      <a:gd name="T1" fmla="*/ 0 h 5"/>
                      <a:gd name="T2" fmla="*/ 1 w 28"/>
                      <a:gd name="T3" fmla="*/ 0 h 5"/>
                      <a:gd name="T4" fmla="*/ 1 w 28"/>
                      <a:gd name="T5" fmla="*/ 0 h 5"/>
                      <a:gd name="T6" fmla="*/ 1 w 28"/>
                      <a:gd name="T7" fmla="*/ 0 h 5"/>
                      <a:gd name="T8" fmla="*/ 1 w 28"/>
                      <a:gd name="T9" fmla="*/ 0 h 5"/>
                      <a:gd name="T10" fmla="*/ 0 w 28"/>
                      <a:gd name="T11" fmla="*/ 0 h 5"/>
                      <a:gd name="T12" fmla="*/ 1 w 28"/>
                      <a:gd name="T13" fmla="*/ 0 h 5"/>
                      <a:gd name="T14" fmla="*/ 1 w 28"/>
                      <a:gd name="T15" fmla="*/ 0 h 5"/>
                      <a:gd name="T16" fmla="*/ 1 w 28"/>
                      <a:gd name="T17" fmla="*/ 0 h 5"/>
                      <a:gd name="T18" fmla="*/ 1 w 28"/>
                      <a:gd name="T19" fmla="*/ 0 h 5"/>
                      <a:gd name="T20" fmla="*/ 1 w 28"/>
                      <a:gd name="T21" fmla="*/ 0 h 5"/>
                      <a:gd name="T22" fmla="*/ 1 w 28"/>
                      <a:gd name="T23" fmla="*/ 0 h 5"/>
                      <a:gd name="T24" fmla="*/ 1 w 28"/>
                      <a:gd name="T25" fmla="*/ 0 h 5"/>
                      <a:gd name="T26" fmla="*/ 1 w 28"/>
                      <a:gd name="T27" fmla="*/ 0 h 5"/>
                      <a:gd name="T28" fmla="*/ 1 w 28"/>
                      <a:gd name="T29" fmla="*/ 0 h 5"/>
                      <a:gd name="T30" fmla="*/ 1 w 28"/>
                      <a:gd name="T31" fmla="*/ 0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
                      <a:gd name="T49" fmla="*/ 0 h 5"/>
                      <a:gd name="T50" fmla="*/ 28 w 28"/>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 h="5">
                        <a:moveTo>
                          <a:pt x="28" y="1"/>
                        </a:moveTo>
                        <a:lnTo>
                          <a:pt x="27" y="0"/>
                        </a:lnTo>
                        <a:lnTo>
                          <a:pt x="11" y="0"/>
                        </a:lnTo>
                        <a:lnTo>
                          <a:pt x="7" y="1"/>
                        </a:lnTo>
                        <a:lnTo>
                          <a:pt x="3" y="1"/>
                        </a:lnTo>
                        <a:lnTo>
                          <a:pt x="0" y="2"/>
                        </a:lnTo>
                        <a:lnTo>
                          <a:pt x="1" y="5"/>
                        </a:lnTo>
                        <a:lnTo>
                          <a:pt x="5" y="3"/>
                        </a:lnTo>
                        <a:lnTo>
                          <a:pt x="7" y="3"/>
                        </a:lnTo>
                        <a:lnTo>
                          <a:pt x="11" y="2"/>
                        </a:lnTo>
                        <a:lnTo>
                          <a:pt x="27" y="2"/>
                        </a:lnTo>
                        <a:lnTo>
                          <a:pt x="26" y="1"/>
                        </a:lnTo>
                        <a:lnTo>
                          <a:pt x="28" y="1"/>
                        </a:lnTo>
                        <a:lnTo>
                          <a:pt x="28" y="0"/>
                        </a:lnTo>
                        <a:lnTo>
                          <a:pt x="27" y="0"/>
                        </a:lnTo>
                        <a:lnTo>
                          <a:pt x="2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6" name="Freeform 631"/>
                  <p:cNvSpPr>
                    <a:spLocks/>
                  </p:cNvSpPr>
                  <p:nvPr/>
                </p:nvSpPr>
                <p:spPr bwMode="auto">
                  <a:xfrm>
                    <a:off x="4507" y="3611"/>
                    <a:ext cx="31" cy="11"/>
                  </a:xfrm>
                  <a:custGeom>
                    <a:avLst/>
                    <a:gdLst>
                      <a:gd name="T0" fmla="*/ 2 w 60"/>
                      <a:gd name="T1" fmla="*/ 0 h 22"/>
                      <a:gd name="T2" fmla="*/ 2 w 60"/>
                      <a:gd name="T3" fmla="*/ 1 h 22"/>
                      <a:gd name="T4" fmla="*/ 2 w 60"/>
                      <a:gd name="T5" fmla="*/ 1 h 22"/>
                      <a:gd name="T6" fmla="*/ 2 w 60"/>
                      <a:gd name="T7" fmla="*/ 1 h 22"/>
                      <a:gd name="T8" fmla="*/ 2 w 60"/>
                      <a:gd name="T9" fmla="*/ 1 h 22"/>
                      <a:gd name="T10" fmla="*/ 2 w 60"/>
                      <a:gd name="T11" fmla="*/ 1 h 22"/>
                      <a:gd name="T12" fmla="*/ 2 w 60"/>
                      <a:gd name="T13" fmla="*/ 1 h 22"/>
                      <a:gd name="T14" fmla="*/ 2 w 60"/>
                      <a:gd name="T15" fmla="*/ 1 h 22"/>
                      <a:gd name="T16" fmla="*/ 2 w 60"/>
                      <a:gd name="T17" fmla="*/ 1 h 22"/>
                      <a:gd name="T18" fmla="*/ 2 w 60"/>
                      <a:gd name="T19" fmla="*/ 1 h 22"/>
                      <a:gd name="T20" fmla="*/ 2 w 60"/>
                      <a:gd name="T21" fmla="*/ 1 h 22"/>
                      <a:gd name="T22" fmla="*/ 1 w 60"/>
                      <a:gd name="T23" fmla="*/ 1 h 22"/>
                      <a:gd name="T24" fmla="*/ 1 w 60"/>
                      <a:gd name="T25" fmla="*/ 1 h 22"/>
                      <a:gd name="T26" fmla="*/ 1 w 60"/>
                      <a:gd name="T27" fmla="*/ 1 h 22"/>
                      <a:gd name="T28" fmla="*/ 1 w 60"/>
                      <a:gd name="T29" fmla="*/ 1 h 22"/>
                      <a:gd name="T30" fmla="*/ 1 w 60"/>
                      <a:gd name="T31" fmla="*/ 1 h 22"/>
                      <a:gd name="T32" fmla="*/ 0 w 60"/>
                      <a:gd name="T33" fmla="*/ 1 h 22"/>
                      <a:gd name="T34" fmla="*/ 1 w 60"/>
                      <a:gd name="T35" fmla="*/ 1 h 22"/>
                      <a:gd name="T36" fmla="*/ 1 w 60"/>
                      <a:gd name="T37" fmla="*/ 1 h 22"/>
                      <a:gd name="T38" fmla="*/ 1 w 60"/>
                      <a:gd name="T39" fmla="*/ 1 h 22"/>
                      <a:gd name="T40" fmla="*/ 1 w 60"/>
                      <a:gd name="T41" fmla="*/ 1 h 22"/>
                      <a:gd name="T42" fmla="*/ 2 w 60"/>
                      <a:gd name="T43" fmla="*/ 1 h 22"/>
                      <a:gd name="T44" fmla="*/ 2 w 60"/>
                      <a:gd name="T45" fmla="*/ 1 h 22"/>
                      <a:gd name="T46" fmla="*/ 2 w 60"/>
                      <a:gd name="T47" fmla="*/ 1 h 22"/>
                      <a:gd name="T48" fmla="*/ 2 w 60"/>
                      <a:gd name="T49" fmla="*/ 1 h 22"/>
                      <a:gd name="T50" fmla="*/ 2 w 60"/>
                      <a:gd name="T51" fmla="*/ 1 h 22"/>
                      <a:gd name="T52" fmla="*/ 2 w 60"/>
                      <a:gd name="T53" fmla="*/ 1 h 22"/>
                      <a:gd name="T54" fmla="*/ 2 w 60"/>
                      <a:gd name="T55" fmla="*/ 1 h 22"/>
                      <a:gd name="T56" fmla="*/ 2 w 60"/>
                      <a:gd name="T57" fmla="*/ 1 h 22"/>
                      <a:gd name="T58" fmla="*/ 2 w 60"/>
                      <a:gd name="T59" fmla="*/ 1 h 22"/>
                      <a:gd name="T60" fmla="*/ 2 w 60"/>
                      <a:gd name="T61" fmla="*/ 0 h 22"/>
                      <a:gd name="T62" fmla="*/ 2 w 60"/>
                      <a:gd name="T63" fmla="*/ 0 h 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0"/>
                      <a:gd name="T97" fmla="*/ 0 h 22"/>
                      <a:gd name="T98" fmla="*/ 60 w 60"/>
                      <a:gd name="T99" fmla="*/ 22 h 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0" h="22">
                        <a:moveTo>
                          <a:pt x="59" y="0"/>
                        </a:moveTo>
                        <a:lnTo>
                          <a:pt x="60" y="5"/>
                        </a:lnTo>
                        <a:lnTo>
                          <a:pt x="60" y="8"/>
                        </a:lnTo>
                        <a:lnTo>
                          <a:pt x="59" y="12"/>
                        </a:lnTo>
                        <a:lnTo>
                          <a:pt x="56" y="16"/>
                        </a:lnTo>
                        <a:lnTo>
                          <a:pt x="53" y="16"/>
                        </a:lnTo>
                        <a:lnTo>
                          <a:pt x="49" y="17"/>
                        </a:lnTo>
                        <a:lnTo>
                          <a:pt x="47" y="17"/>
                        </a:lnTo>
                        <a:lnTo>
                          <a:pt x="43" y="18"/>
                        </a:lnTo>
                        <a:lnTo>
                          <a:pt x="39" y="18"/>
                        </a:lnTo>
                        <a:lnTo>
                          <a:pt x="37" y="19"/>
                        </a:lnTo>
                        <a:lnTo>
                          <a:pt x="26" y="19"/>
                        </a:lnTo>
                        <a:lnTo>
                          <a:pt x="23" y="21"/>
                        </a:lnTo>
                        <a:lnTo>
                          <a:pt x="12" y="21"/>
                        </a:lnTo>
                        <a:lnTo>
                          <a:pt x="10" y="22"/>
                        </a:lnTo>
                        <a:lnTo>
                          <a:pt x="3" y="22"/>
                        </a:lnTo>
                        <a:lnTo>
                          <a:pt x="0" y="19"/>
                        </a:lnTo>
                        <a:lnTo>
                          <a:pt x="10" y="19"/>
                        </a:lnTo>
                        <a:lnTo>
                          <a:pt x="12" y="18"/>
                        </a:lnTo>
                        <a:lnTo>
                          <a:pt x="24" y="18"/>
                        </a:lnTo>
                        <a:lnTo>
                          <a:pt x="27" y="17"/>
                        </a:lnTo>
                        <a:lnTo>
                          <a:pt x="37" y="17"/>
                        </a:lnTo>
                        <a:lnTo>
                          <a:pt x="39" y="16"/>
                        </a:lnTo>
                        <a:lnTo>
                          <a:pt x="43" y="14"/>
                        </a:lnTo>
                        <a:lnTo>
                          <a:pt x="45" y="14"/>
                        </a:lnTo>
                        <a:lnTo>
                          <a:pt x="48" y="13"/>
                        </a:lnTo>
                        <a:lnTo>
                          <a:pt x="50" y="11"/>
                        </a:lnTo>
                        <a:lnTo>
                          <a:pt x="50" y="8"/>
                        </a:lnTo>
                        <a:lnTo>
                          <a:pt x="52" y="6"/>
                        </a:lnTo>
                        <a:lnTo>
                          <a:pt x="52" y="1"/>
                        </a:lnTo>
                        <a:lnTo>
                          <a:pt x="53" y="0"/>
                        </a:lnTo>
                        <a:lnTo>
                          <a:pt x="59" y="0"/>
                        </a:lnTo>
                        <a:close/>
                      </a:path>
                    </a:pathLst>
                  </a:custGeom>
                  <a:solidFill>
                    <a:srgbClr val="8E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7" name="Freeform 632"/>
                  <p:cNvSpPr>
                    <a:spLocks/>
                  </p:cNvSpPr>
                  <p:nvPr/>
                </p:nvSpPr>
                <p:spPr bwMode="auto">
                  <a:xfrm>
                    <a:off x="4535" y="3611"/>
                    <a:ext cx="3" cy="9"/>
                  </a:xfrm>
                  <a:custGeom>
                    <a:avLst/>
                    <a:gdLst>
                      <a:gd name="T0" fmla="*/ 1 w 6"/>
                      <a:gd name="T1" fmla="*/ 1 h 17"/>
                      <a:gd name="T2" fmla="*/ 1 w 6"/>
                      <a:gd name="T3" fmla="*/ 1 h 17"/>
                      <a:gd name="T4" fmla="*/ 1 w 6"/>
                      <a:gd name="T5" fmla="*/ 1 h 17"/>
                      <a:gd name="T6" fmla="*/ 1 w 6"/>
                      <a:gd name="T7" fmla="*/ 1 h 17"/>
                      <a:gd name="T8" fmla="*/ 1 w 6"/>
                      <a:gd name="T9" fmla="*/ 0 h 17"/>
                      <a:gd name="T10" fmla="*/ 1 w 6"/>
                      <a:gd name="T11" fmla="*/ 0 h 17"/>
                      <a:gd name="T12" fmla="*/ 1 w 6"/>
                      <a:gd name="T13" fmla="*/ 1 h 17"/>
                      <a:gd name="T14" fmla="*/ 1 w 6"/>
                      <a:gd name="T15" fmla="*/ 1 h 17"/>
                      <a:gd name="T16" fmla="*/ 1 w 6"/>
                      <a:gd name="T17" fmla="*/ 1 h 17"/>
                      <a:gd name="T18" fmla="*/ 0 w 6"/>
                      <a:gd name="T19" fmla="*/ 1 h 17"/>
                      <a:gd name="T20" fmla="*/ 1 w 6"/>
                      <a:gd name="T21" fmla="*/ 1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7"/>
                      <a:gd name="T35" fmla="*/ 6 w 6"/>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7">
                        <a:moveTo>
                          <a:pt x="1" y="17"/>
                        </a:moveTo>
                        <a:lnTo>
                          <a:pt x="5" y="13"/>
                        </a:lnTo>
                        <a:lnTo>
                          <a:pt x="6" y="8"/>
                        </a:lnTo>
                        <a:lnTo>
                          <a:pt x="6" y="5"/>
                        </a:lnTo>
                        <a:lnTo>
                          <a:pt x="5" y="0"/>
                        </a:lnTo>
                        <a:lnTo>
                          <a:pt x="3" y="0"/>
                        </a:lnTo>
                        <a:lnTo>
                          <a:pt x="4" y="5"/>
                        </a:lnTo>
                        <a:lnTo>
                          <a:pt x="4" y="8"/>
                        </a:lnTo>
                        <a:lnTo>
                          <a:pt x="3" y="12"/>
                        </a:lnTo>
                        <a:lnTo>
                          <a:pt x="0" y="14"/>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185" name="Freeform 633"/>
                <p:cNvSpPr>
                  <a:spLocks/>
                </p:cNvSpPr>
                <p:nvPr/>
              </p:nvSpPr>
              <p:spPr bwMode="auto">
                <a:xfrm>
                  <a:off x="4509" y="3555"/>
                  <a:ext cx="27" cy="4"/>
                </a:xfrm>
                <a:custGeom>
                  <a:avLst/>
                  <a:gdLst>
                    <a:gd name="T0" fmla="*/ 0 w 54"/>
                    <a:gd name="T1" fmla="*/ 0 h 9"/>
                    <a:gd name="T2" fmla="*/ 1 w 54"/>
                    <a:gd name="T3" fmla="*/ 0 h 9"/>
                    <a:gd name="T4" fmla="*/ 1 w 54"/>
                    <a:gd name="T5" fmla="*/ 0 h 9"/>
                    <a:gd name="T6" fmla="*/ 1 w 54"/>
                    <a:gd name="T7" fmla="*/ 0 h 9"/>
                    <a:gd name="T8" fmla="*/ 1 w 54"/>
                    <a:gd name="T9" fmla="*/ 0 h 9"/>
                    <a:gd name="T10" fmla="*/ 2 w 54"/>
                    <a:gd name="T11" fmla="*/ 0 h 9"/>
                    <a:gd name="T12" fmla="*/ 2 w 54"/>
                    <a:gd name="T13" fmla="*/ 0 h 9"/>
                    <a:gd name="T14" fmla="*/ 2 w 54"/>
                    <a:gd name="T15" fmla="*/ 0 h 9"/>
                    <a:gd name="T16" fmla="*/ 2 w 54"/>
                    <a:gd name="T17" fmla="*/ 0 h 9"/>
                    <a:gd name="T18" fmla="*/ 2 w 54"/>
                    <a:gd name="T19" fmla="*/ 0 h 9"/>
                    <a:gd name="T20" fmla="*/ 2 w 54"/>
                    <a:gd name="T21" fmla="*/ 0 h 9"/>
                    <a:gd name="T22" fmla="*/ 2 w 54"/>
                    <a:gd name="T23" fmla="*/ 0 h 9"/>
                    <a:gd name="T24" fmla="*/ 2 w 54"/>
                    <a:gd name="T25" fmla="*/ 0 h 9"/>
                    <a:gd name="T26" fmla="*/ 2 w 54"/>
                    <a:gd name="T27" fmla="*/ 0 h 9"/>
                    <a:gd name="T28" fmla="*/ 2 w 54"/>
                    <a:gd name="T29" fmla="*/ 0 h 9"/>
                    <a:gd name="T30" fmla="*/ 2 w 54"/>
                    <a:gd name="T31" fmla="*/ 0 h 9"/>
                    <a:gd name="T32" fmla="*/ 2 w 54"/>
                    <a:gd name="T33" fmla="*/ 0 h 9"/>
                    <a:gd name="T34" fmla="*/ 2 w 54"/>
                    <a:gd name="T35" fmla="*/ 0 h 9"/>
                    <a:gd name="T36" fmla="*/ 2 w 54"/>
                    <a:gd name="T37" fmla="*/ 0 h 9"/>
                    <a:gd name="T38" fmla="*/ 1 w 54"/>
                    <a:gd name="T39" fmla="*/ 0 h 9"/>
                    <a:gd name="T40" fmla="*/ 1 w 54"/>
                    <a:gd name="T41" fmla="*/ 0 h 9"/>
                    <a:gd name="T42" fmla="*/ 1 w 54"/>
                    <a:gd name="T43" fmla="*/ 0 h 9"/>
                    <a:gd name="T44" fmla="*/ 1 w 54"/>
                    <a:gd name="T45" fmla="*/ 0 h 9"/>
                    <a:gd name="T46" fmla="*/ 0 w 54"/>
                    <a:gd name="T47" fmla="*/ 0 h 9"/>
                    <a:gd name="T48" fmla="*/ 1 w 54"/>
                    <a:gd name="T49" fmla="*/ 0 h 9"/>
                    <a:gd name="T50" fmla="*/ 0 w 54"/>
                    <a:gd name="T51" fmla="*/ 0 h 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4"/>
                    <a:gd name="T79" fmla="*/ 0 h 9"/>
                    <a:gd name="T80" fmla="*/ 54 w 54"/>
                    <a:gd name="T81" fmla="*/ 9 h 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4" h="9">
                      <a:moveTo>
                        <a:pt x="0" y="9"/>
                      </a:moveTo>
                      <a:lnTo>
                        <a:pt x="8" y="9"/>
                      </a:lnTo>
                      <a:lnTo>
                        <a:pt x="10" y="8"/>
                      </a:lnTo>
                      <a:lnTo>
                        <a:pt x="24" y="8"/>
                      </a:lnTo>
                      <a:lnTo>
                        <a:pt x="27" y="7"/>
                      </a:lnTo>
                      <a:lnTo>
                        <a:pt x="35" y="7"/>
                      </a:lnTo>
                      <a:lnTo>
                        <a:pt x="37" y="5"/>
                      </a:lnTo>
                      <a:lnTo>
                        <a:pt x="41" y="5"/>
                      </a:lnTo>
                      <a:lnTo>
                        <a:pt x="45" y="4"/>
                      </a:lnTo>
                      <a:lnTo>
                        <a:pt x="48" y="4"/>
                      </a:lnTo>
                      <a:lnTo>
                        <a:pt x="51" y="3"/>
                      </a:lnTo>
                      <a:lnTo>
                        <a:pt x="54" y="3"/>
                      </a:lnTo>
                      <a:lnTo>
                        <a:pt x="53" y="0"/>
                      </a:lnTo>
                      <a:lnTo>
                        <a:pt x="51" y="0"/>
                      </a:lnTo>
                      <a:lnTo>
                        <a:pt x="47" y="2"/>
                      </a:lnTo>
                      <a:lnTo>
                        <a:pt x="45" y="2"/>
                      </a:lnTo>
                      <a:lnTo>
                        <a:pt x="41" y="3"/>
                      </a:lnTo>
                      <a:lnTo>
                        <a:pt x="37" y="3"/>
                      </a:lnTo>
                      <a:lnTo>
                        <a:pt x="35" y="4"/>
                      </a:lnTo>
                      <a:lnTo>
                        <a:pt x="31" y="4"/>
                      </a:lnTo>
                      <a:lnTo>
                        <a:pt x="27" y="5"/>
                      </a:lnTo>
                      <a:lnTo>
                        <a:pt x="4" y="5"/>
                      </a:lnTo>
                      <a:lnTo>
                        <a:pt x="1" y="7"/>
                      </a:lnTo>
                      <a:lnTo>
                        <a:pt x="0" y="9"/>
                      </a:lnTo>
                      <a:lnTo>
                        <a:pt x="1" y="9"/>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6" name="Freeform 634"/>
                <p:cNvSpPr>
                  <a:spLocks/>
                </p:cNvSpPr>
                <p:nvPr/>
              </p:nvSpPr>
              <p:spPr bwMode="auto">
                <a:xfrm>
                  <a:off x="4506" y="3557"/>
                  <a:ext cx="3" cy="2"/>
                </a:xfrm>
                <a:custGeom>
                  <a:avLst/>
                  <a:gdLst>
                    <a:gd name="T0" fmla="*/ 1 w 6"/>
                    <a:gd name="T1" fmla="*/ 0 h 4"/>
                    <a:gd name="T2" fmla="*/ 1 w 6"/>
                    <a:gd name="T3" fmla="*/ 1 h 4"/>
                    <a:gd name="T4" fmla="*/ 1 w 6"/>
                    <a:gd name="T5" fmla="*/ 1 h 4"/>
                    <a:gd name="T6" fmla="*/ 1 w 6"/>
                    <a:gd name="T7" fmla="*/ 1 h 4"/>
                    <a:gd name="T8" fmla="*/ 1 w 6"/>
                    <a:gd name="T9" fmla="*/ 0 h 4"/>
                    <a:gd name="T10" fmla="*/ 1 w 6"/>
                    <a:gd name="T11" fmla="*/ 1 h 4"/>
                    <a:gd name="T12" fmla="*/ 1 w 6"/>
                    <a:gd name="T13" fmla="*/ 0 h 4"/>
                    <a:gd name="T14" fmla="*/ 0 w 6"/>
                    <a:gd name="T15" fmla="*/ 0 h 4"/>
                    <a:gd name="T16" fmla="*/ 1 w 6"/>
                    <a:gd name="T17" fmla="*/ 1 h 4"/>
                    <a:gd name="T18" fmla="*/ 1 w 6"/>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4"/>
                    <a:gd name="T32" fmla="*/ 6 w 6"/>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4">
                      <a:moveTo>
                        <a:pt x="3" y="0"/>
                      </a:moveTo>
                      <a:lnTo>
                        <a:pt x="3" y="3"/>
                      </a:lnTo>
                      <a:lnTo>
                        <a:pt x="5" y="4"/>
                      </a:lnTo>
                      <a:lnTo>
                        <a:pt x="6" y="2"/>
                      </a:lnTo>
                      <a:lnTo>
                        <a:pt x="4" y="0"/>
                      </a:lnTo>
                      <a:lnTo>
                        <a:pt x="4" y="3"/>
                      </a:lnTo>
                      <a:lnTo>
                        <a:pt x="3" y="0"/>
                      </a:lnTo>
                      <a:lnTo>
                        <a:pt x="0" y="0"/>
                      </a:lnTo>
                      <a:lnTo>
                        <a:pt x="3" y="3"/>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7" name="Freeform 635"/>
                <p:cNvSpPr>
                  <a:spLocks/>
                </p:cNvSpPr>
                <p:nvPr/>
              </p:nvSpPr>
              <p:spPr bwMode="auto">
                <a:xfrm>
                  <a:off x="4507" y="3554"/>
                  <a:ext cx="25" cy="4"/>
                </a:xfrm>
                <a:custGeom>
                  <a:avLst/>
                  <a:gdLst>
                    <a:gd name="T0" fmla="*/ 2 w 49"/>
                    <a:gd name="T1" fmla="*/ 0 h 10"/>
                    <a:gd name="T2" fmla="*/ 2 w 49"/>
                    <a:gd name="T3" fmla="*/ 0 h 10"/>
                    <a:gd name="T4" fmla="*/ 2 w 49"/>
                    <a:gd name="T5" fmla="*/ 0 h 10"/>
                    <a:gd name="T6" fmla="*/ 2 w 49"/>
                    <a:gd name="T7" fmla="*/ 0 h 10"/>
                    <a:gd name="T8" fmla="*/ 2 w 49"/>
                    <a:gd name="T9" fmla="*/ 0 h 10"/>
                    <a:gd name="T10" fmla="*/ 1 w 49"/>
                    <a:gd name="T11" fmla="*/ 0 h 10"/>
                    <a:gd name="T12" fmla="*/ 1 w 49"/>
                    <a:gd name="T13" fmla="*/ 0 h 10"/>
                    <a:gd name="T14" fmla="*/ 1 w 49"/>
                    <a:gd name="T15" fmla="*/ 0 h 10"/>
                    <a:gd name="T16" fmla="*/ 1 w 49"/>
                    <a:gd name="T17" fmla="*/ 0 h 10"/>
                    <a:gd name="T18" fmla="*/ 1 w 49"/>
                    <a:gd name="T19" fmla="*/ 0 h 10"/>
                    <a:gd name="T20" fmla="*/ 0 w 49"/>
                    <a:gd name="T21" fmla="*/ 0 h 10"/>
                    <a:gd name="T22" fmla="*/ 1 w 49"/>
                    <a:gd name="T23" fmla="*/ 0 h 10"/>
                    <a:gd name="T24" fmla="*/ 1 w 49"/>
                    <a:gd name="T25" fmla="*/ 0 h 10"/>
                    <a:gd name="T26" fmla="*/ 1 w 49"/>
                    <a:gd name="T27" fmla="*/ 0 h 10"/>
                    <a:gd name="T28" fmla="*/ 1 w 49"/>
                    <a:gd name="T29" fmla="*/ 0 h 10"/>
                    <a:gd name="T30" fmla="*/ 1 w 49"/>
                    <a:gd name="T31" fmla="*/ 0 h 10"/>
                    <a:gd name="T32" fmla="*/ 1 w 49"/>
                    <a:gd name="T33" fmla="*/ 0 h 10"/>
                    <a:gd name="T34" fmla="*/ 2 w 49"/>
                    <a:gd name="T35" fmla="*/ 0 h 10"/>
                    <a:gd name="T36" fmla="*/ 2 w 49"/>
                    <a:gd name="T37" fmla="*/ 0 h 10"/>
                    <a:gd name="T38" fmla="*/ 2 w 49"/>
                    <a:gd name="T39" fmla="*/ 0 h 10"/>
                    <a:gd name="T40" fmla="*/ 2 w 49"/>
                    <a:gd name="T41" fmla="*/ 0 h 10"/>
                    <a:gd name="T42" fmla="*/ 2 w 49"/>
                    <a:gd name="T43" fmla="*/ 0 h 10"/>
                    <a:gd name="T44" fmla="*/ 2 w 49"/>
                    <a:gd name="T45" fmla="*/ 0 h 1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9"/>
                    <a:gd name="T70" fmla="*/ 0 h 10"/>
                    <a:gd name="T71" fmla="*/ 49 w 49"/>
                    <a:gd name="T72" fmla="*/ 10 h 1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9" h="10">
                      <a:moveTo>
                        <a:pt x="48" y="0"/>
                      </a:moveTo>
                      <a:lnTo>
                        <a:pt x="45" y="1"/>
                      </a:lnTo>
                      <a:lnTo>
                        <a:pt x="42" y="1"/>
                      </a:lnTo>
                      <a:lnTo>
                        <a:pt x="39" y="2"/>
                      </a:lnTo>
                      <a:lnTo>
                        <a:pt x="37" y="4"/>
                      </a:lnTo>
                      <a:lnTo>
                        <a:pt x="27" y="4"/>
                      </a:lnTo>
                      <a:lnTo>
                        <a:pt x="24" y="5"/>
                      </a:lnTo>
                      <a:lnTo>
                        <a:pt x="12" y="5"/>
                      </a:lnTo>
                      <a:lnTo>
                        <a:pt x="10" y="6"/>
                      </a:lnTo>
                      <a:lnTo>
                        <a:pt x="3" y="6"/>
                      </a:lnTo>
                      <a:lnTo>
                        <a:pt x="0" y="7"/>
                      </a:lnTo>
                      <a:lnTo>
                        <a:pt x="1" y="10"/>
                      </a:lnTo>
                      <a:lnTo>
                        <a:pt x="3" y="9"/>
                      </a:lnTo>
                      <a:lnTo>
                        <a:pt x="6" y="9"/>
                      </a:lnTo>
                      <a:lnTo>
                        <a:pt x="10" y="7"/>
                      </a:lnTo>
                      <a:lnTo>
                        <a:pt x="24" y="7"/>
                      </a:lnTo>
                      <a:lnTo>
                        <a:pt x="27" y="6"/>
                      </a:lnTo>
                      <a:lnTo>
                        <a:pt x="37" y="6"/>
                      </a:lnTo>
                      <a:lnTo>
                        <a:pt x="39" y="5"/>
                      </a:lnTo>
                      <a:lnTo>
                        <a:pt x="43" y="4"/>
                      </a:lnTo>
                      <a:lnTo>
                        <a:pt x="45" y="4"/>
                      </a:lnTo>
                      <a:lnTo>
                        <a:pt x="49" y="2"/>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8" name="Freeform 636"/>
                <p:cNvSpPr>
                  <a:spLocks/>
                </p:cNvSpPr>
                <p:nvPr/>
              </p:nvSpPr>
              <p:spPr bwMode="auto">
                <a:xfrm>
                  <a:off x="4531" y="3547"/>
                  <a:ext cx="7" cy="8"/>
                </a:xfrm>
                <a:custGeom>
                  <a:avLst/>
                  <a:gdLst>
                    <a:gd name="T0" fmla="*/ 1 w 12"/>
                    <a:gd name="T1" fmla="*/ 1 h 16"/>
                    <a:gd name="T2" fmla="*/ 1 w 12"/>
                    <a:gd name="T3" fmla="*/ 0 h 16"/>
                    <a:gd name="T4" fmla="*/ 1 w 12"/>
                    <a:gd name="T5" fmla="*/ 0 h 16"/>
                    <a:gd name="T6" fmla="*/ 1 w 12"/>
                    <a:gd name="T7" fmla="*/ 1 h 16"/>
                    <a:gd name="T8" fmla="*/ 1 w 12"/>
                    <a:gd name="T9" fmla="*/ 1 h 16"/>
                    <a:gd name="T10" fmla="*/ 1 w 12"/>
                    <a:gd name="T11" fmla="*/ 1 h 16"/>
                    <a:gd name="T12" fmla="*/ 1 w 12"/>
                    <a:gd name="T13" fmla="*/ 1 h 16"/>
                    <a:gd name="T14" fmla="*/ 0 w 12"/>
                    <a:gd name="T15" fmla="*/ 1 h 16"/>
                    <a:gd name="T16" fmla="*/ 1 w 12"/>
                    <a:gd name="T17" fmla="*/ 1 h 16"/>
                    <a:gd name="T18" fmla="*/ 1 w 12"/>
                    <a:gd name="T19" fmla="*/ 1 h 16"/>
                    <a:gd name="T20" fmla="*/ 1 w 12"/>
                    <a:gd name="T21" fmla="*/ 1 h 16"/>
                    <a:gd name="T22" fmla="*/ 1 w 12"/>
                    <a:gd name="T23" fmla="*/ 1 h 16"/>
                    <a:gd name="T24" fmla="*/ 1 w 12"/>
                    <a:gd name="T25" fmla="*/ 1 h 16"/>
                    <a:gd name="T26" fmla="*/ 1 w 12"/>
                    <a:gd name="T27" fmla="*/ 1 h 16"/>
                    <a:gd name="T28" fmla="*/ 1 w 12"/>
                    <a:gd name="T29" fmla="*/ 1 h 16"/>
                    <a:gd name="T30" fmla="*/ 1 w 12"/>
                    <a:gd name="T31" fmla="*/ 1 h 16"/>
                    <a:gd name="T32" fmla="*/ 1 w 12"/>
                    <a:gd name="T33" fmla="*/ 0 h 16"/>
                    <a:gd name="T34" fmla="*/ 1 w 12"/>
                    <a:gd name="T35" fmla="*/ 1 h 1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
                    <a:gd name="T55" fmla="*/ 0 h 16"/>
                    <a:gd name="T56" fmla="*/ 12 w 12"/>
                    <a:gd name="T57" fmla="*/ 16 h 1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 h="16">
                      <a:moveTo>
                        <a:pt x="12" y="2"/>
                      </a:moveTo>
                      <a:lnTo>
                        <a:pt x="12" y="0"/>
                      </a:lnTo>
                      <a:lnTo>
                        <a:pt x="4" y="0"/>
                      </a:lnTo>
                      <a:lnTo>
                        <a:pt x="2" y="2"/>
                      </a:lnTo>
                      <a:lnTo>
                        <a:pt x="2" y="8"/>
                      </a:lnTo>
                      <a:lnTo>
                        <a:pt x="1" y="10"/>
                      </a:lnTo>
                      <a:lnTo>
                        <a:pt x="1" y="13"/>
                      </a:lnTo>
                      <a:lnTo>
                        <a:pt x="0" y="14"/>
                      </a:lnTo>
                      <a:lnTo>
                        <a:pt x="1" y="16"/>
                      </a:lnTo>
                      <a:lnTo>
                        <a:pt x="4" y="14"/>
                      </a:lnTo>
                      <a:lnTo>
                        <a:pt x="4" y="5"/>
                      </a:lnTo>
                      <a:lnTo>
                        <a:pt x="5" y="3"/>
                      </a:lnTo>
                      <a:lnTo>
                        <a:pt x="7" y="2"/>
                      </a:lnTo>
                      <a:lnTo>
                        <a:pt x="11" y="3"/>
                      </a:lnTo>
                      <a:lnTo>
                        <a:pt x="10" y="2"/>
                      </a:lnTo>
                      <a:lnTo>
                        <a:pt x="12" y="2"/>
                      </a:lnTo>
                      <a:lnTo>
                        <a:pt x="12" y="0"/>
                      </a:lnTo>
                      <a:lnTo>
                        <a:pt x="1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89" name="Freeform 637"/>
                <p:cNvSpPr>
                  <a:spLocks/>
                </p:cNvSpPr>
                <p:nvPr/>
              </p:nvSpPr>
              <p:spPr bwMode="auto">
                <a:xfrm>
                  <a:off x="4479" y="3552"/>
                  <a:ext cx="177" cy="31"/>
                </a:xfrm>
                <a:custGeom>
                  <a:avLst/>
                  <a:gdLst>
                    <a:gd name="T0" fmla="*/ 11 w 354"/>
                    <a:gd name="T1" fmla="*/ 0 h 63"/>
                    <a:gd name="T2" fmla="*/ 11 w 354"/>
                    <a:gd name="T3" fmla="*/ 0 h 63"/>
                    <a:gd name="T4" fmla="*/ 11 w 354"/>
                    <a:gd name="T5" fmla="*/ 0 h 63"/>
                    <a:gd name="T6" fmla="*/ 11 w 354"/>
                    <a:gd name="T7" fmla="*/ 0 h 63"/>
                    <a:gd name="T8" fmla="*/ 10 w 354"/>
                    <a:gd name="T9" fmla="*/ 1 h 63"/>
                    <a:gd name="T10" fmla="*/ 10 w 354"/>
                    <a:gd name="T11" fmla="*/ 1 h 63"/>
                    <a:gd name="T12" fmla="*/ 9 w 354"/>
                    <a:gd name="T13" fmla="*/ 1 h 63"/>
                    <a:gd name="T14" fmla="*/ 9 w 354"/>
                    <a:gd name="T15" fmla="*/ 1 h 63"/>
                    <a:gd name="T16" fmla="*/ 8 w 354"/>
                    <a:gd name="T17" fmla="*/ 1 h 63"/>
                    <a:gd name="T18" fmla="*/ 7 w 354"/>
                    <a:gd name="T19" fmla="*/ 1 h 63"/>
                    <a:gd name="T20" fmla="*/ 7 w 354"/>
                    <a:gd name="T21" fmla="*/ 1 h 63"/>
                    <a:gd name="T22" fmla="*/ 6 w 354"/>
                    <a:gd name="T23" fmla="*/ 1 h 63"/>
                    <a:gd name="T24" fmla="*/ 6 w 354"/>
                    <a:gd name="T25" fmla="*/ 1 h 63"/>
                    <a:gd name="T26" fmla="*/ 5 w 354"/>
                    <a:gd name="T27" fmla="*/ 1 h 63"/>
                    <a:gd name="T28" fmla="*/ 5 w 354"/>
                    <a:gd name="T29" fmla="*/ 1 h 63"/>
                    <a:gd name="T30" fmla="*/ 4 w 354"/>
                    <a:gd name="T31" fmla="*/ 1 h 63"/>
                    <a:gd name="T32" fmla="*/ 4 w 354"/>
                    <a:gd name="T33" fmla="*/ 1 h 63"/>
                    <a:gd name="T34" fmla="*/ 3 w 354"/>
                    <a:gd name="T35" fmla="*/ 1 h 63"/>
                    <a:gd name="T36" fmla="*/ 2 w 354"/>
                    <a:gd name="T37" fmla="*/ 1 h 63"/>
                    <a:gd name="T38" fmla="*/ 1 w 354"/>
                    <a:gd name="T39" fmla="*/ 1 h 63"/>
                    <a:gd name="T40" fmla="*/ 1 w 354"/>
                    <a:gd name="T41" fmla="*/ 1 h 63"/>
                    <a:gd name="T42" fmla="*/ 0 w 354"/>
                    <a:gd name="T43" fmla="*/ 1 h 63"/>
                    <a:gd name="T44" fmla="*/ 1 w 354"/>
                    <a:gd name="T45" fmla="*/ 1 h 63"/>
                    <a:gd name="T46" fmla="*/ 1 w 354"/>
                    <a:gd name="T47" fmla="*/ 1 h 63"/>
                    <a:gd name="T48" fmla="*/ 2 w 354"/>
                    <a:gd name="T49" fmla="*/ 0 h 63"/>
                    <a:gd name="T50" fmla="*/ 2 w 354"/>
                    <a:gd name="T51" fmla="*/ 0 h 63"/>
                    <a:gd name="T52" fmla="*/ 3 w 354"/>
                    <a:gd name="T53" fmla="*/ 0 h 63"/>
                    <a:gd name="T54" fmla="*/ 3 w 354"/>
                    <a:gd name="T55" fmla="*/ 0 h 63"/>
                    <a:gd name="T56" fmla="*/ 4 w 354"/>
                    <a:gd name="T57" fmla="*/ 0 h 63"/>
                    <a:gd name="T58" fmla="*/ 4 w 354"/>
                    <a:gd name="T59" fmla="*/ 0 h 63"/>
                    <a:gd name="T60" fmla="*/ 5 w 354"/>
                    <a:gd name="T61" fmla="*/ 0 h 63"/>
                    <a:gd name="T62" fmla="*/ 6 w 354"/>
                    <a:gd name="T63" fmla="*/ 0 h 63"/>
                    <a:gd name="T64" fmla="*/ 6 w 354"/>
                    <a:gd name="T65" fmla="*/ 0 h 63"/>
                    <a:gd name="T66" fmla="*/ 7 w 354"/>
                    <a:gd name="T67" fmla="*/ 0 h 63"/>
                    <a:gd name="T68" fmla="*/ 8 w 354"/>
                    <a:gd name="T69" fmla="*/ 0 h 63"/>
                    <a:gd name="T70" fmla="*/ 9 w 354"/>
                    <a:gd name="T71" fmla="*/ 0 h 63"/>
                    <a:gd name="T72" fmla="*/ 10 w 354"/>
                    <a:gd name="T73" fmla="*/ 0 h 63"/>
                    <a:gd name="T74" fmla="*/ 10 w 354"/>
                    <a:gd name="T75" fmla="*/ 0 h 63"/>
                    <a:gd name="T76" fmla="*/ 11 w 354"/>
                    <a:gd name="T77" fmla="*/ 0 h 63"/>
                    <a:gd name="T78" fmla="*/ 11 w 354"/>
                    <a:gd name="T79" fmla="*/ 0 h 63"/>
                    <a:gd name="T80" fmla="*/ 11 w 354"/>
                    <a:gd name="T81" fmla="*/ 0 h 63"/>
                    <a:gd name="T82" fmla="*/ 11 w 354"/>
                    <a:gd name="T83" fmla="*/ 0 h 63"/>
                    <a:gd name="T84" fmla="*/ 11 w 354"/>
                    <a:gd name="T85" fmla="*/ 0 h 6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54"/>
                    <a:gd name="T130" fmla="*/ 0 h 63"/>
                    <a:gd name="T131" fmla="*/ 354 w 354"/>
                    <a:gd name="T132" fmla="*/ 63 h 6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54" h="63">
                      <a:moveTo>
                        <a:pt x="352" y="10"/>
                      </a:moveTo>
                      <a:lnTo>
                        <a:pt x="351" y="11"/>
                      </a:lnTo>
                      <a:lnTo>
                        <a:pt x="350" y="14"/>
                      </a:lnTo>
                      <a:lnTo>
                        <a:pt x="349" y="16"/>
                      </a:lnTo>
                      <a:lnTo>
                        <a:pt x="348" y="18"/>
                      </a:lnTo>
                      <a:lnTo>
                        <a:pt x="346" y="20"/>
                      </a:lnTo>
                      <a:lnTo>
                        <a:pt x="345" y="21"/>
                      </a:lnTo>
                      <a:lnTo>
                        <a:pt x="345" y="24"/>
                      </a:lnTo>
                      <a:lnTo>
                        <a:pt x="344" y="26"/>
                      </a:lnTo>
                      <a:lnTo>
                        <a:pt x="339" y="27"/>
                      </a:lnTo>
                      <a:lnTo>
                        <a:pt x="334" y="29"/>
                      </a:lnTo>
                      <a:lnTo>
                        <a:pt x="329" y="31"/>
                      </a:lnTo>
                      <a:lnTo>
                        <a:pt x="324" y="32"/>
                      </a:lnTo>
                      <a:lnTo>
                        <a:pt x="319" y="32"/>
                      </a:lnTo>
                      <a:lnTo>
                        <a:pt x="314" y="34"/>
                      </a:lnTo>
                      <a:lnTo>
                        <a:pt x="309" y="34"/>
                      </a:lnTo>
                      <a:lnTo>
                        <a:pt x="304" y="35"/>
                      </a:lnTo>
                      <a:lnTo>
                        <a:pt x="299" y="35"/>
                      </a:lnTo>
                      <a:lnTo>
                        <a:pt x="295" y="36"/>
                      </a:lnTo>
                      <a:lnTo>
                        <a:pt x="288" y="36"/>
                      </a:lnTo>
                      <a:lnTo>
                        <a:pt x="283" y="37"/>
                      </a:lnTo>
                      <a:lnTo>
                        <a:pt x="279" y="37"/>
                      </a:lnTo>
                      <a:lnTo>
                        <a:pt x="274" y="39"/>
                      </a:lnTo>
                      <a:lnTo>
                        <a:pt x="264" y="39"/>
                      </a:lnTo>
                      <a:lnTo>
                        <a:pt x="258" y="40"/>
                      </a:lnTo>
                      <a:lnTo>
                        <a:pt x="251" y="40"/>
                      </a:lnTo>
                      <a:lnTo>
                        <a:pt x="245" y="41"/>
                      </a:lnTo>
                      <a:lnTo>
                        <a:pt x="239" y="41"/>
                      </a:lnTo>
                      <a:lnTo>
                        <a:pt x="234" y="42"/>
                      </a:lnTo>
                      <a:lnTo>
                        <a:pt x="228" y="42"/>
                      </a:lnTo>
                      <a:lnTo>
                        <a:pt x="222" y="43"/>
                      </a:lnTo>
                      <a:lnTo>
                        <a:pt x="217" y="45"/>
                      </a:lnTo>
                      <a:lnTo>
                        <a:pt x="211" y="45"/>
                      </a:lnTo>
                      <a:lnTo>
                        <a:pt x="205" y="46"/>
                      </a:lnTo>
                      <a:lnTo>
                        <a:pt x="198" y="46"/>
                      </a:lnTo>
                      <a:lnTo>
                        <a:pt x="192" y="47"/>
                      </a:lnTo>
                      <a:lnTo>
                        <a:pt x="187" y="48"/>
                      </a:lnTo>
                      <a:lnTo>
                        <a:pt x="181" y="48"/>
                      </a:lnTo>
                      <a:lnTo>
                        <a:pt x="175" y="50"/>
                      </a:lnTo>
                      <a:lnTo>
                        <a:pt x="170" y="51"/>
                      </a:lnTo>
                      <a:lnTo>
                        <a:pt x="163" y="52"/>
                      </a:lnTo>
                      <a:lnTo>
                        <a:pt x="158" y="52"/>
                      </a:lnTo>
                      <a:lnTo>
                        <a:pt x="152" y="53"/>
                      </a:lnTo>
                      <a:lnTo>
                        <a:pt x="145" y="53"/>
                      </a:lnTo>
                      <a:lnTo>
                        <a:pt x="141" y="55"/>
                      </a:lnTo>
                      <a:lnTo>
                        <a:pt x="134" y="56"/>
                      </a:lnTo>
                      <a:lnTo>
                        <a:pt x="128" y="56"/>
                      </a:lnTo>
                      <a:lnTo>
                        <a:pt x="122" y="57"/>
                      </a:lnTo>
                      <a:lnTo>
                        <a:pt x="117" y="57"/>
                      </a:lnTo>
                      <a:lnTo>
                        <a:pt x="111" y="58"/>
                      </a:lnTo>
                      <a:lnTo>
                        <a:pt x="105" y="58"/>
                      </a:lnTo>
                      <a:lnTo>
                        <a:pt x="100" y="59"/>
                      </a:lnTo>
                      <a:lnTo>
                        <a:pt x="88" y="59"/>
                      </a:lnTo>
                      <a:lnTo>
                        <a:pt x="81" y="61"/>
                      </a:lnTo>
                      <a:lnTo>
                        <a:pt x="74" y="61"/>
                      </a:lnTo>
                      <a:lnTo>
                        <a:pt x="73" y="62"/>
                      </a:lnTo>
                      <a:lnTo>
                        <a:pt x="46" y="62"/>
                      </a:lnTo>
                      <a:lnTo>
                        <a:pt x="43" y="63"/>
                      </a:lnTo>
                      <a:lnTo>
                        <a:pt x="14" y="63"/>
                      </a:lnTo>
                      <a:lnTo>
                        <a:pt x="11" y="62"/>
                      </a:lnTo>
                      <a:lnTo>
                        <a:pt x="8" y="61"/>
                      </a:lnTo>
                      <a:lnTo>
                        <a:pt x="6" y="58"/>
                      </a:lnTo>
                      <a:lnTo>
                        <a:pt x="4" y="57"/>
                      </a:lnTo>
                      <a:lnTo>
                        <a:pt x="3" y="53"/>
                      </a:lnTo>
                      <a:lnTo>
                        <a:pt x="1" y="52"/>
                      </a:lnTo>
                      <a:lnTo>
                        <a:pt x="0" y="48"/>
                      </a:lnTo>
                      <a:lnTo>
                        <a:pt x="0" y="40"/>
                      </a:lnTo>
                      <a:lnTo>
                        <a:pt x="1" y="37"/>
                      </a:lnTo>
                      <a:lnTo>
                        <a:pt x="4" y="35"/>
                      </a:lnTo>
                      <a:lnTo>
                        <a:pt x="10" y="35"/>
                      </a:lnTo>
                      <a:lnTo>
                        <a:pt x="14" y="34"/>
                      </a:lnTo>
                      <a:lnTo>
                        <a:pt x="20" y="34"/>
                      </a:lnTo>
                      <a:lnTo>
                        <a:pt x="24" y="32"/>
                      </a:lnTo>
                      <a:lnTo>
                        <a:pt x="33" y="32"/>
                      </a:lnTo>
                      <a:lnTo>
                        <a:pt x="37" y="31"/>
                      </a:lnTo>
                      <a:lnTo>
                        <a:pt x="51" y="31"/>
                      </a:lnTo>
                      <a:lnTo>
                        <a:pt x="54" y="30"/>
                      </a:lnTo>
                      <a:lnTo>
                        <a:pt x="62" y="30"/>
                      </a:lnTo>
                      <a:lnTo>
                        <a:pt x="65" y="29"/>
                      </a:lnTo>
                      <a:lnTo>
                        <a:pt x="69" y="29"/>
                      </a:lnTo>
                      <a:lnTo>
                        <a:pt x="74" y="27"/>
                      </a:lnTo>
                      <a:lnTo>
                        <a:pt x="83" y="27"/>
                      </a:lnTo>
                      <a:lnTo>
                        <a:pt x="88" y="26"/>
                      </a:lnTo>
                      <a:lnTo>
                        <a:pt x="91" y="26"/>
                      </a:lnTo>
                      <a:lnTo>
                        <a:pt x="95" y="25"/>
                      </a:lnTo>
                      <a:lnTo>
                        <a:pt x="105" y="25"/>
                      </a:lnTo>
                      <a:lnTo>
                        <a:pt x="109" y="24"/>
                      </a:lnTo>
                      <a:lnTo>
                        <a:pt x="112" y="24"/>
                      </a:lnTo>
                      <a:lnTo>
                        <a:pt x="117" y="23"/>
                      </a:lnTo>
                      <a:lnTo>
                        <a:pt x="126" y="23"/>
                      </a:lnTo>
                      <a:lnTo>
                        <a:pt x="129" y="21"/>
                      </a:lnTo>
                      <a:lnTo>
                        <a:pt x="138" y="21"/>
                      </a:lnTo>
                      <a:lnTo>
                        <a:pt x="143" y="20"/>
                      </a:lnTo>
                      <a:lnTo>
                        <a:pt x="152" y="20"/>
                      </a:lnTo>
                      <a:lnTo>
                        <a:pt x="157" y="19"/>
                      </a:lnTo>
                      <a:lnTo>
                        <a:pt x="173" y="19"/>
                      </a:lnTo>
                      <a:lnTo>
                        <a:pt x="178" y="18"/>
                      </a:lnTo>
                      <a:lnTo>
                        <a:pt x="191" y="18"/>
                      </a:lnTo>
                      <a:lnTo>
                        <a:pt x="195" y="16"/>
                      </a:lnTo>
                      <a:lnTo>
                        <a:pt x="202" y="15"/>
                      </a:lnTo>
                      <a:lnTo>
                        <a:pt x="211" y="15"/>
                      </a:lnTo>
                      <a:lnTo>
                        <a:pt x="218" y="14"/>
                      </a:lnTo>
                      <a:lnTo>
                        <a:pt x="226" y="13"/>
                      </a:lnTo>
                      <a:lnTo>
                        <a:pt x="233" y="13"/>
                      </a:lnTo>
                      <a:lnTo>
                        <a:pt x="240" y="11"/>
                      </a:lnTo>
                      <a:lnTo>
                        <a:pt x="256" y="11"/>
                      </a:lnTo>
                      <a:lnTo>
                        <a:pt x="264" y="10"/>
                      </a:lnTo>
                      <a:lnTo>
                        <a:pt x="271" y="10"/>
                      </a:lnTo>
                      <a:lnTo>
                        <a:pt x="279" y="9"/>
                      </a:lnTo>
                      <a:lnTo>
                        <a:pt x="286" y="9"/>
                      </a:lnTo>
                      <a:lnTo>
                        <a:pt x="295" y="8"/>
                      </a:lnTo>
                      <a:lnTo>
                        <a:pt x="302" y="8"/>
                      </a:lnTo>
                      <a:lnTo>
                        <a:pt x="309" y="6"/>
                      </a:lnTo>
                      <a:lnTo>
                        <a:pt x="317" y="6"/>
                      </a:lnTo>
                      <a:lnTo>
                        <a:pt x="320" y="5"/>
                      </a:lnTo>
                      <a:lnTo>
                        <a:pt x="324" y="5"/>
                      </a:lnTo>
                      <a:lnTo>
                        <a:pt x="328" y="4"/>
                      </a:lnTo>
                      <a:lnTo>
                        <a:pt x="331" y="4"/>
                      </a:lnTo>
                      <a:lnTo>
                        <a:pt x="335" y="3"/>
                      </a:lnTo>
                      <a:lnTo>
                        <a:pt x="339" y="3"/>
                      </a:lnTo>
                      <a:lnTo>
                        <a:pt x="341" y="2"/>
                      </a:lnTo>
                      <a:lnTo>
                        <a:pt x="346" y="2"/>
                      </a:lnTo>
                      <a:lnTo>
                        <a:pt x="348" y="0"/>
                      </a:lnTo>
                      <a:lnTo>
                        <a:pt x="350" y="2"/>
                      </a:lnTo>
                      <a:lnTo>
                        <a:pt x="351" y="2"/>
                      </a:lnTo>
                      <a:lnTo>
                        <a:pt x="352" y="3"/>
                      </a:lnTo>
                      <a:lnTo>
                        <a:pt x="352" y="5"/>
                      </a:lnTo>
                      <a:lnTo>
                        <a:pt x="354" y="6"/>
                      </a:lnTo>
                      <a:lnTo>
                        <a:pt x="352" y="9"/>
                      </a:lnTo>
                      <a:lnTo>
                        <a:pt x="352"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0" name="Freeform 638"/>
                <p:cNvSpPr>
                  <a:spLocks/>
                </p:cNvSpPr>
                <p:nvPr/>
              </p:nvSpPr>
              <p:spPr bwMode="auto">
                <a:xfrm>
                  <a:off x="4650" y="3557"/>
                  <a:ext cx="6" cy="8"/>
                </a:xfrm>
                <a:custGeom>
                  <a:avLst/>
                  <a:gdLst>
                    <a:gd name="T0" fmla="*/ 1 w 11"/>
                    <a:gd name="T1" fmla="*/ 0 h 17"/>
                    <a:gd name="T2" fmla="*/ 1 w 11"/>
                    <a:gd name="T3" fmla="*/ 0 h 17"/>
                    <a:gd name="T4" fmla="*/ 1 w 11"/>
                    <a:gd name="T5" fmla="*/ 0 h 17"/>
                    <a:gd name="T6" fmla="*/ 1 w 11"/>
                    <a:gd name="T7" fmla="*/ 0 h 17"/>
                    <a:gd name="T8" fmla="*/ 1 w 11"/>
                    <a:gd name="T9" fmla="*/ 0 h 17"/>
                    <a:gd name="T10" fmla="*/ 1 w 11"/>
                    <a:gd name="T11" fmla="*/ 0 h 17"/>
                    <a:gd name="T12" fmla="*/ 1 w 11"/>
                    <a:gd name="T13" fmla="*/ 0 h 17"/>
                    <a:gd name="T14" fmla="*/ 1 w 11"/>
                    <a:gd name="T15" fmla="*/ 0 h 17"/>
                    <a:gd name="T16" fmla="*/ 1 w 11"/>
                    <a:gd name="T17" fmla="*/ 0 h 17"/>
                    <a:gd name="T18" fmla="*/ 1 w 11"/>
                    <a:gd name="T19" fmla="*/ 0 h 17"/>
                    <a:gd name="T20" fmla="*/ 1 w 11"/>
                    <a:gd name="T21" fmla="*/ 0 h 17"/>
                    <a:gd name="T22" fmla="*/ 1 w 11"/>
                    <a:gd name="T23" fmla="*/ 0 h 17"/>
                    <a:gd name="T24" fmla="*/ 1 w 11"/>
                    <a:gd name="T25" fmla="*/ 0 h 17"/>
                    <a:gd name="T26" fmla="*/ 1 w 11"/>
                    <a:gd name="T27" fmla="*/ 0 h 17"/>
                    <a:gd name="T28" fmla="*/ 1 w 11"/>
                    <a:gd name="T29" fmla="*/ 0 h 17"/>
                    <a:gd name="T30" fmla="*/ 1 w 11"/>
                    <a:gd name="T31" fmla="*/ 0 h 17"/>
                    <a:gd name="T32" fmla="*/ 1 w 11"/>
                    <a:gd name="T33" fmla="*/ 0 h 17"/>
                    <a:gd name="T34" fmla="*/ 0 w 11"/>
                    <a:gd name="T35" fmla="*/ 0 h 17"/>
                    <a:gd name="T36" fmla="*/ 1 w 11"/>
                    <a:gd name="T37" fmla="*/ 0 h 17"/>
                    <a:gd name="T38" fmla="*/ 1 w 11"/>
                    <a:gd name="T39" fmla="*/ 0 h 17"/>
                    <a:gd name="T40" fmla="*/ 1 w 11"/>
                    <a:gd name="T41" fmla="*/ 0 h 17"/>
                    <a:gd name="T42" fmla="*/ 1 w 11"/>
                    <a:gd name="T43" fmla="*/ 0 h 1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
                    <a:gd name="T67" fmla="*/ 0 h 17"/>
                    <a:gd name="T68" fmla="*/ 11 w 11"/>
                    <a:gd name="T69" fmla="*/ 17 h 1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 h="17">
                      <a:moveTo>
                        <a:pt x="1" y="17"/>
                      </a:moveTo>
                      <a:lnTo>
                        <a:pt x="2" y="16"/>
                      </a:lnTo>
                      <a:lnTo>
                        <a:pt x="3" y="14"/>
                      </a:lnTo>
                      <a:lnTo>
                        <a:pt x="3" y="13"/>
                      </a:lnTo>
                      <a:lnTo>
                        <a:pt x="5" y="10"/>
                      </a:lnTo>
                      <a:lnTo>
                        <a:pt x="7" y="8"/>
                      </a:lnTo>
                      <a:lnTo>
                        <a:pt x="8" y="5"/>
                      </a:lnTo>
                      <a:lnTo>
                        <a:pt x="9" y="3"/>
                      </a:lnTo>
                      <a:lnTo>
                        <a:pt x="11" y="0"/>
                      </a:lnTo>
                      <a:lnTo>
                        <a:pt x="8" y="0"/>
                      </a:lnTo>
                      <a:lnTo>
                        <a:pt x="7" y="1"/>
                      </a:lnTo>
                      <a:lnTo>
                        <a:pt x="7" y="4"/>
                      </a:lnTo>
                      <a:lnTo>
                        <a:pt x="5" y="5"/>
                      </a:lnTo>
                      <a:lnTo>
                        <a:pt x="3" y="8"/>
                      </a:lnTo>
                      <a:lnTo>
                        <a:pt x="3" y="9"/>
                      </a:lnTo>
                      <a:lnTo>
                        <a:pt x="1" y="11"/>
                      </a:lnTo>
                      <a:lnTo>
                        <a:pt x="1" y="14"/>
                      </a:lnTo>
                      <a:lnTo>
                        <a:pt x="0" y="16"/>
                      </a:lnTo>
                      <a:lnTo>
                        <a:pt x="1" y="15"/>
                      </a:lnTo>
                      <a:lnTo>
                        <a:pt x="1" y="17"/>
                      </a:lnTo>
                      <a:lnTo>
                        <a:pt x="2" y="16"/>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1" name="Freeform 639"/>
                <p:cNvSpPr>
                  <a:spLocks/>
                </p:cNvSpPr>
                <p:nvPr/>
              </p:nvSpPr>
              <p:spPr bwMode="auto">
                <a:xfrm>
                  <a:off x="4611" y="3564"/>
                  <a:ext cx="40" cy="7"/>
                </a:xfrm>
                <a:custGeom>
                  <a:avLst/>
                  <a:gdLst>
                    <a:gd name="T0" fmla="*/ 0 w 80"/>
                    <a:gd name="T1" fmla="*/ 0 h 15"/>
                    <a:gd name="T2" fmla="*/ 1 w 80"/>
                    <a:gd name="T3" fmla="*/ 0 h 15"/>
                    <a:gd name="T4" fmla="*/ 1 w 80"/>
                    <a:gd name="T5" fmla="*/ 0 h 15"/>
                    <a:gd name="T6" fmla="*/ 1 w 80"/>
                    <a:gd name="T7" fmla="*/ 0 h 15"/>
                    <a:gd name="T8" fmla="*/ 1 w 80"/>
                    <a:gd name="T9" fmla="*/ 0 h 15"/>
                    <a:gd name="T10" fmla="*/ 1 w 80"/>
                    <a:gd name="T11" fmla="*/ 0 h 15"/>
                    <a:gd name="T12" fmla="*/ 2 w 80"/>
                    <a:gd name="T13" fmla="*/ 0 h 15"/>
                    <a:gd name="T14" fmla="*/ 2 w 80"/>
                    <a:gd name="T15" fmla="*/ 0 h 15"/>
                    <a:gd name="T16" fmla="*/ 2 w 80"/>
                    <a:gd name="T17" fmla="*/ 0 h 15"/>
                    <a:gd name="T18" fmla="*/ 2 w 80"/>
                    <a:gd name="T19" fmla="*/ 0 h 15"/>
                    <a:gd name="T20" fmla="*/ 2 w 80"/>
                    <a:gd name="T21" fmla="*/ 0 h 15"/>
                    <a:gd name="T22" fmla="*/ 2 w 80"/>
                    <a:gd name="T23" fmla="*/ 0 h 15"/>
                    <a:gd name="T24" fmla="*/ 3 w 80"/>
                    <a:gd name="T25" fmla="*/ 0 h 15"/>
                    <a:gd name="T26" fmla="*/ 3 w 80"/>
                    <a:gd name="T27" fmla="*/ 0 h 15"/>
                    <a:gd name="T28" fmla="*/ 3 w 80"/>
                    <a:gd name="T29" fmla="*/ 0 h 15"/>
                    <a:gd name="T30" fmla="*/ 3 w 80"/>
                    <a:gd name="T31" fmla="*/ 0 h 15"/>
                    <a:gd name="T32" fmla="*/ 3 w 80"/>
                    <a:gd name="T33" fmla="*/ 0 h 15"/>
                    <a:gd name="T34" fmla="*/ 3 w 80"/>
                    <a:gd name="T35" fmla="*/ 0 h 15"/>
                    <a:gd name="T36" fmla="*/ 3 w 80"/>
                    <a:gd name="T37" fmla="*/ 0 h 15"/>
                    <a:gd name="T38" fmla="*/ 3 w 80"/>
                    <a:gd name="T39" fmla="*/ 0 h 15"/>
                    <a:gd name="T40" fmla="*/ 2 w 80"/>
                    <a:gd name="T41" fmla="*/ 0 h 15"/>
                    <a:gd name="T42" fmla="*/ 2 w 80"/>
                    <a:gd name="T43" fmla="*/ 0 h 15"/>
                    <a:gd name="T44" fmla="*/ 2 w 80"/>
                    <a:gd name="T45" fmla="*/ 0 h 15"/>
                    <a:gd name="T46" fmla="*/ 2 w 80"/>
                    <a:gd name="T47" fmla="*/ 0 h 15"/>
                    <a:gd name="T48" fmla="*/ 2 w 80"/>
                    <a:gd name="T49" fmla="*/ 0 h 15"/>
                    <a:gd name="T50" fmla="*/ 2 w 80"/>
                    <a:gd name="T51" fmla="*/ 0 h 15"/>
                    <a:gd name="T52" fmla="*/ 1 w 80"/>
                    <a:gd name="T53" fmla="*/ 0 h 15"/>
                    <a:gd name="T54" fmla="*/ 1 w 80"/>
                    <a:gd name="T55" fmla="*/ 0 h 15"/>
                    <a:gd name="T56" fmla="*/ 1 w 80"/>
                    <a:gd name="T57" fmla="*/ 0 h 15"/>
                    <a:gd name="T58" fmla="*/ 1 w 80"/>
                    <a:gd name="T59" fmla="*/ 0 h 15"/>
                    <a:gd name="T60" fmla="*/ 1 w 80"/>
                    <a:gd name="T61" fmla="*/ 0 h 15"/>
                    <a:gd name="T62" fmla="*/ 0 w 80"/>
                    <a:gd name="T63" fmla="*/ 0 h 15"/>
                    <a:gd name="T64" fmla="*/ 0 w 80"/>
                    <a:gd name="T65" fmla="*/ 0 h 1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0"/>
                    <a:gd name="T100" fmla="*/ 0 h 15"/>
                    <a:gd name="T101" fmla="*/ 80 w 80"/>
                    <a:gd name="T102" fmla="*/ 15 h 1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0" h="15">
                      <a:moveTo>
                        <a:pt x="0" y="15"/>
                      </a:moveTo>
                      <a:lnTo>
                        <a:pt x="5" y="15"/>
                      </a:lnTo>
                      <a:lnTo>
                        <a:pt x="10" y="14"/>
                      </a:lnTo>
                      <a:lnTo>
                        <a:pt x="19" y="14"/>
                      </a:lnTo>
                      <a:lnTo>
                        <a:pt x="24" y="12"/>
                      </a:lnTo>
                      <a:lnTo>
                        <a:pt x="31" y="12"/>
                      </a:lnTo>
                      <a:lnTo>
                        <a:pt x="35" y="11"/>
                      </a:lnTo>
                      <a:lnTo>
                        <a:pt x="40" y="11"/>
                      </a:lnTo>
                      <a:lnTo>
                        <a:pt x="45" y="10"/>
                      </a:lnTo>
                      <a:lnTo>
                        <a:pt x="50" y="10"/>
                      </a:lnTo>
                      <a:lnTo>
                        <a:pt x="55" y="9"/>
                      </a:lnTo>
                      <a:lnTo>
                        <a:pt x="60" y="7"/>
                      </a:lnTo>
                      <a:lnTo>
                        <a:pt x="65" y="7"/>
                      </a:lnTo>
                      <a:lnTo>
                        <a:pt x="70" y="5"/>
                      </a:lnTo>
                      <a:lnTo>
                        <a:pt x="75" y="4"/>
                      </a:lnTo>
                      <a:lnTo>
                        <a:pt x="80" y="2"/>
                      </a:lnTo>
                      <a:lnTo>
                        <a:pt x="80" y="0"/>
                      </a:lnTo>
                      <a:lnTo>
                        <a:pt x="75" y="1"/>
                      </a:lnTo>
                      <a:lnTo>
                        <a:pt x="70" y="2"/>
                      </a:lnTo>
                      <a:lnTo>
                        <a:pt x="65" y="5"/>
                      </a:lnTo>
                      <a:lnTo>
                        <a:pt x="60" y="6"/>
                      </a:lnTo>
                      <a:lnTo>
                        <a:pt x="55" y="6"/>
                      </a:lnTo>
                      <a:lnTo>
                        <a:pt x="50" y="7"/>
                      </a:lnTo>
                      <a:lnTo>
                        <a:pt x="45" y="7"/>
                      </a:lnTo>
                      <a:lnTo>
                        <a:pt x="40" y="9"/>
                      </a:lnTo>
                      <a:lnTo>
                        <a:pt x="35" y="9"/>
                      </a:lnTo>
                      <a:lnTo>
                        <a:pt x="31" y="10"/>
                      </a:lnTo>
                      <a:lnTo>
                        <a:pt x="24" y="10"/>
                      </a:lnTo>
                      <a:lnTo>
                        <a:pt x="19" y="11"/>
                      </a:lnTo>
                      <a:lnTo>
                        <a:pt x="10" y="11"/>
                      </a:lnTo>
                      <a:lnTo>
                        <a:pt x="5" y="12"/>
                      </a:lnTo>
                      <a:lnTo>
                        <a:pt x="0" y="14"/>
                      </a:lnTo>
                      <a:lnTo>
                        <a:pt x="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2" name="Freeform 640"/>
                <p:cNvSpPr>
                  <a:spLocks/>
                </p:cNvSpPr>
                <p:nvPr/>
              </p:nvSpPr>
              <p:spPr bwMode="auto">
                <a:xfrm>
                  <a:off x="4517" y="3571"/>
                  <a:ext cx="94" cy="11"/>
                </a:xfrm>
                <a:custGeom>
                  <a:avLst/>
                  <a:gdLst>
                    <a:gd name="T0" fmla="*/ 0 w 189"/>
                    <a:gd name="T1" fmla="*/ 0 h 23"/>
                    <a:gd name="T2" fmla="*/ 0 w 189"/>
                    <a:gd name="T3" fmla="*/ 0 h 23"/>
                    <a:gd name="T4" fmla="*/ 1 w 189"/>
                    <a:gd name="T5" fmla="*/ 0 h 23"/>
                    <a:gd name="T6" fmla="*/ 1 w 189"/>
                    <a:gd name="T7" fmla="*/ 0 h 23"/>
                    <a:gd name="T8" fmla="*/ 1 w 189"/>
                    <a:gd name="T9" fmla="*/ 0 h 23"/>
                    <a:gd name="T10" fmla="*/ 2 w 189"/>
                    <a:gd name="T11" fmla="*/ 0 h 23"/>
                    <a:gd name="T12" fmla="*/ 2 w 189"/>
                    <a:gd name="T13" fmla="*/ 0 h 23"/>
                    <a:gd name="T14" fmla="*/ 2 w 189"/>
                    <a:gd name="T15" fmla="*/ 0 h 23"/>
                    <a:gd name="T16" fmla="*/ 3 w 189"/>
                    <a:gd name="T17" fmla="*/ 0 h 23"/>
                    <a:gd name="T18" fmla="*/ 3 w 189"/>
                    <a:gd name="T19" fmla="*/ 0 h 23"/>
                    <a:gd name="T20" fmla="*/ 4 w 189"/>
                    <a:gd name="T21" fmla="*/ 0 h 23"/>
                    <a:gd name="T22" fmla="*/ 4 w 189"/>
                    <a:gd name="T23" fmla="*/ 0 h 23"/>
                    <a:gd name="T24" fmla="*/ 4 w 189"/>
                    <a:gd name="T25" fmla="*/ 0 h 23"/>
                    <a:gd name="T26" fmla="*/ 5 w 189"/>
                    <a:gd name="T27" fmla="*/ 0 h 23"/>
                    <a:gd name="T28" fmla="*/ 5 w 189"/>
                    <a:gd name="T29" fmla="*/ 0 h 23"/>
                    <a:gd name="T30" fmla="*/ 5 w 189"/>
                    <a:gd name="T31" fmla="*/ 0 h 23"/>
                    <a:gd name="T32" fmla="*/ 5 w 189"/>
                    <a:gd name="T33" fmla="*/ 0 h 23"/>
                    <a:gd name="T34" fmla="*/ 5 w 189"/>
                    <a:gd name="T35" fmla="*/ 0 h 23"/>
                    <a:gd name="T36" fmla="*/ 4 w 189"/>
                    <a:gd name="T37" fmla="*/ 0 h 23"/>
                    <a:gd name="T38" fmla="*/ 4 w 189"/>
                    <a:gd name="T39" fmla="*/ 0 h 23"/>
                    <a:gd name="T40" fmla="*/ 4 w 189"/>
                    <a:gd name="T41" fmla="*/ 0 h 23"/>
                    <a:gd name="T42" fmla="*/ 3 w 189"/>
                    <a:gd name="T43" fmla="*/ 0 h 23"/>
                    <a:gd name="T44" fmla="*/ 3 w 189"/>
                    <a:gd name="T45" fmla="*/ 0 h 23"/>
                    <a:gd name="T46" fmla="*/ 2 w 189"/>
                    <a:gd name="T47" fmla="*/ 0 h 23"/>
                    <a:gd name="T48" fmla="*/ 2 w 189"/>
                    <a:gd name="T49" fmla="*/ 0 h 23"/>
                    <a:gd name="T50" fmla="*/ 2 w 189"/>
                    <a:gd name="T51" fmla="*/ 0 h 23"/>
                    <a:gd name="T52" fmla="*/ 1 w 189"/>
                    <a:gd name="T53" fmla="*/ 0 h 23"/>
                    <a:gd name="T54" fmla="*/ 1 w 189"/>
                    <a:gd name="T55" fmla="*/ 0 h 23"/>
                    <a:gd name="T56" fmla="*/ 1 w 189"/>
                    <a:gd name="T57" fmla="*/ 0 h 23"/>
                    <a:gd name="T58" fmla="*/ 0 w 189"/>
                    <a:gd name="T59" fmla="*/ 0 h 23"/>
                    <a:gd name="T60" fmla="*/ 0 w 189"/>
                    <a:gd name="T61" fmla="*/ 0 h 23"/>
                    <a:gd name="T62" fmla="*/ 0 w 189"/>
                    <a:gd name="T63" fmla="*/ 0 h 23"/>
                    <a:gd name="T64" fmla="*/ 0 w 189"/>
                    <a:gd name="T65" fmla="*/ 0 h 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89"/>
                    <a:gd name="T100" fmla="*/ 0 h 23"/>
                    <a:gd name="T101" fmla="*/ 189 w 189"/>
                    <a:gd name="T102" fmla="*/ 23 h 2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89" h="23">
                      <a:moveTo>
                        <a:pt x="2" y="23"/>
                      </a:moveTo>
                      <a:lnTo>
                        <a:pt x="6" y="23"/>
                      </a:lnTo>
                      <a:lnTo>
                        <a:pt x="13" y="22"/>
                      </a:lnTo>
                      <a:lnTo>
                        <a:pt x="19" y="22"/>
                      </a:lnTo>
                      <a:lnTo>
                        <a:pt x="25" y="20"/>
                      </a:lnTo>
                      <a:lnTo>
                        <a:pt x="36" y="20"/>
                      </a:lnTo>
                      <a:lnTo>
                        <a:pt x="42" y="19"/>
                      </a:lnTo>
                      <a:lnTo>
                        <a:pt x="47" y="19"/>
                      </a:lnTo>
                      <a:lnTo>
                        <a:pt x="53" y="18"/>
                      </a:lnTo>
                      <a:lnTo>
                        <a:pt x="59" y="18"/>
                      </a:lnTo>
                      <a:lnTo>
                        <a:pt x="66" y="17"/>
                      </a:lnTo>
                      <a:lnTo>
                        <a:pt x="70" y="16"/>
                      </a:lnTo>
                      <a:lnTo>
                        <a:pt x="77" y="16"/>
                      </a:lnTo>
                      <a:lnTo>
                        <a:pt x="83" y="14"/>
                      </a:lnTo>
                      <a:lnTo>
                        <a:pt x="88" y="13"/>
                      </a:lnTo>
                      <a:lnTo>
                        <a:pt x="95" y="13"/>
                      </a:lnTo>
                      <a:lnTo>
                        <a:pt x="100" y="12"/>
                      </a:lnTo>
                      <a:lnTo>
                        <a:pt x="106" y="11"/>
                      </a:lnTo>
                      <a:lnTo>
                        <a:pt x="112" y="11"/>
                      </a:lnTo>
                      <a:lnTo>
                        <a:pt x="117" y="9"/>
                      </a:lnTo>
                      <a:lnTo>
                        <a:pt x="123" y="8"/>
                      </a:lnTo>
                      <a:lnTo>
                        <a:pt x="130" y="8"/>
                      </a:lnTo>
                      <a:lnTo>
                        <a:pt x="136" y="7"/>
                      </a:lnTo>
                      <a:lnTo>
                        <a:pt x="142" y="7"/>
                      </a:lnTo>
                      <a:lnTo>
                        <a:pt x="147" y="6"/>
                      </a:lnTo>
                      <a:lnTo>
                        <a:pt x="153" y="4"/>
                      </a:lnTo>
                      <a:lnTo>
                        <a:pt x="159" y="4"/>
                      </a:lnTo>
                      <a:lnTo>
                        <a:pt x="164" y="3"/>
                      </a:lnTo>
                      <a:lnTo>
                        <a:pt x="170" y="3"/>
                      </a:lnTo>
                      <a:lnTo>
                        <a:pt x="176" y="2"/>
                      </a:lnTo>
                      <a:lnTo>
                        <a:pt x="183" y="2"/>
                      </a:lnTo>
                      <a:lnTo>
                        <a:pt x="189" y="1"/>
                      </a:lnTo>
                      <a:lnTo>
                        <a:pt x="189" y="0"/>
                      </a:lnTo>
                      <a:lnTo>
                        <a:pt x="176" y="0"/>
                      </a:lnTo>
                      <a:lnTo>
                        <a:pt x="170" y="1"/>
                      </a:lnTo>
                      <a:lnTo>
                        <a:pt x="164" y="1"/>
                      </a:lnTo>
                      <a:lnTo>
                        <a:pt x="159" y="2"/>
                      </a:lnTo>
                      <a:lnTo>
                        <a:pt x="153" y="2"/>
                      </a:lnTo>
                      <a:lnTo>
                        <a:pt x="147" y="3"/>
                      </a:lnTo>
                      <a:lnTo>
                        <a:pt x="142" y="4"/>
                      </a:lnTo>
                      <a:lnTo>
                        <a:pt x="136" y="4"/>
                      </a:lnTo>
                      <a:lnTo>
                        <a:pt x="130" y="6"/>
                      </a:lnTo>
                      <a:lnTo>
                        <a:pt x="123" y="7"/>
                      </a:lnTo>
                      <a:lnTo>
                        <a:pt x="117" y="7"/>
                      </a:lnTo>
                      <a:lnTo>
                        <a:pt x="112" y="8"/>
                      </a:lnTo>
                      <a:lnTo>
                        <a:pt x="106" y="8"/>
                      </a:lnTo>
                      <a:lnTo>
                        <a:pt x="100" y="9"/>
                      </a:lnTo>
                      <a:lnTo>
                        <a:pt x="94" y="11"/>
                      </a:lnTo>
                      <a:lnTo>
                        <a:pt x="88" y="12"/>
                      </a:lnTo>
                      <a:lnTo>
                        <a:pt x="83" y="12"/>
                      </a:lnTo>
                      <a:lnTo>
                        <a:pt x="77" y="13"/>
                      </a:lnTo>
                      <a:lnTo>
                        <a:pt x="70" y="13"/>
                      </a:lnTo>
                      <a:lnTo>
                        <a:pt x="66" y="14"/>
                      </a:lnTo>
                      <a:lnTo>
                        <a:pt x="59" y="16"/>
                      </a:lnTo>
                      <a:lnTo>
                        <a:pt x="53" y="16"/>
                      </a:lnTo>
                      <a:lnTo>
                        <a:pt x="47" y="17"/>
                      </a:lnTo>
                      <a:lnTo>
                        <a:pt x="42" y="17"/>
                      </a:lnTo>
                      <a:lnTo>
                        <a:pt x="36" y="18"/>
                      </a:lnTo>
                      <a:lnTo>
                        <a:pt x="30" y="18"/>
                      </a:lnTo>
                      <a:lnTo>
                        <a:pt x="25" y="19"/>
                      </a:lnTo>
                      <a:lnTo>
                        <a:pt x="19" y="19"/>
                      </a:lnTo>
                      <a:lnTo>
                        <a:pt x="13" y="20"/>
                      </a:lnTo>
                      <a:lnTo>
                        <a:pt x="0" y="20"/>
                      </a:lnTo>
                      <a:lnTo>
                        <a:pt x="2" y="20"/>
                      </a:lnTo>
                      <a:lnTo>
                        <a:pt x="0" y="20"/>
                      </a:lnTo>
                      <a:lnTo>
                        <a:pt x="2"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3" name="Freeform 641"/>
                <p:cNvSpPr>
                  <a:spLocks/>
                </p:cNvSpPr>
                <p:nvPr/>
              </p:nvSpPr>
              <p:spPr bwMode="auto">
                <a:xfrm>
                  <a:off x="4509" y="3581"/>
                  <a:ext cx="8" cy="2"/>
                </a:xfrm>
                <a:custGeom>
                  <a:avLst/>
                  <a:gdLst>
                    <a:gd name="T0" fmla="*/ 0 w 18"/>
                    <a:gd name="T1" fmla="*/ 1 h 4"/>
                    <a:gd name="T2" fmla="*/ 0 w 18"/>
                    <a:gd name="T3" fmla="*/ 1 h 4"/>
                    <a:gd name="T4" fmla="*/ 0 w 18"/>
                    <a:gd name="T5" fmla="*/ 1 h 4"/>
                    <a:gd name="T6" fmla="*/ 0 w 18"/>
                    <a:gd name="T7" fmla="*/ 1 h 4"/>
                    <a:gd name="T8" fmla="*/ 0 w 18"/>
                    <a:gd name="T9" fmla="*/ 0 h 4"/>
                    <a:gd name="T10" fmla="*/ 0 w 18"/>
                    <a:gd name="T11" fmla="*/ 0 h 4"/>
                    <a:gd name="T12" fmla="*/ 0 w 18"/>
                    <a:gd name="T13" fmla="*/ 1 h 4"/>
                    <a:gd name="T14" fmla="*/ 0 w 18"/>
                    <a:gd name="T15" fmla="*/ 1 h 4"/>
                    <a:gd name="T16" fmla="*/ 0 w 18"/>
                    <a:gd name="T17" fmla="*/ 1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
                    <a:gd name="T28" fmla="*/ 0 h 4"/>
                    <a:gd name="T29" fmla="*/ 18 w 18"/>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 h="4">
                      <a:moveTo>
                        <a:pt x="0" y="4"/>
                      </a:moveTo>
                      <a:lnTo>
                        <a:pt x="14" y="4"/>
                      </a:lnTo>
                      <a:lnTo>
                        <a:pt x="15" y="3"/>
                      </a:lnTo>
                      <a:lnTo>
                        <a:pt x="18" y="3"/>
                      </a:lnTo>
                      <a:lnTo>
                        <a:pt x="16" y="0"/>
                      </a:lnTo>
                      <a:lnTo>
                        <a:pt x="15" y="0"/>
                      </a:lnTo>
                      <a:lnTo>
                        <a:pt x="14" y="2"/>
                      </a:lnTo>
                      <a:lnTo>
                        <a:pt x="0" y="2"/>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4" name="Freeform 642"/>
                <p:cNvSpPr>
                  <a:spLocks/>
                </p:cNvSpPr>
                <p:nvPr/>
              </p:nvSpPr>
              <p:spPr bwMode="auto">
                <a:xfrm>
                  <a:off x="4486" y="3582"/>
                  <a:ext cx="23" cy="2"/>
                </a:xfrm>
                <a:custGeom>
                  <a:avLst/>
                  <a:gdLst>
                    <a:gd name="T0" fmla="*/ 0 w 45"/>
                    <a:gd name="T1" fmla="*/ 1 h 3"/>
                    <a:gd name="T2" fmla="*/ 1 w 45"/>
                    <a:gd name="T3" fmla="*/ 1 h 3"/>
                    <a:gd name="T4" fmla="*/ 2 w 45"/>
                    <a:gd name="T5" fmla="*/ 1 h 3"/>
                    <a:gd name="T6" fmla="*/ 2 w 45"/>
                    <a:gd name="T7" fmla="*/ 1 h 3"/>
                    <a:gd name="T8" fmla="*/ 2 w 45"/>
                    <a:gd name="T9" fmla="*/ 0 h 3"/>
                    <a:gd name="T10" fmla="*/ 1 w 45"/>
                    <a:gd name="T11" fmla="*/ 0 h 3"/>
                    <a:gd name="T12" fmla="*/ 1 w 45"/>
                    <a:gd name="T13" fmla="*/ 1 h 3"/>
                    <a:gd name="T14" fmla="*/ 0 w 45"/>
                    <a:gd name="T15" fmla="*/ 1 h 3"/>
                    <a:gd name="T16" fmla="*/ 0 w 45"/>
                    <a:gd name="T17" fmla="*/ 1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
                    <a:gd name="T29" fmla="*/ 45 w 45"/>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
                      <a:moveTo>
                        <a:pt x="0" y="3"/>
                      </a:moveTo>
                      <a:lnTo>
                        <a:pt x="32" y="3"/>
                      </a:lnTo>
                      <a:lnTo>
                        <a:pt x="34" y="2"/>
                      </a:lnTo>
                      <a:lnTo>
                        <a:pt x="45" y="2"/>
                      </a:lnTo>
                      <a:lnTo>
                        <a:pt x="45" y="0"/>
                      </a:lnTo>
                      <a:lnTo>
                        <a:pt x="32" y="0"/>
                      </a:lnTo>
                      <a:lnTo>
                        <a:pt x="29" y="1"/>
                      </a:lnTo>
                      <a:lnTo>
                        <a:pt x="0" y="1"/>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5" name="Freeform 643"/>
                <p:cNvSpPr>
                  <a:spLocks/>
                </p:cNvSpPr>
                <p:nvPr/>
              </p:nvSpPr>
              <p:spPr bwMode="auto">
                <a:xfrm>
                  <a:off x="4478" y="3574"/>
                  <a:ext cx="8" cy="10"/>
                </a:xfrm>
                <a:custGeom>
                  <a:avLst/>
                  <a:gdLst>
                    <a:gd name="T0" fmla="*/ 0 w 15"/>
                    <a:gd name="T1" fmla="*/ 0 h 18"/>
                    <a:gd name="T2" fmla="*/ 0 w 15"/>
                    <a:gd name="T3" fmla="*/ 1 h 18"/>
                    <a:gd name="T4" fmla="*/ 1 w 15"/>
                    <a:gd name="T5" fmla="*/ 1 h 18"/>
                    <a:gd name="T6" fmla="*/ 1 w 15"/>
                    <a:gd name="T7" fmla="*/ 1 h 18"/>
                    <a:gd name="T8" fmla="*/ 1 w 15"/>
                    <a:gd name="T9" fmla="*/ 1 h 18"/>
                    <a:gd name="T10" fmla="*/ 1 w 15"/>
                    <a:gd name="T11" fmla="*/ 1 h 18"/>
                    <a:gd name="T12" fmla="*/ 1 w 15"/>
                    <a:gd name="T13" fmla="*/ 1 h 18"/>
                    <a:gd name="T14" fmla="*/ 1 w 15"/>
                    <a:gd name="T15" fmla="*/ 1 h 18"/>
                    <a:gd name="T16" fmla="*/ 1 w 15"/>
                    <a:gd name="T17" fmla="*/ 1 h 18"/>
                    <a:gd name="T18" fmla="*/ 1 w 15"/>
                    <a:gd name="T19" fmla="*/ 1 h 18"/>
                    <a:gd name="T20" fmla="*/ 1 w 15"/>
                    <a:gd name="T21" fmla="*/ 1 h 18"/>
                    <a:gd name="T22" fmla="*/ 1 w 15"/>
                    <a:gd name="T23" fmla="*/ 1 h 18"/>
                    <a:gd name="T24" fmla="*/ 1 w 15"/>
                    <a:gd name="T25" fmla="*/ 1 h 18"/>
                    <a:gd name="T26" fmla="*/ 1 w 15"/>
                    <a:gd name="T27" fmla="*/ 1 h 18"/>
                    <a:gd name="T28" fmla="*/ 1 w 15"/>
                    <a:gd name="T29" fmla="*/ 1 h 18"/>
                    <a:gd name="T30" fmla="*/ 1 w 15"/>
                    <a:gd name="T31" fmla="*/ 1 h 18"/>
                    <a:gd name="T32" fmla="*/ 1 w 15"/>
                    <a:gd name="T33" fmla="*/ 1 h 18"/>
                    <a:gd name="T34" fmla="*/ 1 w 15"/>
                    <a:gd name="T35" fmla="*/ 0 h 18"/>
                    <a:gd name="T36" fmla="*/ 0 w 15"/>
                    <a:gd name="T37" fmla="*/ 0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18"/>
                    <a:gd name="T59" fmla="*/ 15 w 15"/>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18">
                      <a:moveTo>
                        <a:pt x="0" y="0"/>
                      </a:moveTo>
                      <a:lnTo>
                        <a:pt x="0" y="2"/>
                      </a:lnTo>
                      <a:lnTo>
                        <a:pt x="1" y="6"/>
                      </a:lnTo>
                      <a:lnTo>
                        <a:pt x="2" y="9"/>
                      </a:lnTo>
                      <a:lnTo>
                        <a:pt x="4" y="11"/>
                      </a:lnTo>
                      <a:lnTo>
                        <a:pt x="6" y="13"/>
                      </a:lnTo>
                      <a:lnTo>
                        <a:pt x="9" y="15"/>
                      </a:lnTo>
                      <a:lnTo>
                        <a:pt x="11" y="17"/>
                      </a:lnTo>
                      <a:lnTo>
                        <a:pt x="15" y="18"/>
                      </a:lnTo>
                      <a:lnTo>
                        <a:pt x="15" y="16"/>
                      </a:lnTo>
                      <a:lnTo>
                        <a:pt x="12" y="15"/>
                      </a:lnTo>
                      <a:lnTo>
                        <a:pt x="10" y="13"/>
                      </a:lnTo>
                      <a:lnTo>
                        <a:pt x="7" y="12"/>
                      </a:lnTo>
                      <a:lnTo>
                        <a:pt x="6" y="10"/>
                      </a:lnTo>
                      <a:lnTo>
                        <a:pt x="5" y="7"/>
                      </a:lnTo>
                      <a:lnTo>
                        <a:pt x="4" y="5"/>
                      </a:lnTo>
                      <a:lnTo>
                        <a:pt x="2" y="2"/>
                      </a:lnTo>
                      <a:lnTo>
                        <a:pt x="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6" name="Freeform 644"/>
                <p:cNvSpPr>
                  <a:spLocks/>
                </p:cNvSpPr>
                <p:nvPr/>
              </p:nvSpPr>
              <p:spPr bwMode="auto">
                <a:xfrm>
                  <a:off x="4478" y="3568"/>
                  <a:ext cx="3" cy="6"/>
                </a:xfrm>
                <a:custGeom>
                  <a:avLst/>
                  <a:gdLst>
                    <a:gd name="T0" fmla="*/ 1 w 5"/>
                    <a:gd name="T1" fmla="*/ 0 h 12"/>
                    <a:gd name="T2" fmla="*/ 1 w 5"/>
                    <a:gd name="T3" fmla="*/ 0 h 12"/>
                    <a:gd name="T4" fmla="*/ 1 w 5"/>
                    <a:gd name="T5" fmla="*/ 1 h 12"/>
                    <a:gd name="T6" fmla="*/ 0 w 5"/>
                    <a:gd name="T7" fmla="*/ 1 h 12"/>
                    <a:gd name="T8" fmla="*/ 0 w 5"/>
                    <a:gd name="T9" fmla="*/ 1 h 12"/>
                    <a:gd name="T10" fmla="*/ 1 w 5"/>
                    <a:gd name="T11" fmla="*/ 1 h 12"/>
                    <a:gd name="T12" fmla="*/ 1 w 5"/>
                    <a:gd name="T13" fmla="*/ 1 h 12"/>
                    <a:gd name="T14" fmla="*/ 1 w 5"/>
                    <a:gd name="T15" fmla="*/ 1 h 12"/>
                    <a:gd name="T16" fmla="*/ 1 w 5"/>
                    <a:gd name="T17" fmla="*/ 1 h 12"/>
                    <a:gd name="T18" fmla="*/ 1 w 5"/>
                    <a:gd name="T19" fmla="*/ 1 h 12"/>
                    <a:gd name="T20" fmla="*/ 1 w 5"/>
                    <a:gd name="T21" fmla="*/ 0 h 12"/>
                    <a:gd name="T22" fmla="*/ 1 w 5"/>
                    <a:gd name="T23" fmla="*/ 0 h 12"/>
                    <a:gd name="T24" fmla="*/ 1 w 5"/>
                    <a:gd name="T25" fmla="*/ 0 h 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12"/>
                    <a:gd name="T41" fmla="*/ 5 w 5"/>
                    <a:gd name="T42" fmla="*/ 12 h 1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12">
                      <a:moveTo>
                        <a:pt x="5" y="0"/>
                      </a:moveTo>
                      <a:lnTo>
                        <a:pt x="4" y="0"/>
                      </a:lnTo>
                      <a:lnTo>
                        <a:pt x="1" y="2"/>
                      </a:lnTo>
                      <a:lnTo>
                        <a:pt x="0" y="6"/>
                      </a:lnTo>
                      <a:lnTo>
                        <a:pt x="0" y="12"/>
                      </a:lnTo>
                      <a:lnTo>
                        <a:pt x="1" y="12"/>
                      </a:lnTo>
                      <a:lnTo>
                        <a:pt x="1" y="8"/>
                      </a:lnTo>
                      <a:lnTo>
                        <a:pt x="2" y="6"/>
                      </a:lnTo>
                      <a:lnTo>
                        <a:pt x="4" y="5"/>
                      </a:lnTo>
                      <a:lnTo>
                        <a:pt x="5" y="2"/>
                      </a:lnTo>
                      <a:lnTo>
                        <a:pt x="5"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7" name="Freeform 645"/>
                <p:cNvSpPr>
                  <a:spLocks/>
                </p:cNvSpPr>
                <p:nvPr/>
              </p:nvSpPr>
              <p:spPr bwMode="auto">
                <a:xfrm>
                  <a:off x="4481" y="3566"/>
                  <a:ext cx="26" cy="4"/>
                </a:xfrm>
                <a:custGeom>
                  <a:avLst/>
                  <a:gdLst>
                    <a:gd name="T0" fmla="*/ 1 w 53"/>
                    <a:gd name="T1" fmla="*/ 0 h 7"/>
                    <a:gd name="T2" fmla="*/ 1 w 53"/>
                    <a:gd name="T3" fmla="*/ 0 h 7"/>
                    <a:gd name="T4" fmla="*/ 1 w 53"/>
                    <a:gd name="T5" fmla="*/ 1 h 7"/>
                    <a:gd name="T6" fmla="*/ 1 w 53"/>
                    <a:gd name="T7" fmla="*/ 1 h 7"/>
                    <a:gd name="T8" fmla="*/ 0 w 53"/>
                    <a:gd name="T9" fmla="*/ 1 h 7"/>
                    <a:gd name="T10" fmla="*/ 0 w 53"/>
                    <a:gd name="T11" fmla="*/ 1 h 7"/>
                    <a:gd name="T12" fmla="*/ 0 w 53"/>
                    <a:gd name="T13" fmla="*/ 1 h 7"/>
                    <a:gd name="T14" fmla="*/ 0 w 53"/>
                    <a:gd name="T15" fmla="*/ 1 h 7"/>
                    <a:gd name="T16" fmla="*/ 0 w 53"/>
                    <a:gd name="T17" fmla="*/ 1 h 7"/>
                    <a:gd name="T18" fmla="*/ 0 w 53"/>
                    <a:gd name="T19" fmla="*/ 1 h 7"/>
                    <a:gd name="T20" fmla="*/ 0 w 53"/>
                    <a:gd name="T21" fmla="*/ 1 h 7"/>
                    <a:gd name="T22" fmla="*/ 0 w 53"/>
                    <a:gd name="T23" fmla="*/ 1 h 7"/>
                    <a:gd name="T24" fmla="*/ 0 w 53"/>
                    <a:gd name="T25" fmla="*/ 1 h 7"/>
                    <a:gd name="T26" fmla="*/ 0 w 53"/>
                    <a:gd name="T27" fmla="*/ 1 h 7"/>
                    <a:gd name="T28" fmla="*/ 0 w 53"/>
                    <a:gd name="T29" fmla="*/ 1 h 7"/>
                    <a:gd name="T30" fmla="*/ 0 w 53"/>
                    <a:gd name="T31" fmla="*/ 1 h 7"/>
                    <a:gd name="T32" fmla="*/ 0 w 53"/>
                    <a:gd name="T33" fmla="*/ 1 h 7"/>
                    <a:gd name="T34" fmla="*/ 1 w 53"/>
                    <a:gd name="T35" fmla="*/ 1 h 7"/>
                    <a:gd name="T36" fmla="*/ 1 w 53"/>
                    <a:gd name="T37" fmla="*/ 1 h 7"/>
                    <a:gd name="T38" fmla="*/ 1 w 53"/>
                    <a:gd name="T39" fmla="*/ 1 h 7"/>
                    <a:gd name="T40" fmla="*/ 1 w 53"/>
                    <a:gd name="T41" fmla="*/ 0 h 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3"/>
                    <a:gd name="T64" fmla="*/ 0 h 7"/>
                    <a:gd name="T65" fmla="*/ 53 w 53"/>
                    <a:gd name="T66" fmla="*/ 7 h 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3" h="7">
                      <a:moveTo>
                        <a:pt x="53" y="0"/>
                      </a:moveTo>
                      <a:lnTo>
                        <a:pt x="50" y="0"/>
                      </a:lnTo>
                      <a:lnTo>
                        <a:pt x="47" y="1"/>
                      </a:lnTo>
                      <a:lnTo>
                        <a:pt x="33" y="1"/>
                      </a:lnTo>
                      <a:lnTo>
                        <a:pt x="29" y="2"/>
                      </a:lnTo>
                      <a:lnTo>
                        <a:pt x="23" y="2"/>
                      </a:lnTo>
                      <a:lnTo>
                        <a:pt x="20" y="3"/>
                      </a:lnTo>
                      <a:lnTo>
                        <a:pt x="10" y="3"/>
                      </a:lnTo>
                      <a:lnTo>
                        <a:pt x="6" y="5"/>
                      </a:lnTo>
                      <a:lnTo>
                        <a:pt x="0" y="5"/>
                      </a:lnTo>
                      <a:lnTo>
                        <a:pt x="0" y="7"/>
                      </a:lnTo>
                      <a:lnTo>
                        <a:pt x="6" y="7"/>
                      </a:lnTo>
                      <a:lnTo>
                        <a:pt x="10" y="6"/>
                      </a:lnTo>
                      <a:lnTo>
                        <a:pt x="16" y="6"/>
                      </a:lnTo>
                      <a:lnTo>
                        <a:pt x="20" y="5"/>
                      </a:lnTo>
                      <a:lnTo>
                        <a:pt x="27" y="5"/>
                      </a:lnTo>
                      <a:lnTo>
                        <a:pt x="29" y="3"/>
                      </a:lnTo>
                      <a:lnTo>
                        <a:pt x="47" y="3"/>
                      </a:lnTo>
                      <a:lnTo>
                        <a:pt x="50" y="2"/>
                      </a:lnTo>
                      <a:lnTo>
                        <a:pt x="53" y="2"/>
                      </a:lnTo>
                      <a:lnTo>
                        <a:pt x="5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8" name="Freeform 646"/>
                <p:cNvSpPr>
                  <a:spLocks/>
                </p:cNvSpPr>
                <p:nvPr/>
              </p:nvSpPr>
              <p:spPr bwMode="auto">
                <a:xfrm>
                  <a:off x="4507" y="3559"/>
                  <a:ext cx="69" cy="8"/>
                </a:xfrm>
                <a:custGeom>
                  <a:avLst/>
                  <a:gdLst>
                    <a:gd name="T0" fmla="*/ 5 w 138"/>
                    <a:gd name="T1" fmla="*/ 0 h 16"/>
                    <a:gd name="T2" fmla="*/ 5 w 138"/>
                    <a:gd name="T3" fmla="*/ 1 h 16"/>
                    <a:gd name="T4" fmla="*/ 4 w 138"/>
                    <a:gd name="T5" fmla="*/ 1 h 16"/>
                    <a:gd name="T6" fmla="*/ 4 w 138"/>
                    <a:gd name="T7" fmla="*/ 1 h 16"/>
                    <a:gd name="T8" fmla="*/ 3 w 138"/>
                    <a:gd name="T9" fmla="*/ 1 h 16"/>
                    <a:gd name="T10" fmla="*/ 3 w 138"/>
                    <a:gd name="T11" fmla="*/ 1 h 16"/>
                    <a:gd name="T12" fmla="*/ 3 w 138"/>
                    <a:gd name="T13" fmla="*/ 1 h 16"/>
                    <a:gd name="T14" fmla="*/ 3 w 138"/>
                    <a:gd name="T15" fmla="*/ 1 h 16"/>
                    <a:gd name="T16" fmla="*/ 3 w 138"/>
                    <a:gd name="T17" fmla="*/ 1 h 16"/>
                    <a:gd name="T18" fmla="*/ 3 w 138"/>
                    <a:gd name="T19" fmla="*/ 1 h 16"/>
                    <a:gd name="T20" fmla="*/ 2 w 138"/>
                    <a:gd name="T21" fmla="*/ 1 h 16"/>
                    <a:gd name="T22" fmla="*/ 2 w 138"/>
                    <a:gd name="T23" fmla="*/ 1 h 16"/>
                    <a:gd name="T24" fmla="*/ 2 w 138"/>
                    <a:gd name="T25" fmla="*/ 1 h 16"/>
                    <a:gd name="T26" fmla="*/ 2 w 138"/>
                    <a:gd name="T27" fmla="*/ 1 h 16"/>
                    <a:gd name="T28" fmla="*/ 1 w 138"/>
                    <a:gd name="T29" fmla="*/ 1 h 16"/>
                    <a:gd name="T30" fmla="*/ 1 w 138"/>
                    <a:gd name="T31" fmla="*/ 1 h 16"/>
                    <a:gd name="T32" fmla="*/ 1 w 138"/>
                    <a:gd name="T33" fmla="*/ 1 h 16"/>
                    <a:gd name="T34" fmla="*/ 1 w 138"/>
                    <a:gd name="T35" fmla="*/ 1 h 16"/>
                    <a:gd name="T36" fmla="*/ 1 w 138"/>
                    <a:gd name="T37" fmla="*/ 1 h 16"/>
                    <a:gd name="T38" fmla="*/ 1 w 138"/>
                    <a:gd name="T39" fmla="*/ 1 h 16"/>
                    <a:gd name="T40" fmla="*/ 1 w 138"/>
                    <a:gd name="T41" fmla="*/ 1 h 16"/>
                    <a:gd name="T42" fmla="*/ 1 w 138"/>
                    <a:gd name="T43" fmla="*/ 1 h 16"/>
                    <a:gd name="T44" fmla="*/ 0 w 138"/>
                    <a:gd name="T45" fmla="*/ 1 h 16"/>
                    <a:gd name="T46" fmla="*/ 0 w 138"/>
                    <a:gd name="T47" fmla="*/ 1 h 16"/>
                    <a:gd name="T48" fmla="*/ 1 w 138"/>
                    <a:gd name="T49" fmla="*/ 1 h 16"/>
                    <a:gd name="T50" fmla="*/ 1 w 138"/>
                    <a:gd name="T51" fmla="*/ 1 h 16"/>
                    <a:gd name="T52" fmla="*/ 1 w 138"/>
                    <a:gd name="T53" fmla="*/ 1 h 16"/>
                    <a:gd name="T54" fmla="*/ 1 w 138"/>
                    <a:gd name="T55" fmla="*/ 1 h 16"/>
                    <a:gd name="T56" fmla="*/ 1 w 138"/>
                    <a:gd name="T57" fmla="*/ 1 h 16"/>
                    <a:gd name="T58" fmla="*/ 1 w 138"/>
                    <a:gd name="T59" fmla="*/ 1 h 16"/>
                    <a:gd name="T60" fmla="*/ 1 w 138"/>
                    <a:gd name="T61" fmla="*/ 1 h 16"/>
                    <a:gd name="T62" fmla="*/ 1 w 138"/>
                    <a:gd name="T63" fmla="*/ 1 h 16"/>
                    <a:gd name="T64" fmla="*/ 2 w 138"/>
                    <a:gd name="T65" fmla="*/ 1 h 16"/>
                    <a:gd name="T66" fmla="*/ 2 w 138"/>
                    <a:gd name="T67" fmla="*/ 1 h 16"/>
                    <a:gd name="T68" fmla="*/ 2 w 138"/>
                    <a:gd name="T69" fmla="*/ 1 h 16"/>
                    <a:gd name="T70" fmla="*/ 2 w 138"/>
                    <a:gd name="T71" fmla="*/ 1 h 16"/>
                    <a:gd name="T72" fmla="*/ 3 w 138"/>
                    <a:gd name="T73" fmla="*/ 1 h 16"/>
                    <a:gd name="T74" fmla="*/ 3 w 138"/>
                    <a:gd name="T75" fmla="*/ 1 h 16"/>
                    <a:gd name="T76" fmla="*/ 3 w 138"/>
                    <a:gd name="T77" fmla="*/ 1 h 16"/>
                    <a:gd name="T78" fmla="*/ 3 w 138"/>
                    <a:gd name="T79" fmla="*/ 1 h 16"/>
                    <a:gd name="T80" fmla="*/ 3 w 138"/>
                    <a:gd name="T81" fmla="*/ 1 h 16"/>
                    <a:gd name="T82" fmla="*/ 3 w 138"/>
                    <a:gd name="T83" fmla="*/ 1 h 16"/>
                    <a:gd name="T84" fmla="*/ 4 w 138"/>
                    <a:gd name="T85" fmla="*/ 1 h 16"/>
                    <a:gd name="T86" fmla="*/ 4 w 138"/>
                    <a:gd name="T87" fmla="*/ 1 h 16"/>
                    <a:gd name="T88" fmla="*/ 5 w 138"/>
                    <a:gd name="T89" fmla="*/ 1 h 16"/>
                    <a:gd name="T90" fmla="*/ 5 w 138"/>
                    <a:gd name="T91" fmla="*/ 1 h 16"/>
                    <a:gd name="T92" fmla="*/ 5 w 138"/>
                    <a:gd name="T93" fmla="*/ 0 h 1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38"/>
                    <a:gd name="T142" fmla="*/ 0 h 16"/>
                    <a:gd name="T143" fmla="*/ 138 w 138"/>
                    <a:gd name="T144" fmla="*/ 16 h 1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38" h="16">
                      <a:moveTo>
                        <a:pt x="138" y="0"/>
                      </a:moveTo>
                      <a:lnTo>
                        <a:pt x="134" y="1"/>
                      </a:lnTo>
                      <a:lnTo>
                        <a:pt x="121" y="1"/>
                      </a:lnTo>
                      <a:lnTo>
                        <a:pt x="116" y="3"/>
                      </a:lnTo>
                      <a:lnTo>
                        <a:pt x="103" y="3"/>
                      </a:lnTo>
                      <a:lnTo>
                        <a:pt x="100" y="4"/>
                      </a:lnTo>
                      <a:lnTo>
                        <a:pt x="86" y="4"/>
                      </a:lnTo>
                      <a:lnTo>
                        <a:pt x="81" y="5"/>
                      </a:lnTo>
                      <a:lnTo>
                        <a:pt x="72" y="5"/>
                      </a:lnTo>
                      <a:lnTo>
                        <a:pt x="69" y="6"/>
                      </a:lnTo>
                      <a:lnTo>
                        <a:pt x="60" y="6"/>
                      </a:lnTo>
                      <a:lnTo>
                        <a:pt x="55" y="8"/>
                      </a:lnTo>
                      <a:lnTo>
                        <a:pt x="52" y="8"/>
                      </a:lnTo>
                      <a:lnTo>
                        <a:pt x="48" y="9"/>
                      </a:lnTo>
                      <a:lnTo>
                        <a:pt x="38" y="9"/>
                      </a:lnTo>
                      <a:lnTo>
                        <a:pt x="34" y="10"/>
                      </a:lnTo>
                      <a:lnTo>
                        <a:pt x="31" y="10"/>
                      </a:lnTo>
                      <a:lnTo>
                        <a:pt x="26" y="11"/>
                      </a:lnTo>
                      <a:lnTo>
                        <a:pt x="17" y="11"/>
                      </a:lnTo>
                      <a:lnTo>
                        <a:pt x="12" y="12"/>
                      </a:lnTo>
                      <a:lnTo>
                        <a:pt x="8" y="12"/>
                      </a:lnTo>
                      <a:lnTo>
                        <a:pt x="5" y="14"/>
                      </a:lnTo>
                      <a:lnTo>
                        <a:pt x="0" y="14"/>
                      </a:lnTo>
                      <a:lnTo>
                        <a:pt x="0" y="16"/>
                      </a:lnTo>
                      <a:lnTo>
                        <a:pt x="5" y="16"/>
                      </a:lnTo>
                      <a:lnTo>
                        <a:pt x="8" y="15"/>
                      </a:lnTo>
                      <a:lnTo>
                        <a:pt x="12" y="15"/>
                      </a:lnTo>
                      <a:lnTo>
                        <a:pt x="17" y="14"/>
                      </a:lnTo>
                      <a:lnTo>
                        <a:pt x="26" y="14"/>
                      </a:lnTo>
                      <a:lnTo>
                        <a:pt x="31" y="12"/>
                      </a:lnTo>
                      <a:lnTo>
                        <a:pt x="34" y="12"/>
                      </a:lnTo>
                      <a:lnTo>
                        <a:pt x="38" y="11"/>
                      </a:lnTo>
                      <a:lnTo>
                        <a:pt x="43" y="11"/>
                      </a:lnTo>
                      <a:lnTo>
                        <a:pt x="48" y="10"/>
                      </a:lnTo>
                      <a:lnTo>
                        <a:pt x="55" y="10"/>
                      </a:lnTo>
                      <a:lnTo>
                        <a:pt x="60" y="9"/>
                      </a:lnTo>
                      <a:lnTo>
                        <a:pt x="69" y="9"/>
                      </a:lnTo>
                      <a:lnTo>
                        <a:pt x="72" y="8"/>
                      </a:lnTo>
                      <a:lnTo>
                        <a:pt x="81" y="8"/>
                      </a:lnTo>
                      <a:lnTo>
                        <a:pt x="86" y="6"/>
                      </a:lnTo>
                      <a:lnTo>
                        <a:pt x="95" y="6"/>
                      </a:lnTo>
                      <a:lnTo>
                        <a:pt x="100" y="5"/>
                      </a:lnTo>
                      <a:lnTo>
                        <a:pt x="112" y="5"/>
                      </a:lnTo>
                      <a:lnTo>
                        <a:pt x="116" y="4"/>
                      </a:lnTo>
                      <a:lnTo>
                        <a:pt x="134" y="4"/>
                      </a:lnTo>
                      <a:lnTo>
                        <a:pt x="138" y="3"/>
                      </a:lnTo>
                      <a:lnTo>
                        <a:pt x="1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99" name="Freeform 647"/>
                <p:cNvSpPr>
                  <a:spLocks/>
                </p:cNvSpPr>
                <p:nvPr/>
              </p:nvSpPr>
              <p:spPr bwMode="auto">
                <a:xfrm>
                  <a:off x="4576" y="3554"/>
                  <a:ext cx="61" cy="6"/>
                </a:xfrm>
                <a:custGeom>
                  <a:avLst/>
                  <a:gdLst>
                    <a:gd name="T0" fmla="*/ 4 w 122"/>
                    <a:gd name="T1" fmla="*/ 0 h 13"/>
                    <a:gd name="T2" fmla="*/ 4 w 122"/>
                    <a:gd name="T3" fmla="*/ 0 h 13"/>
                    <a:gd name="T4" fmla="*/ 4 w 122"/>
                    <a:gd name="T5" fmla="*/ 0 h 13"/>
                    <a:gd name="T6" fmla="*/ 4 w 122"/>
                    <a:gd name="T7" fmla="*/ 0 h 13"/>
                    <a:gd name="T8" fmla="*/ 3 w 122"/>
                    <a:gd name="T9" fmla="*/ 0 h 13"/>
                    <a:gd name="T10" fmla="*/ 3 w 122"/>
                    <a:gd name="T11" fmla="*/ 0 h 13"/>
                    <a:gd name="T12" fmla="*/ 3 w 122"/>
                    <a:gd name="T13" fmla="*/ 0 h 13"/>
                    <a:gd name="T14" fmla="*/ 3 w 122"/>
                    <a:gd name="T15" fmla="*/ 0 h 13"/>
                    <a:gd name="T16" fmla="*/ 2 w 122"/>
                    <a:gd name="T17" fmla="*/ 0 h 13"/>
                    <a:gd name="T18" fmla="*/ 2 w 122"/>
                    <a:gd name="T19" fmla="*/ 0 h 13"/>
                    <a:gd name="T20" fmla="*/ 2 w 122"/>
                    <a:gd name="T21" fmla="*/ 0 h 13"/>
                    <a:gd name="T22" fmla="*/ 1 w 122"/>
                    <a:gd name="T23" fmla="*/ 0 h 13"/>
                    <a:gd name="T24" fmla="*/ 1 w 122"/>
                    <a:gd name="T25" fmla="*/ 0 h 13"/>
                    <a:gd name="T26" fmla="*/ 1 w 122"/>
                    <a:gd name="T27" fmla="*/ 0 h 13"/>
                    <a:gd name="T28" fmla="*/ 1 w 122"/>
                    <a:gd name="T29" fmla="*/ 0 h 13"/>
                    <a:gd name="T30" fmla="*/ 0 w 122"/>
                    <a:gd name="T31" fmla="*/ 0 h 13"/>
                    <a:gd name="T32" fmla="*/ 0 w 122"/>
                    <a:gd name="T33" fmla="*/ 0 h 13"/>
                    <a:gd name="T34" fmla="*/ 1 w 122"/>
                    <a:gd name="T35" fmla="*/ 0 h 13"/>
                    <a:gd name="T36" fmla="*/ 1 w 122"/>
                    <a:gd name="T37" fmla="*/ 0 h 13"/>
                    <a:gd name="T38" fmla="*/ 1 w 122"/>
                    <a:gd name="T39" fmla="*/ 0 h 13"/>
                    <a:gd name="T40" fmla="*/ 1 w 122"/>
                    <a:gd name="T41" fmla="*/ 0 h 13"/>
                    <a:gd name="T42" fmla="*/ 2 w 122"/>
                    <a:gd name="T43" fmla="*/ 0 h 13"/>
                    <a:gd name="T44" fmla="*/ 2 w 122"/>
                    <a:gd name="T45" fmla="*/ 0 h 13"/>
                    <a:gd name="T46" fmla="*/ 2 w 122"/>
                    <a:gd name="T47" fmla="*/ 0 h 13"/>
                    <a:gd name="T48" fmla="*/ 2 w 122"/>
                    <a:gd name="T49" fmla="*/ 0 h 13"/>
                    <a:gd name="T50" fmla="*/ 3 w 122"/>
                    <a:gd name="T51" fmla="*/ 0 h 13"/>
                    <a:gd name="T52" fmla="*/ 3 w 122"/>
                    <a:gd name="T53" fmla="*/ 0 h 13"/>
                    <a:gd name="T54" fmla="*/ 3 w 122"/>
                    <a:gd name="T55" fmla="*/ 0 h 13"/>
                    <a:gd name="T56" fmla="*/ 4 w 122"/>
                    <a:gd name="T57" fmla="*/ 0 h 13"/>
                    <a:gd name="T58" fmla="*/ 4 w 122"/>
                    <a:gd name="T59" fmla="*/ 0 h 13"/>
                    <a:gd name="T60" fmla="*/ 4 w 122"/>
                    <a:gd name="T61" fmla="*/ 0 h 13"/>
                    <a:gd name="T62" fmla="*/ 4 w 122"/>
                    <a:gd name="T63" fmla="*/ 0 h 13"/>
                    <a:gd name="T64" fmla="*/ 4 w 122"/>
                    <a:gd name="T65" fmla="*/ 0 h 1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2"/>
                    <a:gd name="T100" fmla="*/ 0 h 13"/>
                    <a:gd name="T101" fmla="*/ 122 w 122"/>
                    <a:gd name="T102" fmla="*/ 13 h 1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2" h="13">
                      <a:moveTo>
                        <a:pt x="122" y="0"/>
                      </a:moveTo>
                      <a:lnTo>
                        <a:pt x="114" y="0"/>
                      </a:lnTo>
                      <a:lnTo>
                        <a:pt x="107" y="1"/>
                      </a:lnTo>
                      <a:lnTo>
                        <a:pt x="100" y="1"/>
                      </a:lnTo>
                      <a:lnTo>
                        <a:pt x="91" y="3"/>
                      </a:lnTo>
                      <a:lnTo>
                        <a:pt x="84" y="3"/>
                      </a:lnTo>
                      <a:lnTo>
                        <a:pt x="76" y="4"/>
                      </a:lnTo>
                      <a:lnTo>
                        <a:pt x="69" y="4"/>
                      </a:lnTo>
                      <a:lnTo>
                        <a:pt x="61" y="5"/>
                      </a:lnTo>
                      <a:lnTo>
                        <a:pt x="45" y="5"/>
                      </a:lnTo>
                      <a:lnTo>
                        <a:pt x="38" y="6"/>
                      </a:lnTo>
                      <a:lnTo>
                        <a:pt x="31" y="6"/>
                      </a:lnTo>
                      <a:lnTo>
                        <a:pt x="23" y="8"/>
                      </a:lnTo>
                      <a:lnTo>
                        <a:pt x="16" y="9"/>
                      </a:lnTo>
                      <a:lnTo>
                        <a:pt x="7" y="9"/>
                      </a:lnTo>
                      <a:lnTo>
                        <a:pt x="0" y="10"/>
                      </a:lnTo>
                      <a:lnTo>
                        <a:pt x="0" y="13"/>
                      </a:lnTo>
                      <a:lnTo>
                        <a:pt x="7" y="11"/>
                      </a:lnTo>
                      <a:lnTo>
                        <a:pt x="16" y="11"/>
                      </a:lnTo>
                      <a:lnTo>
                        <a:pt x="23" y="10"/>
                      </a:lnTo>
                      <a:lnTo>
                        <a:pt x="31" y="9"/>
                      </a:lnTo>
                      <a:lnTo>
                        <a:pt x="38" y="9"/>
                      </a:lnTo>
                      <a:lnTo>
                        <a:pt x="45" y="8"/>
                      </a:lnTo>
                      <a:lnTo>
                        <a:pt x="53" y="8"/>
                      </a:lnTo>
                      <a:lnTo>
                        <a:pt x="61" y="6"/>
                      </a:lnTo>
                      <a:lnTo>
                        <a:pt x="76" y="6"/>
                      </a:lnTo>
                      <a:lnTo>
                        <a:pt x="84" y="5"/>
                      </a:lnTo>
                      <a:lnTo>
                        <a:pt x="91" y="5"/>
                      </a:lnTo>
                      <a:lnTo>
                        <a:pt x="100" y="4"/>
                      </a:lnTo>
                      <a:lnTo>
                        <a:pt x="107" y="4"/>
                      </a:lnTo>
                      <a:lnTo>
                        <a:pt x="114" y="3"/>
                      </a:lnTo>
                      <a:lnTo>
                        <a:pt x="122" y="3"/>
                      </a:lnTo>
                      <a:lnTo>
                        <a:pt x="1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0" name="Freeform 648"/>
                <p:cNvSpPr>
                  <a:spLocks/>
                </p:cNvSpPr>
                <p:nvPr/>
              </p:nvSpPr>
              <p:spPr bwMode="auto">
                <a:xfrm>
                  <a:off x="4637" y="3552"/>
                  <a:ext cx="15" cy="3"/>
                </a:xfrm>
                <a:custGeom>
                  <a:avLst/>
                  <a:gdLst>
                    <a:gd name="T0" fmla="*/ 1 w 29"/>
                    <a:gd name="T1" fmla="*/ 0 h 8"/>
                    <a:gd name="T2" fmla="*/ 1 w 29"/>
                    <a:gd name="T3" fmla="*/ 0 h 8"/>
                    <a:gd name="T4" fmla="*/ 1 w 29"/>
                    <a:gd name="T5" fmla="*/ 0 h 8"/>
                    <a:gd name="T6" fmla="*/ 1 w 29"/>
                    <a:gd name="T7" fmla="*/ 0 h 8"/>
                    <a:gd name="T8" fmla="*/ 1 w 29"/>
                    <a:gd name="T9" fmla="*/ 0 h 8"/>
                    <a:gd name="T10" fmla="*/ 1 w 29"/>
                    <a:gd name="T11" fmla="*/ 0 h 8"/>
                    <a:gd name="T12" fmla="*/ 1 w 29"/>
                    <a:gd name="T13" fmla="*/ 0 h 8"/>
                    <a:gd name="T14" fmla="*/ 1 w 29"/>
                    <a:gd name="T15" fmla="*/ 0 h 8"/>
                    <a:gd name="T16" fmla="*/ 0 w 29"/>
                    <a:gd name="T17" fmla="*/ 0 h 8"/>
                    <a:gd name="T18" fmla="*/ 0 w 29"/>
                    <a:gd name="T19" fmla="*/ 0 h 8"/>
                    <a:gd name="T20" fmla="*/ 1 w 29"/>
                    <a:gd name="T21" fmla="*/ 0 h 8"/>
                    <a:gd name="T22" fmla="*/ 1 w 29"/>
                    <a:gd name="T23" fmla="*/ 0 h 8"/>
                    <a:gd name="T24" fmla="*/ 1 w 29"/>
                    <a:gd name="T25" fmla="*/ 0 h 8"/>
                    <a:gd name="T26" fmla="*/ 1 w 29"/>
                    <a:gd name="T27" fmla="*/ 0 h 8"/>
                    <a:gd name="T28" fmla="*/ 1 w 29"/>
                    <a:gd name="T29" fmla="*/ 0 h 8"/>
                    <a:gd name="T30" fmla="*/ 1 w 29"/>
                    <a:gd name="T31" fmla="*/ 0 h 8"/>
                    <a:gd name="T32" fmla="*/ 1 w 29"/>
                    <a:gd name="T33" fmla="*/ 0 h 8"/>
                    <a:gd name="T34" fmla="*/ 1 w 2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8"/>
                    <a:gd name="T56" fmla="*/ 29 w 2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8">
                      <a:moveTo>
                        <a:pt x="28" y="0"/>
                      </a:moveTo>
                      <a:lnTo>
                        <a:pt x="24" y="0"/>
                      </a:lnTo>
                      <a:lnTo>
                        <a:pt x="21" y="2"/>
                      </a:lnTo>
                      <a:lnTo>
                        <a:pt x="18" y="2"/>
                      </a:lnTo>
                      <a:lnTo>
                        <a:pt x="14" y="3"/>
                      </a:lnTo>
                      <a:lnTo>
                        <a:pt x="11" y="3"/>
                      </a:lnTo>
                      <a:lnTo>
                        <a:pt x="7" y="4"/>
                      </a:lnTo>
                      <a:lnTo>
                        <a:pt x="3" y="4"/>
                      </a:lnTo>
                      <a:lnTo>
                        <a:pt x="0" y="5"/>
                      </a:lnTo>
                      <a:lnTo>
                        <a:pt x="0" y="8"/>
                      </a:lnTo>
                      <a:lnTo>
                        <a:pt x="3" y="6"/>
                      </a:lnTo>
                      <a:lnTo>
                        <a:pt x="7" y="5"/>
                      </a:lnTo>
                      <a:lnTo>
                        <a:pt x="14" y="5"/>
                      </a:lnTo>
                      <a:lnTo>
                        <a:pt x="18" y="4"/>
                      </a:lnTo>
                      <a:lnTo>
                        <a:pt x="22" y="4"/>
                      </a:lnTo>
                      <a:lnTo>
                        <a:pt x="26" y="3"/>
                      </a:lnTo>
                      <a:lnTo>
                        <a:pt x="29" y="3"/>
                      </a:lnTo>
                      <a:lnTo>
                        <a:pt x="2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1" name="Freeform 649"/>
                <p:cNvSpPr>
                  <a:spLocks/>
                </p:cNvSpPr>
                <p:nvPr/>
              </p:nvSpPr>
              <p:spPr bwMode="auto">
                <a:xfrm>
                  <a:off x="4652" y="3551"/>
                  <a:ext cx="4" cy="6"/>
                </a:xfrm>
                <a:custGeom>
                  <a:avLst/>
                  <a:gdLst>
                    <a:gd name="T0" fmla="*/ 0 w 9"/>
                    <a:gd name="T1" fmla="*/ 1 h 11"/>
                    <a:gd name="T2" fmla="*/ 0 w 9"/>
                    <a:gd name="T3" fmla="*/ 1 h 11"/>
                    <a:gd name="T4" fmla="*/ 0 w 9"/>
                    <a:gd name="T5" fmla="*/ 1 h 11"/>
                    <a:gd name="T6" fmla="*/ 0 w 9"/>
                    <a:gd name="T7" fmla="*/ 1 h 11"/>
                    <a:gd name="T8" fmla="*/ 0 w 9"/>
                    <a:gd name="T9" fmla="*/ 0 h 11"/>
                    <a:gd name="T10" fmla="*/ 0 w 9"/>
                    <a:gd name="T11" fmla="*/ 1 h 11"/>
                    <a:gd name="T12" fmla="*/ 0 w 9"/>
                    <a:gd name="T13" fmla="*/ 1 h 11"/>
                    <a:gd name="T14" fmla="*/ 0 w 9"/>
                    <a:gd name="T15" fmla="*/ 1 h 11"/>
                    <a:gd name="T16" fmla="*/ 0 w 9"/>
                    <a:gd name="T17" fmla="*/ 1 h 11"/>
                    <a:gd name="T18" fmla="*/ 0 w 9"/>
                    <a:gd name="T19" fmla="*/ 1 h 11"/>
                    <a:gd name="T20" fmla="*/ 0 w 9"/>
                    <a:gd name="T21" fmla="*/ 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
                    <a:gd name="T34" fmla="*/ 0 h 11"/>
                    <a:gd name="T35" fmla="*/ 9 w 9"/>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 h="11">
                      <a:moveTo>
                        <a:pt x="9" y="11"/>
                      </a:moveTo>
                      <a:lnTo>
                        <a:pt x="9" y="4"/>
                      </a:lnTo>
                      <a:lnTo>
                        <a:pt x="7" y="3"/>
                      </a:lnTo>
                      <a:lnTo>
                        <a:pt x="5" y="1"/>
                      </a:lnTo>
                      <a:lnTo>
                        <a:pt x="3" y="0"/>
                      </a:lnTo>
                      <a:lnTo>
                        <a:pt x="0" y="1"/>
                      </a:lnTo>
                      <a:lnTo>
                        <a:pt x="1" y="4"/>
                      </a:lnTo>
                      <a:lnTo>
                        <a:pt x="5" y="4"/>
                      </a:lnTo>
                      <a:lnTo>
                        <a:pt x="6" y="5"/>
                      </a:lnTo>
                      <a:lnTo>
                        <a:pt x="6" y="11"/>
                      </a:lnTo>
                      <a:lnTo>
                        <a:pt x="9"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2" name="Freeform 650"/>
                <p:cNvSpPr>
                  <a:spLocks/>
                </p:cNvSpPr>
                <p:nvPr/>
              </p:nvSpPr>
              <p:spPr bwMode="auto">
                <a:xfrm>
                  <a:off x="4430" y="3555"/>
                  <a:ext cx="34" cy="26"/>
                </a:xfrm>
                <a:custGeom>
                  <a:avLst/>
                  <a:gdLst>
                    <a:gd name="T0" fmla="*/ 2 w 68"/>
                    <a:gd name="T1" fmla="*/ 0 h 53"/>
                    <a:gd name="T2" fmla="*/ 2 w 68"/>
                    <a:gd name="T3" fmla="*/ 0 h 53"/>
                    <a:gd name="T4" fmla="*/ 2 w 68"/>
                    <a:gd name="T5" fmla="*/ 0 h 53"/>
                    <a:gd name="T6" fmla="*/ 2 w 68"/>
                    <a:gd name="T7" fmla="*/ 0 h 53"/>
                    <a:gd name="T8" fmla="*/ 1 w 68"/>
                    <a:gd name="T9" fmla="*/ 0 h 53"/>
                    <a:gd name="T10" fmla="*/ 1 w 68"/>
                    <a:gd name="T11" fmla="*/ 0 h 53"/>
                    <a:gd name="T12" fmla="*/ 1 w 68"/>
                    <a:gd name="T13" fmla="*/ 0 h 53"/>
                    <a:gd name="T14" fmla="*/ 1 w 68"/>
                    <a:gd name="T15" fmla="*/ 0 h 53"/>
                    <a:gd name="T16" fmla="*/ 1 w 68"/>
                    <a:gd name="T17" fmla="*/ 0 h 53"/>
                    <a:gd name="T18" fmla="*/ 1 w 68"/>
                    <a:gd name="T19" fmla="*/ 0 h 53"/>
                    <a:gd name="T20" fmla="*/ 1 w 68"/>
                    <a:gd name="T21" fmla="*/ 0 h 53"/>
                    <a:gd name="T22" fmla="*/ 1 w 68"/>
                    <a:gd name="T23" fmla="*/ 0 h 53"/>
                    <a:gd name="T24" fmla="*/ 1 w 68"/>
                    <a:gd name="T25" fmla="*/ 0 h 53"/>
                    <a:gd name="T26" fmla="*/ 1 w 68"/>
                    <a:gd name="T27" fmla="*/ 0 h 53"/>
                    <a:gd name="T28" fmla="*/ 1 w 68"/>
                    <a:gd name="T29" fmla="*/ 0 h 53"/>
                    <a:gd name="T30" fmla="*/ 1 w 68"/>
                    <a:gd name="T31" fmla="*/ 0 h 53"/>
                    <a:gd name="T32" fmla="*/ 1 w 68"/>
                    <a:gd name="T33" fmla="*/ 1 h 53"/>
                    <a:gd name="T34" fmla="*/ 2 w 68"/>
                    <a:gd name="T35" fmla="*/ 1 h 53"/>
                    <a:gd name="T36" fmla="*/ 2 w 68"/>
                    <a:gd name="T37" fmla="*/ 1 h 53"/>
                    <a:gd name="T38" fmla="*/ 2 w 68"/>
                    <a:gd name="T39" fmla="*/ 1 h 53"/>
                    <a:gd name="T40" fmla="*/ 2 w 68"/>
                    <a:gd name="T41" fmla="*/ 1 h 53"/>
                    <a:gd name="T42" fmla="*/ 3 w 68"/>
                    <a:gd name="T43" fmla="*/ 1 h 53"/>
                    <a:gd name="T44" fmla="*/ 3 w 68"/>
                    <a:gd name="T45" fmla="*/ 1 h 53"/>
                    <a:gd name="T46" fmla="*/ 2 w 68"/>
                    <a:gd name="T47" fmla="*/ 1 h 53"/>
                    <a:gd name="T48" fmla="*/ 2 w 68"/>
                    <a:gd name="T49" fmla="*/ 1 h 53"/>
                    <a:gd name="T50" fmla="*/ 2 w 68"/>
                    <a:gd name="T51" fmla="*/ 1 h 53"/>
                    <a:gd name="T52" fmla="*/ 2 w 68"/>
                    <a:gd name="T53" fmla="*/ 1 h 53"/>
                    <a:gd name="T54" fmla="*/ 2 w 68"/>
                    <a:gd name="T55" fmla="*/ 1 h 53"/>
                    <a:gd name="T56" fmla="*/ 1 w 68"/>
                    <a:gd name="T57" fmla="*/ 1 h 53"/>
                    <a:gd name="T58" fmla="*/ 1 w 68"/>
                    <a:gd name="T59" fmla="*/ 0 h 53"/>
                    <a:gd name="T60" fmla="*/ 1 w 68"/>
                    <a:gd name="T61" fmla="*/ 0 h 53"/>
                    <a:gd name="T62" fmla="*/ 1 w 68"/>
                    <a:gd name="T63" fmla="*/ 0 h 53"/>
                    <a:gd name="T64" fmla="*/ 1 w 68"/>
                    <a:gd name="T65" fmla="*/ 0 h 53"/>
                    <a:gd name="T66" fmla="*/ 1 w 68"/>
                    <a:gd name="T67" fmla="*/ 0 h 53"/>
                    <a:gd name="T68" fmla="*/ 1 w 68"/>
                    <a:gd name="T69" fmla="*/ 0 h 53"/>
                    <a:gd name="T70" fmla="*/ 1 w 68"/>
                    <a:gd name="T71" fmla="*/ 0 h 53"/>
                    <a:gd name="T72" fmla="*/ 1 w 68"/>
                    <a:gd name="T73" fmla="*/ 0 h 53"/>
                    <a:gd name="T74" fmla="*/ 1 w 68"/>
                    <a:gd name="T75" fmla="*/ 0 h 53"/>
                    <a:gd name="T76" fmla="*/ 1 w 68"/>
                    <a:gd name="T77" fmla="*/ 0 h 53"/>
                    <a:gd name="T78" fmla="*/ 1 w 68"/>
                    <a:gd name="T79" fmla="*/ 0 h 53"/>
                    <a:gd name="T80" fmla="*/ 1 w 68"/>
                    <a:gd name="T81" fmla="*/ 0 h 53"/>
                    <a:gd name="T82" fmla="*/ 1 w 68"/>
                    <a:gd name="T83" fmla="*/ 0 h 53"/>
                    <a:gd name="T84" fmla="*/ 1 w 68"/>
                    <a:gd name="T85" fmla="*/ 0 h 53"/>
                    <a:gd name="T86" fmla="*/ 2 w 68"/>
                    <a:gd name="T87" fmla="*/ 0 h 5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8"/>
                    <a:gd name="T133" fmla="*/ 0 h 53"/>
                    <a:gd name="T134" fmla="*/ 68 w 68"/>
                    <a:gd name="T135" fmla="*/ 53 h 5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8" h="53">
                      <a:moveTo>
                        <a:pt x="45" y="13"/>
                      </a:moveTo>
                      <a:lnTo>
                        <a:pt x="44" y="14"/>
                      </a:lnTo>
                      <a:lnTo>
                        <a:pt x="45" y="15"/>
                      </a:lnTo>
                      <a:lnTo>
                        <a:pt x="45" y="17"/>
                      </a:lnTo>
                      <a:lnTo>
                        <a:pt x="44" y="18"/>
                      </a:lnTo>
                      <a:lnTo>
                        <a:pt x="43" y="18"/>
                      </a:lnTo>
                      <a:lnTo>
                        <a:pt x="43" y="15"/>
                      </a:lnTo>
                      <a:lnTo>
                        <a:pt x="40" y="13"/>
                      </a:lnTo>
                      <a:lnTo>
                        <a:pt x="38" y="12"/>
                      </a:lnTo>
                      <a:lnTo>
                        <a:pt x="37" y="10"/>
                      </a:lnTo>
                      <a:lnTo>
                        <a:pt x="36" y="10"/>
                      </a:lnTo>
                      <a:lnTo>
                        <a:pt x="33" y="9"/>
                      </a:lnTo>
                      <a:lnTo>
                        <a:pt x="33" y="8"/>
                      </a:lnTo>
                      <a:lnTo>
                        <a:pt x="29" y="7"/>
                      </a:lnTo>
                      <a:lnTo>
                        <a:pt x="27" y="5"/>
                      </a:lnTo>
                      <a:lnTo>
                        <a:pt x="23" y="4"/>
                      </a:lnTo>
                      <a:lnTo>
                        <a:pt x="21" y="3"/>
                      </a:lnTo>
                      <a:lnTo>
                        <a:pt x="18" y="2"/>
                      </a:lnTo>
                      <a:lnTo>
                        <a:pt x="15" y="2"/>
                      </a:lnTo>
                      <a:lnTo>
                        <a:pt x="12" y="3"/>
                      </a:lnTo>
                      <a:lnTo>
                        <a:pt x="8" y="5"/>
                      </a:lnTo>
                      <a:lnTo>
                        <a:pt x="7" y="7"/>
                      </a:lnTo>
                      <a:lnTo>
                        <a:pt x="6" y="9"/>
                      </a:lnTo>
                      <a:lnTo>
                        <a:pt x="6" y="10"/>
                      </a:lnTo>
                      <a:lnTo>
                        <a:pt x="5" y="13"/>
                      </a:lnTo>
                      <a:lnTo>
                        <a:pt x="8" y="15"/>
                      </a:lnTo>
                      <a:lnTo>
                        <a:pt x="11" y="18"/>
                      </a:lnTo>
                      <a:lnTo>
                        <a:pt x="15" y="19"/>
                      </a:lnTo>
                      <a:lnTo>
                        <a:pt x="18" y="21"/>
                      </a:lnTo>
                      <a:lnTo>
                        <a:pt x="22" y="24"/>
                      </a:lnTo>
                      <a:lnTo>
                        <a:pt x="26" y="26"/>
                      </a:lnTo>
                      <a:lnTo>
                        <a:pt x="29" y="28"/>
                      </a:lnTo>
                      <a:lnTo>
                        <a:pt x="33" y="30"/>
                      </a:lnTo>
                      <a:lnTo>
                        <a:pt x="37" y="33"/>
                      </a:lnTo>
                      <a:lnTo>
                        <a:pt x="40" y="34"/>
                      </a:lnTo>
                      <a:lnTo>
                        <a:pt x="44" y="36"/>
                      </a:lnTo>
                      <a:lnTo>
                        <a:pt x="48" y="39"/>
                      </a:lnTo>
                      <a:lnTo>
                        <a:pt x="50" y="40"/>
                      </a:lnTo>
                      <a:lnTo>
                        <a:pt x="54" y="44"/>
                      </a:lnTo>
                      <a:lnTo>
                        <a:pt x="58" y="46"/>
                      </a:lnTo>
                      <a:lnTo>
                        <a:pt x="60" y="49"/>
                      </a:lnTo>
                      <a:lnTo>
                        <a:pt x="61" y="49"/>
                      </a:lnTo>
                      <a:lnTo>
                        <a:pt x="63" y="50"/>
                      </a:lnTo>
                      <a:lnTo>
                        <a:pt x="66" y="50"/>
                      </a:lnTo>
                      <a:lnTo>
                        <a:pt x="68" y="51"/>
                      </a:lnTo>
                      <a:lnTo>
                        <a:pt x="68" y="52"/>
                      </a:lnTo>
                      <a:lnTo>
                        <a:pt x="65" y="53"/>
                      </a:lnTo>
                      <a:lnTo>
                        <a:pt x="63" y="53"/>
                      </a:lnTo>
                      <a:lnTo>
                        <a:pt x="61" y="52"/>
                      </a:lnTo>
                      <a:lnTo>
                        <a:pt x="59" y="51"/>
                      </a:lnTo>
                      <a:lnTo>
                        <a:pt x="56" y="50"/>
                      </a:lnTo>
                      <a:lnTo>
                        <a:pt x="53" y="46"/>
                      </a:lnTo>
                      <a:lnTo>
                        <a:pt x="50" y="46"/>
                      </a:lnTo>
                      <a:lnTo>
                        <a:pt x="48" y="42"/>
                      </a:lnTo>
                      <a:lnTo>
                        <a:pt x="45" y="40"/>
                      </a:lnTo>
                      <a:lnTo>
                        <a:pt x="42" y="39"/>
                      </a:lnTo>
                      <a:lnTo>
                        <a:pt x="39" y="36"/>
                      </a:lnTo>
                      <a:lnTo>
                        <a:pt x="36" y="34"/>
                      </a:lnTo>
                      <a:lnTo>
                        <a:pt x="32" y="33"/>
                      </a:lnTo>
                      <a:lnTo>
                        <a:pt x="29" y="30"/>
                      </a:lnTo>
                      <a:lnTo>
                        <a:pt x="26" y="29"/>
                      </a:lnTo>
                      <a:lnTo>
                        <a:pt x="22" y="26"/>
                      </a:lnTo>
                      <a:lnTo>
                        <a:pt x="20" y="25"/>
                      </a:lnTo>
                      <a:lnTo>
                        <a:pt x="16" y="24"/>
                      </a:lnTo>
                      <a:lnTo>
                        <a:pt x="13" y="21"/>
                      </a:lnTo>
                      <a:lnTo>
                        <a:pt x="10" y="20"/>
                      </a:lnTo>
                      <a:lnTo>
                        <a:pt x="6" y="18"/>
                      </a:lnTo>
                      <a:lnTo>
                        <a:pt x="2" y="17"/>
                      </a:lnTo>
                      <a:lnTo>
                        <a:pt x="0" y="14"/>
                      </a:lnTo>
                      <a:lnTo>
                        <a:pt x="1" y="13"/>
                      </a:lnTo>
                      <a:lnTo>
                        <a:pt x="1" y="10"/>
                      </a:lnTo>
                      <a:lnTo>
                        <a:pt x="2" y="8"/>
                      </a:lnTo>
                      <a:lnTo>
                        <a:pt x="2" y="7"/>
                      </a:lnTo>
                      <a:lnTo>
                        <a:pt x="4" y="5"/>
                      </a:lnTo>
                      <a:lnTo>
                        <a:pt x="5" y="3"/>
                      </a:lnTo>
                      <a:lnTo>
                        <a:pt x="7" y="2"/>
                      </a:lnTo>
                      <a:lnTo>
                        <a:pt x="8" y="0"/>
                      </a:lnTo>
                      <a:lnTo>
                        <a:pt x="22" y="0"/>
                      </a:lnTo>
                      <a:lnTo>
                        <a:pt x="23" y="2"/>
                      </a:lnTo>
                      <a:lnTo>
                        <a:pt x="26" y="2"/>
                      </a:lnTo>
                      <a:lnTo>
                        <a:pt x="28" y="3"/>
                      </a:lnTo>
                      <a:lnTo>
                        <a:pt x="31" y="4"/>
                      </a:lnTo>
                      <a:lnTo>
                        <a:pt x="32" y="5"/>
                      </a:lnTo>
                      <a:lnTo>
                        <a:pt x="34" y="7"/>
                      </a:lnTo>
                      <a:lnTo>
                        <a:pt x="37" y="8"/>
                      </a:lnTo>
                      <a:lnTo>
                        <a:pt x="39" y="9"/>
                      </a:lnTo>
                      <a:lnTo>
                        <a:pt x="40" y="10"/>
                      </a:lnTo>
                      <a:lnTo>
                        <a:pt x="43" y="12"/>
                      </a:lnTo>
                      <a:lnTo>
                        <a:pt x="45"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3" name="Freeform 651"/>
                <p:cNvSpPr>
                  <a:spLocks/>
                </p:cNvSpPr>
                <p:nvPr/>
              </p:nvSpPr>
              <p:spPr bwMode="auto">
                <a:xfrm>
                  <a:off x="4452" y="3561"/>
                  <a:ext cx="2" cy="3"/>
                </a:xfrm>
                <a:custGeom>
                  <a:avLst/>
                  <a:gdLst>
                    <a:gd name="T0" fmla="*/ 1 w 4"/>
                    <a:gd name="T1" fmla="*/ 1 h 6"/>
                    <a:gd name="T2" fmla="*/ 1 w 4"/>
                    <a:gd name="T3" fmla="*/ 1 h 6"/>
                    <a:gd name="T4" fmla="*/ 1 w 4"/>
                    <a:gd name="T5" fmla="*/ 1 h 6"/>
                    <a:gd name="T6" fmla="*/ 1 w 4"/>
                    <a:gd name="T7" fmla="*/ 1 h 6"/>
                    <a:gd name="T8" fmla="*/ 1 w 4"/>
                    <a:gd name="T9" fmla="*/ 0 h 6"/>
                    <a:gd name="T10" fmla="*/ 1 w 4"/>
                    <a:gd name="T11" fmla="*/ 0 h 6"/>
                    <a:gd name="T12" fmla="*/ 0 w 4"/>
                    <a:gd name="T13" fmla="*/ 1 h 6"/>
                    <a:gd name="T14" fmla="*/ 1 w 4"/>
                    <a:gd name="T15" fmla="*/ 1 h 6"/>
                    <a:gd name="T16" fmla="*/ 1 w 4"/>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
                    <a:gd name="T28" fmla="*/ 0 h 6"/>
                    <a:gd name="T29" fmla="*/ 4 w 4"/>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 h="6">
                      <a:moveTo>
                        <a:pt x="1" y="6"/>
                      </a:moveTo>
                      <a:lnTo>
                        <a:pt x="4" y="5"/>
                      </a:lnTo>
                      <a:lnTo>
                        <a:pt x="4" y="2"/>
                      </a:lnTo>
                      <a:lnTo>
                        <a:pt x="2" y="1"/>
                      </a:lnTo>
                      <a:lnTo>
                        <a:pt x="2" y="0"/>
                      </a:lnTo>
                      <a:lnTo>
                        <a:pt x="1" y="0"/>
                      </a:lnTo>
                      <a:lnTo>
                        <a:pt x="0" y="1"/>
                      </a:lnTo>
                      <a:lnTo>
                        <a:pt x="1" y="4"/>
                      </a:lnTo>
                      <a:lnTo>
                        <a:pt x="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4" name="Freeform 652"/>
                <p:cNvSpPr>
                  <a:spLocks/>
                </p:cNvSpPr>
                <p:nvPr/>
              </p:nvSpPr>
              <p:spPr bwMode="auto">
                <a:xfrm>
                  <a:off x="4451" y="3563"/>
                  <a:ext cx="2" cy="1"/>
                </a:xfrm>
                <a:custGeom>
                  <a:avLst/>
                  <a:gdLst>
                    <a:gd name="T0" fmla="*/ 0 w 2"/>
                    <a:gd name="T1" fmla="*/ 1 h 2"/>
                    <a:gd name="T2" fmla="*/ 1 w 2"/>
                    <a:gd name="T3" fmla="*/ 1 h 2"/>
                    <a:gd name="T4" fmla="*/ 2 w 2"/>
                    <a:gd name="T5" fmla="*/ 1 h 2"/>
                    <a:gd name="T6" fmla="*/ 2 w 2"/>
                    <a:gd name="T7" fmla="*/ 0 h 2"/>
                    <a:gd name="T8" fmla="*/ 1 w 2"/>
                    <a:gd name="T9" fmla="*/ 0 h 2"/>
                    <a:gd name="T10" fmla="*/ 1 w 2"/>
                    <a:gd name="T11" fmla="*/ 1 h 2"/>
                    <a:gd name="T12" fmla="*/ 0 w 2"/>
                    <a:gd name="T13" fmla="*/ 1 h 2"/>
                    <a:gd name="T14" fmla="*/ 0 w 2"/>
                    <a:gd name="T15" fmla="*/ 1 h 2"/>
                    <a:gd name="T16" fmla="*/ 1 w 2"/>
                    <a:gd name="T17" fmla="*/ 1 h 2"/>
                    <a:gd name="T18" fmla="*/ 0 w 2"/>
                    <a:gd name="T19" fmla="*/ 1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2"/>
                    <a:gd name="T32" fmla="*/ 2 w 2"/>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2">
                      <a:moveTo>
                        <a:pt x="0" y="1"/>
                      </a:moveTo>
                      <a:lnTo>
                        <a:pt x="1" y="2"/>
                      </a:lnTo>
                      <a:lnTo>
                        <a:pt x="2" y="2"/>
                      </a:lnTo>
                      <a:lnTo>
                        <a:pt x="2" y="0"/>
                      </a:lnTo>
                      <a:lnTo>
                        <a:pt x="1" y="0"/>
                      </a:lnTo>
                      <a:lnTo>
                        <a:pt x="1" y="1"/>
                      </a:lnTo>
                      <a:lnTo>
                        <a:pt x="0" y="1"/>
                      </a:lnTo>
                      <a:lnTo>
                        <a:pt x="0" y="2"/>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5" name="Freeform 653"/>
                <p:cNvSpPr>
                  <a:spLocks/>
                </p:cNvSpPr>
                <p:nvPr/>
              </p:nvSpPr>
              <p:spPr bwMode="auto">
                <a:xfrm>
                  <a:off x="4446" y="3558"/>
                  <a:ext cx="6" cy="5"/>
                </a:xfrm>
                <a:custGeom>
                  <a:avLst/>
                  <a:gdLst>
                    <a:gd name="T0" fmla="*/ 0 w 11"/>
                    <a:gd name="T1" fmla="*/ 0 h 11"/>
                    <a:gd name="T2" fmla="*/ 0 w 11"/>
                    <a:gd name="T3" fmla="*/ 0 h 11"/>
                    <a:gd name="T4" fmla="*/ 1 w 11"/>
                    <a:gd name="T5" fmla="*/ 0 h 11"/>
                    <a:gd name="T6" fmla="*/ 1 w 11"/>
                    <a:gd name="T7" fmla="*/ 0 h 11"/>
                    <a:gd name="T8" fmla="*/ 1 w 11"/>
                    <a:gd name="T9" fmla="*/ 0 h 11"/>
                    <a:gd name="T10" fmla="*/ 1 w 11"/>
                    <a:gd name="T11" fmla="*/ 0 h 11"/>
                    <a:gd name="T12" fmla="*/ 1 w 11"/>
                    <a:gd name="T13" fmla="*/ 0 h 11"/>
                    <a:gd name="T14" fmla="*/ 1 w 11"/>
                    <a:gd name="T15" fmla="*/ 0 h 11"/>
                    <a:gd name="T16" fmla="*/ 1 w 11"/>
                    <a:gd name="T17" fmla="*/ 0 h 11"/>
                    <a:gd name="T18" fmla="*/ 1 w 11"/>
                    <a:gd name="T19" fmla="*/ 0 h 11"/>
                    <a:gd name="T20" fmla="*/ 1 w 11"/>
                    <a:gd name="T21" fmla="*/ 0 h 11"/>
                    <a:gd name="T22" fmla="*/ 1 w 11"/>
                    <a:gd name="T23" fmla="*/ 0 h 11"/>
                    <a:gd name="T24" fmla="*/ 1 w 11"/>
                    <a:gd name="T25" fmla="*/ 0 h 11"/>
                    <a:gd name="T26" fmla="*/ 1 w 11"/>
                    <a:gd name="T27" fmla="*/ 0 h 11"/>
                    <a:gd name="T28" fmla="*/ 1 w 11"/>
                    <a:gd name="T29" fmla="*/ 0 h 11"/>
                    <a:gd name="T30" fmla="*/ 1 w 11"/>
                    <a:gd name="T31" fmla="*/ 0 h 11"/>
                    <a:gd name="T32" fmla="*/ 1 w 11"/>
                    <a:gd name="T33" fmla="*/ 0 h 11"/>
                    <a:gd name="T34" fmla="*/ 1 w 11"/>
                    <a:gd name="T35" fmla="*/ 0 h 11"/>
                    <a:gd name="T36" fmla="*/ 1 w 11"/>
                    <a:gd name="T37" fmla="*/ 0 h 11"/>
                    <a:gd name="T38" fmla="*/ 1 w 11"/>
                    <a:gd name="T39" fmla="*/ 0 h 11"/>
                    <a:gd name="T40" fmla="*/ 0 w 11"/>
                    <a:gd name="T41" fmla="*/ 0 h 1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
                    <a:gd name="T64" fmla="*/ 0 h 11"/>
                    <a:gd name="T65" fmla="*/ 11 w 11"/>
                    <a:gd name="T66" fmla="*/ 11 h 1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 h="11">
                      <a:moveTo>
                        <a:pt x="0" y="2"/>
                      </a:moveTo>
                      <a:lnTo>
                        <a:pt x="0" y="1"/>
                      </a:lnTo>
                      <a:lnTo>
                        <a:pt x="1" y="3"/>
                      </a:lnTo>
                      <a:lnTo>
                        <a:pt x="2" y="5"/>
                      </a:lnTo>
                      <a:lnTo>
                        <a:pt x="4" y="5"/>
                      </a:lnTo>
                      <a:lnTo>
                        <a:pt x="6" y="6"/>
                      </a:lnTo>
                      <a:lnTo>
                        <a:pt x="7" y="6"/>
                      </a:lnTo>
                      <a:lnTo>
                        <a:pt x="10" y="8"/>
                      </a:lnTo>
                      <a:lnTo>
                        <a:pt x="10" y="11"/>
                      </a:lnTo>
                      <a:lnTo>
                        <a:pt x="11" y="11"/>
                      </a:lnTo>
                      <a:lnTo>
                        <a:pt x="11" y="6"/>
                      </a:lnTo>
                      <a:lnTo>
                        <a:pt x="8" y="5"/>
                      </a:lnTo>
                      <a:lnTo>
                        <a:pt x="7" y="3"/>
                      </a:lnTo>
                      <a:lnTo>
                        <a:pt x="5" y="2"/>
                      </a:lnTo>
                      <a:lnTo>
                        <a:pt x="4" y="2"/>
                      </a:lnTo>
                      <a:lnTo>
                        <a:pt x="2" y="1"/>
                      </a:lnTo>
                      <a:lnTo>
                        <a:pt x="2" y="0"/>
                      </a:lnTo>
                      <a:lnTo>
                        <a:pt x="1" y="0"/>
                      </a:lnTo>
                      <a:lnTo>
                        <a:pt x="2" y="0"/>
                      </a:lnTo>
                      <a:lnTo>
                        <a:pt x="1"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6" name="Freeform 654"/>
                <p:cNvSpPr>
                  <a:spLocks/>
                </p:cNvSpPr>
                <p:nvPr/>
              </p:nvSpPr>
              <p:spPr bwMode="auto">
                <a:xfrm>
                  <a:off x="4435" y="3555"/>
                  <a:ext cx="12" cy="4"/>
                </a:xfrm>
                <a:custGeom>
                  <a:avLst/>
                  <a:gdLst>
                    <a:gd name="T0" fmla="*/ 0 w 25"/>
                    <a:gd name="T1" fmla="*/ 0 h 9"/>
                    <a:gd name="T2" fmla="*/ 0 w 25"/>
                    <a:gd name="T3" fmla="*/ 0 h 9"/>
                    <a:gd name="T4" fmla="*/ 0 w 25"/>
                    <a:gd name="T5" fmla="*/ 0 h 9"/>
                    <a:gd name="T6" fmla="*/ 0 w 25"/>
                    <a:gd name="T7" fmla="*/ 0 h 9"/>
                    <a:gd name="T8" fmla="*/ 0 w 25"/>
                    <a:gd name="T9" fmla="*/ 0 h 9"/>
                    <a:gd name="T10" fmla="*/ 0 w 25"/>
                    <a:gd name="T11" fmla="*/ 0 h 9"/>
                    <a:gd name="T12" fmla="*/ 0 w 25"/>
                    <a:gd name="T13" fmla="*/ 0 h 9"/>
                    <a:gd name="T14" fmla="*/ 0 w 25"/>
                    <a:gd name="T15" fmla="*/ 0 h 9"/>
                    <a:gd name="T16" fmla="*/ 0 w 25"/>
                    <a:gd name="T17" fmla="*/ 0 h 9"/>
                    <a:gd name="T18" fmla="*/ 0 w 25"/>
                    <a:gd name="T19" fmla="*/ 0 h 9"/>
                    <a:gd name="T20" fmla="*/ 0 w 25"/>
                    <a:gd name="T21" fmla="*/ 0 h 9"/>
                    <a:gd name="T22" fmla="*/ 0 w 25"/>
                    <a:gd name="T23" fmla="*/ 0 h 9"/>
                    <a:gd name="T24" fmla="*/ 0 w 25"/>
                    <a:gd name="T25" fmla="*/ 0 h 9"/>
                    <a:gd name="T26" fmla="*/ 0 w 25"/>
                    <a:gd name="T27" fmla="*/ 0 h 9"/>
                    <a:gd name="T28" fmla="*/ 0 w 25"/>
                    <a:gd name="T29" fmla="*/ 0 h 9"/>
                    <a:gd name="T30" fmla="*/ 0 w 25"/>
                    <a:gd name="T31" fmla="*/ 0 h 9"/>
                    <a:gd name="T32" fmla="*/ 0 w 25"/>
                    <a:gd name="T33" fmla="*/ 0 h 9"/>
                    <a:gd name="T34" fmla="*/ 0 w 25"/>
                    <a:gd name="T35" fmla="*/ 0 h 9"/>
                    <a:gd name="T36" fmla="*/ 0 w 25"/>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5"/>
                    <a:gd name="T58" fmla="*/ 0 h 9"/>
                    <a:gd name="T59" fmla="*/ 25 w 25"/>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5" h="9">
                      <a:moveTo>
                        <a:pt x="2" y="5"/>
                      </a:moveTo>
                      <a:lnTo>
                        <a:pt x="4" y="4"/>
                      </a:lnTo>
                      <a:lnTo>
                        <a:pt x="7" y="3"/>
                      </a:lnTo>
                      <a:lnTo>
                        <a:pt x="10" y="3"/>
                      </a:lnTo>
                      <a:lnTo>
                        <a:pt x="13" y="4"/>
                      </a:lnTo>
                      <a:lnTo>
                        <a:pt x="15" y="5"/>
                      </a:lnTo>
                      <a:lnTo>
                        <a:pt x="19" y="7"/>
                      </a:lnTo>
                      <a:lnTo>
                        <a:pt x="21" y="8"/>
                      </a:lnTo>
                      <a:lnTo>
                        <a:pt x="24" y="9"/>
                      </a:lnTo>
                      <a:lnTo>
                        <a:pt x="25" y="7"/>
                      </a:lnTo>
                      <a:lnTo>
                        <a:pt x="23" y="5"/>
                      </a:lnTo>
                      <a:lnTo>
                        <a:pt x="19" y="4"/>
                      </a:lnTo>
                      <a:lnTo>
                        <a:pt x="16" y="3"/>
                      </a:lnTo>
                      <a:lnTo>
                        <a:pt x="13" y="2"/>
                      </a:lnTo>
                      <a:lnTo>
                        <a:pt x="10" y="0"/>
                      </a:lnTo>
                      <a:lnTo>
                        <a:pt x="7" y="0"/>
                      </a:lnTo>
                      <a:lnTo>
                        <a:pt x="3" y="2"/>
                      </a:lnTo>
                      <a:lnTo>
                        <a:pt x="0" y="4"/>
                      </a:lnTo>
                      <a:lnTo>
                        <a:pt x="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7" name="Freeform 655"/>
                <p:cNvSpPr>
                  <a:spLocks/>
                </p:cNvSpPr>
                <p:nvPr/>
              </p:nvSpPr>
              <p:spPr bwMode="auto">
                <a:xfrm>
                  <a:off x="4432" y="3557"/>
                  <a:ext cx="3" cy="5"/>
                </a:xfrm>
                <a:custGeom>
                  <a:avLst/>
                  <a:gdLst>
                    <a:gd name="T0" fmla="*/ 0 w 8"/>
                    <a:gd name="T1" fmla="*/ 1 h 10"/>
                    <a:gd name="T2" fmla="*/ 0 w 8"/>
                    <a:gd name="T3" fmla="*/ 1 h 10"/>
                    <a:gd name="T4" fmla="*/ 0 w 8"/>
                    <a:gd name="T5" fmla="*/ 1 h 10"/>
                    <a:gd name="T6" fmla="*/ 0 w 8"/>
                    <a:gd name="T7" fmla="*/ 1 h 10"/>
                    <a:gd name="T8" fmla="*/ 0 w 8"/>
                    <a:gd name="T9" fmla="*/ 1 h 10"/>
                    <a:gd name="T10" fmla="*/ 0 w 8"/>
                    <a:gd name="T11" fmla="*/ 1 h 10"/>
                    <a:gd name="T12" fmla="*/ 0 w 8"/>
                    <a:gd name="T13" fmla="*/ 0 h 10"/>
                    <a:gd name="T14" fmla="*/ 0 w 8"/>
                    <a:gd name="T15" fmla="*/ 1 h 10"/>
                    <a:gd name="T16" fmla="*/ 0 w 8"/>
                    <a:gd name="T17" fmla="*/ 1 h 10"/>
                    <a:gd name="T18" fmla="*/ 0 w 8"/>
                    <a:gd name="T19" fmla="*/ 1 h 10"/>
                    <a:gd name="T20" fmla="*/ 0 w 8"/>
                    <a:gd name="T21" fmla="*/ 1 h 10"/>
                    <a:gd name="T22" fmla="*/ 0 w 8"/>
                    <a:gd name="T23" fmla="*/ 1 h 10"/>
                    <a:gd name="T24" fmla="*/ 0 w 8"/>
                    <a:gd name="T25" fmla="*/ 1 h 10"/>
                    <a:gd name="T26" fmla="*/ 0 w 8"/>
                    <a:gd name="T27" fmla="*/ 1 h 10"/>
                    <a:gd name="T28" fmla="*/ 0 w 8"/>
                    <a:gd name="T29" fmla="*/ 1 h 10"/>
                    <a:gd name="T30" fmla="*/ 0 w 8"/>
                    <a:gd name="T31" fmla="*/ 1 h 1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10"/>
                    <a:gd name="T50" fmla="*/ 8 w 8"/>
                    <a:gd name="T51" fmla="*/ 10 h 1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10">
                      <a:moveTo>
                        <a:pt x="3" y="8"/>
                      </a:moveTo>
                      <a:lnTo>
                        <a:pt x="4" y="9"/>
                      </a:lnTo>
                      <a:lnTo>
                        <a:pt x="5" y="8"/>
                      </a:lnTo>
                      <a:lnTo>
                        <a:pt x="5" y="5"/>
                      </a:lnTo>
                      <a:lnTo>
                        <a:pt x="6" y="3"/>
                      </a:lnTo>
                      <a:lnTo>
                        <a:pt x="8" y="1"/>
                      </a:lnTo>
                      <a:lnTo>
                        <a:pt x="6" y="0"/>
                      </a:lnTo>
                      <a:lnTo>
                        <a:pt x="4" y="1"/>
                      </a:lnTo>
                      <a:lnTo>
                        <a:pt x="3" y="4"/>
                      </a:lnTo>
                      <a:lnTo>
                        <a:pt x="3" y="6"/>
                      </a:lnTo>
                      <a:lnTo>
                        <a:pt x="2" y="8"/>
                      </a:lnTo>
                      <a:lnTo>
                        <a:pt x="2" y="10"/>
                      </a:lnTo>
                      <a:lnTo>
                        <a:pt x="2" y="8"/>
                      </a:lnTo>
                      <a:lnTo>
                        <a:pt x="0" y="9"/>
                      </a:lnTo>
                      <a:lnTo>
                        <a:pt x="2" y="10"/>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8" name="Freeform 656"/>
                <p:cNvSpPr>
                  <a:spLocks/>
                </p:cNvSpPr>
                <p:nvPr/>
              </p:nvSpPr>
              <p:spPr bwMode="auto">
                <a:xfrm>
                  <a:off x="4432" y="3560"/>
                  <a:ext cx="29" cy="19"/>
                </a:xfrm>
                <a:custGeom>
                  <a:avLst/>
                  <a:gdLst>
                    <a:gd name="T0" fmla="*/ 2 w 57"/>
                    <a:gd name="T1" fmla="*/ 2 h 38"/>
                    <a:gd name="T2" fmla="*/ 2 w 57"/>
                    <a:gd name="T3" fmla="*/ 2 h 38"/>
                    <a:gd name="T4" fmla="*/ 2 w 57"/>
                    <a:gd name="T5" fmla="*/ 1 h 38"/>
                    <a:gd name="T6" fmla="*/ 2 w 57"/>
                    <a:gd name="T7" fmla="*/ 1 h 38"/>
                    <a:gd name="T8" fmla="*/ 2 w 57"/>
                    <a:gd name="T9" fmla="*/ 1 h 38"/>
                    <a:gd name="T10" fmla="*/ 2 w 57"/>
                    <a:gd name="T11" fmla="*/ 1 h 38"/>
                    <a:gd name="T12" fmla="*/ 2 w 57"/>
                    <a:gd name="T13" fmla="*/ 1 h 38"/>
                    <a:gd name="T14" fmla="*/ 2 w 57"/>
                    <a:gd name="T15" fmla="*/ 1 h 38"/>
                    <a:gd name="T16" fmla="*/ 1 w 57"/>
                    <a:gd name="T17" fmla="*/ 1 h 38"/>
                    <a:gd name="T18" fmla="*/ 1 w 57"/>
                    <a:gd name="T19" fmla="*/ 1 h 38"/>
                    <a:gd name="T20" fmla="*/ 1 w 57"/>
                    <a:gd name="T21" fmla="*/ 1 h 38"/>
                    <a:gd name="T22" fmla="*/ 1 w 57"/>
                    <a:gd name="T23" fmla="*/ 1 h 38"/>
                    <a:gd name="T24" fmla="*/ 1 w 57"/>
                    <a:gd name="T25" fmla="*/ 1 h 38"/>
                    <a:gd name="T26" fmla="*/ 1 w 57"/>
                    <a:gd name="T27" fmla="*/ 1 h 38"/>
                    <a:gd name="T28" fmla="*/ 1 w 57"/>
                    <a:gd name="T29" fmla="*/ 1 h 38"/>
                    <a:gd name="T30" fmla="*/ 1 w 57"/>
                    <a:gd name="T31" fmla="*/ 1 h 38"/>
                    <a:gd name="T32" fmla="*/ 1 w 57"/>
                    <a:gd name="T33" fmla="*/ 0 h 38"/>
                    <a:gd name="T34" fmla="*/ 0 w 57"/>
                    <a:gd name="T35" fmla="*/ 1 h 38"/>
                    <a:gd name="T36" fmla="*/ 1 w 57"/>
                    <a:gd name="T37" fmla="*/ 1 h 38"/>
                    <a:gd name="T38" fmla="*/ 1 w 57"/>
                    <a:gd name="T39" fmla="*/ 1 h 38"/>
                    <a:gd name="T40" fmla="*/ 1 w 57"/>
                    <a:gd name="T41" fmla="*/ 1 h 38"/>
                    <a:gd name="T42" fmla="*/ 1 w 57"/>
                    <a:gd name="T43" fmla="*/ 1 h 38"/>
                    <a:gd name="T44" fmla="*/ 1 w 57"/>
                    <a:gd name="T45" fmla="*/ 1 h 38"/>
                    <a:gd name="T46" fmla="*/ 1 w 57"/>
                    <a:gd name="T47" fmla="*/ 1 h 38"/>
                    <a:gd name="T48" fmla="*/ 1 w 57"/>
                    <a:gd name="T49" fmla="*/ 1 h 38"/>
                    <a:gd name="T50" fmla="*/ 1 w 57"/>
                    <a:gd name="T51" fmla="*/ 1 h 38"/>
                    <a:gd name="T52" fmla="*/ 1 w 57"/>
                    <a:gd name="T53" fmla="*/ 1 h 38"/>
                    <a:gd name="T54" fmla="*/ 2 w 57"/>
                    <a:gd name="T55" fmla="*/ 1 h 38"/>
                    <a:gd name="T56" fmla="*/ 2 w 57"/>
                    <a:gd name="T57" fmla="*/ 1 h 38"/>
                    <a:gd name="T58" fmla="*/ 2 w 57"/>
                    <a:gd name="T59" fmla="*/ 1 h 38"/>
                    <a:gd name="T60" fmla="*/ 2 w 57"/>
                    <a:gd name="T61" fmla="*/ 1 h 38"/>
                    <a:gd name="T62" fmla="*/ 2 w 57"/>
                    <a:gd name="T63" fmla="*/ 1 h 38"/>
                    <a:gd name="T64" fmla="*/ 2 w 57"/>
                    <a:gd name="T65" fmla="*/ 2 h 38"/>
                    <a:gd name="T66" fmla="*/ 2 w 57"/>
                    <a:gd name="T67" fmla="*/ 2 h 3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
                    <a:gd name="T103" fmla="*/ 0 h 38"/>
                    <a:gd name="T104" fmla="*/ 57 w 57"/>
                    <a:gd name="T105" fmla="*/ 38 h 3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 h="38">
                      <a:moveTo>
                        <a:pt x="57" y="35"/>
                      </a:moveTo>
                      <a:lnTo>
                        <a:pt x="54" y="33"/>
                      </a:lnTo>
                      <a:lnTo>
                        <a:pt x="51" y="30"/>
                      </a:lnTo>
                      <a:lnTo>
                        <a:pt x="48" y="28"/>
                      </a:lnTo>
                      <a:lnTo>
                        <a:pt x="44" y="25"/>
                      </a:lnTo>
                      <a:lnTo>
                        <a:pt x="40" y="23"/>
                      </a:lnTo>
                      <a:lnTo>
                        <a:pt x="36" y="21"/>
                      </a:lnTo>
                      <a:lnTo>
                        <a:pt x="33" y="18"/>
                      </a:lnTo>
                      <a:lnTo>
                        <a:pt x="29" y="17"/>
                      </a:lnTo>
                      <a:lnTo>
                        <a:pt x="25" y="14"/>
                      </a:lnTo>
                      <a:lnTo>
                        <a:pt x="23" y="13"/>
                      </a:lnTo>
                      <a:lnTo>
                        <a:pt x="18" y="11"/>
                      </a:lnTo>
                      <a:lnTo>
                        <a:pt x="16" y="8"/>
                      </a:lnTo>
                      <a:lnTo>
                        <a:pt x="12" y="7"/>
                      </a:lnTo>
                      <a:lnTo>
                        <a:pt x="8" y="5"/>
                      </a:lnTo>
                      <a:lnTo>
                        <a:pt x="4" y="2"/>
                      </a:lnTo>
                      <a:lnTo>
                        <a:pt x="1" y="0"/>
                      </a:lnTo>
                      <a:lnTo>
                        <a:pt x="0" y="2"/>
                      </a:lnTo>
                      <a:lnTo>
                        <a:pt x="3" y="5"/>
                      </a:lnTo>
                      <a:lnTo>
                        <a:pt x="7" y="7"/>
                      </a:lnTo>
                      <a:lnTo>
                        <a:pt x="11" y="8"/>
                      </a:lnTo>
                      <a:lnTo>
                        <a:pt x="14" y="11"/>
                      </a:lnTo>
                      <a:lnTo>
                        <a:pt x="18" y="13"/>
                      </a:lnTo>
                      <a:lnTo>
                        <a:pt x="22" y="14"/>
                      </a:lnTo>
                      <a:lnTo>
                        <a:pt x="25" y="17"/>
                      </a:lnTo>
                      <a:lnTo>
                        <a:pt x="28" y="19"/>
                      </a:lnTo>
                      <a:lnTo>
                        <a:pt x="32" y="21"/>
                      </a:lnTo>
                      <a:lnTo>
                        <a:pt x="35" y="23"/>
                      </a:lnTo>
                      <a:lnTo>
                        <a:pt x="39" y="25"/>
                      </a:lnTo>
                      <a:lnTo>
                        <a:pt x="43" y="28"/>
                      </a:lnTo>
                      <a:lnTo>
                        <a:pt x="46" y="29"/>
                      </a:lnTo>
                      <a:lnTo>
                        <a:pt x="50" y="32"/>
                      </a:lnTo>
                      <a:lnTo>
                        <a:pt x="56" y="38"/>
                      </a:lnTo>
                      <a:lnTo>
                        <a:pt x="57"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09" name="Freeform 657"/>
                <p:cNvSpPr>
                  <a:spLocks/>
                </p:cNvSpPr>
                <p:nvPr/>
              </p:nvSpPr>
              <p:spPr bwMode="auto">
                <a:xfrm>
                  <a:off x="4461" y="3578"/>
                  <a:ext cx="4" cy="3"/>
                </a:xfrm>
                <a:custGeom>
                  <a:avLst/>
                  <a:gdLst>
                    <a:gd name="T0" fmla="*/ 0 w 9"/>
                    <a:gd name="T1" fmla="*/ 1 h 6"/>
                    <a:gd name="T2" fmla="*/ 0 w 9"/>
                    <a:gd name="T3" fmla="*/ 1 h 6"/>
                    <a:gd name="T4" fmla="*/ 0 w 9"/>
                    <a:gd name="T5" fmla="*/ 1 h 6"/>
                    <a:gd name="T6" fmla="*/ 0 w 9"/>
                    <a:gd name="T7" fmla="*/ 1 h 6"/>
                    <a:gd name="T8" fmla="*/ 0 w 9"/>
                    <a:gd name="T9" fmla="*/ 0 h 6"/>
                    <a:gd name="T10" fmla="*/ 0 w 9"/>
                    <a:gd name="T11" fmla="*/ 1 h 6"/>
                    <a:gd name="T12" fmla="*/ 0 w 9"/>
                    <a:gd name="T13" fmla="*/ 1 h 6"/>
                    <a:gd name="T14" fmla="*/ 0 w 9"/>
                    <a:gd name="T15" fmla="*/ 1 h 6"/>
                    <a:gd name="T16" fmla="*/ 0 w 9"/>
                    <a:gd name="T17" fmla="*/ 1 h 6"/>
                    <a:gd name="T18" fmla="*/ 0 w 9"/>
                    <a:gd name="T19" fmla="*/ 1 h 6"/>
                    <a:gd name="T20" fmla="*/ 0 w 9"/>
                    <a:gd name="T21" fmla="*/ 1 h 6"/>
                    <a:gd name="T22" fmla="*/ 0 w 9"/>
                    <a:gd name="T23" fmla="*/ 1 h 6"/>
                    <a:gd name="T24" fmla="*/ 0 w 9"/>
                    <a:gd name="T25" fmla="*/ 1 h 6"/>
                    <a:gd name="T26" fmla="*/ 0 w 9"/>
                    <a:gd name="T27" fmla="*/ 1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6"/>
                    <a:gd name="T44" fmla="*/ 9 w 9"/>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6">
                      <a:moveTo>
                        <a:pt x="9" y="6"/>
                      </a:moveTo>
                      <a:lnTo>
                        <a:pt x="9" y="4"/>
                      </a:lnTo>
                      <a:lnTo>
                        <a:pt x="6" y="2"/>
                      </a:lnTo>
                      <a:lnTo>
                        <a:pt x="3" y="2"/>
                      </a:lnTo>
                      <a:lnTo>
                        <a:pt x="1" y="0"/>
                      </a:lnTo>
                      <a:lnTo>
                        <a:pt x="0" y="3"/>
                      </a:lnTo>
                      <a:lnTo>
                        <a:pt x="1" y="3"/>
                      </a:lnTo>
                      <a:lnTo>
                        <a:pt x="3" y="4"/>
                      </a:lnTo>
                      <a:lnTo>
                        <a:pt x="6" y="4"/>
                      </a:lnTo>
                      <a:lnTo>
                        <a:pt x="6" y="5"/>
                      </a:lnTo>
                      <a:lnTo>
                        <a:pt x="8" y="4"/>
                      </a:lnTo>
                      <a:lnTo>
                        <a:pt x="9" y="6"/>
                      </a:lnTo>
                      <a:lnTo>
                        <a:pt x="9" y="5"/>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0" name="Freeform 658"/>
                <p:cNvSpPr>
                  <a:spLocks/>
                </p:cNvSpPr>
                <p:nvPr/>
              </p:nvSpPr>
              <p:spPr bwMode="auto">
                <a:xfrm>
                  <a:off x="4456" y="3577"/>
                  <a:ext cx="9" cy="4"/>
                </a:xfrm>
                <a:custGeom>
                  <a:avLst/>
                  <a:gdLst>
                    <a:gd name="T0" fmla="*/ 0 w 19"/>
                    <a:gd name="T1" fmla="*/ 1 h 8"/>
                    <a:gd name="T2" fmla="*/ 0 w 19"/>
                    <a:gd name="T3" fmla="*/ 1 h 8"/>
                    <a:gd name="T4" fmla="*/ 0 w 19"/>
                    <a:gd name="T5" fmla="*/ 1 h 8"/>
                    <a:gd name="T6" fmla="*/ 0 w 19"/>
                    <a:gd name="T7" fmla="*/ 1 h 8"/>
                    <a:gd name="T8" fmla="*/ 0 w 19"/>
                    <a:gd name="T9" fmla="*/ 1 h 8"/>
                    <a:gd name="T10" fmla="*/ 0 w 19"/>
                    <a:gd name="T11" fmla="*/ 1 h 8"/>
                    <a:gd name="T12" fmla="*/ 0 w 19"/>
                    <a:gd name="T13" fmla="*/ 1 h 8"/>
                    <a:gd name="T14" fmla="*/ 0 w 19"/>
                    <a:gd name="T15" fmla="*/ 1 h 8"/>
                    <a:gd name="T16" fmla="*/ 0 w 19"/>
                    <a:gd name="T17" fmla="*/ 1 h 8"/>
                    <a:gd name="T18" fmla="*/ 0 w 19"/>
                    <a:gd name="T19" fmla="*/ 1 h 8"/>
                    <a:gd name="T20" fmla="*/ 0 w 19"/>
                    <a:gd name="T21" fmla="*/ 1 h 8"/>
                    <a:gd name="T22" fmla="*/ 0 w 19"/>
                    <a:gd name="T23" fmla="*/ 1 h 8"/>
                    <a:gd name="T24" fmla="*/ 0 w 19"/>
                    <a:gd name="T25" fmla="*/ 1 h 8"/>
                    <a:gd name="T26" fmla="*/ 0 w 19"/>
                    <a:gd name="T27" fmla="*/ 1 h 8"/>
                    <a:gd name="T28" fmla="*/ 0 w 19"/>
                    <a:gd name="T29" fmla="*/ 0 h 8"/>
                    <a:gd name="T30" fmla="*/ 0 w 19"/>
                    <a:gd name="T31" fmla="*/ 1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
                    <a:gd name="T49" fmla="*/ 0 h 8"/>
                    <a:gd name="T50" fmla="*/ 19 w 19"/>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 h="8">
                      <a:moveTo>
                        <a:pt x="0" y="1"/>
                      </a:moveTo>
                      <a:lnTo>
                        <a:pt x="4" y="5"/>
                      </a:lnTo>
                      <a:lnTo>
                        <a:pt x="6" y="6"/>
                      </a:lnTo>
                      <a:lnTo>
                        <a:pt x="8" y="7"/>
                      </a:lnTo>
                      <a:lnTo>
                        <a:pt x="10" y="8"/>
                      </a:lnTo>
                      <a:lnTo>
                        <a:pt x="19" y="8"/>
                      </a:lnTo>
                      <a:lnTo>
                        <a:pt x="18" y="6"/>
                      </a:lnTo>
                      <a:lnTo>
                        <a:pt x="15" y="7"/>
                      </a:lnTo>
                      <a:lnTo>
                        <a:pt x="13" y="7"/>
                      </a:lnTo>
                      <a:lnTo>
                        <a:pt x="11" y="6"/>
                      </a:lnTo>
                      <a:lnTo>
                        <a:pt x="9" y="5"/>
                      </a:lnTo>
                      <a:lnTo>
                        <a:pt x="8" y="4"/>
                      </a:lnTo>
                      <a:lnTo>
                        <a:pt x="5" y="2"/>
                      </a:lnTo>
                      <a:lnTo>
                        <a:pt x="4" y="1"/>
                      </a:lnTo>
                      <a:lnTo>
                        <a:pt x="2"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1" name="Freeform 659"/>
                <p:cNvSpPr>
                  <a:spLocks/>
                </p:cNvSpPr>
                <p:nvPr/>
              </p:nvSpPr>
              <p:spPr bwMode="auto">
                <a:xfrm>
                  <a:off x="4430" y="3561"/>
                  <a:ext cx="26" cy="17"/>
                </a:xfrm>
                <a:custGeom>
                  <a:avLst/>
                  <a:gdLst>
                    <a:gd name="T0" fmla="*/ 0 w 53"/>
                    <a:gd name="T1" fmla="*/ 1 h 33"/>
                    <a:gd name="T2" fmla="*/ 0 w 53"/>
                    <a:gd name="T3" fmla="*/ 1 h 33"/>
                    <a:gd name="T4" fmla="*/ 0 w 53"/>
                    <a:gd name="T5" fmla="*/ 1 h 33"/>
                    <a:gd name="T6" fmla="*/ 0 w 53"/>
                    <a:gd name="T7" fmla="*/ 1 h 33"/>
                    <a:gd name="T8" fmla="*/ 0 w 53"/>
                    <a:gd name="T9" fmla="*/ 1 h 33"/>
                    <a:gd name="T10" fmla="*/ 0 w 53"/>
                    <a:gd name="T11" fmla="*/ 1 h 33"/>
                    <a:gd name="T12" fmla="*/ 0 w 53"/>
                    <a:gd name="T13" fmla="*/ 1 h 33"/>
                    <a:gd name="T14" fmla="*/ 0 w 53"/>
                    <a:gd name="T15" fmla="*/ 1 h 33"/>
                    <a:gd name="T16" fmla="*/ 0 w 53"/>
                    <a:gd name="T17" fmla="*/ 1 h 33"/>
                    <a:gd name="T18" fmla="*/ 0 w 53"/>
                    <a:gd name="T19" fmla="*/ 1 h 33"/>
                    <a:gd name="T20" fmla="*/ 0 w 53"/>
                    <a:gd name="T21" fmla="*/ 1 h 33"/>
                    <a:gd name="T22" fmla="*/ 1 w 53"/>
                    <a:gd name="T23" fmla="*/ 1 h 33"/>
                    <a:gd name="T24" fmla="*/ 1 w 53"/>
                    <a:gd name="T25" fmla="*/ 1 h 33"/>
                    <a:gd name="T26" fmla="*/ 1 w 53"/>
                    <a:gd name="T27" fmla="*/ 1 h 33"/>
                    <a:gd name="T28" fmla="*/ 1 w 53"/>
                    <a:gd name="T29" fmla="*/ 1 h 33"/>
                    <a:gd name="T30" fmla="*/ 1 w 53"/>
                    <a:gd name="T31" fmla="*/ 1 h 33"/>
                    <a:gd name="T32" fmla="*/ 1 w 53"/>
                    <a:gd name="T33" fmla="*/ 1 h 33"/>
                    <a:gd name="T34" fmla="*/ 1 w 53"/>
                    <a:gd name="T35" fmla="*/ 2 h 33"/>
                    <a:gd name="T36" fmla="*/ 1 w 53"/>
                    <a:gd name="T37" fmla="*/ 1 h 33"/>
                    <a:gd name="T38" fmla="*/ 1 w 53"/>
                    <a:gd name="T39" fmla="*/ 1 h 33"/>
                    <a:gd name="T40" fmla="*/ 1 w 53"/>
                    <a:gd name="T41" fmla="*/ 1 h 33"/>
                    <a:gd name="T42" fmla="*/ 1 w 53"/>
                    <a:gd name="T43" fmla="*/ 1 h 33"/>
                    <a:gd name="T44" fmla="*/ 1 w 53"/>
                    <a:gd name="T45" fmla="*/ 1 h 33"/>
                    <a:gd name="T46" fmla="*/ 1 w 53"/>
                    <a:gd name="T47" fmla="*/ 1 h 33"/>
                    <a:gd name="T48" fmla="*/ 1 w 53"/>
                    <a:gd name="T49" fmla="*/ 1 h 33"/>
                    <a:gd name="T50" fmla="*/ 0 w 53"/>
                    <a:gd name="T51" fmla="*/ 1 h 33"/>
                    <a:gd name="T52" fmla="*/ 0 w 53"/>
                    <a:gd name="T53" fmla="*/ 1 h 33"/>
                    <a:gd name="T54" fmla="*/ 0 w 53"/>
                    <a:gd name="T55" fmla="*/ 1 h 33"/>
                    <a:gd name="T56" fmla="*/ 0 w 53"/>
                    <a:gd name="T57" fmla="*/ 1 h 33"/>
                    <a:gd name="T58" fmla="*/ 0 w 53"/>
                    <a:gd name="T59" fmla="*/ 1 h 33"/>
                    <a:gd name="T60" fmla="*/ 0 w 53"/>
                    <a:gd name="T61" fmla="*/ 1 h 33"/>
                    <a:gd name="T62" fmla="*/ 0 w 53"/>
                    <a:gd name="T63" fmla="*/ 1 h 33"/>
                    <a:gd name="T64" fmla="*/ 0 w 53"/>
                    <a:gd name="T65" fmla="*/ 1 h 33"/>
                    <a:gd name="T66" fmla="*/ 0 w 53"/>
                    <a:gd name="T67" fmla="*/ 1 h 33"/>
                    <a:gd name="T68" fmla="*/ 0 w 53"/>
                    <a:gd name="T69" fmla="*/ 0 h 33"/>
                    <a:gd name="T70" fmla="*/ 0 w 53"/>
                    <a:gd name="T71" fmla="*/ 1 h 33"/>
                    <a:gd name="T72" fmla="*/ 0 w 53"/>
                    <a:gd name="T73" fmla="*/ 1 h 33"/>
                    <a:gd name="T74" fmla="*/ 0 w 53"/>
                    <a:gd name="T75" fmla="*/ 1 h 33"/>
                    <a:gd name="T76" fmla="*/ 0 w 53"/>
                    <a:gd name="T77" fmla="*/ 1 h 3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53"/>
                    <a:gd name="T118" fmla="*/ 0 h 33"/>
                    <a:gd name="T119" fmla="*/ 53 w 53"/>
                    <a:gd name="T120" fmla="*/ 33 h 3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53" h="33">
                      <a:moveTo>
                        <a:pt x="0" y="1"/>
                      </a:moveTo>
                      <a:lnTo>
                        <a:pt x="0" y="2"/>
                      </a:lnTo>
                      <a:lnTo>
                        <a:pt x="3" y="4"/>
                      </a:lnTo>
                      <a:lnTo>
                        <a:pt x="7" y="6"/>
                      </a:lnTo>
                      <a:lnTo>
                        <a:pt x="9" y="8"/>
                      </a:lnTo>
                      <a:lnTo>
                        <a:pt x="13" y="10"/>
                      </a:lnTo>
                      <a:lnTo>
                        <a:pt x="17" y="12"/>
                      </a:lnTo>
                      <a:lnTo>
                        <a:pt x="19" y="13"/>
                      </a:lnTo>
                      <a:lnTo>
                        <a:pt x="23" y="15"/>
                      </a:lnTo>
                      <a:lnTo>
                        <a:pt x="27" y="17"/>
                      </a:lnTo>
                      <a:lnTo>
                        <a:pt x="29" y="20"/>
                      </a:lnTo>
                      <a:lnTo>
                        <a:pt x="33" y="21"/>
                      </a:lnTo>
                      <a:lnTo>
                        <a:pt x="37" y="22"/>
                      </a:lnTo>
                      <a:lnTo>
                        <a:pt x="39" y="24"/>
                      </a:lnTo>
                      <a:lnTo>
                        <a:pt x="43" y="27"/>
                      </a:lnTo>
                      <a:lnTo>
                        <a:pt x="45" y="28"/>
                      </a:lnTo>
                      <a:lnTo>
                        <a:pt x="48" y="31"/>
                      </a:lnTo>
                      <a:lnTo>
                        <a:pt x="51" y="33"/>
                      </a:lnTo>
                      <a:lnTo>
                        <a:pt x="53" y="32"/>
                      </a:lnTo>
                      <a:lnTo>
                        <a:pt x="50" y="29"/>
                      </a:lnTo>
                      <a:lnTo>
                        <a:pt x="46" y="27"/>
                      </a:lnTo>
                      <a:lnTo>
                        <a:pt x="44" y="24"/>
                      </a:lnTo>
                      <a:lnTo>
                        <a:pt x="40" y="22"/>
                      </a:lnTo>
                      <a:lnTo>
                        <a:pt x="37" y="20"/>
                      </a:lnTo>
                      <a:lnTo>
                        <a:pt x="34" y="18"/>
                      </a:lnTo>
                      <a:lnTo>
                        <a:pt x="30" y="16"/>
                      </a:lnTo>
                      <a:lnTo>
                        <a:pt x="28" y="15"/>
                      </a:lnTo>
                      <a:lnTo>
                        <a:pt x="24" y="13"/>
                      </a:lnTo>
                      <a:lnTo>
                        <a:pt x="21" y="11"/>
                      </a:lnTo>
                      <a:lnTo>
                        <a:pt x="17" y="10"/>
                      </a:lnTo>
                      <a:lnTo>
                        <a:pt x="14" y="7"/>
                      </a:lnTo>
                      <a:lnTo>
                        <a:pt x="11" y="6"/>
                      </a:lnTo>
                      <a:lnTo>
                        <a:pt x="8" y="4"/>
                      </a:lnTo>
                      <a:lnTo>
                        <a:pt x="5" y="2"/>
                      </a:lnTo>
                      <a:lnTo>
                        <a:pt x="2" y="0"/>
                      </a:lnTo>
                      <a:lnTo>
                        <a:pt x="2" y="1"/>
                      </a:lnTo>
                      <a:lnTo>
                        <a:pt x="0" y="1"/>
                      </a:lnTo>
                      <a:lnTo>
                        <a:pt x="0"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2" name="Freeform 660"/>
                <p:cNvSpPr>
                  <a:spLocks/>
                </p:cNvSpPr>
                <p:nvPr/>
              </p:nvSpPr>
              <p:spPr bwMode="auto">
                <a:xfrm>
                  <a:off x="4430" y="3554"/>
                  <a:ext cx="5" cy="8"/>
                </a:xfrm>
                <a:custGeom>
                  <a:avLst/>
                  <a:gdLst>
                    <a:gd name="T0" fmla="*/ 1 w 9"/>
                    <a:gd name="T1" fmla="*/ 0 h 15"/>
                    <a:gd name="T2" fmla="*/ 1 w 9"/>
                    <a:gd name="T3" fmla="*/ 1 h 15"/>
                    <a:gd name="T4" fmla="*/ 1 w 9"/>
                    <a:gd name="T5" fmla="*/ 1 h 15"/>
                    <a:gd name="T6" fmla="*/ 1 w 9"/>
                    <a:gd name="T7" fmla="*/ 1 h 15"/>
                    <a:gd name="T8" fmla="*/ 1 w 9"/>
                    <a:gd name="T9" fmla="*/ 1 h 15"/>
                    <a:gd name="T10" fmla="*/ 1 w 9"/>
                    <a:gd name="T11" fmla="*/ 1 h 15"/>
                    <a:gd name="T12" fmla="*/ 1 w 9"/>
                    <a:gd name="T13" fmla="*/ 1 h 15"/>
                    <a:gd name="T14" fmla="*/ 0 w 9"/>
                    <a:gd name="T15" fmla="*/ 1 h 15"/>
                    <a:gd name="T16" fmla="*/ 0 w 9"/>
                    <a:gd name="T17" fmla="*/ 1 h 15"/>
                    <a:gd name="T18" fmla="*/ 1 w 9"/>
                    <a:gd name="T19" fmla="*/ 1 h 15"/>
                    <a:gd name="T20" fmla="*/ 1 w 9"/>
                    <a:gd name="T21" fmla="*/ 1 h 15"/>
                    <a:gd name="T22" fmla="*/ 1 w 9"/>
                    <a:gd name="T23" fmla="*/ 1 h 15"/>
                    <a:gd name="T24" fmla="*/ 1 w 9"/>
                    <a:gd name="T25" fmla="*/ 1 h 15"/>
                    <a:gd name="T26" fmla="*/ 1 w 9"/>
                    <a:gd name="T27" fmla="*/ 1 h 15"/>
                    <a:gd name="T28" fmla="*/ 1 w 9"/>
                    <a:gd name="T29" fmla="*/ 1 h 15"/>
                    <a:gd name="T30" fmla="*/ 1 w 9"/>
                    <a:gd name="T31" fmla="*/ 0 h 1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
                    <a:gd name="T49" fmla="*/ 0 h 15"/>
                    <a:gd name="T50" fmla="*/ 9 w 9"/>
                    <a:gd name="T51" fmla="*/ 15 h 1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 h="15">
                      <a:moveTo>
                        <a:pt x="9" y="0"/>
                      </a:moveTo>
                      <a:lnTo>
                        <a:pt x="7" y="1"/>
                      </a:lnTo>
                      <a:lnTo>
                        <a:pt x="6" y="4"/>
                      </a:lnTo>
                      <a:lnTo>
                        <a:pt x="3" y="5"/>
                      </a:lnTo>
                      <a:lnTo>
                        <a:pt x="3" y="6"/>
                      </a:lnTo>
                      <a:lnTo>
                        <a:pt x="2" y="9"/>
                      </a:lnTo>
                      <a:lnTo>
                        <a:pt x="1" y="11"/>
                      </a:lnTo>
                      <a:lnTo>
                        <a:pt x="0" y="13"/>
                      </a:lnTo>
                      <a:lnTo>
                        <a:pt x="0" y="15"/>
                      </a:lnTo>
                      <a:lnTo>
                        <a:pt x="2" y="15"/>
                      </a:lnTo>
                      <a:lnTo>
                        <a:pt x="3" y="14"/>
                      </a:lnTo>
                      <a:lnTo>
                        <a:pt x="3" y="11"/>
                      </a:lnTo>
                      <a:lnTo>
                        <a:pt x="5" y="10"/>
                      </a:lnTo>
                      <a:lnTo>
                        <a:pt x="5" y="8"/>
                      </a:lnTo>
                      <a:lnTo>
                        <a:pt x="9" y="3"/>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3" name="Freeform 661"/>
                <p:cNvSpPr>
                  <a:spLocks/>
                </p:cNvSpPr>
                <p:nvPr/>
              </p:nvSpPr>
              <p:spPr bwMode="auto">
                <a:xfrm>
                  <a:off x="4435" y="3554"/>
                  <a:ext cx="19" cy="8"/>
                </a:xfrm>
                <a:custGeom>
                  <a:avLst/>
                  <a:gdLst>
                    <a:gd name="T0" fmla="*/ 1 w 39"/>
                    <a:gd name="T1" fmla="*/ 1 h 15"/>
                    <a:gd name="T2" fmla="*/ 1 w 39"/>
                    <a:gd name="T3" fmla="*/ 1 h 15"/>
                    <a:gd name="T4" fmla="*/ 1 w 39"/>
                    <a:gd name="T5" fmla="*/ 1 h 15"/>
                    <a:gd name="T6" fmla="*/ 1 w 39"/>
                    <a:gd name="T7" fmla="*/ 1 h 15"/>
                    <a:gd name="T8" fmla="*/ 0 w 39"/>
                    <a:gd name="T9" fmla="*/ 1 h 15"/>
                    <a:gd name="T10" fmla="*/ 0 w 39"/>
                    <a:gd name="T11" fmla="*/ 1 h 15"/>
                    <a:gd name="T12" fmla="*/ 0 w 39"/>
                    <a:gd name="T13" fmla="*/ 1 h 15"/>
                    <a:gd name="T14" fmla="*/ 0 w 39"/>
                    <a:gd name="T15" fmla="*/ 1 h 15"/>
                    <a:gd name="T16" fmla="*/ 0 w 39"/>
                    <a:gd name="T17" fmla="*/ 1 h 15"/>
                    <a:gd name="T18" fmla="*/ 0 w 39"/>
                    <a:gd name="T19" fmla="*/ 1 h 15"/>
                    <a:gd name="T20" fmla="*/ 0 w 39"/>
                    <a:gd name="T21" fmla="*/ 1 h 15"/>
                    <a:gd name="T22" fmla="*/ 0 w 39"/>
                    <a:gd name="T23" fmla="*/ 1 h 15"/>
                    <a:gd name="T24" fmla="*/ 0 w 39"/>
                    <a:gd name="T25" fmla="*/ 0 h 15"/>
                    <a:gd name="T26" fmla="*/ 0 w 39"/>
                    <a:gd name="T27" fmla="*/ 0 h 15"/>
                    <a:gd name="T28" fmla="*/ 0 w 39"/>
                    <a:gd name="T29" fmla="*/ 1 h 15"/>
                    <a:gd name="T30" fmla="*/ 0 w 39"/>
                    <a:gd name="T31" fmla="*/ 1 h 15"/>
                    <a:gd name="T32" fmla="*/ 0 w 39"/>
                    <a:gd name="T33" fmla="*/ 1 h 15"/>
                    <a:gd name="T34" fmla="*/ 0 w 39"/>
                    <a:gd name="T35" fmla="*/ 1 h 15"/>
                    <a:gd name="T36" fmla="*/ 0 w 39"/>
                    <a:gd name="T37" fmla="*/ 1 h 15"/>
                    <a:gd name="T38" fmla="*/ 0 w 39"/>
                    <a:gd name="T39" fmla="*/ 1 h 15"/>
                    <a:gd name="T40" fmla="*/ 0 w 39"/>
                    <a:gd name="T41" fmla="*/ 1 h 15"/>
                    <a:gd name="T42" fmla="*/ 0 w 39"/>
                    <a:gd name="T43" fmla="*/ 1 h 15"/>
                    <a:gd name="T44" fmla="*/ 0 w 39"/>
                    <a:gd name="T45" fmla="*/ 1 h 15"/>
                    <a:gd name="T46" fmla="*/ 0 w 39"/>
                    <a:gd name="T47" fmla="*/ 1 h 15"/>
                    <a:gd name="T48" fmla="*/ 1 w 39"/>
                    <a:gd name="T49" fmla="*/ 1 h 15"/>
                    <a:gd name="T50" fmla="*/ 1 w 39"/>
                    <a:gd name="T51" fmla="*/ 1 h 15"/>
                    <a:gd name="T52" fmla="*/ 1 w 39"/>
                    <a:gd name="T53" fmla="*/ 1 h 15"/>
                    <a:gd name="T54" fmla="*/ 1 w 39"/>
                    <a:gd name="T55" fmla="*/ 1 h 15"/>
                    <a:gd name="T56" fmla="*/ 1 w 39"/>
                    <a:gd name="T57" fmla="*/ 1 h 15"/>
                    <a:gd name="T58" fmla="*/ 1 w 39"/>
                    <a:gd name="T59" fmla="*/ 1 h 15"/>
                    <a:gd name="T60" fmla="*/ 1 w 39"/>
                    <a:gd name="T61" fmla="*/ 1 h 1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9"/>
                    <a:gd name="T94" fmla="*/ 0 h 15"/>
                    <a:gd name="T95" fmla="*/ 39 w 39"/>
                    <a:gd name="T96" fmla="*/ 15 h 1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9" h="15">
                      <a:moveTo>
                        <a:pt x="37" y="14"/>
                      </a:moveTo>
                      <a:lnTo>
                        <a:pt x="37" y="13"/>
                      </a:lnTo>
                      <a:lnTo>
                        <a:pt x="35" y="11"/>
                      </a:lnTo>
                      <a:lnTo>
                        <a:pt x="34" y="10"/>
                      </a:lnTo>
                      <a:lnTo>
                        <a:pt x="31" y="9"/>
                      </a:lnTo>
                      <a:lnTo>
                        <a:pt x="29" y="8"/>
                      </a:lnTo>
                      <a:lnTo>
                        <a:pt x="28" y="6"/>
                      </a:lnTo>
                      <a:lnTo>
                        <a:pt x="25" y="5"/>
                      </a:lnTo>
                      <a:lnTo>
                        <a:pt x="23" y="4"/>
                      </a:lnTo>
                      <a:lnTo>
                        <a:pt x="21" y="3"/>
                      </a:lnTo>
                      <a:lnTo>
                        <a:pt x="19" y="1"/>
                      </a:lnTo>
                      <a:lnTo>
                        <a:pt x="16" y="1"/>
                      </a:lnTo>
                      <a:lnTo>
                        <a:pt x="14" y="0"/>
                      </a:lnTo>
                      <a:lnTo>
                        <a:pt x="0" y="0"/>
                      </a:lnTo>
                      <a:lnTo>
                        <a:pt x="0" y="3"/>
                      </a:lnTo>
                      <a:lnTo>
                        <a:pt x="13" y="3"/>
                      </a:lnTo>
                      <a:lnTo>
                        <a:pt x="15" y="4"/>
                      </a:lnTo>
                      <a:lnTo>
                        <a:pt x="18" y="4"/>
                      </a:lnTo>
                      <a:lnTo>
                        <a:pt x="20" y="5"/>
                      </a:lnTo>
                      <a:lnTo>
                        <a:pt x="21" y="6"/>
                      </a:lnTo>
                      <a:lnTo>
                        <a:pt x="24" y="8"/>
                      </a:lnTo>
                      <a:lnTo>
                        <a:pt x="26" y="9"/>
                      </a:lnTo>
                      <a:lnTo>
                        <a:pt x="28" y="10"/>
                      </a:lnTo>
                      <a:lnTo>
                        <a:pt x="30" y="11"/>
                      </a:lnTo>
                      <a:lnTo>
                        <a:pt x="32" y="13"/>
                      </a:lnTo>
                      <a:lnTo>
                        <a:pt x="35" y="14"/>
                      </a:lnTo>
                      <a:lnTo>
                        <a:pt x="36" y="15"/>
                      </a:lnTo>
                      <a:lnTo>
                        <a:pt x="36" y="14"/>
                      </a:lnTo>
                      <a:lnTo>
                        <a:pt x="39" y="14"/>
                      </a:lnTo>
                      <a:lnTo>
                        <a:pt x="37" y="13"/>
                      </a:lnTo>
                      <a:lnTo>
                        <a:pt x="37"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4" name="Freeform 662"/>
                <p:cNvSpPr>
                  <a:spLocks/>
                </p:cNvSpPr>
                <p:nvPr/>
              </p:nvSpPr>
              <p:spPr bwMode="auto">
                <a:xfrm>
                  <a:off x="4642" y="3555"/>
                  <a:ext cx="6" cy="10"/>
                </a:xfrm>
                <a:custGeom>
                  <a:avLst/>
                  <a:gdLst>
                    <a:gd name="T0" fmla="*/ 1 w 11"/>
                    <a:gd name="T1" fmla="*/ 0 h 19"/>
                    <a:gd name="T2" fmla="*/ 1 w 11"/>
                    <a:gd name="T3" fmla="*/ 1 h 19"/>
                    <a:gd name="T4" fmla="*/ 1 w 11"/>
                    <a:gd name="T5" fmla="*/ 1 h 19"/>
                    <a:gd name="T6" fmla="*/ 1 w 11"/>
                    <a:gd name="T7" fmla="*/ 1 h 19"/>
                    <a:gd name="T8" fmla="*/ 1 w 11"/>
                    <a:gd name="T9" fmla="*/ 1 h 19"/>
                    <a:gd name="T10" fmla="*/ 1 w 11"/>
                    <a:gd name="T11" fmla="*/ 1 h 19"/>
                    <a:gd name="T12" fmla="*/ 1 w 11"/>
                    <a:gd name="T13" fmla="*/ 1 h 19"/>
                    <a:gd name="T14" fmla="*/ 0 w 11"/>
                    <a:gd name="T15" fmla="*/ 1 h 19"/>
                    <a:gd name="T16" fmla="*/ 0 w 11"/>
                    <a:gd name="T17" fmla="*/ 1 h 19"/>
                    <a:gd name="T18" fmla="*/ 1 w 11"/>
                    <a:gd name="T19" fmla="*/ 1 h 19"/>
                    <a:gd name="T20" fmla="*/ 1 w 11"/>
                    <a:gd name="T21" fmla="*/ 1 h 19"/>
                    <a:gd name="T22" fmla="*/ 1 w 11"/>
                    <a:gd name="T23" fmla="*/ 1 h 19"/>
                    <a:gd name="T24" fmla="*/ 1 w 11"/>
                    <a:gd name="T25" fmla="*/ 1 h 19"/>
                    <a:gd name="T26" fmla="*/ 1 w 11"/>
                    <a:gd name="T27" fmla="*/ 0 h 19"/>
                    <a:gd name="T28" fmla="*/ 1 w 11"/>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
                    <a:gd name="T46" fmla="*/ 0 h 19"/>
                    <a:gd name="T47" fmla="*/ 11 w 11"/>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 h="19">
                      <a:moveTo>
                        <a:pt x="11" y="0"/>
                      </a:moveTo>
                      <a:lnTo>
                        <a:pt x="8" y="2"/>
                      </a:lnTo>
                      <a:lnTo>
                        <a:pt x="8" y="5"/>
                      </a:lnTo>
                      <a:lnTo>
                        <a:pt x="7" y="8"/>
                      </a:lnTo>
                      <a:lnTo>
                        <a:pt x="7" y="15"/>
                      </a:lnTo>
                      <a:lnTo>
                        <a:pt x="6" y="17"/>
                      </a:lnTo>
                      <a:lnTo>
                        <a:pt x="3" y="18"/>
                      </a:lnTo>
                      <a:lnTo>
                        <a:pt x="0" y="19"/>
                      </a:lnTo>
                      <a:lnTo>
                        <a:pt x="0" y="16"/>
                      </a:lnTo>
                      <a:lnTo>
                        <a:pt x="1" y="11"/>
                      </a:lnTo>
                      <a:lnTo>
                        <a:pt x="2" y="6"/>
                      </a:lnTo>
                      <a:lnTo>
                        <a:pt x="1" y="1"/>
                      </a:lnTo>
                      <a:lnTo>
                        <a:pt x="2" y="1"/>
                      </a:lnTo>
                      <a:lnTo>
                        <a:pt x="3" y="0"/>
                      </a:lnTo>
                      <a:lnTo>
                        <a:pt x="11" y="0"/>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5" name="Freeform 663"/>
                <p:cNvSpPr>
                  <a:spLocks/>
                </p:cNvSpPr>
                <p:nvPr/>
              </p:nvSpPr>
              <p:spPr bwMode="auto">
                <a:xfrm>
                  <a:off x="4642" y="3555"/>
                  <a:ext cx="6" cy="11"/>
                </a:xfrm>
                <a:custGeom>
                  <a:avLst/>
                  <a:gdLst>
                    <a:gd name="T0" fmla="*/ 0 w 14"/>
                    <a:gd name="T1" fmla="*/ 0 h 23"/>
                    <a:gd name="T2" fmla="*/ 0 w 14"/>
                    <a:gd name="T3" fmla="*/ 0 h 23"/>
                    <a:gd name="T4" fmla="*/ 0 w 14"/>
                    <a:gd name="T5" fmla="*/ 0 h 23"/>
                    <a:gd name="T6" fmla="*/ 0 w 14"/>
                    <a:gd name="T7" fmla="*/ 0 h 23"/>
                    <a:gd name="T8" fmla="*/ 0 w 14"/>
                    <a:gd name="T9" fmla="*/ 0 h 23"/>
                    <a:gd name="T10" fmla="*/ 0 w 14"/>
                    <a:gd name="T11" fmla="*/ 0 h 23"/>
                    <a:gd name="T12" fmla="*/ 0 w 14"/>
                    <a:gd name="T13" fmla="*/ 0 h 23"/>
                    <a:gd name="T14" fmla="*/ 0 w 14"/>
                    <a:gd name="T15" fmla="*/ 0 h 23"/>
                    <a:gd name="T16" fmla="*/ 0 w 14"/>
                    <a:gd name="T17" fmla="*/ 0 h 23"/>
                    <a:gd name="T18" fmla="*/ 0 w 14"/>
                    <a:gd name="T19" fmla="*/ 0 h 23"/>
                    <a:gd name="T20" fmla="*/ 0 w 14"/>
                    <a:gd name="T21" fmla="*/ 0 h 23"/>
                    <a:gd name="T22" fmla="*/ 0 w 14"/>
                    <a:gd name="T23" fmla="*/ 0 h 23"/>
                    <a:gd name="T24" fmla="*/ 0 w 14"/>
                    <a:gd name="T25" fmla="*/ 0 h 23"/>
                    <a:gd name="T26" fmla="*/ 0 w 14"/>
                    <a:gd name="T27" fmla="*/ 0 h 23"/>
                    <a:gd name="T28" fmla="*/ 0 w 14"/>
                    <a:gd name="T29" fmla="*/ 0 h 23"/>
                    <a:gd name="T30" fmla="*/ 0 w 14"/>
                    <a:gd name="T31" fmla="*/ 0 h 23"/>
                    <a:gd name="T32" fmla="*/ 0 w 14"/>
                    <a:gd name="T33" fmla="*/ 0 h 23"/>
                    <a:gd name="T34" fmla="*/ 0 w 14"/>
                    <a:gd name="T35" fmla="*/ 0 h 23"/>
                    <a:gd name="T36" fmla="*/ 0 w 14"/>
                    <a:gd name="T37" fmla="*/ 0 h 23"/>
                    <a:gd name="T38" fmla="*/ 0 w 14"/>
                    <a:gd name="T39" fmla="*/ 0 h 23"/>
                    <a:gd name="T40" fmla="*/ 0 w 14"/>
                    <a:gd name="T41" fmla="*/ 0 h 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
                    <a:gd name="T64" fmla="*/ 0 h 23"/>
                    <a:gd name="T65" fmla="*/ 14 w 14"/>
                    <a:gd name="T66" fmla="*/ 23 h 2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 h="23">
                      <a:moveTo>
                        <a:pt x="0" y="21"/>
                      </a:moveTo>
                      <a:lnTo>
                        <a:pt x="2" y="23"/>
                      </a:lnTo>
                      <a:lnTo>
                        <a:pt x="5" y="21"/>
                      </a:lnTo>
                      <a:lnTo>
                        <a:pt x="8" y="20"/>
                      </a:lnTo>
                      <a:lnTo>
                        <a:pt x="10" y="17"/>
                      </a:lnTo>
                      <a:lnTo>
                        <a:pt x="10" y="10"/>
                      </a:lnTo>
                      <a:lnTo>
                        <a:pt x="11" y="7"/>
                      </a:lnTo>
                      <a:lnTo>
                        <a:pt x="11" y="4"/>
                      </a:lnTo>
                      <a:lnTo>
                        <a:pt x="14" y="3"/>
                      </a:lnTo>
                      <a:lnTo>
                        <a:pt x="11" y="0"/>
                      </a:lnTo>
                      <a:lnTo>
                        <a:pt x="9" y="3"/>
                      </a:lnTo>
                      <a:lnTo>
                        <a:pt x="9" y="7"/>
                      </a:lnTo>
                      <a:lnTo>
                        <a:pt x="8" y="10"/>
                      </a:lnTo>
                      <a:lnTo>
                        <a:pt x="8" y="17"/>
                      </a:lnTo>
                      <a:lnTo>
                        <a:pt x="5" y="19"/>
                      </a:lnTo>
                      <a:lnTo>
                        <a:pt x="2" y="20"/>
                      </a:lnTo>
                      <a:lnTo>
                        <a:pt x="3" y="21"/>
                      </a:lnTo>
                      <a:lnTo>
                        <a:pt x="0" y="21"/>
                      </a:lnTo>
                      <a:lnTo>
                        <a:pt x="0" y="23"/>
                      </a:lnTo>
                      <a:lnTo>
                        <a:pt x="2" y="23"/>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6" name="Freeform 664"/>
                <p:cNvSpPr>
                  <a:spLocks/>
                </p:cNvSpPr>
                <p:nvPr/>
              </p:nvSpPr>
              <p:spPr bwMode="auto">
                <a:xfrm>
                  <a:off x="4642" y="3555"/>
                  <a:ext cx="2" cy="10"/>
                </a:xfrm>
                <a:custGeom>
                  <a:avLst/>
                  <a:gdLst>
                    <a:gd name="T0" fmla="*/ 0 w 5"/>
                    <a:gd name="T1" fmla="*/ 0 h 19"/>
                    <a:gd name="T2" fmla="*/ 0 w 5"/>
                    <a:gd name="T3" fmla="*/ 1 h 19"/>
                    <a:gd name="T4" fmla="*/ 0 w 5"/>
                    <a:gd name="T5" fmla="*/ 1 h 19"/>
                    <a:gd name="T6" fmla="*/ 0 w 5"/>
                    <a:gd name="T7" fmla="*/ 1 h 19"/>
                    <a:gd name="T8" fmla="*/ 0 w 5"/>
                    <a:gd name="T9" fmla="*/ 1 h 19"/>
                    <a:gd name="T10" fmla="*/ 0 w 5"/>
                    <a:gd name="T11" fmla="*/ 1 h 19"/>
                    <a:gd name="T12" fmla="*/ 0 w 5"/>
                    <a:gd name="T13" fmla="*/ 1 h 19"/>
                    <a:gd name="T14" fmla="*/ 0 w 5"/>
                    <a:gd name="T15" fmla="*/ 1 h 19"/>
                    <a:gd name="T16" fmla="*/ 0 w 5"/>
                    <a:gd name="T17" fmla="*/ 1 h 19"/>
                    <a:gd name="T18" fmla="*/ 0 w 5"/>
                    <a:gd name="T19" fmla="*/ 1 h 19"/>
                    <a:gd name="T20" fmla="*/ 0 w 5"/>
                    <a:gd name="T21" fmla="*/ 1 h 19"/>
                    <a:gd name="T22" fmla="*/ 0 w 5"/>
                    <a:gd name="T23" fmla="*/ 0 h 19"/>
                    <a:gd name="T24" fmla="*/ 0 w 5"/>
                    <a:gd name="T25" fmla="*/ 0 h 19"/>
                    <a:gd name="T26" fmla="*/ 0 w 5"/>
                    <a:gd name="T27" fmla="*/ 1 h 19"/>
                    <a:gd name="T28" fmla="*/ 0 w 5"/>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
                    <a:gd name="T46" fmla="*/ 0 h 19"/>
                    <a:gd name="T47" fmla="*/ 5 w 5"/>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 h="19">
                      <a:moveTo>
                        <a:pt x="3" y="0"/>
                      </a:moveTo>
                      <a:lnTo>
                        <a:pt x="2" y="1"/>
                      </a:lnTo>
                      <a:lnTo>
                        <a:pt x="2" y="11"/>
                      </a:lnTo>
                      <a:lnTo>
                        <a:pt x="0" y="15"/>
                      </a:lnTo>
                      <a:lnTo>
                        <a:pt x="0" y="19"/>
                      </a:lnTo>
                      <a:lnTo>
                        <a:pt x="3" y="19"/>
                      </a:lnTo>
                      <a:lnTo>
                        <a:pt x="3" y="16"/>
                      </a:lnTo>
                      <a:lnTo>
                        <a:pt x="4" y="11"/>
                      </a:lnTo>
                      <a:lnTo>
                        <a:pt x="5" y="6"/>
                      </a:lnTo>
                      <a:lnTo>
                        <a:pt x="4" y="1"/>
                      </a:lnTo>
                      <a:lnTo>
                        <a:pt x="3" y="2"/>
                      </a:lnTo>
                      <a:lnTo>
                        <a:pt x="3" y="0"/>
                      </a:lnTo>
                      <a:lnTo>
                        <a:pt x="0" y="0"/>
                      </a:lnTo>
                      <a:lnTo>
                        <a:pt x="2"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7" name="Freeform 665"/>
                <p:cNvSpPr>
                  <a:spLocks/>
                </p:cNvSpPr>
                <p:nvPr/>
              </p:nvSpPr>
              <p:spPr bwMode="auto">
                <a:xfrm>
                  <a:off x="4643" y="3555"/>
                  <a:ext cx="7" cy="2"/>
                </a:xfrm>
                <a:custGeom>
                  <a:avLst/>
                  <a:gdLst>
                    <a:gd name="T0" fmla="*/ 1 w 13"/>
                    <a:gd name="T1" fmla="*/ 1 h 4"/>
                    <a:gd name="T2" fmla="*/ 1 w 13"/>
                    <a:gd name="T3" fmla="*/ 0 h 4"/>
                    <a:gd name="T4" fmla="*/ 1 w 13"/>
                    <a:gd name="T5" fmla="*/ 0 h 4"/>
                    <a:gd name="T6" fmla="*/ 1 w 13"/>
                    <a:gd name="T7" fmla="*/ 1 h 4"/>
                    <a:gd name="T8" fmla="*/ 0 w 13"/>
                    <a:gd name="T9" fmla="*/ 1 h 4"/>
                    <a:gd name="T10" fmla="*/ 0 w 13"/>
                    <a:gd name="T11" fmla="*/ 1 h 4"/>
                    <a:gd name="T12" fmla="*/ 1 w 13"/>
                    <a:gd name="T13" fmla="*/ 1 h 4"/>
                    <a:gd name="T14" fmla="*/ 1 w 13"/>
                    <a:gd name="T15" fmla="*/ 1 h 4"/>
                    <a:gd name="T16" fmla="*/ 1 w 13"/>
                    <a:gd name="T17" fmla="*/ 1 h 4"/>
                    <a:gd name="T18" fmla="*/ 1 w 13"/>
                    <a:gd name="T19" fmla="*/ 0 h 4"/>
                    <a:gd name="T20" fmla="*/ 1 w 13"/>
                    <a:gd name="T21" fmla="*/ 1 h 4"/>
                    <a:gd name="T22" fmla="*/ 1 w 13"/>
                    <a:gd name="T23" fmla="*/ 0 h 4"/>
                    <a:gd name="T24" fmla="*/ 1 w 13"/>
                    <a:gd name="T25" fmla="*/ 0 h 4"/>
                    <a:gd name="T26" fmla="*/ 1 w 13"/>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4"/>
                    <a:gd name="T44" fmla="*/ 13 w 13"/>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4">
                      <a:moveTo>
                        <a:pt x="11" y="3"/>
                      </a:moveTo>
                      <a:lnTo>
                        <a:pt x="10" y="0"/>
                      </a:lnTo>
                      <a:lnTo>
                        <a:pt x="2" y="0"/>
                      </a:lnTo>
                      <a:lnTo>
                        <a:pt x="1" y="2"/>
                      </a:lnTo>
                      <a:lnTo>
                        <a:pt x="0" y="2"/>
                      </a:lnTo>
                      <a:lnTo>
                        <a:pt x="0" y="4"/>
                      </a:lnTo>
                      <a:lnTo>
                        <a:pt x="1" y="4"/>
                      </a:lnTo>
                      <a:lnTo>
                        <a:pt x="2" y="3"/>
                      </a:lnTo>
                      <a:lnTo>
                        <a:pt x="10" y="3"/>
                      </a:lnTo>
                      <a:lnTo>
                        <a:pt x="8" y="0"/>
                      </a:lnTo>
                      <a:lnTo>
                        <a:pt x="11" y="3"/>
                      </a:lnTo>
                      <a:lnTo>
                        <a:pt x="13" y="0"/>
                      </a:lnTo>
                      <a:lnTo>
                        <a:pt x="10" y="0"/>
                      </a:lnTo>
                      <a:lnTo>
                        <a:pt x="11"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8" name="Freeform 666"/>
                <p:cNvSpPr>
                  <a:spLocks/>
                </p:cNvSpPr>
                <p:nvPr/>
              </p:nvSpPr>
              <p:spPr bwMode="auto">
                <a:xfrm>
                  <a:off x="4619" y="3557"/>
                  <a:ext cx="22" cy="11"/>
                </a:xfrm>
                <a:custGeom>
                  <a:avLst/>
                  <a:gdLst>
                    <a:gd name="T0" fmla="*/ 2 w 43"/>
                    <a:gd name="T1" fmla="*/ 1 h 22"/>
                    <a:gd name="T2" fmla="*/ 2 w 43"/>
                    <a:gd name="T3" fmla="*/ 1 h 22"/>
                    <a:gd name="T4" fmla="*/ 2 w 43"/>
                    <a:gd name="T5" fmla="*/ 1 h 22"/>
                    <a:gd name="T6" fmla="*/ 2 w 43"/>
                    <a:gd name="T7" fmla="*/ 1 h 22"/>
                    <a:gd name="T8" fmla="*/ 2 w 43"/>
                    <a:gd name="T9" fmla="*/ 1 h 22"/>
                    <a:gd name="T10" fmla="*/ 2 w 43"/>
                    <a:gd name="T11" fmla="*/ 1 h 22"/>
                    <a:gd name="T12" fmla="*/ 1 w 43"/>
                    <a:gd name="T13" fmla="*/ 1 h 22"/>
                    <a:gd name="T14" fmla="*/ 1 w 43"/>
                    <a:gd name="T15" fmla="*/ 1 h 22"/>
                    <a:gd name="T16" fmla="*/ 1 w 43"/>
                    <a:gd name="T17" fmla="*/ 1 h 22"/>
                    <a:gd name="T18" fmla="*/ 1 w 43"/>
                    <a:gd name="T19" fmla="*/ 1 h 22"/>
                    <a:gd name="T20" fmla="*/ 1 w 43"/>
                    <a:gd name="T21" fmla="*/ 1 h 22"/>
                    <a:gd name="T22" fmla="*/ 1 w 43"/>
                    <a:gd name="T23" fmla="*/ 1 h 22"/>
                    <a:gd name="T24" fmla="*/ 0 w 43"/>
                    <a:gd name="T25" fmla="*/ 1 h 22"/>
                    <a:gd name="T26" fmla="*/ 0 w 43"/>
                    <a:gd name="T27" fmla="*/ 1 h 22"/>
                    <a:gd name="T28" fmla="*/ 1 w 43"/>
                    <a:gd name="T29" fmla="*/ 1 h 22"/>
                    <a:gd name="T30" fmla="*/ 1 w 43"/>
                    <a:gd name="T31" fmla="*/ 1 h 22"/>
                    <a:gd name="T32" fmla="*/ 1 w 43"/>
                    <a:gd name="T33" fmla="*/ 1 h 22"/>
                    <a:gd name="T34" fmla="*/ 1 w 43"/>
                    <a:gd name="T35" fmla="*/ 1 h 22"/>
                    <a:gd name="T36" fmla="*/ 1 w 43"/>
                    <a:gd name="T37" fmla="*/ 1 h 22"/>
                    <a:gd name="T38" fmla="*/ 1 w 43"/>
                    <a:gd name="T39" fmla="*/ 1 h 22"/>
                    <a:gd name="T40" fmla="*/ 1 w 43"/>
                    <a:gd name="T41" fmla="*/ 1 h 22"/>
                    <a:gd name="T42" fmla="*/ 1 w 43"/>
                    <a:gd name="T43" fmla="*/ 1 h 22"/>
                    <a:gd name="T44" fmla="*/ 1 w 43"/>
                    <a:gd name="T45" fmla="*/ 1 h 22"/>
                    <a:gd name="T46" fmla="*/ 1 w 43"/>
                    <a:gd name="T47" fmla="*/ 1 h 22"/>
                    <a:gd name="T48" fmla="*/ 1 w 43"/>
                    <a:gd name="T49" fmla="*/ 1 h 22"/>
                    <a:gd name="T50" fmla="*/ 1 w 43"/>
                    <a:gd name="T51" fmla="*/ 1 h 22"/>
                    <a:gd name="T52" fmla="*/ 1 w 43"/>
                    <a:gd name="T53" fmla="*/ 1 h 22"/>
                    <a:gd name="T54" fmla="*/ 1 w 43"/>
                    <a:gd name="T55" fmla="*/ 1 h 22"/>
                    <a:gd name="T56" fmla="*/ 1 w 43"/>
                    <a:gd name="T57" fmla="*/ 1 h 22"/>
                    <a:gd name="T58" fmla="*/ 1 w 43"/>
                    <a:gd name="T59" fmla="*/ 1 h 22"/>
                    <a:gd name="T60" fmla="*/ 1 w 43"/>
                    <a:gd name="T61" fmla="*/ 1 h 22"/>
                    <a:gd name="T62" fmla="*/ 1 w 43"/>
                    <a:gd name="T63" fmla="*/ 1 h 22"/>
                    <a:gd name="T64" fmla="*/ 1 w 43"/>
                    <a:gd name="T65" fmla="*/ 1 h 22"/>
                    <a:gd name="T66" fmla="*/ 1 w 43"/>
                    <a:gd name="T67" fmla="*/ 1 h 22"/>
                    <a:gd name="T68" fmla="*/ 1 w 43"/>
                    <a:gd name="T69" fmla="*/ 1 h 22"/>
                    <a:gd name="T70" fmla="*/ 2 w 43"/>
                    <a:gd name="T71" fmla="*/ 1 h 22"/>
                    <a:gd name="T72" fmla="*/ 2 w 43"/>
                    <a:gd name="T73" fmla="*/ 0 h 22"/>
                    <a:gd name="T74" fmla="*/ 2 w 43"/>
                    <a:gd name="T75" fmla="*/ 0 h 22"/>
                    <a:gd name="T76" fmla="*/ 2 w 43"/>
                    <a:gd name="T77" fmla="*/ 1 h 22"/>
                    <a:gd name="T78" fmla="*/ 2 w 43"/>
                    <a:gd name="T79" fmla="*/ 1 h 22"/>
                    <a:gd name="T80" fmla="*/ 2 w 43"/>
                    <a:gd name="T81" fmla="*/ 1 h 22"/>
                    <a:gd name="T82" fmla="*/ 2 w 43"/>
                    <a:gd name="T83" fmla="*/ 1 h 2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3"/>
                    <a:gd name="T127" fmla="*/ 0 h 22"/>
                    <a:gd name="T128" fmla="*/ 43 w 43"/>
                    <a:gd name="T129" fmla="*/ 22 h 2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3" h="22">
                      <a:moveTo>
                        <a:pt x="42" y="10"/>
                      </a:moveTo>
                      <a:lnTo>
                        <a:pt x="41" y="14"/>
                      </a:lnTo>
                      <a:lnTo>
                        <a:pt x="38" y="16"/>
                      </a:lnTo>
                      <a:lnTo>
                        <a:pt x="37" y="19"/>
                      </a:lnTo>
                      <a:lnTo>
                        <a:pt x="36" y="19"/>
                      </a:lnTo>
                      <a:lnTo>
                        <a:pt x="33" y="20"/>
                      </a:lnTo>
                      <a:lnTo>
                        <a:pt x="28" y="20"/>
                      </a:lnTo>
                      <a:lnTo>
                        <a:pt x="26" y="21"/>
                      </a:lnTo>
                      <a:lnTo>
                        <a:pt x="12" y="21"/>
                      </a:lnTo>
                      <a:lnTo>
                        <a:pt x="10" y="22"/>
                      </a:lnTo>
                      <a:lnTo>
                        <a:pt x="2" y="22"/>
                      </a:lnTo>
                      <a:lnTo>
                        <a:pt x="1" y="21"/>
                      </a:lnTo>
                      <a:lnTo>
                        <a:pt x="0" y="21"/>
                      </a:lnTo>
                      <a:lnTo>
                        <a:pt x="0" y="15"/>
                      </a:lnTo>
                      <a:lnTo>
                        <a:pt x="1" y="13"/>
                      </a:lnTo>
                      <a:lnTo>
                        <a:pt x="2" y="10"/>
                      </a:lnTo>
                      <a:lnTo>
                        <a:pt x="5" y="8"/>
                      </a:lnTo>
                      <a:lnTo>
                        <a:pt x="6" y="5"/>
                      </a:lnTo>
                      <a:lnTo>
                        <a:pt x="7" y="4"/>
                      </a:lnTo>
                      <a:lnTo>
                        <a:pt x="10" y="4"/>
                      </a:lnTo>
                      <a:lnTo>
                        <a:pt x="11" y="3"/>
                      </a:lnTo>
                      <a:lnTo>
                        <a:pt x="15" y="3"/>
                      </a:lnTo>
                      <a:lnTo>
                        <a:pt x="16" y="1"/>
                      </a:lnTo>
                      <a:lnTo>
                        <a:pt x="22" y="1"/>
                      </a:lnTo>
                      <a:lnTo>
                        <a:pt x="23" y="5"/>
                      </a:lnTo>
                      <a:lnTo>
                        <a:pt x="23" y="8"/>
                      </a:lnTo>
                      <a:lnTo>
                        <a:pt x="22" y="10"/>
                      </a:lnTo>
                      <a:lnTo>
                        <a:pt x="21" y="13"/>
                      </a:lnTo>
                      <a:lnTo>
                        <a:pt x="20" y="15"/>
                      </a:lnTo>
                      <a:lnTo>
                        <a:pt x="20" y="17"/>
                      </a:lnTo>
                      <a:lnTo>
                        <a:pt x="21" y="19"/>
                      </a:lnTo>
                      <a:lnTo>
                        <a:pt x="25" y="21"/>
                      </a:lnTo>
                      <a:lnTo>
                        <a:pt x="26" y="16"/>
                      </a:lnTo>
                      <a:lnTo>
                        <a:pt x="27" y="11"/>
                      </a:lnTo>
                      <a:lnTo>
                        <a:pt x="27" y="1"/>
                      </a:lnTo>
                      <a:lnTo>
                        <a:pt x="33" y="1"/>
                      </a:lnTo>
                      <a:lnTo>
                        <a:pt x="37" y="0"/>
                      </a:lnTo>
                      <a:lnTo>
                        <a:pt x="39" y="0"/>
                      </a:lnTo>
                      <a:lnTo>
                        <a:pt x="42" y="1"/>
                      </a:lnTo>
                      <a:lnTo>
                        <a:pt x="43" y="3"/>
                      </a:lnTo>
                      <a:lnTo>
                        <a:pt x="43" y="6"/>
                      </a:lnTo>
                      <a:lnTo>
                        <a:pt x="42" y="10"/>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19" name="Freeform 667"/>
                <p:cNvSpPr>
                  <a:spLocks/>
                </p:cNvSpPr>
                <p:nvPr/>
              </p:nvSpPr>
              <p:spPr bwMode="auto">
                <a:xfrm>
                  <a:off x="4624" y="3562"/>
                  <a:ext cx="17" cy="6"/>
                </a:xfrm>
                <a:custGeom>
                  <a:avLst/>
                  <a:gdLst>
                    <a:gd name="T0" fmla="*/ 0 w 33"/>
                    <a:gd name="T1" fmla="*/ 0 h 14"/>
                    <a:gd name="T2" fmla="*/ 1 w 33"/>
                    <a:gd name="T3" fmla="*/ 0 h 14"/>
                    <a:gd name="T4" fmla="*/ 1 w 33"/>
                    <a:gd name="T5" fmla="*/ 0 h 14"/>
                    <a:gd name="T6" fmla="*/ 1 w 33"/>
                    <a:gd name="T7" fmla="*/ 0 h 14"/>
                    <a:gd name="T8" fmla="*/ 1 w 33"/>
                    <a:gd name="T9" fmla="*/ 0 h 14"/>
                    <a:gd name="T10" fmla="*/ 1 w 33"/>
                    <a:gd name="T11" fmla="*/ 0 h 14"/>
                    <a:gd name="T12" fmla="*/ 1 w 33"/>
                    <a:gd name="T13" fmla="*/ 0 h 14"/>
                    <a:gd name="T14" fmla="*/ 1 w 33"/>
                    <a:gd name="T15" fmla="*/ 0 h 14"/>
                    <a:gd name="T16" fmla="*/ 2 w 33"/>
                    <a:gd name="T17" fmla="*/ 0 h 14"/>
                    <a:gd name="T18" fmla="*/ 1 w 33"/>
                    <a:gd name="T19" fmla="*/ 0 h 14"/>
                    <a:gd name="T20" fmla="*/ 1 w 33"/>
                    <a:gd name="T21" fmla="*/ 0 h 14"/>
                    <a:gd name="T22" fmla="*/ 1 w 33"/>
                    <a:gd name="T23" fmla="*/ 0 h 14"/>
                    <a:gd name="T24" fmla="*/ 1 w 33"/>
                    <a:gd name="T25" fmla="*/ 0 h 14"/>
                    <a:gd name="T26" fmla="*/ 1 w 33"/>
                    <a:gd name="T27" fmla="*/ 0 h 14"/>
                    <a:gd name="T28" fmla="*/ 1 w 33"/>
                    <a:gd name="T29" fmla="*/ 0 h 14"/>
                    <a:gd name="T30" fmla="*/ 1 w 33"/>
                    <a:gd name="T31" fmla="*/ 0 h 14"/>
                    <a:gd name="T32" fmla="*/ 1 w 33"/>
                    <a:gd name="T33" fmla="*/ 0 h 14"/>
                    <a:gd name="T34" fmla="*/ 1 w 33"/>
                    <a:gd name="T35" fmla="*/ 0 h 14"/>
                    <a:gd name="T36" fmla="*/ 1 w 33"/>
                    <a:gd name="T37" fmla="*/ 0 h 14"/>
                    <a:gd name="T38" fmla="*/ 0 w 33"/>
                    <a:gd name="T39" fmla="*/ 0 h 14"/>
                    <a:gd name="T40" fmla="*/ 0 w 33"/>
                    <a:gd name="T41" fmla="*/ 0 h 14"/>
                    <a:gd name="T42" fmla="*/ 0 w 33"/>
                    <a:gd name="T43" fmla="*/ 0 h 1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3"/>
                    <a:gd name="T67" fmla="*/ 0 h 14"/>
                    <a:gd name="T68" fmla="*/ 33 w 33"/>
                    <a:gd name="T69" fmla="*/ 14 h 1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3" h="14">
                      <a:moveTo>
                        <a:pt x="0" y="12"/>
                      </a:moveTo>
                      <a:lnTo>
                        <a:pt x="16" y="12"/>
                      </a:lnTo>
                      <a:lnTo>
                        <a:pt x="18" y="11"/>
                      </a:lnTo>
                      <a:lnTo>
                        <a:pt x="23" y="11"/>
                      </a:lnTo>
                      <a:lnTo>
                        <a:pt x="26" y="10"/>
                      </a:lnTo>
                      <a:lnTo>
                        <a:pt x="28" y="9"/>
                      </a:lnTo>
                      <a:lnTo>
                        <a:pt x="31" y="6"/>
                      </a:lnTo>
                      <a:lnTo>
                        <a:pt x="32" y="4"/>
                      </a:lnTo>
                      <a:lnTo>
                        <a:pt x="33" y="1"/>
                      </a:lnTo>
                      <a:lnTo>
                        <a:pt x="31" y="0"/>
                      </a:lnTo>
                      <a:lnTo>
                        <a:pt x="29" y="3"/>
                      </a:lnTo>
                      <a:lnTo>
                        <a:pt x="28" y="5"/>
                      </a:lnTo>
                      <a:lnTo>
                        <a:pt x="28" y="6"/>
                      </a:lnTo>
                      <a:lnTo>
                        <a:pt x="27" y="7"/>
                      </a:lnTo>
                      <a:lnTo>
                        <a:pt x="24" y="7"/>
                      </a:lnTo>
                      <a:lnTo>
                        <a:pt x="22" y="9"/>
                      </a:lnTo>
                      <a:lnTo>
                        <a:pt x="18" y="9"/>
                      </a:lnTo>
                      <a:lnTo>
                        <a:pt x="16" y="10"/>
                      </a:lnTo>
                      <a:lnTo>
                        <a:pt x="1" y="10"/>
                      </a:lnTo>
                      <a:lnTo>
                        <a:pt x="0" y="11"/>
                      </a:lnTo>
                      <a:lnTo>
                        <a:pt x="0" y="14"/>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0" name="Freeform 668"/>
                <p:cNvSpPr>
                  <a:spLocks/>
                </p:cNvSpPr>
                <p:nvPr/>
              </p:nvSpPr>
              <p:spPr bwMode="auto">
                <a:xfrm>
                  <a:off x="4619" y="3566"/>
                  <a:ext cx="5" cy="2"/>
                </a:xfrm>
                <a:custGeom>
                  <a:avLst/>
                  <a:gdLst>
                    <a:gd name="T0" fmla="*/ 0 w 11"/>
                    <a:gd name="T1" fmla="*/ 0 h 5"/>
                    <a:gd name="T2" fmla="*/ 0 w 11"/>
                    <a:gd name="T3" fmla="*/ 0 h 5"/>
                    <a:gd name="T4" fmla="*/ 0 w 11"/>
                    <a:gd name="T5" fmla="*/ 0 h 5"/>
                    <a:gd name="T6" fmla="*/ 0 w 11"/>
                    <a:gd name="T7" fmla="*/ 0 h 5"/>
                    <a:gd name="T8" fmla="*/ 0 w 11"/>
                    <a:gd name="T9" fmla="*/ 0 h 5"/>
                    <a:gd name="T10" fmla="*/ 0 w 11"/>
                    <a:gd name="T11" fmla="*/ 0 h 5"/>
                    <a:gd name="T12" fmla="*/ 0 w 11"/>
                    <a:gd name="T13" fmla="*/ 0 h 5"/>
                    <a:gd name="T14" fmla="*/ 0 w 11"/>
                    <a:gd name="T15" fmla="*/ 0 h 5"/>
                    <a:gd name="T16" fmla="*/ 0 w 11"/>
                    <a:gd name="T17" fmla="*/ 0 h 5"/>
                    <a:gd name="T18" fmla="*/ 0 w 11"/>
                    <a:gd name="T19" fmla="*/ 0 h 5"/>
                    <a:gd name="T20" fmla="*/ 0 w 11"/>
                    <a:gd name="T21" fmla="*/ 0 h 5"/>
                    <a:gd name="T22" fmla="*/ 0 w 11"/>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5"/>
                    <a:gd name="T38" fmla="*/ 11 w 11"/>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5">
                      <a:moveTo>
                        <a:pt x="0" y="0"/>
                      </a:moveTo>
                      <a:lnTo>
                        <a:pt x="0" y="2"/>
                      </a:lnTo>
                      <a:lnTo>
                        <a:pt x="1" y="3"/>
                      </a:lnTo>
                      <a:lnTo>
                        <a:pt x="3" y="5"/>
                      </a:lnTo>
                      <a:lnTo>
                        <a:pt x="5" y="5"/>
                      </a:lnTo>
                      <a:lnTo>
                        <a:pt x="6" y="3"/>
                      </a:lnTo>
                      <a:lnTo>
                        <a:pt x="11" y="3"/>
                      </a:lnTo>
                      <a:lnTo>
                        <a:pt x="11" y="2"/>
                      </a:lnTo>
                      <a:lnTo>
                        <a:pt x="3" y="2"/>
                      </a:lnTo>
                      <a:lnTo>
                        <a:pt x="2"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1" name="Freeform 669"/>
                <p:cNvSpPr>
                  <a:spLocks/>
                </p:cNvSpPr>
                <p:nvPr/>
              </p:nvSpPr>
              <p:spPr bwMode="auto">
                <a:xfrm>
                  <a:off x="4619" y="3558"/>
                  <a:ext cx="5" cy="8"/>
                </a:xfrm>
                <a:custGeom>
                  <a:avLst/>
                  <a:gdLst>
                    <a:gd name="T0" fmla="*/ 1 w 10"/>
                    <a:gd name="T1" fmla="*/ 0 h 16"/>
                    <a:gd name="T2" fmla="*/ 1 w 10"/>
                    <a:gd name="T3" fmla="*/ 1 h 16"/>
                    <a:gd name="T4" fmla="*/ 1 w 10"/>
                    <a:gd name="T5" fmla="*/ 1 h 16"/>
                    <a:gd name="T6" fmla="*/ 1 w 10"/>
                    <a:gd name="T7" fmla="*/ 1 h 16"/>
                    <a:gd name="T8" fmla="*/ 1 w 10"/>
                    <a:gd name="T9" fmla="*/ 1 h 16"/>
                    <a:gd name="T10" fmla="*/ 1 w 10"/>
                    <a:gd name="T11" fmla="*/ 1 h 16"/>
                    <a:gd name="T12" fmla="*/ 0 w 10"/>
                    <a:gd name="T13" fmla="*/ 1 h 16"/>
                    <a:gd name="T14" fmla="*/ 0 w 10"/>
                    <a:gd name="T15" fmla="*/ 1 h 16"/>
                    <a:gd name="T16" fmla="*/ 1 w 10"/>
                    <a:gd name="T17" fmla="*/ 1 h 16"/>
                    <a:gd name="T18" fmla="*/ 1 w 10"/>
                    <a:gd name="T19" fmla="*/ 1 h 16"/>
                    <a:gd name="T20" fmla="*/ 1 w 10"/>
                    <a:gd name="T21" fmla="*/ 1 h 16"/>
                    <a:gd name="T22" fmla="*/ 1 w 10"/>
                    <a:gd name="T23" fmla="*/ 1 h 16"/>
                    <a:gd name="T24" fmla="*/ 1 w 10"/>
                    <a:gd name="T25" fmla="*/ 1 h 16"/>
                    <a:gd name="T26" fmla="*/ 1 w 10"/>
                    <a:gd name="T27" fmla="*/ 1 h 16"/>
                    <a:gd name="T28" fmla="*/ 1 w 10"/>
                    <a:gd name="T29" fmla="*/ 1 h 16"/>
                    <a:gd name="T30" fmla="*/ 1 w 10"/>
                    <a:gd name="T31" fmla="*/ 0 h 16"/>
                    <a:gd name="T32" fmla="*/ 1 w 10"/>
                    <a:gd name="T33" fmla="*/ 0 h 16"/>
                    <a:gd name="T34" fmla="*/ 1 w 10"/>
                    <a:gd name="T35" fmla="*/ 1 h 16"/>
                    <a:gd name="T36" fmla="*/ 1 w 10"/>
                    <a:gd name="T37" fmla="*/ 0 h 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
                    <a:gd name="T58" fmla="*/ 0 h 16"/>
                    <a:gd name="T59" fmla="*/ 10 w 10"/>
                    <a:gd name="T60" fmla="*/ 16 h 1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 h="16">
                      <a:moveTo>
                        <a:pt x="8" y="0"/>
                      </a:moveTo>
                      <a:lnTo>
                        <a:pt x="6" y="2"/>
                      </a:lnTo>
                      <a:lnTo>
                        <a:pt x="6" y="3"/>
                      </a:lnTo>
                      <a:lnTo>
                        <a:pt x="5" y="6"/>
                      </a:lnTo>
                      <a:lnTo>
                        <a:pt x="3" y="7"/>
                      </a:lnTo>
                      <a:lnTo>
                        <a:pt x="1" y="8"/>
                      </a:lnTo>
                      <a:lnTo>
                        <a:pt x="0" y="11"/>
                      </a:lnTo>
                      <a:lnTo>
                        <a:pt x="0" y="16"/>
                      </a:lnTo>
                      <a:lnTo>
                        <a:pt x="2" y="16"/>
                      </a:lnTo>
                      <a:lnTo>
                        <a:pt x="2" y="12"/>
                      </a:lnTo>
                      <a:lnTo>
                        <a:pt x="3" y="10"/>
                      </a:lnTo>
                      <a:lnTo>
                        <a:pt x="7" y="6"/>
                      </a:lnTo>
                      <a:lnTo>
                        <a:pt x="8" y="3"/>
                      </a:lnTo>
                      <a:lnTo>
                        <a:pt x="10" y="1"/>
                      </a:lnTo>
                      <a:lnTo>
                        <a:pt x="8" y="2"/>
                      </a:lnTo>
                      <a:lnTo>
                        <a:pt x="8" y="0"/>
                      </a:lnTo>
                      <a:lnTo>
                        <a:pt x="7" y="0"/>
                      </a:lnTo>
                      <a:lnTo>
                        <a:pt x="7"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2" name="Freeform 670"/>
                <p:cNvSpPr>
                  <a:spLocks/>
                </p:cNvSpPr>
                <p:nvPr/>
              </p:nvSpPr>
              <p:spPr bwMode="auto">
                <a:xfrm>
                  <a:off x="4623" y="3557"/>
                  <a:ext cx="8" cy="2"/>
                </a:xfrm>
                <a:custGeom>
                  <a:avLst/>
                  <a:gdLst>
                    <a:gd name="T0" fmla="*/ 1 w 16"/>
                    <a:gd name="T1" fmla="*/ 0 h 5"/>
                    <a:gd name="T2" fmla="*/ 1 w 16"/>
                    <a:gd name="T3" fmla="*/ 0 h 5"/>
                    <a:gd name="T4" fmla="*/ 1 w 16"/>
                    <a:gd name="T5" fmla="*/ 0 h 5"/>
                    <a:gd name="T6" fmla="*/ 1 w 16"/>
                    <a:gd name="T7" fmla="*/ 0 h 5"/>
                    <a:gd name="T8" fmla="*/ 1 w 16"/>
                    <a:gd name="T9" fmla="*/ 0 h 5"/>
                    <a:gd name="T10" fmla="*/ 1 w 16"/>
                    <a:gd name="T11" fmla="*/ 0 h 5"/>
                    <a:gd name="T12" fmla="*/ 0 w 16"/>
                    <a:gd name="T13" fmla="*/ 0 h 5"/>
                    <a:gd name="T14" fmla="*/ 0 w 16"/>
                    <a:gd name="T15" fmla="*/ 0 h 5"/>
                    <a:gd name="T16" fmla="*/ 1 w 16"/>
                    <a:gd name="T17" fmla="*/ 0 h 5"/>
                    <a:gd name="T18" fmla="*/ 1 w 16"/>
                    <a:gd name="T19" fmla="*/ 0 h 5"/>
                    <a:gd name="T20" fmla="*/ 1 w 16"/>
                    <a:gd name="T21" fmla="*/ 0 h 5"/>
                    <a:gd name="T22" fmla="*/ 1 w 16"/>
                    <a:gd name="T23" fmla="*/ 0 h 5"/>
                    <a:gd name="T24" fmla="*/ 1 w 16"/>
                    <a:gd name="T25" fmla="*/ 0 h 5"/>
                    <a:gd name="T26" fmla="*/ 1 w 16"/>
                    <a:gd name="T27" fmla="*/ 0 h 5"/>
                    <a:gd name="T28" fmla="*/ 1 w 16"/>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5"/>
                    <a:gd name="T47" fmla="*/ 16 w 16"/>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5">
                      <a:moveTo>
                        <a:pt x="16" y="1"/>
                      </a:moveTo>
                      <a:lnTo>
                        <a:pt x="15" y="1"/>
                      </a:lnTo>
                      <a:lnTo>
                        <a:pt x="13" y="0"/>
                      </a:lnTo>
                      <a:lnTo>
                        <a:pt x="10" y="0"/>
                      </a:lnTo>
                      <a:lnTo>
                        <a:pt x="9" y="1"/>
                      </a:lnTo>
                      <a:lnTo>
                        <a:pt x="3" y="1"/>
                      </a:lnTo>
                      <a:lnTo>
                        <a:pt x="0" y="3"/>
                      </a:lnTo>
                      <a:lnTo>
                        <a:pt x="0" y="5"/>
                      </a:lnTo>
                      <a:lnTo>
                        <a:pt x="3" y="5"/>
                      </a:lnTo>
                      <a:lnTo>
                        <a:pt x="4" y="4"/>
                      </a:lnTo>
                      <a:lnTo>
                        <a:pt x="15" y="4"/>
                      </a:lnTo>
                      <a:lnTo>
                        <a:pt x="14" y="3"/>
                      </a:lnTo>
                      <a:lnTo>
                        <a:pt x="16" y="1"/>
                      </a:lnTo>
                      <a:lnTo>
                        <a:pt x="15" y="1"/>
                      </a:lnTo>
                      <a:lnTo>
                        <a:pt x="1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3" name="Freeform 671"/>
                <p:cNvSpPr>
                  <a:spLocks/>
                </p:cNvSpPr>
                <p:nvPr/>
              </p:nvSpPr>
              <p:spPr bwMode="auto">
                <a:xfrm>
                  <a:off x="4629" y="3557"/>
                  <a:ext cx="3" cy="11"/>
                </a:xfrm>
                <a:custGeom>
                  <a:avLst/>
                  <a:gdLst>
                    <a:gd name="T0" fmla="*/ 0 w 7"/>
                    <a:gd name="T1" fmla="*/ 1 h 21"/>
                    <a:gd name="T2" fmla="*/ 0 w 7"/>
                    <a:gd name="T3" fmla="*/ 1 h 21"/>
                    <a:gd name="T4" fmla="*/ 0 w 7"/>
                    <a:gd name="T5" fmla="*/ 1 h 21"/>
                    <a:gd name="T6" fmla="*/ 0 w 7"/>
                    <a:gd name="T7" fmla="*/ 1 h 21"/>
                    <a:gd name="T8" fmla="*/ 0 w 7"/>
                    <a:gd name="T9" fmla="*/ 1 h 21"/>
                    <a:gd name="T10" fmla="*/ 0 w 7"/>
                    <a:gd name="T11" fmla="*/ 1 h 21"/>
                    <a:gd name="T12" fmla="*/ 0 w 7"/>
                    <a:gd name="T13" fmla="*/ 1 h 21"/>
                    <a:gd name="T14" fmla="*/ 0 w 7"/>
                    <a:gd name="T15" fmla="*/ 1 h 21"/>
                    <a:gd name="T16" fmla="*/ 0 w 7"/>
                    <a:gd name="T17" fmla="*/ 1 h 21"/>
                    <a:gd name="T18" fmla="*/ 0 w 7"/>
                    <a:gd name="T19" fmla="*/ 0 h 21"/>
                    <a:gd name="T20" fmla="*/ 0 w 7"/>
                    <a:gd name="T21" fmla="*/ 1 h 21"/>
                    <a:gd name="T22" fmla="*/ 0 w 7"/>
                    <a:gd name="T23" fmla="*/ 1 h 21"/>
                    <a:gd name="T24" fmla="*/ 0 w 7"/>
                    <a:gd name="T25" fmla="*/ 1 h 21"/>
                    <a:gd name="T26" fmla="*/ 0 w 7"/>
                    <a:gd name="T27" fmla="*/ 1 h 21"/>
                    <a:gd name="T28" fmla="*/ 0 w 7"/>
                    <a:gd name="T29" fmla="*/ 1 h 21"/>
                    <a:gd name="T30" fmla="*/ 0 w 7"/>
                    <a:gd name="T31" fmla="*/ 1 h 21"/>
                    <a:gd name="T32" fmla="*/ 0 w 7"/>
                    <a:gd name="T33" fmla="*/ 1 h 21"/>
                    <a:gd name="T34" fmla="*/ 0 w 7"/>
                    <a:gd name="T35" fmla="*/ 1 h 21"/>
                    <a:gd name="T36" fmla="*/ 0 w 7"/>
                    <a:gd name="T37" fmla="*/ 1 h 21"/>
                    <a:gd name="T38" fmla="*/ 0 w 7"/>
                    <a:gd name="T39" fmla="*/ 1 h 21"/>
                    <a:gd name="T40" fmla="*/ 0 w 7"/>
                    <a:gd name="T41" fmla="*/ 1 h 21"/>
                    <a:gd name="T42" fmla="*/ 0 w 7"/>
                    <a:gd name="T43" fmla="*/ 1 h 21"/>
                    <a:gd name="T44" fmla="*/ 0 w 7"/>
                    <a:gd name="T45" fmla="*/ 1 h 2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
                    <a:gd name="T70" fmla="*/ 0 h 21"/>
                    <a:gd name="T71" fmla="*/ 7 w 7"/>
                    <a:gd name="T72" fmla="*/ 21 h 2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 h="21">
                      <a:moveTo>
                        <a:pt x="5" y="19"/>
                      </a:moveTo>
                      <a:lnTo>
                        <a:pt x="7" y="19"/>
                      </a:lnTo>
                      <a:lnTo>
                        <a:pt x="4" y="18"/>
                      </a:lnTo>
                      <a:lnTo>
                        <a:pt x="3" y="16"/>
                      </a:lnTo>
                      <a:lnTo>
                        <a:pt x="3" y="14"/>
                      </a:lnTo>
                      <a:lnTo>
                        <a:pt x="4" y="12"/>
                      </a:lnTo>
                      <a:lnTo>
                        <a:pt x="5" y="9"/>
                      </a:lnTo>
                      <a:lnTo>
                        <a:pt x="7" y="7"/>
                      </a:lnTo>
                      <a:lnTo>
                        <a:pt x="7" y="4"/>
                      </a:lnTo>
                      <a:lnTo>
                        <a:pt x="5" y="0"/>
                      </a:lnTo>
                      <a:lnTo>
                        <a:pt x="3" y="2"/>
                      </a:lnTo>
                      <a:lnTo>
                        <a:pt x="4" y="4"/>
                      </a:lnTo>
                      <a:lnTo>
                        <a:pt x="3" y="7"/>
                      </a:lnTo>
                      <a:lnTo>
                        <a:pt x="3" y="9"/>
                      </a:lnTo>
                      <a:lnTo>
                        <a:pt x="2" y="12"/>
                      </a:lnTo>
                      <a:lnTo>
                        <a:pt x="0" y="14"/>
                      </a:lnTo>
                      <a:lnTo>
                        <a:pt x="0" y="16"/>
                      </a:lnTo>
                      <a:lnTo>
                        <a:pt x="5" y="21"/>
                      </a:lnTo>
                      <a:lnTo>
                        <a:pt x="7" y="20"/>
                      </a:lnTo>
                      <a:lnTo>
                        <a:pt x="5" y="21"/>
                      </a:lnTo>
                      <a:lnTo>
                        <a:pt x="7" y="21"/>
                      </a:lnTo>
                      <a:lnTo>
                        <a:pt x="7" y="20"/>
                      </a:lnTo>
                      <a:lnTo>
                        <a:pt x="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4" name="Freeform 672"/>
                <p:cNvSpPr>
                  <a:spLocks/>
                </p:cNvSpPr>
                <p:nvPr/>
              </p:nvSpPr>
              <p:spPr bwMode="auto">
                <a:xfrm>
                  <a:off x="4631" y="3557"/>
                  <a:ext cx="3" cy="10"/>
                </a:xfrm>
                <a:custGeom>
                  <a:avLst/>
                  <a:gdLst>
                    <a:gd name="T0" fmla="*/ 1 w 5"/>
                    <a:gd name="T1" fmla="*/ 0 h 20"/>
                    <a:gd name="T2" fmla="*/ 1 w 5"/>
                    <a:gd name="T3" fmla="*/ 1 h 20"/>
                    <a:gd name="T4" fmla="*/ 1 w 5"/>
                    <a:gd name="T5" fmla="*/ 1 h 20"/>
                    <a:gd name="T6" fmla="*/ 1 w 5"/>
                    <a:gd name="T7" fmla="*/ 1 h 20"/>
                    <a:gd name="T8" fmla="*/ 0 w 5"/>
                    <a:gd name="T9" fmla="*/ 1 h 20"/>
                    <a:gd name="T10" fmla="*/ 1 w 5"/>
                    <a:gd name="T11" fmla="*/ 1 h 20"/>
                    <a:gd name="T12" fmla="*/ 1 w 5"/>
                    <a:gd name="T13" fmla="*/ 1 h 20"/>
                    <a:gd name="T14" fmla="*/ 1 w 5"/>
                    <a:gd name="T15" fmla="*/ 1 h 20"/>
                    <a:gd name="T16" fmla="*/ 1 w 5"/>
                    <a:gd name="T17" fmla="*/ 0 h 20"/>
                    <a:gd name="T18" fmla="*/ 1 w 5"/>
                    <a:gd name="T19" fmla="*/ 1 h 20"/>
                    <a:gd name="T20" fmla="*/ 1 w 5"/>
                    <a:gd name="T21" fmla="*/ 0 h 20"/>
                    <a:gd name="T22" fmla="*/ 1 w 5"/>
                    <a:gd name="T23" fmla="*/ 0 h 20"/>
                    <a:gd name="T24" fmla="*/ 1 w 5"/>
                    <a:gd name="T25" fmla="*/ 1 h 20"/>
                    <a:gd name="T26" fmla="*/ 1 w 5"/>
                    <a:gd name="T27" fmla="*/ 0 h 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20"/>
                    <a:gd name="T44" fmla="*/ 5 w 5"/>
                    <a:gd name="T45" fmla="*/ 20 h 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20">
                      <a:moveTo>
                        <a:pt x="4" y="0"/>
                      </a:moveTo>
                      <a:lnTo>
                        <a:pt x="3" y="2"/>
                      </a:lnTo>
                      <a:lnTo>
                        <a:pt x="3" y="10"/>
                      </a:lnTo>
                      <a:lnTo>
                        <a:pt x="2" y="14"/>
                      </a:lnTo>
                      <a:lnTo>
                        <a:pt x="0" y="19"/>
                      </a:lnTo>
                      <a:lnTo>
                        <a:pt x="2" y="20"/>
                      </a:lnTo>
                      <a:lnTo>
                        <a:pt x="4" y="15"/>
                      </a:lnTo>
                      <a:lnTo>
                        <a:pt x="5" y="10"/>
                      </a:lnTo>
                      <a:lnTo>
                        <a:pt x="5" y="0"/>
                      </a:lnTo>
                      <a:lnTo>
                        <a:pt x="4" y="3"/>
                      </a:lnTo>
                      <a:lnTo>
                        <a:pt x="4" y="0"/>
                      </a:lnTo>
                      <a:lnTo>
                        <a:pt x="3" y="0"/>
                      </a:lnTo>
                      <a:lnTo>
                        <a:pt x="3"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5" name="Freeform 673"/>
                <p:cNvSpPr>
                  <a:spLocks/>
                </p:cNvSpPr>
                <p:nvPr/>
              </p:nvSpPr>
              <p:spPr bwMode="auto">
                <a:xfrm>
                  <a:off x="4633" y="3556"/>
                  <a:ext cx="9" cy="6"/>
                </a:xfrm>
                <a:custGeom>
                  <a:avLst/>
                  <a:gdLst>
                    <a:gd name="T0" fmla="*/ 1 w 17"/>
                    <a:gd name="T1" fmla="*/ 1 h 12"/>
                    <a:gd name="T2" fmla="*/ 1 w 17"/>
                    <a:gd name="T3" fmla="*/ 1 h 12"/>
                    <a:gd name="T4" fmla="*/ 1 w 17"/>
                    <a:gd name="T5" fmla="*/ 1 h 12"/>
                    <a:gd name="T6" fmla="*/ 1 w 17"/>
                    <a:gd name="T7" fmla="*/ 1 h 12"/>
                    <a:gd name="T8" fmla="*/ 1 w 17"/>
                    <a:gd name="T9" fmla="*/ 0 h 12"/>
                    <a:gd name="T10" fmla="*/ 1 w 17"/>
                    <a:gd name="T11" fmla="*/ 0 h 12"/>
                    <a:gd name="T12" fmla="*/ 1 w 17"/>
                    <a:gd name="T13" fmla="*/ 1 h 12"/>
                    <a:gd name="T14" fmla="*/ 1 w 17"/>
                    <a:gd name="T15" fmla="*/ 1 h 12"/>
                    <a:gd name="T16" fmla="*/ 0 w 17"/>
                    <a:gd name="T17" fmla="*/ 1 h 12"/>
                    <a:gd name="T18" fmla="*/ 0 w 17"/>
                    <a:gd name="T19" fmla="*/ 1 h 12"/>
                    <a:gd name="T20" fmla="*/ 1 w 17"/>
                    <a:gd name="T21" fmla="*/ 1 h 12"/>
                    <a:gd name="T22" fmla="*/ 1 w 17"/>
                    <a:gd name="T23" fmla="*/ 1 h 12"/>
                    <a:gd name="T24" fmla="*/ 1 w 17"/>
                    <a:gd name="T25" fmla="*/ 1 h 12"/>
                    <a:gd name="T26" fmla="*/ 1 w 17"/>
                    <a:gd name="T27" fmla="*/ 1 h 12"/>
                    <a:gd name="T28" fmla="*/ 1 w 17"/>
                    <a:gd name="T29" fmla="*/ 1 h 12"/>
                    <a:gd name="T30" fmla="*/ 1 w 17"/>
                    <a:gd name="T31" fmla="*/ 1 h 12"/>
                    <a:gd name="T32" fmla="*/ 1 w 17"/>
                    <a:gd name="T33" fmla="*/ 1 h 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12"/>
                    <a:gd name="T53" fmla="*/ 17 w 17"/>
                    <a:gd name="T54" fmla="*/ 12 h 1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12">
                      <a:moveTo>
                        <a:pt x="16" y="12"/>
                      </a:moveTo>
                      <a:lnTo>
                        <a:pt x="17" y="7"/>
                      </a:lnTo>
                      <a:lnTo>
                        <a:pt x="17" y="4"/>
                      </a:lnTo>
                      <a:lnTo>
                        <a:pt x="16" y="1"/>
                      </a:lnTo>
                      <a:lnTo>
                        <a:pt x="12" y="0"/>
                      </a:lnTo>
                      <a:lnTo>
                        <a:pt x="10" y="0"/>
                      </a:lnTo>
                      <a:lnTo>
                        <a:pt x="6" y="1"/>
                      </a:lnTo>
                      <a:lnTo>
                        <a:pt x="3" y="1"/>
                      </a:lnTo>
                      <a:lnTo>
                        <a:pt x="0" y="2"/>
                      </a:lnTo>
                      <a:lnTo>
                        <a:pt x="0" y="5"/>
                      </a:lnTo>
                      <a:lnTo>
                        <a:pt x="4" y="4"/>
                      </a:lnTo>
                      <a:lnTo>
                        <a:pt x="6" y="2"/>
                      </a:lnTo>
                      <a:lnTo>
                        <a:pt x="12" y="2"/>
                      </a:lnTo>
                      <a:lnTo>
                        <a:pt x="15" y="5"/>
                      </a:lnTo>
                      <a:lnTo>
                        <a:pt x="15" y="7"/>
                      </a:lnTo>
                      <a:lnTo>
                        <a:pt x="14" y="11"/>
                      </a:lnTo>
                      <a:lnTo>
                        <a:pt x="16"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6" name="Freeform 674"/>
                <p:cNvSpPr>
                  <a:spLocks/>
                </p:cNvSpPr>
                <p:nvPr/>
              </p:nvSpPr>
              <p:spPr bwMode="auto">
                <a:xfrm>
                  <a:off x="4382" y="3557"/>
                  <a:ext cx="5" cy="13"/>
                </a:xfrm>
                <a:custGeom>
                  <a:avLst/>
                  <a:gdLst>
                    <a:gd name="T0" fmla="*/ 1 w 8"/>
                    <a:gd name="T1" fmla="*/ 0 h 27"/>
                    <a:gd name="T2" fmla="*/ 1 w 8"/>
                    <a:gd name="T3" fmla="*/ 0 h 27"/>
                    <a:gd name="T4" fmla="*/ 1 w 8"/>
                    <a:gd name="T5" fmla="*/ 0 h 27"/>
                    <a:gd name="T6" fmla="*/ 1 w 8"/>
                    <a:gd name="T7" fmla="*/ 0 h 27"/>
                    <a:gd name="T8" fmla="*/ 1 w 8"/>
                    <a:gd name="T9" fmla="*/ 0 h 27"/>
                    <a:gd name="T10" fmla="*/ 1 w 8"/>
                    <a:gd name="T11" fmla="*/ 0 h 27"/>
                    <a:gd name="T12" fmla="*/ 0 w 8"/>
                    <a:gd name="T13" fmla="*/ 0 h 27"/>
                    <a:gd name="T14" fmla="*/ 0 w 8"/>
                    <a:gd name="T15" fmla="*/ 0 h 27"/>
                    <a:gd name="T16" fmla="*/ 1 w 8"/>
                    <a:gd name="T17" fmla="*/ 0 h 27"/>
                    <a:gd name="T18" fmla="*/ 1 w 8"/>
                    <a:gd name="T19" fmla="*/ 0 h 27"/>
                    <a:gd name="T20" fmla="*/ 1 w 8"/>
                    <a:gd name="T21" fmla="*/ 0 h 27"/>
                    <a:gd name="T22" fmla="*/ 1 w 8"/>
                    <a:gd name="T23" fmla="*/ 0 h 27"/>
                    <a:gd name="T24" fmla="*/ 1 w 8"/>
                    <a:gd name="T25" fmla="*/ 0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
                    <a:gd name="T40" fmla="*/ 0 h 27"/>
                    <a:gd name="T41" fmla="*/ 8 w 8"/>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 h="27">
                      <a:moveTo>
                        <a:pt x="8" y="13"/>
                      </a:moveTo>
                      <a:lnTo>
                        <a:pt x="8" y="21"/>
                      </a:lnTo>
                      <a:lnTo>
                        <a:pt x="7" y="24"/>
                      </a:lnTo>
                      <a:lnTo>
                        <a:pt x="5" y="27"/>
                      </a:lnTo>
                      <a:lnTo>
                        <a:pt x="2" y="25"/>
                      </a:lnTo>
                      <a:lnTo>
                        <a:pt x="1" y="22"/>
                      </a:lnTo>
                      <a:lnTo>
                        <a:pt x="0" y="20"/>
                      </a:lnTo>
                      <a:lnTo>
                        <a:pt x="0" y="3"/>
                      </a:lnTo>
                      <a:lnTo>
                        <a:pt x="2" y="0"/>
                      </a:lnTo>
                      <a:lnTo>
                        <a:pt x="6" y="4"/>
                      </a:lnTo>
                      <a:lnTo>
                        <a:pt x="7" y="6"/>
                      </a:lnTo>
                      <a:lnTo>
                        <a:pt x="7" y="9"/>
                      </a:lnTo>
                      <a:lnTo>
                        <a:pt x="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7" name="Freeform 675"/>
                <p:cNvSpPr>
                  <a:spLocks/>
                </p:cNvSpPr>
                <p:nvPr/>
              </p:nvSpPr>
              <p:spPr bwMode="auto">
                <a:xfrm>
                  <a:off x="4384" y="3563"/>
                  <a:ext cx="3" cy="8"/>
                </a:xfrm>
                <a:custGeom>
                  <a:avLst/>
                  <a:gdLst>
                    <a:gd name="T0" fmla="*/ 0 w 7"/>
                    <a:gd name="T1" fmla="*/ 1 h 16"/>
                    <a:gd name="T2" fmla="*/ 0 w 7"/>
                    <a:gd name="T3" fmla="*/ 1 h 16"/>
                    <a:gd name="T4" fmla="*/ 0 w 7"/>
                    <a:gd name="T5" fmla="*/ 1 h 16"/>
                    <a:gd name="T6" fmla="*/ 0 w 7"/>
                    <a:gd name="T7" fmla="*/ 1 h 16"/>
                    <a:gd name="T8" fmla="*/ 0 w 7"/>
                    <a:gd name="T9" fmla="*/ 0 h 16"/>
                    <a:gd name="T10" fmla="*/ 0 w 7"/>
                    <a:gd name="T11" fmla="*/ 0 h 16"/>
                    <a:gd name="T12" fmla="*/ 0 w 7"/>
                    <a:gd name="T13" fmla="*/ 1 h 16"/>
                    <a:gd name="T14" fmla="*/ 0 w 7"/>
                    <a:gd name="T15" fmla="*/ 1 h 16"/>
                    <a:gd name="T16" fmla="*/ 0 w 7"/>
                    <a:gd name="T17" fmla="*/ 1 h 16"/>
                    <a:gd name="T18" fmla="*/ 0 w 7"/>
                    <a:gd name="T19" fmla="*/ 1 h 16"/>
                    <a:gd name="T20" fmla="*/ 0 w 7"/>
                    <a:gd name="T21" fmla="*/ 1 h 16"/>
                    <a:gd name="T22" fmla="*/ 0 w 7"/>
                    <a:gd name="T23" fmla="*/ 1 h 16"/>
                    <a:gd name="T24" fmla="*/ 0 w 7"/>
                    <a:gd name="T25" fmla="*/ 1 h 16"/>
                    <a:gd name="T26" fmla="*/ 0 w 7"/>
                    <a:gd name="T27" fmla="*/ 1 h 1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
                    <a:gd name="T43" fmla="*/ 0 h 16"/>
                    <a:gd name="T44" fmla="*/ 7 w 7"/>
                    <a:gd name="T45" fmla="*/ 16 h 1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 h="16">
                      <a:moveTo>
                        <a:pt x="0" y="16"/>
                      </a:moveTo>
                      <a:lnTo>
                        <a:pt x="3" y="16"/>
                      </a:lnTo>
                      <a:lnTo>
                        <a:pt x="5" y="12"/>
                      </a:lnTo>
                      <a:lnTo>
                        <a:pt x="7" y="8"/>
                      </a:lnTo>
                      <a:lnTo>
                        <a:pt x="7" y="0"/>
                      </a:lnTo>
                      <a:lnTo>
                        <a:pt x="3" y="0"/>
                      </a:lnTo>
                      <a:lnTo>
                        <a:pt x="3" y="3"/>
                      </a:lnTo>
                      <a:lnTo>
                        <a:pt x="4" y="8"/>
                      </a:lnTo>
                      <a:lnTo>
                        <a:pt x="3" y="11"/>
                      </a:lnTo>
                      <a:lnTo>
                        <a:pt x="0" y="13"/>
                      </a:lnTo>
                      <a:lnTo>
                        <a:pt x="2" y="13"/>
                      </a:lnTo>
                      <a:lnTo>
                        <a:pt x="0" y="16"/>
                      </a:lnTo>
                      <a:lnTo>
                        <a:pt x="3" y="16"/>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8" name="Freeform 676"/>
                <p:cNvSpPr>
                  <a:spLocks/>
                </p:cNvSpPr>
                <p:nvPr/>
              </p:nvSpPr>
              <p:spPr bwMode="auto">
                <a:xfrm>
                  <a:off x="4382" y="3557"/>
                  <a:ext cx="3" cy="14"/>
                </a:xfrm>
                <a:custGeom>
                  <a:avLst/>
                  <a:gdLst>
                    <a:gd name="T0" fmla="*/ 0 w 7"/>
                    <a:gd name="T1" fmla="*/ 0 h 28"/>
                    <a:gd name="T2" fmla="*/ 0 w 7"/>
                    <a:gd name="T3" fmla="*/ 1 h 28"/>
                    <a:gd name="T4" fmla="*/ 0 w 7"/>
                    <a:gd name="T5" fmla="*/ 1 h 28"/>
                    <a:gd name="T6" fmla="*/ 0 w 7"/>
                    <a:gd name="T7" fmla="*/ 1 h 28"/>
                    <a:gd name="T8" fmla="*/ 0 w 7"/>
                    <a:gd name="T9" fmla="*/ 1 h 28"/>
                    <a:gd name="T10" fmla="*/ 0 w 7"/>
                    <a:gd name="T11" fmla="*/ 1 h 28"/>
                    <a:gd name="T12" fmla="*/ 0 w 7"/>
                    <a:gd name="T13" fmla="*/ 1 h 28"/>
                    <a:gd name="T14" fmla="*/ 0 w 7"/>
                    <a:gd name="T15" fmla="*/ 1 h 28"/>
                    <a:gd name="T16" fmla="*/ 0 w 7"/>
                    <a:gd name="T17" fmla="*/ 1 h 28"/>
                    <a:gd name="T18" fmla="*/ 0 w 7"/>
                    <a:gd name="T19" fmla="*/ 1 h 28"/>
                    <a:gd name="T20" fmla="*/ 0 w 7"/>
                    <a:gd name="T21" fmla="*/ 1 h 28"/>
                    <a:gd name="T22" fmla="*/ 0 w 7"/>
                    <a:gd name="T23" fmla="*/ 0 h 28"/>
                    <a:gd name="T24" fmla="*/ 0 w 7"/>
                    <a:gd name="T25" fmla="*/ 1 h 28"/>
                    <a:gd name="T26" fmla="*/ 0 w 7"/>
                    <a:gd name="T27" fmla="*/ 0 h 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
                    <a:gd name="T43" fmla="*/ 0 h 28"/>
                    <a:gd name="T44" fmla="*/ 7 w 7"/>
                    <a:gd name="T45" fmla="*/ 28 h 2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 h="28">
                      <a:moveTo>
                        <a:pt x="0" y="0"/>
                      </a:moveTo>
                      <a:lnTo>
                        <a:pt x="0" y="19"/>
                      </a:lnTo>
                      <a:lnTo>
                        <a:pt x="2" y="21"/>
                      </a:lnTo>
                      <a:lnTo>
                        <a:pt x="3" y="25"/>
                      </a:lnTo>
                      <a:lnTo>
                        <a:pt x="5" y="28"/>
                      </a:lnTo>
                      <a:lnTo>
                        <a:pt x="7" y="25"/>
                      </a:lnTo>
                      <a:lnTo>
                        <a:pt x="5" y="23"/>
                      </a:lnTo>
                      <a:lnTo>
                        <a:pt x="4" y="21"/>
                      </a:lnTo>
                      <a:lnTo>
                        <a:pt x="3" y="19"/>
                      </a:lnTo>
                      <a:lnTo>
                        <a:pt x="3" y="2"/>
                      </a:lnTo>
                      <a:lnTo>
                        <a:pt x="3" y="3"/>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29" name="Freeform 677"/>
                <p:cNvSpPr>
                  <a:spLocks/>
                </p:cNvSpPr>
                <p:nvPr/>
              </p:nvSpPr>
              <p:spPr bwMode="auto">
                <a:xfrm>
                  <a:off x="4382" y="3556"/>
                  <a:ext cx="2" cy="2"/>
                </a:xfrm>
                <a:custGeom>
                  <a:avLst/>
                  <a:gdLst>
                    <a:gd name="T0" fmla="*/ 0 w 5"/>
                    <a:gd name="T1" fmla="*/ 0 h 5"/>
                    <a:gd name="T2" fmla="*/ 0 w 5"/>
                    <a:gd name="T3" fmla="*/ 0 h 5"/>
                    <a:gd name="T4" fmla="*/ 0 w 5"/>
                    <a:gd name="T5" fmla="*/ 0 h 5"/>
                    <a:gd name="T6" fmla="*/ 0 w 5"/>
                    <a:gd name="T7" fmla="*/ 0 h 5"/>
                    <a:gd name="T8" fmla="*/ 0 w 5"/>
                    <a:gd name="T9" fmla="*/ 0 h 5"/>
                    <a:gd name="T10" fmla="*/ 0 w 5"/>
                    <a:gd name="T11" fmla="*/ 0 h 5"/>
                    <a:gd name="T12" fmla="*/ 0 w 5"/>
                    <a:gd name="T13" fmla="*/ 0 h 5"/>
                    <a:gd name="T14" fmla="*/ 0 w 5"/>
                    <a:gd name="T15" fmla="*/ 0 h 5"/>
                    <a:gd name="T16" fmla="*/ 0 w 5"/>
                    <a:gd name="T17" fmla="*/ 0 h 5"/>
                    <a:gd name="T18" fmla="*/ 0 w 5"/>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5"/>
                    <a:gd name="T32" fmla="*/ 5 w 5"/>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5">
                      <a:moveTo>
                        <a:pt x="5" y="1"/>
                      </a:moveTo>
                      <a:lnTo>
                        <a:pt x="4" y="0"/>
                      </a:lnTo>
                      <a:lnTo>
                        <a:pt x="2" y="2"/>
                      </a:lnTo>
                      <a:lnTo>
                        <a:pt x="0" y="2"/>
                      </a:lnTo>
                      <a:lnTo>
                        <a:pt x="3" y="5"/>
                      </a:lnTo>
                      <a:lnTo>
                        <a:pt x="4" y="4"/>
                      </a:lnTo>
                      <a:lnTo>
                        <a:pt x="4" y="2"/>
                      </a:lnTo>
                      <a:lnTo>
                        <a:pt x="5" y="2"/>
                      </a:lnTo>
                      <a:lnTo>
                        <a:pt x="4" y="2"/>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0" name="Freeform 678"/>
                <p:cNvSpPr>
                  <a:spLocks/>
                </p:cNvSpPr>
                <p:nvPr/>
              </p:nvSpPr>
              <p:spPr bwMode="auto">
                <a:xfrm>
                  <a:off x="4384" y="3557"/>
                  <a:ext cx="3" cy="6"/>
                </a:xfrm>
                <a:custGeom>
                  <a:avLst/>
                  <a:gdLst>
                    <a:gd name="T0" fmla="*/ 0 w 8"/>
                    <a:gd name="T1" fmla="*/ 0 h 13"/>
                    <a:gd name="T2" fmla="*/ 0 w 8"/>
                    <a:gd name="T3" fmla="*/ 0 h 13"/>
                    <a:gd name="T4" fmla="*/ 0 w 8"/>
                    <a:gd name="T5" fmla="*/ 0 h 13"/>
                    <a:gd name="T6" fmla="*/ 0 w 8"/>
                    <a:gd name="T7" fmla="*/ 0 h 13"/>
                    <a:gd name="T8" fmla="*/ 0 w 8"/>
                    <a:gd name="T9" fmla="*/ 0 h 13"/>
                    <a:gd name="T10" fmla="*/ 0 w 8"/>
                    <a:gd name="T11" fmla="*/ 0 h 13"/>
                    <a:gd name="T12" fmla="*/ 0 w 8"/>
                    <a:gd name="T13" fmla="*/ 0 h 13"/>
                    <a:gd name="T14" fmla="*/ 0 w 8"/>
                    <a:gd name="T15" fmla="*/ 0 h 13"/>
                    <a:gd name="T16" fmla="*/ 0 w 8"/>
                    <a:gd name="T17" fmla="*/ 0 h 13"/>
                    <a:gd name="T18" fmla="*/ 0 w 8"/>
                    <a:gd name="T19" fmla="*/ 0 h 13"/>
                    <a:gd name="T20" fmla="*/ 0 w 8"/>
                    <a:gd name="T21" fmla="*/ 0 h 13"/>
                    <a:gd name="T22" fmla="*/ 0 w 8"/>
                    <a:gd name="T23" fmla="*/ 0 h 1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3"/>
                    <a:gd name="T38" fmla="*/ 8 w 8"/>
                    <a:gd name="T39" fmla="*/ 13 h 1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3">
                      <a:moveTo>
                        <a:pt x="8" y="13"/>
                      </a:moveTo>
                      <a:lnTo>
                        <a:pt x="6" y="9"/>
                      </a:lnTo>
                      <a:lnTo>
                        <a:pt x="6" y="6"/>
                      </a:lnTo>
                      <a:lnTo>
                        <a:pt x="4" y="3"/>
                      </a:lnTo>
                      <a:lnTo>
                        <a:pt x="1" y="0"/>
                      </a:lnTo>
                      <a:lnTo>
                        <a:pt x="0" y="1"/>
                      </a:lnTo>
                      <a:lnTo>
                        <a:pt x="3" y="4"/>
                      </a:lnTo>
                      <a:lnTo>
                        <a:pt x="4" y="6"/>
                      </a:lnTo>
                      <a:lnTo>
                        <a:pt x="4" y="10"/>
                      </a:lnTo>
                      <a:lnTo>
                        <a:pt x="5" y="13"/>
                      </a:lnTo>
                      <a:lnTo>
                        <a:pt x="4" y="13"/>
                      </a:lnTo>
                      <a:lnTo>
                        <a:pt x="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1" name="Freeform 679"/>
                <p:cNvSpPr>
                  <a:spLocks/>
                </p:cNvSpPr>
                <p:nvPr/>
              </p:nvSpPr>
              <p:spPr bwMode="auto">
                <a:xfrm>
                  <a:off x="4532" y="3558"/>
                  <a:ext cx="88" cy="20"/>
                </a:xfrm>
                <a:custGeom>
                  <a:avLst/>
                  <a:gdLst>
                    <a:gd name="T0" fmla="*/ 6 w 176"/>
                    <a:gd name="T1" fmla="*/ 1 h 40"/>
                    <a:gd name="T2" fmla="*/ 6 w 176"/>
                    <a:gd name="T3" fmla="*/ 1 h 40"/>
                    <a:gd name="T4" fmla="*/ 5 w 176"/>
                    <a:gd name="T5" fmla="*/ 1 h 40"/>
                    <a:gd name="T6" fmla="*/ 5 w 176"/>
                    <a:gd name="T7" fmla="*/ 1 h 40"/>
                    <a:gd name="T8" fmla="*/ 5 w 176"/>
                    <a:gd name="T9" fmla="*/ 1 h 40"/>
                    <a:gd name="T10" fmla="*/ 5 w 176"/>
                    <a:gd name="T11" fmla="*/ 1 h 40"/>
                    <a:gd name="T12" fmla="*/ 4 w 176"/>
                    <a:gd name="T13" fmla="*/ 1 h 40"/>
                    <a:gd name="T14" fmla="*/ 4 w 176"/>
                    <a:gd name="T15" fmla="*/ 1 h 40"/>
                    <a:gd name="T16" fmla="*/ 4 w 176"/>
                    <a:gd name="T17" fmla="*/ 1 h 40"/>
                    <a:gd name="T18" fmla="*/ 3 w 176"/>
                    <a:gd name="T19" fmla="*/ 1 h 40"/>
                    <a:gd name="T20" fmla="*/ 3 w 176"/>
                    <a:gd name="T21" fmla="*/ 1 h 40"/>
                    <a:gd name="T22" fmla="*/ 3 w 176"/>
                    <a:gd name="T23" fmla="*/ 1 h 40"/>
                    <a:gd name="T24" fmla="*/ 2 w 176"/>
                    <a:gd name="T25" fmla="*/ 2 h 40"/>
                    <a:gd name="T26" fmla="*/ 2 w 176"/>
                    <a:gd name="T27" fmla="*/ 2 h 40"/>
                    <a:gd name="T28" fmla="*/ 2 w 176"/>
                    <a:gd name="T29" fmla="*/ 2 h 40"/>
                    <a:gd name="T30" fmla="*/ 1 w 176"/>
                    <a:gd name="T31" fmla="*/ 2 h 40"/>
                    <a:gd name="T32" fmla="*/ 1 w 176"/>
                    <a:gd name="T33" fmla="*/ 2 h 40"/>
                    <a:gd name="T34" fmla="*/ 1 w 176"/>
                    <a:gd name="T35" fmla="*/ 2 h 40"/>
                    <a:gd name="T36" fmla="*/ 1 w 176"/>
                    <a:gd name="T37" fmla="*/ 2 h 40"/>
                    <a:gd name="T38" fmla="*/ 1 w 176"/>
                    <a:gd name="T39" fmla="*/ 1 h 40"/>
                    <a:gd name="T40" fmla="*/ 1 w 176"/>
                    <a:gd name="T41" fmla="*/ 1 h 40"/>
                    <a:gd name="T42" fmla="*/ 1 w 176"/>
                    <a:gd name="T43" fmla="*/ 1 h 40"/>
                    <a:gd name="T44" fmla="*/ 1 w 176"/>
                    <a:gd name="T45" fmla="*/ 1 h 40"/>
                    <a:gd name="T46" fmla="*/ 1 w 176"/>
                    <a:gd name="T47" fmla="*/ 1 h 40"/>
                    <a:gd name="T48" fmla="*/ 2 w 176"/>
                    <a:gd name="T49" fmla="*/ 1 h 40"/>
                    <a:gd name="T50" fmla="*/ 2 w 176"/>
                    <a:gd name="T51" fmla="*/ 1 h 40"/>
                    <a:gd name="T52" fmla="*/ 3 w 176"/>
                    <a:gd name="T53" fmla="*/ 1 h 40"/>
                    <a:gd name="T54" fmla="*/ 3 w 176"/>
                    <a:gd name="T55" fmla="*/ 1 h 40"/>
                    <a:gd name="T56" fmla="*/ 3 w 176"/>
                    <a:gd name="T57" fmla="*/ 1 h 40"/>
                    <a:gd name="T58" fmla="*/ 3 w 176"/>
                    <a:gd name="T59" fmla="*/ 1 h 40"/>
                    <a:gd name="T60" fmla="*/ 4 w 176"/>
                    <a:gd name="T61" fmla="*/ 1 h 40"/>
                    <a:gd name="T62" fmla="*/ 4 w 176"/>
                    <a:gd name="T63" fmla="*/ 1 h 40"/>
                    <a:gd name="T64" fmla="*/ 5 w 176"/>
                    <a:gd name="T65" fmla="*/ 1 h 40"/>
                    <a:gd name="T66" fmla="*/ 6 w 176"/>
                    <a:gd name="T67" fmla="*/ 0 h 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6"/>
                    <a:gd name="T103" fmla="*/ 0 h 40"/>
                    <a:gd name="T104" fmla="*/ 176 w 176"/>
                    <a:gd name="T105" fmla="*/ 40 h 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6" h="40">
                      <a:moveTo>
                        <a:pt x="176" y="0"/>
                      </a:moveTo>
                      <a:lnTo>
                        <a:pt x="169" y="7"/>
                      </a:lnTo>
                      <a:lnTo>
                        <a:pt x="166" y="11"/>
                      </a:lnTo>
                      <a:lnTo>
                        <a:pt x="165" y="13"/>
                      </a:lnTo>
                      <a:lnTo>
                        <a:pt x="163" y="16"/>
                      </a:lnTo>
                      <a:lnTo>
                        <a:pt x="160" y="19"/>
                      </a:lnTo>
                      <a:lnTo>
                        <a:pt x="159" y="22"/>
                      </a:lnTo>
                      <a:lnTo>
                        <a:pt x="154" y="22"/>
                      </a:lnTo>
                      <a:lnTo>
                        <a:pt x="149" y="23"/>
                      </a:lnTo>
                      <a:lnTo>
                        <a:pt x="144" y="23"/>
                      </a:lnTo>
                      <a:lnTo>
                        <a:pt x="138" y="24"/>
                      </a:lnTo>
                      <a:lnTo>
                        <a:pt x="133" y="24"/>
                      </a:lnTo>
                      <a:lnTo>
                        <a:pt x="129" y="26"/>
                      </a:lnTo>
                      <a:lnTo>
                        <a:pt x="124" y="26"/>
                      </a:lnTo>
                      <a:lnTo>
                        <a:pt x="118" y="27"/>
                      </a:lnTo>
                      <a:lnTo>
                        <a:pt x="115" y="27"/>
                      </a:lnTo>
                      <a:lnTo>
                        <a:pt x="108" y="28"/>
                      </a:lnTo>
                      <a:lnTo>
                        <a:pt x="105" y="28"/>
                      </a:lnTo>
                      <a:lnTo>
                        <a:pt x="99" y="29"/>
                      </a:lnTo>
                      <a:lnTo>
                        <a:pt x="94" y="29"/>
                      </a:lnTo>
                      <a:lnTo>
                        <a:pt x="90" y="30"/>
                      </a:lnTo>
                      <a:lnTo>
                        <a:pt x="84" y="30"/>
                      </a:lnTo>
                      <a:lnTo>
                        <a:pt x="79" y="32"/>
                      </a:lnTo>
                      <a:lnTo>
                        <a:pt x="74" y="32"/>
                      </a:lnTo>
                      <a:lnTo>
                        <a:pt x="69" y="33"/>
                      </a:lnTo>
                      <a:lnTo>
                        <a:pt x="64" y="33"/>
                      </a:lnTo>
                      <a:lnTo>
                        <a:pt x="59" y="34"/>
                      </a:lnTo>
                      <a:lnTo>
                        <a:pt x="54" y="34"/>
                      </a:lnTo>
                      <a:lnTo>
                        <a:pt x="49" y="35"/>
                      </a:lnTo>
                      <a:lnTo>
                        <a:pt x="44" y="35"/>
                      </a:lnTo>
                      <a:lnTo>
                        <a:pt x="39" y="37"/>
                      </a:lnTo>
                      <a:lnTo>
                        <a:pt x="30" y="37"/>
                      </a:lnTo>
                      <a:lnTo>
                        <a:pt x="25" y="38"/>
                      </a:lnTo>
                      <a:lnTo>
                        <a:pt x="20" y="39"/>
                      </a:lnTo>
                      <a:lnTo>
                        <a:pt x="10" y="39"/>
                      </a:lnTo>
                      <a:lnTo>
                        <a:pt x="5" y="40"/>
                      </a:lnTo>
                      <a:lnTo>
                        <a:pt x="0" y="40"/>
                      </a:lnTo>
                      <a:lnTo>
                        <a:pt x="3" y="38"/>
                      </a:lnTo>
                      <a:lnTo>
                        <a:pt x="4" y="35"/>
                      </a:lnTo>
                      <a:lnTo>
                        <a:pt x="5" y="32"/>
                      </a:lnTo>
                      <a:lnTo>
                        <a:pt x="6" y="28"/>
                      </a:lnTo>
                      <a:lnTo>
                        <a:pt x="7" y="24"/>
                      </a:lnTo>
                      <a:lnTo>
                        <a:pt x="9" y="21"/>
                      </a:lnTo>
                      <a:lnTo>
                        <a:pt x="11" y="19"/>
                      </a:lnTo>
                      <a:lnTo>
                        <a:pt x="15" y="17"/>
                      </a:lnTo>
                      <a:lnTo>
                        <a:pt x="17" y="13"/>
                      </a:lnTo>
                      <a:lnTo>
                        <a:pt x="27" y="13"/>
                      </a:lnTo>
                      <a:lnTo>
                        <a:pt x="31" y="12"/>
                      </a:lnTo>
                      <a:lnTo>
                        <a:pt x="41" y="12"/>
                      </a:lnTo>
                      <a:lnTo>
                        <a:pt x="44" y="11"/>
                      </a:lnTo>
                      <a:lnTo>
                        <a:pt x="53" y="11"/>
                      </a:lnTo>
                      <a:lnTo>
                        <a:pt x="58" y="10"/>
                      </a:lnTo>
                      <a:lnTo>
                        <a:pt x="63" y="10"/>
                      </a:lnTo>
                      <a:lnTo>
                        <a:pt x="67" y="8"/>
                      </a:lnTo>
                      <a:lnTo>
                        <a:pt x="75" y="8"/>
                      </a:lnTo>
                      <a:lnTo>
                        <a:pt x="80" y="7"/>
                      </a:lnTo>
                      <a:lnTo>
                        <a:pt x="84" y="7"/>
                      </a:lnTo>
                      <a:lnTo>
                        <a:pt x="89" y="6"/>
                      </a:lnTo>
                      <a:lnTo>
                        <a:pt x="97" y="6"/>
                      </a:lnTo>
                      <a:lnTo>
                        <a:pt x="102" y="5"/>
                      </a:lnTo>
                      <a:lnTo>
                        <a:pt x="111" y="5"/>
                      </a:lnTo>
                      <a:lnTo>
                        <a:pt x="115" y="3"/>
                      </a:lnTo>
                      <a:lnTo>
                        <a:pt x="124" y="3"/>
                      </a:lnTo>
                      <a:lnTo>
                        <a:pt x="128" y="2"/>
                      </a:lnTo>
                      <a:lnTo>
                        <a:pt x="142" y="2"/>
                      </a:lnTo>
                      <a:lnTo>
                        <a:pt x="147" y="1"/>
                      </a:lnTo>
                      <a:lnTo>
                        <a:pt x="166" y="1"/>
                      </a:lnTo>
                      <a:lnTo>
                        <a:pt x="168" y="0"/>
                      </a:lnTo>
                      <a:lnTo>
                        <a:pt x="176" y="0"/>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2" name="Freeform 680"/>
                <p:cNvSpPr>
                  <a:spLocks/>
                </p:cNvSpPr>
                <p:nvPr/>
              </p:nvSpPr>
              <p:spPr bwMode="auto">
                <a:xfrm>
                  <a:off x="4611" y="3557"/>
                  <a:ext cx="10" cy="13"/>
                </a:xfrm>
                <a:custGeom>
                  <a:avLst/>
                  <a:gdLst>
                    <a:gd name="T0" fmla="*/ 1 w 19"/>
                    <a:gd name="T1" fmla="*/ 1 h 25"/>
                    <a:gd name="T2" fmla="*/ 1 w 19"/>
                    <a:gd name="T3" fmla="*/ 1 h 25"/>
                    <a:gd name="T4" fmla="*/ 1 w 19"/>
                    <a:gd name="T5" fmla="*/ 1 h 25"/>
                    <a:gd name="T6" fmla="*/ 1 w 19"/>
                    <a:gd name="T7" fmla="*/ 1 h 25"/>
                    <a:gd name="T8" fmla="*/ 1 w 19"/>
                    <a:gd name="T9" fmla="*/ 1 h 25"/>
                    <a:gd name="T10" fmla="*/ 1 w 19"/>
                    <a:gd name="T11" fmla="*/ 0 h 25"/>
                    <a:gd name="T12" fmla="*/ 1 w 19"/>
                    <a:gd name="T13" fmla="*/ 1 h 25"/>
                    <a:gd name="T14" fmla="*/ 1 w 19"/>
                    <a:gd name="T15" fmla="*/ 1 h 25"/>
                    <a:gd name="T16" fmla="*/ 1 w 19"/>
                    <a:gd name="T17" fmla="*/ 1 h 25"/>
                    <a:gd name="T18" fmla="*/ 1 w 19"/>
                    <a:gd name="T19" fmla="*/ 1 h 25"/>
                    <a:gd name="T20" fmla="*/ 1 w 19"/>
                    <a:gd name="T21" fmla="*/ 1 h 25"/>
                    <a:gd name="T22" fmla="*/ 1 w 19"/>
                    <a:gd name="T23" fmla="*/ 1 h 25"/>
                    <a:gd name="T24" fmla="*/ 0 w 19"/>
                    <a:gd name="T25" fmla="*/ 1 h 25"/>
                    <a:gd name="T26" fmla="*/ 1 w 19"/>
                    <a:gd name="T27" fmla="*/ 1 h 25"/>
                    <a:gd name="T28" fmla="*/ 1 w 19"/>
                    <a:gd name="T29" fmla="*/ 1 h 25"/>
                    <a:gd name="T30" fmla="*/ 1 w 19"/>
                    <a:gd name="T31" fmla="*/ 1 h 25"/>
                    <a:gd name="T32" fmla="*/ 1 w 19"/>
                    <a:gd name="T33" fmla="*/ 1 h 2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9"/>
                    <a:gd name="T52" fmla="*/ 0 h 25"/>
                    <a:gd name="T53" fmla="*/ 19 w 19"/>
                    <a:gd name="T54" fmla="*/ 25 h 2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9" h="25">
                      <a:moveTo>
                        <a:pt x="1" y="25"/>
                      </a:moveTo>
                      <a:lnTo>
                        <a:pt x="1" y="24"/>
                      </a:lnTo>
                      <a:lnTo>
                        <a:pt x="6" y="19"/>
                      </a:lnTo>
                      <a:lnTo>
                        <a:pt x="7" y="15"/>
                      </a:lnTo>
                      <a:lnTo>
                        <a:pt x="19" y="3"/>
                      </a:lnTo>
                      <a:lnTo>
                        <a:pt x="17" y="0"/>
                      </a:lnTo>
                      <a:lnTo>
                        <a:pt x="15" y="4"/>
                      </a:lnTo>
                      <a:lnTo>
                        <a:pt x="10" y="9"/>
                      </a:lnTo>
                      <a:lnTo>
                        <a:pt x="8" y="12"/>
                      </a:lnTo>
                      <a:lnTo>
                        <a:pt x="6" y="14"/>
                      </a:lnTo>
                      <a:lnTo>
                        <a:pt x="3" y="18"/>
                      </a:lnTo>
                      <a:lnTo>
                        <a:pt x="1" y="20"/>
                      </a:lnTo>
                      <a:lnTo>
                        <a:pt x="0" y="23"/>
                      </a:lnTo>
                      <a:lnTo>
                        <a:pt x="1" y="23"/>
                      </a:lnTo>
                      <a:lnTo>
                        <a:pt x="1" y="25"/>
                      </a:lnTo>
                      <a:lnTo>
                        <a:pt x="1" y="24"/>
                      </a:lnTo>
                      <a:lnTo>
                        <a:pt x="1"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3" name="Freeform 681"/>
                <p:cNvSpPr>
                  <a:spLocks/>
                </p:cNvSpPr>
                <p:nvPr/>
              </p:nvSpPr>
              <p:spPr bwMode="auto">
                <a:xfrm>
                  <a:off x="4530" y="3568"/>
                  <a:ext cx="81" cy="11"/>
                </a:xfrm>
                <a:custGeom>
                  <a:avLst/>
                  <a:gdLst>
                    <a:gd name="T0" fmla="*/ 0 w 163"/>
                    <a:gd name="T1" fmla="*/ 1 h 22"/>
                    <a:gd name="T2" fmla="*/ 0 w 163"/>
                    <a:gd name="T3" fmla="*/ 1 h 22"/>
                    <a:gd name="T4" fmla="*/ 0 w 163"/>
                    <a:gd name="T5" fmla="*/ 1 h 22"/>
                    <a:gd name="T6" fmla="*/ 1 w 163"/>
                    <a:gd name="T7" fmla="*/ 1 h 22"/>
                    <a:gd name="T8" fmla="*/ 1 w 163"/>
                    <a:gd name="T9" fmla="*/ 1 h 22"/>
                    <a:gd name="T10" fmla="*/ 1 w 163"/>
                    <a:gd name="T11" fmla="*/ 1 h 22"/>
                    <a:gd name="T12" fmla="*/ 2 w 163"/>
                    <a:gd name="T13" fmla="*/ 1 h 22"/>
                    <a:gd name="T14" fmla="*/ 2 w 163"/>
                    <a:gd name="T15" fmla="*/ 1 h 22"/>
                    <a:gd name="T16" fmla="*/ 2 w 163"/>
                    <a:gd name="T17" fmla="*/ 1 h 22"/>
                    <a:gd name="T18" fmla="*/ 3 w 163"/>
                    <a:gd name="T19" fmla="*/ 1 h 22"/>
                    <a:gd name="T20" fmla="*/ 3 w 163"/>
                    <a:gd name="T21" fmla="*/ 1 h 22"/>
                    <a:gd name="T22" fmla="*/ 3 w 163"/>
                    <a:gd name="T23" fmla="*/ 1 h 22"/>
                    <a:gd name="T24" fmla="*/ 4 w 163"/>
                    <a:gd name="T25" fmla="*/ 1 h 22"/>
                    <a:gd name="T26" fmla="*/ 4 w 163"/>
                    <a:gd name="T27" fmla="*/ 1 h 22"/>
                    <a:gd name="T28" fmla="*/ 4 w 163"/>
                    <a:gd name="T29" fmla="*/ 1 h 22"/>
                    <a:gd name="T30" fmla="*/ 4 w 163"/>
                    <a:gd name="T31" fmla="*/ 1 h 22"/>
                    <a:gd name="T32" fmla="*/ 5 w 163"/>
                    <a:gd name="T33" fmla="*/ 0 h 22"/>
                    <a:gd name="T34" fmla="*/ 4 w 163"/>
                    <a:gd name="T35" fmla="*/ 1 h 22"/>
                    <a:gd name="T36" fmla="*/ 4 w 163"/>
                    <a:gd name="T37" fmla="*/ 1 h 22"/>
                    <a:gd name="T38" fmla="*/ 4 w 163"/>
                    <a:gd name="T39" fmla="*/ 1 h 22"/>
                    <a:gd name="T40" fmla="*/ 3 w 163"/>
                    <a:gd name="T41" fmla="*/ 1 h 22"/>
                    <a:gd name="T42" fmla="*/ 3 w 163"/>
                    <a:gd name="T43" fmla="*/ 1 h 22"/>
                    <a:gd name="T44" fmla="*/ 3 w 163"/>
                    <a:gd name="T45" fmla="*/ 1 h 22"/>
                    <a:gd name="T46" fmla="*/ 2 w 163"/>
                    <a:gd name="T47" fmla="*/ 1 h 22"/>
                    <a:gd name="T48" fmla="*/ 2 w 163"/>
                    <a:gd name="T49" fmla="*/ 1 h 22"/>
                    <a:gd name="T50" fmla="*/ 2 w 163"/>
                    <a:gd name="T51" fmla="*/ 1 h 22"/>
                    <a:gd name="T52" fmla="*/ 1 w 163"/>
                    <a:gd name="T53" fmla="*/ 1 h 22"/>
                    <a:gd name="T54" fmla="*/ 1 w 163"/>
                    <a:gd name="T55" fmla="*/ 1 h 22"/>
                    <a:gd name="T56" fmla="*/ 1 w 163"/>
                    <a:gd name="T57" fmla="*/ 1 h 22"/>
                    <a:gd name="T58" fmla="*/ 0 w 163"/>
                    <a:gd name="T59" fmla="*/ 1 h 22"/>
                    <a:gd name="T60" fmla="*/ 0 w 163"/>
                    <a:gd name="T61" fmla="*/ 1 h 22"/>
                    <a:gd name="T62" fmla="*/ 0 w 163"/>
                    <a:gd name="T63" fmla="*/ 1 h 22"/>
                    <a:gd name="T64" fmla="*/ 0 w 163"/>
                    <a:gd name="T65" fmla="*/ 1 h 22"/>
                    <a:gd name="T66" fmla="*/ 0 w 163"/>
                    <a:gd name="T67" fmla="*/ 1 h 2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3"/>
                    <a:gd name="T103" fmla="*/ 0 h 22"/>
                    <a:gd name="T104" fmla="*/ 163 w 163"/>
                    <a:gd name="T105" fmla="*/ 22 h 2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3" h="22">
                      <a:moveTo>
                        <a:pt x="4" y="18"/>
                      </a:moveTo>
                      <a:lnTo>
                        <a:pt x="4" y="21"/>
                      </a:lnTo>
                      <a:lnTo>
                        <a:pt x="9" y="21"/>
                      </a:lnTo>
                      <a:lnTo>
                        <a:pt x="14" y="19"/>
                      </a:lnTo>
                      <a:lnTo>
                        <a:pt x="19" y="19"/>
                      </a:lnTo>
                      <a:lnTo>
                        <a:pt x="24" y="18"/>
                      </a:lnTo>
                      <a:lnTo>
                        <a:pt x="34" y="18"/>
                      </a:lnTo>
                      <a:lnTo>
                        <a:pt x="39" y="17"/>
                      </a:lnTo>
                      <a:lnTo>
                        <a:pt x="43" y="17"/>
                      </a:lnTo>
                      <a:lnTo>
                        <a:pt x="48" y="16"/>
                      </a:lnTo>
                      <a:lnTo>
                        <a:pt x="53" y="16"/>
                      </a:lnTo>
                      <a:lnTo>
                        <a:pt x="58" y="14"/>
                      </a:lnTo>
                      <a:lnTo>
                        <a:pt x="63" y="14"/>
                      </a:lnTo>
                      <a:lnTo>
                        <a:pt x="68" y="13"/>
                      </a:lnTo>
                      <a:lnTo>
                        <a:pt x="73" y="13"/>
                      </a:lnTo>
                      <a:lnTo>
                        <a:pt x="78" y="12"/>
                      </a:lnTo>
                      <a:lnTo>
                        <a:pt x="83" y="12"/>
                      </a:lnTo>
                      <a:lnTo>
                        <a:pt x="88" y="11"/>
                      </a:lnTo>
                      <a:lnTo>
                        <a:pt x="94" y="11"/>
                      </a:lnTo>
                      <a:lnTo>
                        <a:pt x="98" y="9"/>
                      </a:lnTo>
                      <a:lnTo>
                        <a:pt x="103" y="9"/>
                      </a:lnTo>
                      <a:lnTo>
                        <a:pt x="109" y="8"/>
                      </a:lnTo>
                      <a:lnTo>
                        <a:pt x="112" y="8"/>
                      </a:lnTo>
                      <a:lnTo>
                        <a:pt x="119" y="7"/>
                      </a:lnTo>
                      <a:lnTo>
                        <a:pt x="122" y="7"/>
                      </a:lnTo>
                      <a:lnTo>
                        <a:pt x="128" y="6"/>
                      </a:lnTo>
                      <a:lnTo>
                        <a:pt x="133" y="6"/>
                      </a:lnTo>
                      <a:lnTo>
                        <a:pt x="137" y="5"/>
                      </a:lnTo>
                      <a:lnTo>
                        <a:pt x="142" y="5"/>
                      </a:lnTo>
                      <a:lnTo>
                        <a:pt x="148" y="3"/>
                      </a:lnTo>
                      <a:lnTo>
                        <a:pt x="153" y="3"/>
                      </a:lnTo>
                      <a:lnTo>
                        <a:pt x="158" y="2"/>
                      </a:lnTo>
                      <a:lnTo>
                        <a:pt x="163" y="2"/>
                      </a:lnTo>
                      <a:lnTo>
                        <a:pt x="163" y="0"/>
                      </a:lnTo>
                      <a:lnTo>
                        <a:pt x="158" y="0"/>
                      </a:lnTo>
                      <a:lnTo>
                        <a:pt x="153" y="1"/>
                      </a:lnTo>
                      <a:lnTo>
                        <a:pt x="148" y="1"/>
                      </a:lnTo>
                      <a:lnTo>
                        <a:pt x="142" y="2"/>
                      </a:lnTo>
                      <a:lnTo>
                        <a:pt x="137" y="2"/>
                      </a:lnTo>
                      <a:lnTo>
                        <a:pt x="133" y="3"/>
                      </a:lnTo>
                      <a:lnTo>
                        <a:pt x="128" y="3"/>
                      </a:lnTo>
                      <a:lnTo>
                        <a:pt x="122" y="5"/>
                      </a:lnTo>
                      <a:lnTo>
                        <a:pt x="119" y="5"/>
                      </a:lnTo>
                      <a:lnTo>
                        <a:pt x="112" y="6"/>
                      </a:lnTo>
                      <a:lnTo>
                        <a:pt x="109" y="6"/>
                      </a:lnTo>
                      <a:lnTo>
                        <a:pt x="103" y="7"/>
                      </a:lnTo>
                      <a:lnTo>
                        <a:pt x="98" y="7"/>
                      </a:lnTo>
                      <a:lnTo>
                        <a:pt x="94" y="8"/>
                      </a:lnTo>
                      <a:lnTo>
                        <a:pt x="88" y="8"/>
                      </a:lnTo>
                      <a:lnTo>
                        <a:pt x="83" y="9"/>
                      </a:lnTo>
                      <a:lnTo>
                        <a:pt x="78" y="9"/>
                      </a:lnTo>
                      <a:lnTo>
                        <a:pt x="73" y="11"/>
                      </a:lnTo>
                      <a:lnTo>
                        <a:pt x="68" y="11"/>
                      </a:lnTo>
                      <a:lnTo>
                        <a:pt x="63" y="12"/>
                      </a:lnTo>
                      <a:lnTo>
                        <a:pt x="58" y="12"/>
                      </a:lnTo>
                      <a:lnTo>
                        <a:pt x="53" y="13"/>
                      </a:lnTo>
                      <a:lnTo>
                        <a:pt x="48" y="13"/>
                      </a:lnTo>
                      <a:lnTo>
                        <a:pt x="43" y="14"/>
                      </a:lnTo>
                      <a:lnTo>
                        <a:pt x="34" y="14"/>
                      </a:lnTo>
                      <a:lnTo>
                        <a:pt x="29" y="16"/>
                      </a:lnTo>
                      <a:lnTo>
                        <a:pt x="24" y="16"/>
                      </a:lnTo>
                      <a:lnTo>
                        <a:pt x="19" y="17"/>
                      </a:lnTo>
                      <a:lnTo>
                        <a:pt x="14" y="18"/>
                      </a:lnTo>
                      <a:lnTo>
                        <a:pt x="4" y="18"/>
                      </a:lnTo>
                      <a:lnTo>
                        <a:pt x="5" y="21"/>
                      </a:lnTo>
                      <a:lnTo>
                        <a:pt x="4" y="18"/>
                      </a:lnTo>
                      <a:lnTo>
                        <a:pt x="0" y="22"/>
                      </a:lnTo>
                      <a:lnTo>
                        <a:pt x="4" y="21"/>
                      </a:lnTo>
                      <a:lnTo>
                        <a:pt x="4"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4" name="Freeform 682"/>
                <p:cNvSpPr>
                  <a:spLocks/>
                </p:cNvSpPr>
                <p:nvPr/>
              </p:nvSpPr>
              <p:spPr bwMode="auto">
                <a:xfrm>
                  <a:off x="4532" y="3566"/>
                  <a:ext cx="8" cy="13"/>
                </a:xfrm>
                <a:custGeom>
                  <a:avLst/>
                  <a:gdLst>
                    <a:gd name="T0" fmla="*/ 1 w 16"/>
                    <a:gd name="T1" fmla="*/ 0 h 26"/>
                    <a:gd name="T2" fmla="*/ 1 w 16"/>
                    <a:gd name="T3" fmla="*/ 0 h 26"/>
                    <a:gd name="T4" fmla="*/ 1 w 16"/>
                    <a:gd name="T5" fmla="*/ 1 h 26"/>
                    <a:gd name="T6" fmla="*/ 1 w 16"/>
                    <a:gd name="T7" fmla="*/ 1 h 26"/>
                    <a:gd name="T8" fmla="*/ 1 w 16"/>
                    <a:gd name="T9" fmla="*/ 1 h 26"/>
                    <a:gd name="T10" fmla="*/ 1 w 16"/>
                    <a:gd name="T11" fmla="*/ 1 h 26"/>
                    <a:gd name="T12" fmla="*/ 1 w 16"/>
                    <a:gd name="T13" fmla="*/ 1 h 26"/>
                    <a:gd name="T14" fmla="*/ 1 w 16"/>
                    <a:gd name="T15" fmla="*/ 1 h 26"/>
                    <a:gd name="T16" fmla="*/ 1 w 16"/>
                    <a:gd name="T17" fmla="*/ 1 h 26"/>
                    <a:gd name="T18" fmla="*/ 0 w 16"/>
                    <a:gd name="T19" fmla="*/ 1 h 26"/>
                    <a:gd name="T20" fmla="*/ 1 w 16"/>
                    <a:gd name="T21" fmla="*/ 1 h 26"/>
                    <a:gd name="T22" fmla="*/ 1 w 16"/>
                    <a:gd name="T23" fmla="*/ 1 h 26"/>
                    <a:gd name="T24" fmla="*/ 1 w 16"/>
                    <a:gd name="T25" fmla="*/ 1 h 26"/>
                    <a:gd name="T26" fmla="*/ 1 w 16"/>
                    <a:gd name="T27" fmla="*/ 1 h 26"/>
                    <a:gd name="T28" fmla="*/ 1 w 16"/>
                    <a:gd name="T29" fmla="*/ 1 h 26"/>
                    <a:gd name="T30" fmla="*/ 1 w 16"/>
                    <a:gd name="T31" fmla="*/ 1 h 26"/>
                    <a:gd name="T32" fmla="*/ 1 w 16"/>
                    <a:gd name="T33" fmla="*/ 1 h 26"/>
                    <a:gd name="T34" fmla="*/ 1 w 16"/>
                    <a:gd name="T35" fmla="*/ 1 h 26"/>
                    <a:gd name="T36" fmla="*/ 1 w 16"/>
                    <a:gd name="T37" fmla="*/ 1 h 26"/>
                    <a:gd name="T38" fmla="*/ 1 w 16"/>
                    <a:gd name="T39" fmla="*/ 1 h 26"/>
                    <a:gd name="T40" fmla="*/ 1 w 16"/>
                    <a:gd name="T41" fmla="*/ 1 h 26"/>
                    <a:gd name="T42" fmla="*/ 1 w 16"/>
                    <a:gd name="T43" fmla="*/ 1 h 26"/>
                    <a:gd name="T44" fmla="*/ 1 w 16"/>
                    <a:gd name="T45" fmla="*/ 0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
                    <a:gd name="T70" fmla="*/ 0 h 26"/>
                    <a:gd name="T71" fmla="*/ 16 w 16"/>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 h="26">
                      <a:moveTo>
                        <a:pt x="14" y="0"/>
                      </a:moveTo>
                      <a:lnTo>
                        <a:pt x="15" y="0"/>
                      </a:lnTo>
                      <a:lnTo>
                        <a:pt x="10" y="2"/>
                      </a:lnTo>
                      <a:lnTo>
                        <a:pt x="7" y="5"/>
                      </a:lnTo>
                      <a:lnTo>
                        <a:pt x="6" y="8"/>
                      </a:lnTo>
                      <a:lnTo>
                        <a:pt x="5" y="12"/>
                      </a:lnTo>
                      <a:lnTo>
                        <a:pt x="4" y="16"/>
                      </a:lnTo>
                      <a:lnTo>
                        <a:pt x="3" y="18"/>
                      </a:lnTo>
                      <a:lnTo>
                        <a:pt x="3" y="22"/>
                      </a:lnTo>
                      <a:lnTo>
                        <a:pt x="0" y="23"/>
                      </a:lnTo>
                      <a:lnTo>
                        <a:pt x="1" y="26"/>
                      </a:lnTo>
                      <a:lnTo>
                        <a:pt x="4" y="23"/>
                      </a:lnTo>
                      <a:lnTo>
                        <a:pt x="5" y="19"/>
                      </a:lnTo>
                      <a:lnTo>
                        <a:pt x="6" y="16"/>
                      </a:lnTo>
                      <a:lnTo>
                        <a:pt x="7" y="12"/>
                      </a:lnTo>
                      <a:lnTo>
                        <a:pt x="9" y="10"/>
                      </a:lnTo>
                      <a:lnTo>
                        <a:pt x="10" y="6"/>
                      </a:lnTo>
                      <a:lnTo>
                        <a:pt x="12" y="3"/>
                      </a:lnTo>
                      <a:lnTo>
                        <a:pt x="15" y="2"/>
                      </a:lnTo>
                      <a:lnTo>
                        <a:pt x="16" y="2"/>
                      </a:lnTo>
                      <a:lnTo>
                        <a:pt x="15" y="2"/>
                      </a:lnTo>
                      <a:lnTo>
                        <a:pt x="16" y="2"/>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5" name="Freeform 683"/>
                <p:cNvSpPr>
                  <a:spLocks/>
                </p:cNvSpPr>
                <p:nvPr/>
              </p:nvSpPr>
              <p:spPr bwMode="auto">
                <a:xfrm>
                  <a:off x="4539" y="3564"/>
                  <a:ext cx="2" cy="3"/>
                </a:xfrm>
                <a:custGeom>
                  <a:avLst/>
                  <a:gdLst>
                    <a:gd name="T0" fmla="*/ 0 w 5"/>
                    <a:gd name="T1" fmla="*/ 0 h 6"/>
                    <a:gd name="T2" fmla="*/ 0 w 5"/>
                    <a:gd name="T3" fmla="*/ 1 h 6"/>
                    <a:gd name="T4" fmla="*/ 0 w 5"/>
                    <a:gd name="T5" fmla="*/ 1 h 6"/>
                    <a:gd name="T6" fmla="*/ 0 w 5"/>
                    <a:gd name="T7" fmla="*/ 1 h 6"/>
                    <a:gd name="T8" fmla="*/ 0 w 5"/>
                    <a:gd name="T9" fmla="*/ 1 h 6"/>
                    <a:gd name="T10" fmla="*/ 0 w 5"/>
                    <a:gd name="T11" fmla="*/ 0 h 6"/>
                    <a:gd name="T12" fmla="*/ 0 w 5"/>
                    <a:gd name="T13" fmla="*/ 1 h 6"/>
                    <a:gd name="T14" fmla="*/ 0 w 5"/>
                    <a:gd name="T15" fmla="*/ 0 h 6"/>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6"/>
                    <a:gd name="T26" fmla="*/ 5 w 5"/>
                    <a:gd name="T27" fmla="*/ 6 h 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6">
                      <a:moveTo>
                        <a:pt x="3" y="0"/>
                      </a:moveTo>
                      <a:lnTo>
                        <a:pt x="0" y="4"/>
                      </a:lnTo>
                      <a:lnTo>
                        <a:pt x="2" y="6"/>
                      </a:lnTo>
                      <a:lnTo>
                        <a:pt x="5" y="2"/>
                      </a:lnTo>
                      <a:lnTo>
                        <a:pt x="3" y="2"/>
                      </a:lnTo>
                      <a:lnTo>
                        <a:pt x="3" y="0"/>
                      </a:lnTo>
                      <a:lnTo>
                        <a:pt x="2"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6" name="Freeform 684"/>
                <p:cNvSpPr>
                  <a:spLocks/>
                </p:cNvSpPr>
                <p:nvPr/>
              </p:nvSpPr>
              <p:spPr bwMode="auto">
                <a:xfrm>
                  <a:off x="4541" y="3558"/>
                  <a:ext cx="71" cy="7"/>
                </a:xfrm>
                <a:custGeom>
                  <a:avLst/>
                  <a:gdLst>
                    <a:gd name="T0" fmla="*/ 4 w 143"/>
                    <a:gd name="T1" fmla="*/ 0 h 14"/>
                    <a:gd name="T2" fmla="*/ 4 w 143"/>
                    <a:gd name="T3" fmla="*/ 0 h 14"/>
                    <a:gd name="T4" fmla="*/ 3 w 143"/>
                    <a:gd name="T5" fmla="*/ 1 h 14"/>
                    <a:gd name="T6" fmla="*/ 3 w 143"/>
                    <a:gd name="T7" fmla="*/ 1 h 14"/>
                    <a:gd name="T8" fmla="*/ 3 w 143"/>
                    <a:gd name="T9" fmla="*/ 1 h 14"/>
                    <a:gd name="T10" fmla="*/ 3 w 143"/>
                    <a:gd name="T11" fmla="*/ 1 h 14"/>
                    <a:gd name="T12" fmla="*/ 2 w 143"/>
                    <a:gd name="T13" fmla="*/ 1 h 14"/>
                    <a:gd name="T14" fmla="*/ 2 w 143"/>
                    <a:gd name="T15" fmla="*/ 1 h 14"/>
                    <a:gd name="T16" fmla="*/ 2 w 143"/>
                    <a:gd name="T17" fmla="*/ 1 h 14"/>
                    <a:gd name="T18" fmla="*/ 2 w 143"/>
                    <a:gd name="T19" fmla="*/ 1 h 14"/>
                    <a:gd name="T20" fmla="*/ 2 w 143"/>
                    <a:gd name="T21" fmla="*/ 1 h 14"/>
                    <a:gd name="T22" fmla="*/ 1 w 143"/>
                    <a:gd name="T23" fmla="*/ 1 h 14"/>
                    <a:gd name="T24" fmla="*/ 1 w 143"/>
                    <a:gd name="T25" fmla="*/ 1 h 14"/>
                    <a:gd name="T26" fmla="*/ 1 w 143"/>
                    <a:gd name="T27" fmla="*/ 1 h 14"/>
                    <a:gd name="T28" fmla="*/ 1 w 143"/>
                    <a:gd name="T29" fmla="*/ 1 h 14"/>
                    <a:gd name="T30" fmla="*/ 1 w 143"/>
                    <a:gd name="T31" fmla="*/ 1 h 14"/>
                    <a:gd name="T32" fmla="*/ 1 w 143"/>
                    <a:gd name="T33" fmla="*/ 1 h 14"/>
                    <a:gd name="T34" fmla="*/ 0 w 143"/>
                    <a:gd name="T35" fmla="*/ 1 h 14"/>
                    <a:gd name="T36" fmla="*/ 0 w 143"/>
                    <a:gd name="T37" fmla="*/ 1 h 14"/>
                    <a:gd name="T38" fmla="*/ 0 w 143"/>
                    <a:gd name="T39" fmla="*/ 1 h 14"/>
                    <a:gd name="T40" fmla="*/ 0 w 143"/>
                    <a:gd name="T41" fmla="*/ 1 h 14"/>
                    <a:gd name="T42" fmla="*/ 0 w 143"/>
                    <a:gd name="T43" fmla="*/ 1 h 14"/>
                    <a:gd name="T44" fmla="*/ 0 w 143"/>
                    <a:gd name="T45" fmla="*/ 1 h 14"/>
                    <a:gd name="T46" fmla="*/ 0 w 143"/>
                    <a:gd name="T47" fmla="*/ 1 h 14"/>
                    <a:gd name="T48" fmla="*/ 0 w 143"/>
                    <a:gd name="T49" fmla="*/ 1 h 14"/>
                    <a:gd name="T50" fmla="*/ 0 w 143"/>
                    <a:gd name="T51" fmla="*/ 1 h 14"/>
                    <a:gd name="T52" fmla="*/ 0 w 143"/>
                    <a:gd name="T53" fmla="*/ 1 h 14"/>
                    <a:gd name="T54" fmla="*/ 1 w 143"/>
                    <a:gd name="T55" fmla="*/ 1 h 14"/>
                    <a:gd name="T56" fmla="*/ 1 w 143"/>
                    <a:gd name="T57" fmla="*/ 1 h 14"/>
                    <a:gd name="T58" fmla="*/ 1 w 143"/>
                    <a:gd name="T59" fmla="*/ 1 h 14"/>
                    <a:gd name="T60" fmla="*/ 1 w 143"/>
                    <a:gd name="T61" fmla="*/ 1 h 14"/>
                    <a:gd name="T62" fmla="*/ 1 w 143"/>
                    <a:gd name="T63" fmla="*/ 1 h 14"/>
                    <a:gd name="T64" fmla="*/ 1 w 143"/>
                    <a:gd name="T65" fmla="*/ 1 h 14"/>
                    <a:gd name="T66" fmla="*/ 2 w 143"/>
                    <a:gd name="T67" fmla="*/ 1 h 14"/>
                    <a:gd name="T68" fmla="*/ 2 w 143"/>
                    <a:gd name="T69" fmla="*/ 1 h 14"/>
                    <a:gd name="T70" fmla="*/ 2 w 143"/>
                    <a:gd name="T71" fmla="*/ 1 h 14"/>
                    <a:gd name="T72" fmla="*/ 2 w 143"/>
                    <a:gd name="T73" fmla="*/ 1 h 14"/>
                    <a:gd name="T74" fmla="*/ 2 w 143"/>
                    <a:gd name="T75" fmla="*/ 1 h 14"/>
                    <a:gd name="T76" fmla="*/ 3 w 143"/>
                    <a:gd name="T77" fmla="*/ 1 h 14"/>
                    <a:gd name="T78" fmla="*/ 3 w 143"/>
                    <a:gd name="T79" fmla="*/ 1 h 14"/>
                    <a:gd name="T80" fmla="*/ 3 w 143"/>
                    <a:gd name="T81" fmla="*/ 1 h 14"/>
                    <a:gd name="T82" fmla="*/ 4 w 143"/>
                    <a:gd name="T83" fmla="*/ 1 h 14"/>
                    <a:gd name="T84" fmla="*/ 4 w 143"/>
                    <a:gd name="T85" fmla="*/ 1 h 14"/>
                    <a:gd name="T86" fmla="*/ 4 w 143"/>
                    <a:gd name="T87" fmla="*/ 1 h 14"/>
                    <a:gd name="T88" fmla="*/ 4 w 143"/>
                    <a:gd name="T89" fmla="*/ 0 h 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3"/>
                    <a:gd name="T136" fmla="*/ 0 h 14"/>
                    <a:gd name="T137" fmla="*/ 143 w 143"/>
                    <a:gd name="T138" fmla="*/ 14 h 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3" h="14">
                      <a:moveTo>
                        <a:pt x="143" y="0"/>
                      </a:moveTo>
                      <a:lnTo>
                        <a:pt x="130" y="0"/>
                      </a:lnTo>
                      <a:lnTo>
                        <a:pt x="125" y="1"/>
                      </a:lnTo>
                      <a:lnTo>
                        <a:pt x="111" y="1"/>
                      </a:lnTo>
                      <a:lnTo>
                        <a:pt x="107" y="2"/>
                      </a:lnTo>
                      <a:lnTo>
                        <a:pt x="98" y="2"/>
                      </a:lnTo>
                      <a:lnTo>
                        <a:pt x="94" y="3"/>
                      </a:lnTo>
                      <a:lnTo>
                        <a:pt x="85" y="3"/>
                      </a:lnTo>
                      <a:lnTo>
                        <a:pt x="80" y="5"/>
                      </a:lnTo>
                      <a:lnTo>
                        <a:pt x="75" y="5"/>
                      </a:lnTo>
                      <a:lnTo>
                        <a:pt x="72" y="6"/>
                      </a:lnTo>
                      <a:lnTo>
                        <a:pt x="63" y="6"/>
                      </a:lnTo>
                      <a:lnTo>
                        <a:pt x="58" y="7"/>
                      </a:lnTo>
                      <a:lnTo>
                        <a:pt x="50" y="7"/>
                      </a:lnTo>
                      <a:lnTo>
                        <a:pt x="46" y="8"/>
                      </a:lnTo>
                      <a:lnTo>
                        <a:pt x="41" y="8"/>
                      </a:lnTo>
                      <a:lnTo>
                        <a:pt x="36" y="10"/>
                      </a:lnTo>
                      <a:lnTo>
                        <a:pt x="27" y="10"/>
                      </a:lnTo>
                      <a:lnTo>
                        <a:pt x="24" y="11"/>
                      </a:lnTo>
                      <a:lnTo>
                        <a:pt x="19" y="11"/>
                      </a:lnTo>
                      <a:lnTo>
                        <a:pt x="14" y="12"/>
                      </a:lnTo>
                      <a:lnTo>
                        <a:pt x="0" y="12"/>
                      </a:lnTo>
                      <a:lnTo>
                        <a:pt x="0" y="14"/>
                      </a:lnTo>
                      <a:lnTo>
                        <a:pt x="10" y="14"/>
                      </a:lnTo>
                      <a:lnTo>
                        <a:pt x="14" y="13"/>
                      </a:lnTo>
                      <a:lnTo>
                        <a:pt x="24" y="13"/>
                      </a:lnTo>
                      <a:lnTo>
                        <a:pt x="27" y="12"/>
                      </a:lnTo>
                      <a:lnTo>
                        <a:pt x="36" y="12"/>
                      </a:lnTo>
                      <a:lnTo>
                        <a:pt x="41" y="11"/>
                      </a:lnTo>
                      <a:lnTo>
                        <a:pt x="46" y="11"/>
                      </a:lnTo>
                      <a:lnTo>
                        <a:pt x="50" y="10"/>
                      </a:lnTo>
                      <a:lnTo>
                        <a:pt x="58" y="10"/>
                      </a:lnTo>
                      <a:lnTo>
                        <a:pt x="63" y="8"/>
                      </a:lnTo>
                      <a:lnTo>
                        <a:pt x="67" y="8"/>
                      </a:lnTo>
                      <a:lnTo>
                        <a:pt x="72" y="7"/>
                      </a:lnTo>
                      <a:lnTo>
                        <a:pt x="75" y="7"/>
                      </a:lnTo>
                      <a:lnTo>
                        <a:pt x="80" y="6"/>
                      </a:lnTo>
                      <a:lnTo>
                        <a:pt x="94" y="6"/>
                      </a:lnTo>
                      <a:lnTo>
                        <a:pt x="98" y="5"/>
                      </a:lnTo>
                      <a:lnTo>
                        <a:pt x="107" y="5"/>
                      </a:lnTo>
                      <a:lnTo>
                        <a:pt x="111" y="3"/>
                      </a:lnTo>
                      <a:lnTo>
                        <a:pt x="135" y="3"/>
                      </a:lnTo>
                      <a:lnTo>
                        <a:pt x="138" y="2"/>
                      </a:lnTo>
                      <a:lnTo>
                        <a:pt x="143" y="2"/>
                      </a:lnTo>
                      <a:lnTo>
                        <a:pt x="143" y="0"/>
                      </a:lnTo>
                      <a:close/>
                    </a:path>
                  </a:pathLst>
                </a:custGeom>
                <a:solidFill>
                  <a:srgbClr val="000000">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7" name="Freeform 685"/>
                <p:cNvSpPr>
                  <a:spLocks/>
                </p:cNvSpPr>
                <p:nvPr/>
              </p:nvSpPr>
              <p:spPr bwMode="auto">
                <a:xfrm>
                  <a:off x="4612" y="3557"/>
                  <a:ext cx="9" cy="2"/>
                </a:xfrm>
                <a:custGeom>
                  <a:avLst/>
                  <a:gdLst>
                    <a:gd name="T0" fmla="*/ 0 w 19"/>
                    <a:gd name="T1" fmla="*/ 1 h 4"/>
                    <a:gd name="T2" fmla="*/ 0 w 19"/>
                    <a:gd name="T3" fmla="*/ 0 h 4"/>
                    <a:gd name="T4" fmla="*/ 0 w 19"/>
                    <a:gd name="T5" fmla="*/ 0 h 4"/>
                    <a:gd name="T6" fmla="*/ 0 w 19"/>
                    <a:gd name="T7" fmla="*/ 1 h 4"/>
                    <a:gd name="T8" fmla="*/ 0 w 19"/>
                    <a:gd name="T9" fmla="*/ 1 h 4"/>
                    <a:gd name="T10" fmla="*/ 0 w 19"/>
                    <a:gd name="T11" fmla="*/ 1 h 4"/>
                    <a:gd name="T12" fmla="*/ 0 w 19"/>
                    <a:gd name="T13" fmla="*/ 1 h 4"/>
                    <a:gd name="T14" fmla="*/ 0 w 19"/>
                    <a:gd name="T15" fmla="*/ 1 h 4"/>
                    <a:gd name="T16" fmla="*/ 0 w 19"/>
                    <a:gd name="T17" fmla="*/ 1 h 4"/>
                    <a:gd name="T18" fmla="*/ 0 w 19"/>
                    <a:gd name="T19" fmla="*/ 0 h 4"/>
                    <a:gd name="T20" fmla="*/ 0 w 19"/>
                    <a:gd name="T21" fmla="*/ 1 h 4"/>
                    <a:gd name="T22" fmla="*/ 0 w 19"/>
                    <a:gd name="T23" fmla="*/ 0 h 4"/>
                    <a:gd name="T24" fmla="*/ 0 w 19"/>
                    <a:gd name="T25" fmla="*/ 0 h 4"/>
                    <a:gd name="T26" fmla="*/ 0 w 19"/>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
                    <a:gd name="T43" fmla="*/ 0 h 4"/>
                    <a:gd name="T44" fmla="*/ 19 w 19"/>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 h="4">
                      <a:moveTo>
                        <a:pt x="17" y="3"/>
                      </a:moveTo>
                      <a:lnTo>
                        <a:pt x="16" y="0"/>
                      </a:lnTo>
                      <a:lnTo>
                        <a:pt x="6" y="0"/>
                      </a:lnTo>
                      <a:lnTo>
                        <a:pt x="4" y="2"/>
                      </a:lnTo>
                      <a:lnTo>
                        <a:pt x="0" y="2"/>
                      </a:lnTo>
                      <a:lnTo>
                        <a:pt x="0" y="4"/>
                      </a:lnTo>
                      <a:lnTo>
                        <a:pt x="6" y="4"/>
                      </a:lnTo>
                      <a:lnTo>
                        <a:pt x="8" y="3"/>
                      </a:lnTo>
                      <a:lnTo>
                        <a:pt x="16" y="3"/>
                      </a:lnTo>
                      <a:lnTo>
                        <a:pt x="15" y="0"/>
                      </a:lnTo>
                      <a:lnTo>
                        <a:pt x="17" y="3"/>
                      </a:lnTo>
                      <a:lnTo>
                        <a:pt x="19" y="0"/>
                      </a:lnTo>
                      <a:lnTo>
                        <a:pt x="16" y="0"/>
                      </a:lnTo>
                      <a:lnTo>
                        <a:pt x="17"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8" name="Freeform 686"/>
                <p:cNvSpPr>
                  <a:spLocks/>
                </p:cNvSpPr>
                <p:nvPr/>
              </p:nvSpPr>
              <p:spPr bwMode="auto">
                <a:xfrm>
                  <a:off x="4363" y="3561"/>
                  <a:ext cx="63" cy="32"/>
                </a:xfrm>
                <a:custGeom>
                  <a:avLst/>
                  <a:gdLst>
                    <a:gd name="T0" fmla="*/ 1 w 127"/>
                    <a:gd name="T1" fmla="*/ 2 h 64"/>
                    <a:gd name="T2" fmla="*/ 1 w 127"/>
                    <a:gd name="T3" fmla="*/ 1 h 64"/>
                    <a:gd name="T4" fmla="*/ 2 w 127"/>
                    <a:gd name="T5" fmla="*/ 1 h 64"/>
                    <a:gd name="T6" fmla="*/ 2 w 127"/>
                    <a:gd name="T7" fmla="*/ 1 h 64"/>
                    <a:gd name="T8" fmla="*/ 2 w 127"/>
                    <a:gd name="T9" fmla="*/ 1 h 64"/>
                    <a:gd name="T10" fmla="*/ 2 w 127"/>
                    <a:gd name="T11" fmla="*/ 1 h 64"/>
                    <a:gd name="T12" fmla="*/ 1 w 127"/>
                    <a:gd name="T13" fmla="*/ 1 h 64"/>
                    <a:gd name="T14" fmla="*/ 1 w 127"/>
                    <a:gd name="T15" fmla="*/ 2 h 64"/>
                    <a:gd name="T16" fmla="*/ 1 w 127"/>
                    <a:gd name="T17" fmla="*/ 2 h 64"/>
                    <a:gd name="T18" fmla="*/ 1 w 127"/>
                    <a:gd name="T19" fmla="*/ 2 h 64"/>
                    <a:gd name="T20" fmla="*/ 2 w 127"/>
                    <a:gd name="T21" fmla="*/ 2 h 64"/>
                    <a:gd name="T22" fmla="*/ 2 w 127"/>
                    <a:gd name="T23" fmla="*/ 2 h 64"/>
                    <a:gd name="T24" fmla="*/ 3 w 127"/>
                    <a:gd name="T25" fmla="*/ 2 h 64"/>
                    <a:gd name="T26" fmla="*/ 3 w 127"/>
                    <a:gd name="T27" fmla="*/ 2 h 64"/>
                    <a:gd name="T28" fmla="*/ 3 w 127"/>
                    <a:gd name="T29" fmla="*/ 2 h 64"/>
                    <a:gd name="T30" fmla="*/ 3 w 127"/>
                    <a:gd name="T31" fmla="*/ 2 h 64"/>
                    <a:gd name="T32" fmla="*/ 3 w 127"/>
                    <a:gd name="T33" fmla="*/ 2 h 64"/>
                    <a:gd name="T34" fmla="*/ 3 w 127"/>
                    <a:gd name="T35" fmla="*/ 2 h 64"/>
                    <a:gd name="T36" fmla="*/ 3 w 127"/>
                    <a:gd name="T37" fmla="*/ 2 h 64"/>
                    <a:gd name="T38" fmla="*/ 2 w 127"/>
                    <a:gd name="T39" fmla="*/ 2 h 64"/>
                    <a:gd name="T40" fmla="*/ 1 w 127"/>
                    <a:gd name="T41" fmla="*/ 2 h 64"/>
                    <a:gd name="T42" fmla="*/ 1 w 127"/>
                    <a:gd name="T43" fmla="*/ 2 h 64"/>
                    <a:gd name="T44" fmla="*/ 1 w 127"/>
                    <a:gd name="T45" fmla="*/ 2 h 64"/>
                    <a:gd name="T46" fmla="*/ 1 w 127"/>
                    <a:gd name="T47" fmla="*/ 2 h 64"/>
                    <a:gd name="T48" fmla="*/ 0 w 127"/>
                    <a:gd name="T49" fmla="*/ 2 h 64"/>
                    <a:gd name="T50" fmla="*/ 0 w 127"/>
                    <a:gd name="T51" fmla="*/ 2 h 64"/>
                    <a:gd name="T52" fmla="*/ 0 w 127"/>
                    <a:gd name="T53" fmla="*/ 1 h 64"/>
                    <a:gd name="T54" fmla="*/ 0 w 127"/>
                    <a:gd name="T55" fmla="*/ 1 h 64"/>
                    <a:gd name="T56" fmla="*/ 0 w 127"/>
                    <a:gd name="T57" fmla="*/ 1 h 64"/>
                    <a:gd name="T58" fmla="*/ 0 w 127"/>
                    <a:gd name="T59" fmla="*/ 1 h 64"/>
                    <a:gd name="T60" fmla="*/ 0 w 127"/>
                    <a:gd name="T61" fmla="*/ 1 h 64"/>
                    <a:gd name="T62" fmla="*/ 0 w 127"/>
                    <a:gd name="T63" fmla="*/ 1 h 64"/>
                    <a:gd name="T64" fmla="*/ 0 w 127"/>
                    <a:gd name="T65" fmla="*/ 1 h 64"/>
                    <a:gd name="T66" fmla="*/ 0 w 127"/>
                    <a:gd name="T67" fmla="*/ 1 h 64"/>
                    <a:gd name="T68" fmla="*/ 0 w 127"/>
                    <a:gd name="T69" fmla="*/ 1 h 64"/>
                    <a:gd name="T70" fmla="*/ 0 w 127"/>
                    <a:gd name="T71" fmla="*/ 1 h 64"/>
                    <a:gd name="T72" fmla="*/ 0 w 127"/>
                    <a:gd name="T73" fmla="*/ 1 h 64"/>
                    <a:gd name="T74" fmla="*/ 0 w 127"/>
                    <a:gd name="T75" fmla="*/ 1 h 64"/>
                    <a:gd name="T76" fmla="*/ 1 w 127"/>
                    <a:gd name="T77" fmla="*/ 2 h 6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7"/>
                    <a:gd name="T118" fmla="*/ 0 h 64"/>
                    <a:gd name="T119" fmla="*/ 127 w 127"/>
                    <a:gd name="T120" fmla="*/ 64 h 6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7" h="64">
                      <a:moveTo>
                        <a:pt x="41" y="40"/>
                      </a:moveTo>
                      <a:lnTo>
                        <a:pt x="50" y="40"/>
                      </a:lnTo>
                      <a:lnTo>
                        <a:pt x="53" y="39"/>
                      </a:lnTo>
                      <a:lnTo>
                        <a:pt x="57" y="38"/>
                      </a:lnTo>
                      <a:lnTo>
                        <a:pt x="62" y="36"/>
                      </a:lnTo>
                      <a:lnTo>
                        <a:pt x="66" y="33"/>
                      </a:lnTo>
                      <a:lnTo>
                        <a:pt x="68" y="29"/>
                      </a:lnTo>
                      <a:lnTo>
                        <a:pt x="71" y="26"/>
                      </a:lnTo>
                      <a:lnTo>
                        <a:pt x="77" y="11"/>
                      </a:lnTo>
                      <a:lnTo>
                        <a:pt x="77" y="17"/>
                      </a:lnTo>
                      <a:lnTo>
                        <a:pt x="74" y="22"/>
                      </a:lnTo>
                      <a:lnTo>
                        <a:pt x="71" y="27"/>
                      </a:lnTo>
                      <a:lnTo>
                        <a:pt x="67" y="32"/>
                      </a:lnTo>
                      <a:lnTo>
                        <a:pt x="63" y="37"/>
                      </a:lnTo>
                      <a:lnTo>
                        <a:pt x="58" y="40"/>
                      </a:lnTo>
                      <a:lnTo>
                        <a:pt x="55" y="45"/>
                      </a:lnTo>
                      <a:lnTo>
                        <a:pt x="52" y="50"/>
                      </a:lnTo>
                      <a:lnTo>
                        <a:pt x="53" y="54"/>
                      </a:lnTo>
                      <a:lnTo>
                        <a:pt x="56" y="57"/>
                      </a:lnTo>
                      <a:lnTo>
                        <a:pt x="59" y="59"/>
                      </a:lnTo>
                      <a:lnTo>
                        <a:pt x="63" y="60"/>
                      </a:lnTo>
                      <a:lnTo>
                        <a:pt x="77" y="60"/>
                      </a:lnTo>
                      <a:lnTo>
                        <a:pt x="80" y="61"/>
                      </a:lnTo>
                      <a:lnTo>
                        <a:pt x="84" y="60"/>
                      </a:lnTo>
                      <a:lnTo>
                        <a:pt x="103" y="60"/>
                      </a:lnTo>
                      <a:lnTo>
                        <a:pt x="105" y="61"/>
                      </a:lnTo>
                      <a:lnTo>
                        <a:pt x="111" y="61"/>
                      </a:lnTo>
                      <a:lnTo>
                        <a:pt x="114" y="60"/>
                      </a:lnTo>
                      <a:lnTo>
                        <a:pt x="120" y="60"/>
                      </a:lnTo>
                      <a:lnTo>
                        <a:pt x="122" y="59"/>
                      </a:lnTo>
                      <a:lnTo>
                        <a:pt x="125" y="58"/>
                      </a:lnTo>
                      <a:lnTo>
                        <a:pt x="127" y="55"/>
                      </a:lnTo>
                      <a:lnTo>
                        <a:pt x="123" y="59"/>
                      </a:lnTo>
                      <a:lnTo>
                        <a:pt x="121" y="60"/>
                      </a:lnTo>
                      <a:lnTo>
                        <a:pt x="117" y="61"/>
                      </a:lnTo>
                      <a:lnTo>
                        <a:pt x="116" y="61"/>
                      </a:lnTo>
                      <a:lnTo>
                        <a:pt x="112" y="63"/>
                      </a:lnTo>
                      <a:lnTo>
                        <a:pt x="110" y="63"/>
                      </a:lnTo>
                      <a:lnTo>
                        <a:pt x="106" y="64"/>
                      </a:lnTo>
                      <a:lnTo>
                        <a:pt x="72" y="64"/>
                      </a:lnTo>
                      <a:lnTo>
                        <a:pt x="68" y="63"/>
                      </a:lnTo>
                      <a:lnTo>
                        <a:pt x="59" y="63"/>
                      </a:lnTo>
                      <a:lnTo>
                        <a:pt x="56" y="61"/>
                      </a:lnTo>
                      <a:lnTo>
                        <a:pt x="51" y="60"/>
                      </a:lnTo>
                      <a:lnTo>
                        <a:pt x="47" y="60"/>
                      </a:lnTo>
                      <a:lnTo>
                        <a:pt x="43" y="59"/>
                      </a:lnTo>
                      <a:lnTo>
                        <a:pt x="40" y="58"/>
                      </a:lnTo>
                      <a:lnTo>
                        <a:pt x="36" y="55"/>
                      </a:lnTo>
                      <a:lnTo>
                        <a:pt x="32" y="54"/>
                      </a:lnTo>
                      <a:lnTo>
                        <a:pt x="26" y="48"/>
                      </a:lnTo>
                      <a:lnTo>
                        <a:pt x="22" y="45"/>
                      </a:lnTo>
                      <a:lnTo>
                        <a:pt x="20" y="40"/>
                      </a:lnTo>
                      <a:lnTo>
                        <a:pt x="18" y="38"/>
                      </a:lnTo>
                      <a:lnTo>
                        <a:pt x="15" y="33"/>
                      </a:lnTo>
                      <a:lnTo>
                        <a:pt x="13" y="31"/>
                      </a:lnTo>
                      <a:lnTo>
                        <a:pt x="10" y="27"/>
                      </a:lnTo>
                      <a:lnTo>
                        <a:pt x="9" y="23"/>
                      </a:lnTo>
                      <a:lnTo>
                        <a:pt x="6" y="20"/>
                      </a:lnTo>
                      <a:lnTo>
                        <a:pt x="4" y="16"/>
                      </a:lnTo>
                      <a:lnTo>
                        <a:pt x="3" y="12"/>
                      </a:lnTo>
                      <a:lnTo>
                        <a:pt x="3" y="6"/>
                      </a:lnTo>
                      <a:lnTo>
                        <a:pt x="2" y="2"/>
                      </a:lnTo>
                      <a:lnTo>
                        <a:pt x="0" y="0"/>
                      </a:lnTo>
                      <a:lnTo>
                        <a:pt x="2" y="4"/>
                      </a:lnTo>
                      <a:lnTo>
                        <a:pt x="3" y="7"/>
                      </a:lnTo>
                      <a:lnTo>
                        <a:pt x="4" y="11"/>
                      </a:lnTo>
                      <a:lnTo>
                        <a:pt x="6" y="13"/>
                      </a:lnTo>
                      <a:lnTo>
                        <a:pt x="8" y="17"/>
                      </a:lnTo>
                      <a:lnTo>
                        <a:pt x="10" y="21"/>
                      </a:lnTo>
                      <a:lnTo>
                        <a:pt x="13" y="23"/>
                      </a:lnTo>
                      <a:lnTo>
                        <a:pt x="15" y="27"/>
                      </a:lnTo>
                      <a:lnTo>
                        <a:pt x="18" y="28"/>
                      </a:lnTo>
                      <a:lnTo>
                        <a:pt x="21" y="32"/>
                      </a:lnTo>
                      <a:lnTo>
                        <a:pt x="24" y="33"/>
                      </a:lnTo>
                      <a:lnTo>
                        <a:pt x="27" y="36"/>
                      </a:lnTo>
                      <a:lnTo>
                        <a:pt x="30" y="37"/>
                      </a:lnTo>
                      <a:lnTo>
                        <a:pt x="34" y="39"/>
                      </a:lnTo>
                      <a:lnTo>
                        <a:pt x="37" y="40"/>
                      </a:lnTo>
                      <a:lnTo>
                        <a:pt x="41" y="40"/>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39" name="Freeform 687"/>
                <p:cNvSpPr>
                  <a:spLocks/>
                </p:cNvSpPr>
                <p:nvPr/>
              </p:nvSpPr>
              <p:spPr bwMode="auto">
                <a:xfrm>
                  <a:off x="4383" y="3574"/>
                  <a:ext cx="15" cy="8"/>
                </a:xfrm>
                <a:custGeom>
                  <a:avLst/>
                  <a:gdLst>
                    <a:gd name="T0" fmla="*/ 0 w 31"/>
                    <a:gd name="T1" fmla="*/ 0 h 16"/>
                    <a:gd name="T2" fmla="*/ 0 w 31"/>
                    <a:gd name="T3" fmla="*/ 1 h 16"/>
                    <a:gd name="T4" fmla="*/ 0 w 31"/>
                    <a:gd name="T5" fmla="*/ 1 h 16"/>
                    <a:gd name="T6" fmla="*/ 0 w 31"/>
                    <a:gd name="T7" fmla="*/ 1 h 16"/>
                    <a:gd name="T8" fmla="*/ 0 w 31"/>
                    <a:gd name="T9" fmla="*/ 1 h 16"/>
                    <a:gd name="T10" fmla="*/ 0 w 31"/>
                    <a:gd name="T11" fmla="*/ 1 h 16"/>
                    <a:gd name="T12" fmla="*/ 0 w 31"/>
                    <a:gd name="T13" fmla="*/ 1 h 16"/>
                    <a:gd name="T14" fmla="*/ 0 w 31"/>
                    <a:gd name="T15" fmla="*/ 1 h 16"/>
                    <a:gd name="T16" fmla="*/ 0 w 31"/>
                    <a:gd name="T17" fmla="*/ 1 h 16"/>
                    <a:gd name="T18" fmla="*/ 0 w 31"/>
                    <a:gd name="T19" fmla="*/ 1 h 16"/>
                    <a:gd name="T20" fmla="*/ 0 w 31"/>
                    <a:gd name="T21" fmla="*/ 1 h 16"/>
                    <a:gd name="T22" fmla="*/ 0 w 31"/>
                    <a:gd name="T23" fmla="*/ 1 h 16"/>
                    <a:gd name="T24" fmla="*/ 0 w 31"/>
                    <a:gd name="T25" fmla="*/ 1 h 16"/>
                    <a:gd name="T26" fmla="*/ 0 w 31"/>
                    <a:gd name="T27" fmla="*/ 1 h 16"/>
                    <a:gd name="T28" fmla="*/ 0 w 31"/>
                    <a:gd name="T29" fmla="*/ 1 h 16"/>
                    <a:gd name="T30" fmla="*/ 0 w 31"/>
                    <a:gd name="T31" fmla="*/ 1 h 16"/>
                    <a:gd name="T32" fmla="*/ 0 w 31"/>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1"/>
                    <a:gd name="T52" fmla="*/ 0 h 16"/>
                    <a:gd name="T53" fmla="*/ 31 w 31"/>
                    <a:gd name="T54" fmla="*/ 16 h 1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1" h="16">
                      <a:moveTo>
                        <a:pt x="28" y="0"/>
                      </a:moveTo>
                      <a:lnTo>
                        <a:pt x="26" y="3"/>
                      </a:lnTo>
                      <a:lnTo>
                        <a:pt x="23" y="7"/>
                      </a:lnTo>
                      <a:lnTo>
                        <a:pt x="20" y="10"/>
                      </a:lnTo>
                      <a:lnTo>
                        <a:pt x="16" y="11"/>
                      </a:lnTo>
                      <a:lnTo>
                        <a:pt x="12" y="12"/>
                      </a:lnTo>
                      <a:lnTo>
                        <a:pt x="9" y="13"/>
                      </a:lnTo>
                      <a:lnTo>
                        <a:pt x="0" y="13"/>
                      </a:lnTo>
                      <a:lnTo>
                        <a:pt x="0" y="16"/>
                      </a:lnTo>
                      <a:lnTo>
                        <a:pt x="9" y="16"/>
                      </a:lnTo>
                      <a:lnTo>
                        <a:pt x="12" y="14"/>
                      </a:lnTo>
                      <a:lnTo>
                        <a:pt x="17" y="13"/>
                      </a:lnTo>
                      <a:lnTo>
                        <a:pt x="21" y="11"/>
                      </a:lnTo>
                      <a:lnTo>
                        <a:pt x="25" y="8"/>
                      </a:lnTo>
                      <a:lnTo>
                        <a:pt x="28" y="5"/>
                      </a:lnTo>
                      <a:lnTo>
                        <a:pt x="31" y="1"/>
                      </a:lnTo>
                      <a:lnTo>
                        <a:pt x="2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0" name="Freeform 688"/>
                <p:cNvSpPr>
                  <a:spLocks/>
                </p:cNvSpPr>
                <p:nvPr/>
              </p:nvSpPr>
              <p:spPr bwMode="auto">
                <a:xfrm>
                  <a:off x="4397" y="3563"/>
                  <a:ext cx="5" cy="11"/>
                </a:xfrm>
                <a:custGeom>
                  <a:avLst/>
                  <a:gdLst>
                    <a:gd name="T0" fmla="*/ 1 w 10"/>
                    <a:gd name="T1" fmla="*/ 1 h 22"/>
                    <a:gd name="T2" fmla="*/ 1 w 10"/>
                    <a:gd name="T3" fmla="*/ 1 h 22"/>
                    <a:gd name="T4" fmla="*/ 0 w 10"/>
                    <a:gd name="T5" fmla="*/ 1 h 22"/>
                    <a:gd name="T6" fmla="*/ 1 w 10"/>
                    <a:gd name="T7" fmla="*/ 1 h 22"/>
                    <a:gd name="T8" fmla="*/ 1 w 10"/>
                    <a:gd name="T9" fmla="*/ 1 h 22"/>
                    <a:gd name="T10" fmla="*/ 1 w 10"/>
                    <a:gd name="T11" fmla="*/ 1 h 22"/>
                    <a:gd name="T12" fmla="*/ 1 w 10"/>
                    <a:gd name="T13" fmla="*/ 1 h 22"/>
                    <a:gd name="T14" fmla="*/ 1 w 10"/>
                    <a:gd name="T15" fmla="*/ 0 h 22"/>
                    <a:gd name="T16" fmla="*/ 1 w 10"/>
                    <a:gd name="T17" fmla="*/ 1 h 22"/>
                    <a:gd name="T18" fmla="*/ 1 w 10"/>
                    <a:gd name="T19" fmla="*/ 1 h 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0"/>
                    <a:gd name="T31" fmla="*/ 0 h 22"/>
                    <a:gd name="T32" fmla="*/ 10 w 10"/>
                    <a:gd name="T33" fmla="*/ 22 h 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0" h="22">
                      <a:moveTo>
                        <a:pt x="9" y="6"/>
                      </a:moveTo>
                      <a:lnTo>
                        <a:pt x="8" y="6"/>
                      </a:lnTo>
                      <a:lnTo>
                        <a:pt x="0" y="21"/>
                      </a:lnTo>
                      <a:lnTo>
                        <a:pt x="3" y="22"/>
                      </a:lnTo>
                      <a:lnTo>
                        <a:pt x="9" y="6"/>
                      </a:lnTo>
                      <a:lnTo>
                        <a:pt x="8" y="6"/>
                      </a:lnTo>
                      <a:lnTo>
                        <a:pt x="9" y="6"/>
                      </a:lnTo>
                      <a:lnTo>
                        <a:pt x="10" y="0"/>
                      </a:lnTo>
                      <a:lnTo>
                        <a:pt x="8" y="6"/>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1" name="Freeform 689"/>
                <p:cNvSpPr>
                  <a:spLocks/>
                </p:cNvSpPr>
                <p:nvPr/>
              </p:nvSpPr>
              <p:spPr bwMode="auto">
                <a:xfrm>
                  <a:off x="4388" y="3566"/>
                  <a:ext cx="13" cy="21"/>
                </a:xfrm>
                <a:custGeom>
                  <a:avLst/>
                  <a:gdLst>
                    <a:gd name="T0" fmla="*/ 0 w 27"/>
                    <a:gd name="T1" fmla="*/ 2 h 41"/>
                    <a:gd name="T2" fmla="*/ 0 w 27"/>
                    <a:gd name="T3" fmla="*/ 2 h 41"/>
                    <a:gd name="T4" fmla="*/ 0 w 27"/>
                    <a:gd name="T5" fmla="*/ 2 h 41"/>
                    <a:gd name="T6" fmla="*/ 0 w 27"/>
                    <a:gd name="T7" fmla="*/ 1 h 41"/>
                    <a:gd name="T8" fmla="*/ 0 w 27"/>
                    <a:gd name="T9" fmla="*/ 1 h 41"/>
                    <a:gd name="T10" fmla="*/ 0 w 27"/>
                    <a:gd name="T11" fmla="*/ 1 h 41"/>
                    <a:gd name="T12" fmla="*/ 0 w 27"/>
                    <a:gd name="T13" fmla="*/ 1 h 41"/>
                    <a:gd name="T14" fmla="*/ 0 w 27"/>
                    <a:gd name="T15" fmla="*/ 1 h 41"/>
                    <a:gd name="T16" fmla="*/ 0 w 27"/>
                    <a:gd name="T17" fmla="*/ 1 h 41"/>
                    <a:gd name="T18" fmla="*/ 0 w 27"/>
                    <a:gd name="T19" fmla="*/ 0 h 41"/>
                    <a:gd name="T20" fmla="*/ 0 w 27"/>
                    <a:gd name="T21" fmla="*/ 0 h 41"/>
                    <a:gd name="T22" fmla="*/ 0 w 27"/>
                    <a:gd name="T23" fmla="*/ 1 h 41"/>
                    <a:gd name="T24" fmla="*/ 0 w 27"/>
                    <a:gd name="T25" fmla="*/ 1 h 41"/>
                    <a:gd name="T26" fmla="*/ 0 w 27"/>
                    <a:gd name="T27" fmla="*/ 1 h 41"/>
                    <a:gd name="T28" fmla="*/ 0 w 27"/>
                    <a:gd name="T29" fmla="*/ 1 h 41"/>
                    <a:gd name="T30" fmla="*/ 0 w 27"/>
                    <a:gd name="T31" fmla="*/ 1 h 41"/>
                    <a:gd name="T32" fmla="*/ 0 w 27"/>
                    <a:gd name="T33" fmla="*/ 1 h 41"/>
                    <a:gd name="T34" fmla="*/ 0 w 27"/>
                    <a:gd name="T35" fmla="*/ 2 h 41"/>
                    <a:gd name="T36" fmla="*/ 0 w 27"/>
                    <a:gd name="T37" fmla="*/ 2 h 41"/>
                    <a:gd name="T38" fmla="*/ 0 w 27"/>
                    <a:gd name="T39" fmla="*/ 2 h 41"/>
                    <a:gd name="T40" fmla="*/ 0 w 27"/>
                    <a:gd name="T41" fmla="*/ 2 h 41"/>
                    <a:gd name="T42" fmla="*/ 0 w 27"/>
                    <a:gd name="T43" fmla="*/ 2 h 41"/>
                    <a:gd name="T44" fmla="*/ 0 w 27"/>
                    <a:gd name="T45" fmla="*/ 2 h 4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41"/>
                    <a:gd name="T71" fmla="*/ 27 w 27"/>
                    <a:gd name="T72" fmla="*/ 41 h 4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41">
                      <a:moveTo>
                        <a:pt x="2" y="39"/>
                      </a:moveTo>
                      <a:lnTo>
                        <a:pt x="2" y="41"/>
                      </a:lnTo>
                      <a:lnTo>
                        <a:pt x="5" y="36"/>
                      </a:lnTo>
                      <a:lnTo>
                        <a:pt x="8" y="31"/>
                      </a:lnTo>
                      <a:lnTo>
                        <a:pt x="12" y="26"/>
                      </a:lnTo>
                      <a:lnTo>
                        <a:pt x="17" y="22"/>
                      </a:lnTo>
                      <a:lnTo>
                        <a:pt x="21" y="17"/>
                      </a:lnTo>
                      <a:lnTo>
                        <a:pt x="24" y="12"/>
                      </a:lnTo>
                      <a:lnTo>
                        <a:pt x="27" y="6"/>
                      </a:lnTo>
                      <a:lnTo>
                        <a:pt x="27" y="0"/>
                      </a:lnTo>
                      <a:lnTo>
                        <a:pt x="26" y="0"/>
                      </a:lnTo>
                      <a:lnTo>
                        <a:pt x="24" y="6"/>
                      </a:lnTo>
                      <a:lnTo>
                        <a:pt x="22" y="11"/>
                      </a:lnTo>
                      <a:lnTo>
                        <a:pt x="20" y="16"/>
                      </a:lnTo>
                      <a:lnTo>
                        <a:pt x="15" y="20"/>
                      </a:lnTo>
                      <a:lnTo>
                        <a:pt x="11" y="25"/>
                      </a:lnTo>
                      <a:lnTo>
                        <a:pt x="7" y="29"/>
                      </a:lnTo>
                      <a:lnTo>
                        <a:pt x="4" y="34"/>
                      </a:lnTo>
                      <a:lnTo>
                        <a:pt x="0" y="39"/>
                      </a:lnTo>
                      <a:lnTo>
                        <a:pt x="0" y="41"/>
                      </a:lnTo>
                      <a:lnTo>
                        <a:pt x="0" y="39"/>
                      </a:lnTo>
                      <a:lnTo>
                        <a:pt x="0" y="41"/>
                      </a:lnTo>
                      <a:lnTo>
                        <a:pt x="2"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2" name="Freeform 690"/>
                <p:cNvSpPr>
                  <a:spLocks/>
                </p:cNvSpPr>
                <p:nvPr/>
              </p:nvSpPr>
              <p:spPr bwMode="auto">
                <a:xfrm>
                  <a:off x="4388" y="3586"/>
                  <a:ext cx="15" cy="6"/>
                </a:xfrm>
                <a:custGeom>
                  <a:avLst/>
                  <a:gdLst>
                    <a:gd name="T0" fmla="*/ 1 w 29"/>
                    <a:gd name="T1" fmla="*/ 0 h 13"/>
                    <a:gd name="T2" fmla="*/ 1 w 29"/>
                    <a:gd name="T3" fmla="*/ 0 h 13"/>
                    <a:gd name="T4" fmla="*/ 1 w 29"/>
                    <a:gd name="T5" fmla="*/ 0 h 13"/>
                    <a:gd name="T6" fmla="*/ 1 w 29"/>
                    <a:gd name="T7" fmla="*/ 0 h 13"/>
                    <a:gd name="T8" fmla="*/ 1 w 29"/>
                    <a:gd name="T9" fmla="*/ 0 h 13"/>
                    <a:gd name="T10" fmla="*/ 1 w 29"/>
                    <a:gd name="T11" fmla="*/ 0 h 13"/>
                    <a:gd name="T12" fmla="*/ 1 w 29"/>
                    <a:gd name="T13" fmla="*/ 0 h 13"/>
                    <a:gd name="T14" fmla="*/ 1 w 29"/>
                    <a:gd name="T15" fmla="*/ 0 h 13"/>
                    <a:gd name="T16" fmla="*/ 0 w 29"/>
                    <a:gd name="T17" fmla="*/ 0 h 13"/>
                    <a:gd name="T18" fmla="*/ 1 w 29"/>
                    <a:gd name="T19" fmla="*/ 0 h 13"/>
                    <a:gd name="T20" fmla="*/ 1 w 29"/>
                    <a:gd name="T21" fmla="*/ 0 h 13"/>
                    <a:gd name="T22" fmla="*/ 1 w 29"/>
                    <a:gd name="T23" fmla="*/ 0 h 13"/>
                    <a:gd name="T24" fmla="*/ 1 w 29"/>
                    <a:gd name="T25" fmla="*/ 0 h 13"/>
                    <a:gd name="T26" fmla="*/ 1 w 29"/>
                    <a:gd name="T27" fmla="*/ 0 h 13"/>
                    <a:gd name="T28" fmla="*/ 1 w 29"/>
                    <a:gd name="T29" fmla="*/ 0 h 13"/>
                    <a:gd name="T30" fmla="*/ 1 w 29"/>
                    <a:gd name="T31" fmla="*/ 0 h 13"/>
                    <a:gd name="T32" fmla="*/ 1 w 29"/>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9"/>
                    <a:gd name="T52" fmla="*/ 0 h 13"/>
                    <a:gd name="T53" fmla="*/ 29 w 29"/>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9" h="13">
                      <a:moveTo>
                        <a:pt x="29" y="10"/>
                      </a:moveTo>
                      <a:lnTo>
                        <a:pt x="26" y="10"/>
                      </a:lnTo>
                      <a:lnTo>
                        <a:pt x="21" y="9"/>
                      </a:lnTo>
                      <a:lnTo>
                        <a:pt x="12" y="9"/>
                      </a:lnTo>
                      <a:lnTo>
                        <a:pt x="8" y="8"/>
                      </a:lnTo>
                      <a:lnTo>
                        <a:pt x="6" y="5"/>
                      </a:lnTo>
                      <a:lnTo>
                        <a:pt x="4" y="4"/>
                      </a:lnTo>
                      <a:lnTo>
                        <a:pt x="2" y="0"/>
                      </a:lnTo>
                      <a:lnTo>
                        <a:pt x="0" y="2"/>
                      </a:lnTo>
                      <a:lnTo>
                        <a:pt x="1" y="5"/>
                      </a:lnTo>
                      <a:lnTo>
                        <a:pt x="5" y="8"/>
                      </a:lnTo>
                      <a:lnTo>
                        <a:pt x="8" y="10"/>
                      </a:lnTo>
                      <a:lnTo>
                        <a:pt x="12" y="10"/>
                      </a:lnTo>
                      <a:lnTo>
                        <a:pt x="17" y="11"/>
                      </a:lnTo>
                      <a:lnTo>
                        <a:pt x="26" y="11"/>
                      </a:lnTo>
                      <a:lnTo>
                        <a:pt x="29" y="13"/>
                      </a:lnTo>
                      <a:lnTo>
                        <a:pt x="2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3" name="Freeform 691"/>
                <p:cNvSpPr>
                  <a:spLocks/>
                </p:cNvSpPr>
                <p:nvPr/>
              </p:nvSpPr>
              <p:spPr bwMode="auto">
                <a:xfrm>
                  <a:off x="4403" y="3589"/>
                  <a:ext cx="24" cy="3"/>
                </a:xfrm>
                <a:custGeom>
                  <a:avLst/>
                  <a:gdLst>
                    <a:gd name="T0" fmla="*/ 2 w 48"/>
                    <a:gd name="T1" fmla="*/ 0 h 8"/>
                    <a:gd name="T2" fmla="*/ 2 w 48"/>
                    <a:gd name="T3" fmla="*/ 0 h 8"/>
                    <a:gd name="T4" fmla="*/ 2 w 48"/>
                    <a:gd name="T5" fmla="*/ 0 h 8"/>
                    <a:gd name="T6" fmla="*/ 2 w 48"/>
                    <a:gd name="T7" fmla="*/ 0 h 8"/>
                    <a:gd name="T8" fmla="*/ 2 w 48"/>
                    <a:gd name="T9" fmla="*/ 0 h 8"/>
                    <a:gd name="T10" fmla="*/ 2 w 48"/>
                    <a:gd name="T11" fmla="*/ 0 h 8"/>
                    <a:gd name="T12" fmla="*/ 2 w 48"/>
                    <a:gd name="T13" fmla="*/ 0 h 8"/>
                    <a:gd name="T14" fmla="*/ 1 w 48"/>
                    <a:gd name="T15" fmla="*/ 0 h 8"/>
                    <a:gd name="T16" fmla="*/ 1 w 48"/>
                    <a:gd name="T17" fmla="*/ 0 h 8"/>
                    <a:gd name="T18" fmla="*/ 1 w 48"/>
                    <a:gd name="T19" fmla="*/ 0 h 8"/>
                    <a:gd name="T20" fmla="*/ 1 w 48"/>
                    <a:gd name="T21" fmla="*/ 0 h 8"/>
                    <a:gd name="T22" fmla="*/ 0 w 48"/>
                    <a:gd name="T23" fmla="*/ 0 h 8"/>
                    <a:gd name="T24" fmla="*/ 0 w 48"/>
                    <a:gd name="T25" fmla="*/ 0 h 8"/>
                    <a:gd name="T26" fmla="*/ 1 w 48"/>
                    <a:gd name="T27" fmla="*/ 0 h 8"/>
                    <a:gd name="T28" fmla="*/ 1 w 48"/>
                    <a:gd name="T29" fmla="*/ 0 h 8"/>
                    <a:gd name="T30" fmla="*/ 1 w 48"/>
                    <a:gd name="T31" fmla="*/ 0 h 8"/>
                    <a:gd name="T32" fmla="*/ 1 w 48"/>
                    <a:gd name="T33" fmla="*/ 0 h 8"/>
                    <a:gd name="T34" fmla="*/ 2 w 48"/>
                    <a:gd name="T35" fmla="*/ 0 h 8"/>
                    <a:gd name="T36" fmla="*/ 2 w 48"/>
                    <a:gd name="T37" fmla="*/ 0 h 8"/>
                    <a:gd name="T38" fmla="*/ 2 w 48"/>
                    <a:gd name="T39" fmla="*/ 0 h 8"/>
                    <a:gd name="T40" fmla="*/ 2 w 48"/>
                    <a:gd name="T41" fmla="*/ 0 h 8"/>
                    <a:gd name="T42" fmla="*/ 2 w 48"/>
                    <a:gd name="T43" fmla="*/ 0 h 8"/>
                    <a:gd name="T44" fmla="*/ 2 w 48"/>
                    <a:gd name="T45" fmla="*/ 0 h 8"/>
                    <a:gd name="T46" fmla="*/ 2 w 48"/>
                    <a:gd name="T47" fmla="*/ 0 h 8"/>
                    <a:gd name="T48" fmla="*/ 2 w 48"/>
                    <a:gd name="T49" fmla="*/ 0 h 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8"/>
                    <a:gd name="T76" fmla="*/ 0 h 8"/>
                    <a:gd name="T77" fmla="*/ 48 w 48"/>
                    <a:gd name="T78" fmla="*/ 8 h 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8" h="8">
                      <a:moveTo>
                        <a:pt x="48" y="2"/>
                      </a:moveTo>
                      <a:lnTo>
                        <a:pt x="46" y="0"/>
                      </a:lnTo>
                      <a:lnTo>
                        <a:pt x="45" y="2"/>
                      </a:lnTo>
                      <a:lnTo>
                        <a:pt x="42" y="3"/>
                      </a:lnTo>
                      <a:lnTo>
                        <a:pt x="40" y="4"/>
                      </a:lnTo>
                      <a:lnTo>
                        <a:pt x="37" y="4"/>
                      </a:lnTo>
                      <a:lnTo>
                        <a:pt x="34" y="5"/>
                      </a:lnTo>
                      <a:lnTo>
                        <a:pt x="16" y="5"/>
                      </a:lnTo>
                      <a:lnTo>
                        <a:pt x="13" y="4"/>
                      </a:lnTo>
                      <a:lnTo>
                        <a:pt x="10" y="4"/>
                      </a:lnTo>
                      <a:lnTo>
                        <a:pt x="7" y="5"/>
                      </a:lnTo>
                      <a:lnTo>
                        <a:pt x="0" y="5"/>
                      </a:lnTo>
                      <a:lnTo>
                        <a:pt x="0" y="8"/>
                      </a:lnTo>
                      <a:lnTo>
                        <a:pt x="4" y="6"/>
                      </a:lnTo>
                      <a:lnTo>
                        <a:pt x="16" y="6"/>
                      </a:lnTo>
                      <a:lnTo>
                        <a:pt x="19" y="8"/>
                      </a:lnTo>
                      <a:lnTo>
                        <a:pt x="31" y="8"/>
                      </a:lnTo>
                      <a:lnTo>
                        <a:pt x="34" y="6"/>
                      </a:lnTo>
                      <a:lnTo>
                        <a:pt x="37" y="6"/>
                      </a:lnTo>
                      <a:lnTo>
                        <a:pt x="40" y="5"/>
                      </a:lnTo>
                      <a:lnTo>
                        <a:pt x="42" y="5"/>
                      </a:lnTo>
                      <a:lnTo>
                        <a:pt x="46" y="4"/>
                      </a:lnTo>
                      <a:lnTo>
                        <a:pt x="48" y="2"/>
                      </a:lnTo>
                      <a:lnTo>
                        <a:pt x="46" y="0"/>
                      </a:lnTo>
                      <a:lnTo>
                        <a:pt x="4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4" name="Freeform 692"/>
                <p:cNvSpPr>
                  <a:spLocks/>
                </p:cNvSpPr>
                <p:nvPr/>
              </p:nvSpPr>
              <p:spPr bwMode="auto">
                <a:xfrm>
                  <a:off x="4403" y="3589"/>
                  <a:ext cx="24" cy="5"/>
                </a:xfrm>
                <a:custGeom>
                  <a:avLst/>
                  <a:gdLst>
                    <a:gd name="T0" fmla="*/ 0 w 48"/>
                    <a:gd name="T1" fmla="*/ 1 h 10"/>
                    <a:gd name="T2" fmla="*/ 1 w 48"/>
                    <a:gd name="T3" fmla="*/ 1 h 10"/>
                    <a:gd name="T4" fmla="*/ 1 w 48"/>
                    <a:gd name="T5" fmla="*/ 1 h 10"/>
                    <a:gd name="T6" fmla="*/ 1 w 48"/>
                    <a:gd name="T7" fmla="*/ 1 h 10"/>
                    <a:gd name="T8" fmla="*/ 2 w 48"/>
                    <a:gd name="T9" fmla="*/ 1 h 10"/>
                    <a:gd name="T10" fmla="*/ 2 w 48"/>
                    <a:gd name="T11" fmla="*/ 1 h 10"/>
                    <a:gd name="T12" fmla="*/ 2 w 48"/>
                    <a:gd name="T13" fmla="*/ 1 h 10"/>
                    <a:gd name="T14" fmla="*/ 2 w 48"/>
                    <a:gd name="T15" fmla="*/ 1 h 10"/>
                    <a:gd name="T16" fmla="*/ 2 w 48"/>
                    <a:gd name="T17" fmla="*/ 1 h 10"/>
                    <a:gd name="T18" fmla="*/ 2 w 48"/>
                    <a:gd name="T19" fmla="*/ 1 h 10"/>
                    <a:gd name="T20" fmla="*/ 2 w 48"/>
                    <a:gd name="T21" fmla="*/ 0 h 10"/>
                    <a:gd name="T22" fmla="*/ 2 w 48"/>
                    <a:gd name="T23" fmla="*/ 1 h 10"/>
                    <a:gd name="T24" fmla="*/ 2 w 48"/>
                    <a:gd name="T25" fmla="*/ 1 h 10"/>
                    <a:gd name="T26" fmla="*/ 2 w 48"/>
                    <a:gd name="T27" fmla="*/ 1 h 10"/>
                    <a:gd name="T28" fmla="*/ 2 w 48"/>
                    <a:gd name="T29" fmla="*/ 1 h 10"/>
                    <a:gd name="T30" fmla="*/ 2 w 48"/>
                    <a:gd name="T31" fmla="*/ 1 h 10"/>
                    <a:gd name="T32" fmla="*/ 1 w 48"/>
                    <a:gd name="T33" fmla="*/ 1 h 10"/>
                    <a:gd name="T34" fmla="*/ 1 w 48"/>
                    <a:gd name="T35" fmla="*/ 1 h 10"/>
                    <a:gd name="T36" fmla="*/ 1 w 48"/>
                    <a:gd name="T37" fmla="*/ 1 h 10"/>
                    <a:gd name="T38" fmla="*/ 0 w 48"/>
                    <a:gd name="T39" fmla="*/ 1 h 10"/>
                    <a:gd name="T40" fmla="*/ 0 w 48"/>
                    <a:gd name="T41" fmla="*/ 1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8"/>
                    <a:gd name="T64" fmla="*/ 0 h 10"/>
                    <a:gd name="T65" fmla="*/ 48 w 48"/>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8" h="10">
                      <a:moveTo>
                        <a:pt x="0" y="10"/>
                      </a:moveTo>
                      <a:lnTo>
                        <a:pt x="26" y="10"/>
                      </a:lnTo>
                      <a:lnTo>
                        <a:pt x="30" y="9"/>
                      </a:lnTo>
                      <a:lnTo>
                        <a:pt x="32" y="9"/>
                      </a:lnTo>
                      <a:lnTo>
                        <a:pt x="36" y="8"/>
                      </a:lnTo>
                      <a:lnTo>
                        <a:pt x="39" y="8"/>
                      </a:lnTo>
                      <a:lnTo>
                        <a:pt x="41" y="6"/>
                      </a:lnTo>
                      <a:lnTo>
                        <a:pt x="43" y="5"/>
                      </a:lnTo>
                      <a:lnTo>
                        <a:pt x="46" y="4"/>
                      </a:lnTo>
                      <a:lnTo>
                        <a:pt x="48" y="2"/>
                      </a:lnTo>
                      <a:lnTo>
                        <a:pt x="46" y="0"/>
                      </a:lnTo>
                      <a:lnTo>
                        <a:pt x="45" y="2"/>
                      </a:lnTo>
                      <a:lnTo>
                        <a:pt x="42" y="3"/>
                      </a:lnTo>
                      <a:lnTo>
                        <a:pt x="40" y="4"/>
                      </a:lnTo>
                      <a:lnTo>
                        <a:pt x="37" y="5"/>
                      </a:lnTo>
                      <a:lnTo>
                        <a:pt x="35" y="5"/>
                      </a:lnTo>
                      <a:lnTo>
                        <a:pt x="32" y="6"/>
                      </a:lnTo>
                      <a:lnTo>
                        <a:pt x="30" y="6"/>
                      </a:lnTo>
                      <a:lnTo>
                        <a:pt x="26" y="8"/>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5" name="Freeform 693"/>
                <p:cNvSpPr>
                  <a:spLocks/>
                </p:cNvSpPr>
                <p:nvPr/>
              </p:nvSpPr>
              <p:spPr bwMode="auto">
                <a:xfrm>
                  <a:off x="4372" y="3581"/>
                  <a:ext cx="31" cy="13"/>
                </a:xfrm>
                <a:custGeom>
                  <a:avLst/>
                  <a:gdLst>
                    <a:gd name="T0" fmla="*/ 0 w 61"/>
                    <a:gd name="T1" fmla="*/ 1 h 25"/>
                    <a:gd name="T2" fmla="*/ 1 w 61"/>
                    <a:gd name="T3" fmla="*/ 1 h 25"/>
                    <a:gd name="T4" fmla="*/ 1 w 61"/>
                    <a:gd name="T5" fmla="*/ 1 h 25"/>
                    <a:gd name="T6" fmla="*/ 1 w 61"/>
                    <a:gd name="T7" fmla="*/ 1 h 25"/>
                    <a:gd name="T8" fmla="*/ 1 w 61"/>
                    <a:gd name="T9" fmla="*/ 1 h 25"/>
                    <a:gd name="T10" fmla="*/ 1 w 61"/>
                    <a:gd name="T11" fmla="*/ 1 h 25"/>
                    <a:gd name="T12" fmla="*/ 1 w 61"/>
                    <a:gd name="T13" fmla="*/ 1 h 25"/>
                    <a:gd name="T14" fmla="*/ 1 w 61"/>
                    <a:gd name="T15" fmla="*/ 1 h 25"/>
                    <a:gd name="T16" fmla="*/ 1 w 61"/>
                    <a:gd name="T17" fmla="*/ 1 h 25"/>
                    <a:gd name="T18" fmla="*/ 1 w 61"/>
                    <a:gd name="T19" fmla="*/ 1 h 25"/>
                    <a:gd name="T20" fmla="*/ 2 w 61"/>
                    <a:gd name="T21" fmla="*/ 1 h 25"/>
                    <a:gd name="T22" fmla="*/ 2 w 61"/>
                    <a:gd name="T23" fmla="*/ 1 h 25"/>
                    <a:gd name="T24" fmla="*/ 2 w 61"/>
                    <a:gd name="T25" fmla="*/ 1 h 25"/>
                    <a:gd name="T26" fmla="*/ 2 w 61"/>
                    <a:gd name="T27" fmla="*/ 1 h 25"/>
                    <a:gd name="T28" fmla="*/ 2 w 61"/>
                    <a:gd name="T29" fmla="*/ 1 h 25"/>
                    <a:gd name="T30" fmla="*/ 2 w 61"/>
                    <a:gd name="T31" fmla="*/ 1 h 25"/>
                    <a:gd name="T32" fmla="*/ 2 w 61"/>
                    <a:gd name="T33" fmla="*/ 1 h 25"/>
                    <a:gd name="T34" fmla="*/ 2 w 61"/>
                    <a:gd name="T35" fmla="*/ 1 h 25"/>
                    <a:gd name="T36" fmla="*/ 2 w 61"/>
                    <a:gd name="T37" fmla="*/ 1 h 25"/>
                    <a:gd name="T38" fmla="*/ 2 w 61"/>
                    <a:gd name="T39" fmla="*/ 1 h 25"/>
                    <a:gd name="T40" fmla="*/ 2 w 61"/>
                    <a:gd name="T41" fmla="*/ 1 h 25"/>
                    <a:gd name="T42" fmla="*/ 1 w 61"/>
                    <a:gd name="T43" fmla="*/ 1 h 25"/>
                    <a:gd name="T44" fmla="*/ 1 w 61"/>
                    <a:gd name="T45" fmla="*/ 1 h 25"/>
                    <a:gd name="T46" fmla="*/ 1 w 61"/>
                    <a:gd name="T47" fmla="*/ 1 h 25"/>
                    <a:gd name="T48" fmla="*/ 1 w 61"/>
                    <a:gd name="T49" fmla="*/ 1 h 25"/>
                    <a:gd name="T50" fmla="*/ 1 w 61"/>
                    <a:gd name="T51" fmla="*/ 1 h 25"/>
                    <a:gd name="T52" fmla="*/ 1 w 61"/>
                    <a:gd name="T53" fmla="*/ 1 h 25"/>
                    <a:gd name="T54" fmla="*/ 1 w 61"/>
                    <a:gd name="T55" fmla="*/ 1 h 25"/>
                    <a:gd name="T56" fmla="*/ 1 w 61"/>
                    <a:gd name="T57" fmla="*/ 1 h 25"/>
                    <a:gd name="T58" fmla="*/ 1 w 61"/>
                    <a:gd name="T59" fmla="*/ 0 h 25"/>
                    <a:gd name="T60" fmla="*/ 0 w 61"/>
                    <a:gd name="T61" fmla="*/ 1 h 25"/>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1"/>
                    <a:gd name="T94" fmla="*/ 0 h 25"/>
                    <a:gd name="T95" fmla="*/ 61 w 61"/>
                    <a:gd name="T96" fmla="*/ 25 h 25"/>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1" h="25">
                      <a:moveTo>
                        <a:pt x="0" y="2"/>
                      </a:moveTo>
                      <a:lnTo>
                        <a:pt x="3" y="5"/>
                      </a:lnTo>
                      <a:lnTo>
                        <a:pt x="6" y="9"/>
                      </a:lnTo>
                      <a:lnTo>
                        <a:pt x="10" y="12"/>
                      </a:lnTo>
                      <a:lnTo>
                        <a:pt x="13" y="14"/>
                      </a:lnTo>
                      <a:lnTo>
                        <a:pt x="17" y="17"/>
                      </a:lnTo>
                      <a:lnTo>
                        <a:pt x="21" y="19"/>
                      </a:lnTo>
                      <a:lnTo>
                        <a:pt x="24" y="20"/>
                      </a:lnTo>
                      <a:lnTo>
                        <a:pt x="28" y="21"/>
                      </a:lnTo>
                      <a:lnTo>
                        <a:pt x="32" y="21"/>
                      </a:lnTo>
                      <a:lnTo>
                        <a:pt x="37" y="23"/>
                      </a:lnTo>
                      <a:lnTo>
                        <a:pt x="40" y="24"/>
                      </a:lnTo>
                      <a:lnTo>
                        <a:pt x="49" y="24"/>
                      </a:lnTo>
                      <a:lnTo>
                        <a:pt x="53" y="25"/>
                      </a:lnTo>
                      <a:lnTo>
                        <a:pt x="61" y="25"/>
                      </a:lnTo>
                      <a:lnTo>
                        <a:pt x="61" y="23"/>
                      </a:lnTo>
                      <a:lnTo>
                        <a:pt x="53" y="23"/>
                      </a:lnTo>
                      <a:lnTo>
                        <a:pt x="49" y="21"/>
                      </a:lnTo>
                      <a:lnTo>
                        <a:pt x="40" y="21"/>
                      </a:lnTo>
                      <a:lnTo>
                        <a:pt x="37" y="20"/>
                      </a:lnTo>
                      <a:lnTo>
                        <a:pt x="33" y="20"/>
                      </a:lnTo>
                      <a:lnTo>
                        <a:pt x="28" y="19"/>
                      </a:lnTo>
                      <a:lnTo>
                        <a:pt x="24" y="18"/>
                      </a:lnTo>
                      <a:lnTo>
                        <a:pt x="21" y="17"/>
                      </a:lnTo>
                      <a:lnTo>
                        <a:pt x="17" y="14"/>
                      </a:lnTo>
                      <a:lnTo>
                        <a:pt x="15" y="13"/>
                      </a:lnTo>
                      <a:lnTo>
                        <a:pt x="11" y="10"/>
                      </a:lnTo>
                      <a:lnTo>
                        <a:pt x="8" y="7"/>
                      </a:lnTo>
                      <a:lnTo>
                        <a:pt x="5" y="4"/>
                      </a:lnTo>
                      <a:lnTo>
                        <a:pt x="2" y="0"/>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6" name="Freeform 694"/>
                <p:cNvSpPr>
                  <a:spLocks/>
                </p:cNvSpPr>
                <p:nvPr/>
              </p:nvSpPr>
              <p:spPr bwMode="auto">
                <a:xfrm>
                  <a:off x="4363" y="3566"/>
                  <a:ext cx="10" cy="16"/>
                </a:xfrm>
                <a:custGeom>
                  <a:avLst/>
                  <a:gdLst>
                    <a:gd name="T0" fmla="*/ 0 w 19"/>
                    <a:gd name="T1" fmla="*/ 1 h 31"/>
                    <a:gd name="T2" fmla="*/ 1 w 19"/>
                    <a:gd name="T3" fmla="*/ 1 h 31"/>
                    <a:gd name="T4" fmla="*/ 1 w 19"/>
                    <a:gd name="T5" fmla="*/ 1 h 31"/>
                    <a:gd name="T6" fmla="*/ 1 w 19"/>
                    <a:gd name="T7" fmla="*/ 1 h 31"/>
                    <a:gd name="T8" fmla="*/ 1 w 19"/>
                    <a:gd name="T9" fmla="*/ 1 h 31"/>
                    <a:gd name="T10" fmla="*/ 1 w 19"/>
                    <a:gd name="T11" fmla="*/ 1 h 31"/>
                    <a:gd name="T12" fmla="*/ 1 w 19"/>
                    <a:gd name="T13" fmla="*/ 1 h 31"/>
                    <a:gd name="T14" fmla="*/ 1 w 19"/>
                    <a:gd name="T15" fmla="*/ 1 h 31"/>
                    <a:gd name="T16" fmla="*/ 1 w 19"/>
                    <a:gd name="T17" fmla="*/ 1 h 31"/>
                    <a:gd name="T18" fmla="*/ 1 w 19"/>
                    <a:gd name="T19" fmla="*/ 1 h 31"/>
                    <a:gd name="T20" fmla="*/ 1 w 19"/>
                    <a:gd name="T21" fmla="*/ 1 h 31"/>
                    <a:gd name="T22" fmla="*/ 1 w 19"/>
                    <a:gd name="T23" fmla="*/ 1 h 31"/>
                    <a:gd name="T24" fmla="*/ 1 w 19"/>
                    <a:gd name="T25" fmla="*/ 1 h 31"/>
                    <a:gd name="T26" fmla="*/ 1 w 19"/>
                    <a:gd name="T27" fmla="*/ 1 h 31"/>
                    <a:gd name="T28" fmla="*/ 1 w 19"/>
                    <a:gd name="T29" fmla="*/ 1 h 31"/>
                    <a:gd name="T30" fmla="*/ 1 w 19"/>
                    <a:gd name="T31" fmla="*/ 1 h 31"/>
                    <a:gd name="T32" fmla="*/ 1 w 19"/>
                    <a:gd name="T33" fmla="*/ 1 h 31"/>
                    <a:gd name="T34" fmla="*/ 1 w 19"/>
                    <a:gd name="T35" fmla="*/ 0 h 31"/>
                    <a:gd name="T36" fmla="*/ 1 w 19"/>
                    <a:gd name="T37" fmla="*/ 1 h 31"/>
                    <a:gd name="T38" fmla="*/ 0 w 19"/>
                    <a:gd name="T39" fmla="*/ 1 h 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
                    <a:gd name="T61" fmla="*/ 0 h 31"/>
                    <a:gd name="T62" fmla="*/ 19 w 19"/>
                    <a:gd name="T63" fmla="*/ 31 h 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 h="31">
                      <a:moveTo>
                        <a:pt x="0" y="1"/>
                      </a:moveTo>
                      <a:lnTo>
                        <a:pt x="1" y="5"/>
                      </a:lnTo>
                      <a:lnTo>
                        <a:pt x="3" y="9"/>
                      </a:lnTo>
                      <a:lnTo>
                        <a:pt x="6" y="12"/>
                      </a:lnTo>
                      <a:lnTo>
                        <a:pt x="7" y="16"/>
                      </a:lnTo>
                      <a:lnTo>
                        <a:pt x="11" y="20"/>
                      </a:lnTo>
                      <a:lnTo>
                        <a:pt x="13" y="23"/>
                      </a:lnTo>
                      <a:lnTo>
                        <a:pt x="14" y="27"/>
                      </a:lnTo>
                      <a:lnTo>
                        <a:pt x="17" y="31"/>
                      </a:lnTo>
                      <a:lnTo>
                        <a:pt x="19" y="29"/>
                      </a:lnTo>
                      <a:lnTo>
                        <a:pt x="17" y="26"/>
                      </a:lnTo>
                      <a:lnTo>
                        <a:pt x="14" y="22"/>
                      </a:lnTo>
                      <a:lnTo>
                        <a:pt x="12" y="18"/>
                      </a:lnTo>
                      <a:lnTo>
                        <a:pt x="9" y="15"/>
                      </a:lnTo>
                      <a:lnTo>
                        <a:pt x="7" y="11"/>
                      </a:lnTo>
                      <a:lnTo>
                        <a:pt x="6" y="7"/>
                      </a:lnTo>
                      <a:lnTo>
                        <a:pt x="3" y="4"/>
                      </a:lnTo>
                      <a:lnTo>
                        <a:pt x="2" y="0"/>
                      </a:lnTo>
                      <a:lnTo>
                        <a:pt x="2" y="1"/>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7" name="Freeform 695"/>
                <p:cNvSpPr>
                  <a:spLocks/>
                </p:cNvSpPr>
                <p:nvPr/>
              </p:nvSpPr>
              <p:spPr bwMode="auto">
                <a:xfrm>
                  <a:off x="4361" y="3555"/>
                  <a:ext cx="4" cy="12"/>
                </a:xfrm>
                <a:custGeom>
                  <a:avLst/>
                  <a:gdLst>
                    <a:gd name="T0" fmla="*/ 1 w 6"/>
                    <a:gd name="T1" fmla="*/ 1 h 23"/>
                    <a:gd name="T2" fmla="*/ 1 w 6"/>
                    <a:gd name="T3" fmla="*/ 1 h 23"/>
                    <a:gd name="T4" fmla="*/ 1 w 6"/>
                    <a:gd name="T5" fmla="*/ 1 h 23"/>
                    <a:gd name="T6" fmla="*/ 1 w 6"/>
                    <a:gd name="T7" fmla="*/ 1 h 23"/>
                    <a:gd name="T8" fmla="*/ 1 w 6"/>
                    <a:gd name="T9" fmla="*/ 1 h 23"/>
                    <a:gd name="T10" fmla="*/ 1 w 6"/>
                    <a:gd name="T11" fmla="*/ 1 h 23"/>
                    <a:gd name="T12" fmla="*/ 1 w 6"/>
                    <a:gd name="T13" fmla="*/ 1 h 23"/>
                    <a:gd name="T14" fmla="*/ 1 w 6"/>
                    <a:gd name="T15" fmla="*/ 1 h 23"/>
                    <a:gd name="T16" fmla="*/ 1 w 6"/>
                    <a:gd name="T17" fmla="*/ 1 h 23"/>
                    <a:gd name="T18" fmla="*/ 1 w 6"/>
                    <a:gd name="T19" fmla="*/ 1 h 23"/>
                    <a:gd name="T20" fmla="*/ 1 w 6"/>
                    <a:gd name="T21" fmla="*/ 1 h 23"/>
                    <a:gd name="T22" fmla="*/ 0 w 6"/>
                    <a:gd name="T23" fmla="*/ 0 h 23"/>
                    <a:gd name="T24" fmla="*/ 1 w 6"/>
                    <a:gd name="T25" fmla="*/ 1 h 23"/>
                    <a:gd name="T26" fmla="*/ 1 w 6"/>
                    <a:gd name="T27" fmla="*/ 1 h 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
                    <a:gd name="T43" fmla="*/ 0 h 23"/>
                    <a:gd name="T44" fmla="*/ 6 w 6"/>
                    <a:gd name="T45" fmla="*/ 23 h 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 h="23">
                      <a:moveTo>
                        <a:pt x="4" y="11"/>
                      </a:moveTo>
                      <a:lnTo>
                        <a:pt x="1" y="11"/>
                      </a:lnTo>
                      <a:lnTo>
                        <a:pt x="2" y="13"/>
                      </a:lnTo>
                      <a:lnTo>
                        <a:pt x="4" y="17"/>
                      </a:lnTo>
                      <a:lnTo>
                        <a:pt x="4" y="23"/>
                      </a:lnTo>
                      <a:lnTo>
                        <a:pt x="6" y="23"/>
                      </a:lnTo>
                      <a:lnTo>
                        <a:pt x="6" y="17"/>
                      </a:lnTo>
                      <a:lnTo>
                        <a:pt x="5" y="13"/>
                      </a:lnTo>
                      <a:lnTo>
                        <a:pt x="4" y="11"/>
                      </a:lnTo>
                      <a:lnTo>
                        <a:pt x="1" y="11"/>
                      </a:lnTo>
                      <a:lnTo>
                        <a:pt x="4" y="11"/>
                      </a:lnTo>
                      <a:lnTo>
                        <a:pt x="0" y="0"/>
                      </a:lnTo>
                      <a:lnTo>
                        <a:pt x="1" y="11"/>
                      </a:lnTo>
                      <a:lnTo>
                        <a:pt x="4"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8" name="Freeform 696"/>
                <p:cNvSpPr>
                  <a:spLocks/>
                </p:cNvSpPr>
                <p:nvPr/>
              </p:nvSpPr>
              <p:spPr bwMode="auto">
                <a:xfrm>
                  <a:off x="4362" y="3561"/>
                  <a:ext cx="21" cy="21"/>
                </a:xfrm>
                <a:custGeom>
                  <a:avLst/>
                  <a:gdLst>
                    <a:gd name="T0" fmla="*/ 2 w 42"/>
                    <a:gd name="T1" fmla="*/ 2 h 42"/>
                    <a:gd name="T2" fmla="*/ 2 w 42"/>
                    <a:gd name="T3" fmla="*/ 2 h 42"/>
                    <a:gd name="T4" fmla="*/ 2 w 42"/>
                    <a:gd name="T5" fmla="*/ 2 h 42"/>
                    <a:gd name="T6" fmla="*/ 2 w 42"/>
                    <a:gd name="T7" fmla="*/ 2 h 42"/>
                    <a:gd name="T8" fmla="*/ 1 w 42"/>
                    <a:gd name="T9" fmla="*/ 2 h 42"/>
                    <a:gd name="T10" fmla="*/ 1 w 42"/>
                    <a:gd name="T11" fmla="*/ 2 h 42"/>
                    <a:gd name="T12" fmla="*/ 1 w 42"/>
                    <a:gd name="T13" fmla="*/ 2 h 42"/>
                    <a:gd name="T14" fmla="*/ 1 w 42"/>
                    <a:gd name="T15" fmla="*/ 1 h 42"/>
                    <a:gd name="T16" fmla="*/ 1 w 42"/>
                    <a:gd name="T17" fmla="*/ 1 h 42"/>
                    <a:gd name="T18" fmla="*/ 1 w 42"/>
                    <a:gd name="T19" fmla="*/ 1 h 42"/>
                    <a:gd name="T20" fmla="*/ 1 w 42"/>
                    <a:gd name="T21" fmla="*/ 1 h 42"/>
                    <a:gd name="T22" fmla="*/ 1 w 42"/>
                    <a:gd name="T23" fmla="*/ 1 h 42"/>
                    <a:gd name="T24" fmla="*/ 1 w 42"/>
                    <a:gd name="T25" fmla="*/ 1 h 42"/>
                    <a:gd name="T26" fmla="*/ 1 w 42"/>
                    <a:gd name="T27" fmla="*/ 1 h 42"/>
                    <a:gd name="T28" fmla="*/ 1 w 42"/>
                    <a:gd name="T29" fmla="*/ 1 h 42"/>
                    <a:gd name="T30" fmla="*/ 1 w 42"/>
                    <a:gd name="T31" fmla="*/ 1 h 42"/>
                    <a:gd name="T32" fmla="*/ 1 w 42"/>
                    <a:gd name="T33" fmla="*/ 0 h 42"/>
                    <a:gd name="T34" fmla="*/ 0 w 42"/>
                    <a:gd name="T35" fmla="*/ 0 h 42"/>
                    <a:gd name="T36" fmla="*/ 1 w 42"/>
                    <a:gd name="T37" fmla="*/ 1 h 42"/>
                    <a:gd name="T38" fmla="*/ 1 w 42"/>
                    <a:gd name="T39" fmla="*/ 1 h 42"/>
                    <a:gd name="T40" fmla="*/ 1 w 42"/>
                    <a:gd name="T41" fmla="*/ 1 h 42"/>
                    <a:gd name="T42" fmla="*/ 1 w 42"/>
                    <a:gd name="T43" fmla="*/ 1 h 42"/>
                    <a:gd name="T44" fmla="*/ 1 w 42"/>
                    <a:gd name="T45" fmla="*/ 1 h 42"/>
                    <a:gd name="T46" fmla="*/ 1 w 42"/>
                    <a:gd name="T47" fmla="*/ 1 h 42"/>
                    <a:gd name="T48" fmla="*/ 1 w 42"/>
                    <a:gd name="T49" fmla="*/ 1 h 42"/>
                    <a:gd name="T50" fmla="*/ 1 w 42"/>
                    <a:gd name="T51" fmla="*/ 1 h 42"/>
                    <a:gd name="T52" fmla="*/ 1 w 42"/>
                    <a:gd name="T53" fmla="*/ 1 h 42"/>
                    <a:gd name="T54" fmla="*/ 1 w 42"/>
                    <a:gd name="T55" fmla="*/ 2 h 42"/>
                    <a:gd name="T56" fmla="*/ 1 w 42"/>
                    <a:gd name="T57" fmla="*/ 2 h 42"/>
                    <a:gd name="T58" fmla="*/ 1 w 42"/>
                    <a:gd name="T59" fmla="*/ 2 h 42"/>
                    <a:gd name="T60" fmla="*/ 1 w 42"/>
                    <a:gd name="T61" fmla="*/ 2 h 42"/>
                    <a:gd name="T62" fmla="*/ 2 w 42"/>
                    <a:gd name="T63" fmla="*/ 2 h 42"/>
                    <a:gd name="T64" fmla="*/ 2 w 42"/>
                    <a:gd name="T65" fmla="*/ 2 h 42"/>
                    <a:gd name="T66" fmla="*/ 2 w 42"/>
                    <a:gd name="T67" fmla="*/ 2 h 42"/>
                    <a:gd name="T68" fmla="*/ 2 w 42"/>
                    <a:gd name="T69" fmla="*/ 2 h 4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
                    <a:gd name="T106" fmla="*/ 0 h 42"/>
                    <a:gd name="T107" fmla="*/ 42 w 42"/>
                    <a:gd name="T108" fmla="*/ 42 h 4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 h="42">
                      <a:moveTo>
                        <a:pt x="42" y="39"/>
                      </a:moveTo>
                      <a:lnTo>
                        <a:pt x="42" y="40"/>
                      </a:lnTo>
                      <a:lnTo>
                        <a:pt x="38" y="39"/>
                      </a:lnTo>
                      <a:lnTo>
                        <a:pt x="36" y="38"/>
                      </a:lnTo>
                      <a:lnTo>
                        <a:pt x="32" y="36"/>
                      </a:lnTo>
                      <a:lnTo>
                        <a:pt x="28" y="34"/>
                      </a:lnTo>
                      <a:lnTo>
                        <a:pt x="26" y="33"/>
                      </a:lnTo>
                      <a:lnTo>
                        <a:pt x="23" y="31"/>
                      </a:lnTo>
                      <a:lnTo>
                        <a:pt x="20" y="28"/>
                      </a:lnTo>
                      <a:lnTo>
                        <a:pt x="15" y="23"/>
                      </a:lnTo>
                      <a:lnTo>
                        <a:pt x="12" y="20"/>
                      </a:lnTo>
                      <a:lnTo>
                        <a:pt x="10" y="17"/>
                      </a:lnTo>
                      <a:lnTo>
                        <a:pt x="9" y="13"/>
                      </a:lnTo>
                      <a:lnTo>
                        <a:pt x="6" y="10"/>
                      </a:lnTo>
                      <a:lnTo>
                        <a:pt x="5" y="6"/>
                      </a:lnTo>
                      <a:lnTo>
                        <a:pt x="4" y="4"/>
                      </a:lnTo>
                      <a:lnTo>
                        <a:pt x="3" y="0"/>
                      </a:lnTo>
                      <a:lnTo>
                        <a:pt x="0" y="0"/>
                      </a:lnTo>
                      <a:lnTo>
                        <a:pt x="1" y="4"/>
                      </a:lnTo>
                      <a:lnTo>
                        <a:pt x="3" y="7"/>
                      </a:lnTo>
                      <a:lnTo>
                        <a:pt x="4" y="11"/>
                      </a:lnTo>
                      <a:lnTo>
                        <a:pt x="6" y="15"/>
                      </a:lnTo>
                      <a:lnTo>
                        <a:pt x="9" y="18"/>
                      </a:lnTo>
                      <a:lnTo>
                        <a:pt x="10" y="21"/>
                      </a:lnTo>
                      <a:lnTo>
                        <a:pt x="12" y="24"/>
                      </a:lnTo>
                      <a:lnTo>
                        <a:pt x="16" y="27"/>
                      </a:lnTo>
                      <a:lnTo>
                        <a:pt x="19" y="29"/>
                      </a:lnTo>
                      <a:lnTo>
                        <a:pt x="21" y="33"/>
                      </a:lnTo>
                      <a:lnTo>
                        <a:pt x="25" y="34"/>
                      </a:lnTo>
                      <a:lnTo>
                        <a:pt x="27" y="37"/>
                      </a:lnTo>
                      <a:lnTo>
                        <a:pt x="31" y="38"/>
                      </a:lnTo>
                      <a:lnTo>
                        <a:pt x="35" y="40"/>
                      </a:lnTo>
                      <a:lnTo>
                        <a:pt x="38" y="40"/>
                      </a:lnTo>
                      <a:lnTo>
                        <a:pt x="42" y="42"/>
                      </a:lnTo>
                      <a:lnTo>
                        <a:pt x="42"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49" name="Freeform 697"/>
                <p:cNvSpPr>
                  <a:spLocks/>
                </p:cNvSpPr>
                <p:nvPr/>
              </p:nvSpPr>
              <p:spPr bwMode="auto">
                <a:xfrm>
                  <a:off x="4514" y="3566"/>
                  <a:ext cx="12" cy="14"/>
                </a:xfrm>
                <a:custGeom>
                  <a:avLst/>
                  <a:gdLst>
                    <a:gd name="T0" fmla="*/ 0 w 26"/>
                    <a:gd name="T1" fmla="*/ 1 h 28"/>
                    <a:gd name="T2" fmla="*/ 0 w 26"/>
                    <a:gd name="T3" fmla="*/ 1 h 28"/>
                    <a:gd name="T4" fmla="*/ 0 w 26"/>
                    <a:gd name="T5" fmla="*/ 1 h 28"/>
                    <a:gd name="T6" fmla="*/ 0 w 26"/>
                    <a:gd name="T7" fmla="*/ 1 h 28"/>
                    <a:gd name="T8" fmla="*/ 0 w 26"/>
                    <a:gd name="T9" fmla="*/ 1 h 28"/>
                    <a:gd name="T10" fmla="*/ 0 w 26"/>
                    <a:gd name="T11" fmla="*/ 1 h 28"/>
                    <a:gd name="T12" fmla="*/ 0 w 26"/>
                    <a:gd name="T13" fmla="*/ 1 h 28"/>
                    <a:gd name="T14" fmla="*/ 0 w 26"/>
                    <a:gd name="T15" fmla="*/ 1 h 28"/>
                    <a:gd name="T16" fmla="*/ 0 w 26"/>
                    <a:gd name="T17" fmla="*/ 1 h 28"/>
                    <a:gd name="T18" fmla="*/ 0 w 26"/>
                    <a:gd name="T19" fmla="*/ 1 h 28"/>
                    <a:gd name="T20" fmla="*/ 0 w 26"/>
                    <a:gd name="T21" fmla="*/ 1 h 28"/>
                    <a:gd name="T22" fmla="*/ 0 w 26"/>
                    <a:gd name="T23" fmla="*/ 1 h 28"/>
                    <a:gd name="T24" fmla="*/ 0 w 26"/>
                    <a:gd name="T25" fmla="*/ 1 h 28"/>
                    <a:gd name="T26" fmla="*/ 0 w 26"/>
                    <a:gd name="T27" fmla="*/ 1 h 28"/>
                    <a:gd name="T28" fmla="*/ 0 w 26"/>
                    <a:gd name="T29" fmla="*/ 0 h 28"/>
                    <a:gd name="T30" fmla="*/ 0 w 26"/>
                    <a:gd name="T31" fmla="*/ 1 h 28"/>
                    <a:gd name="T32" fmla="*/ 0 w 26"/>
                    <a:gd name="T33" fmla="*/ 1 h 28"/>
                    <a:gd name="T34" fmla="*/ 0 w 26"/>
                    <a:gd name="T35" fmla="*/ 1 h 28"/>
                    <a:gd name="T36" fmla="*/ 0 w 26"/>
                    <a:gd name="T37" fmla="*/ 1 h 28"/>
                    <a:gd name="T38" fmla="*/ 0 w 26"/>
                    <a:gd name="T39" fmla="*/ 1 h 28"/>
                    <a:gd name="T40" fmla="*/ 0 w 26"/>
                    <a:gd name="T41" fmla="*/ 1 h 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6"/>
                    <a:gd name="T64" fmla="*/ 0 h 28"/>
                    <a:gd name="T65" fmla="*/ 26 w 26"/>
                    <a:gd name="T66" fmla="*/ 28 h 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6" h="28">
                      <a:moveTo>
                        <a:pt x="24" y="19"/>
                      </a:moveTo>
                      <a:lnTo>
                        <a:pt x="22" y="23"/>
                      </a:lnTo>
                      <a:lnTo>
                        <a:pt x="20" y="24"/>
                      </a:lnTo>
                      <a:lnTo>
                        <a:pt x="17" y="26"/>
                      </a:lnTo>
                      <a:lnTo>
                        <a:pt x="14" y="27"/>
                      </a:lnTo>
                      <a:lnTo>
                        <a:pt x="6" y="27"/>
                      </a:lnTo>
                      <a:lnTo>
                        <a:pt x="4" y="28"/>
                      </a:lnTo>
                      <a:lnTo>
                        <a:pt x="0" y="28"/>
                      </a:lnTo>
                      <a:lnTo>
                        <a:pt x="3" y="23"/>
                      </a:lnTo>
                      <a:lnTo>
                        <a:pt x="4" y="17"/>
                      </a:lnTo>
                      <a:lnTo>
                        <a:pt x="4" y="5"/>
                      </a:lnTo>
                      <a:lnTo>
                        <a:pt x="3" y="5"/>
                      </a:lnTo>
                      <a:lnTo>
                        <a:pt x="3" y="3"/>
                      </a:lnTo>
                      <a:lnTo>
                        <a:pt x="4" y="3"/>
                      </a:lnTo>
                      <a:lnTo>
                        <a:pt x="22" y="0"/>
                      </a:lnTo>
                      <a:lnTo>
                        <a:pt x="25" y="2"/>
                      </a:lnTo>
                      <a:lnTo>
                        <a:pt x="26" y="5"/>
                      </a:lnTo>
                      <a:lnTo>
                        <a:pt x="26" y="12"/>
                      </a:lnTo>
                      <a:lnTo>
                        <a:pt x="25" y="14"/>
                      </a:lnTo>
                      <a:lnTo>
                        <a:pt x="25" y="17"/>
                      </a:lnTo>
                      <a:lnTo>
                        <a:pt x="24" y="19"/>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0" name="Freeform 698"/>
                <p:cNvSpPr>
                  <a:spLocks/>
                </p:cNvSpPr>
                <p:nvPr/>
              </p:nvSpPr>
              <p:spPr bwMode="auto">
                <a:xfrm>
                  <a:off x="4513" y="3576"/>
                  <a:ext cx="13" cy="5"/>
                </a:xfrm>
                <a:custGeom>
                  <a:avLst/>
                  <a:gdLst>
                    <a:gd name="T0" fmla="*/ 0 w 26"/>
                    <a:gd name="T1" fmla="*/ 0 h 11"/>
                    <a:gd name="T2" fmla="*/ 1 w 26"/>
                    <a:gd name="T3" fmla="*/ 0 h 11"/>
                    <a:gd name="T4" fmla="*/ 1 w 26"/>
                    <a:gd name="T5" fmla="*/ 0 h 11"/>
                    <a:gd name="T6" fmla="*/ 1 w 26"/>
                    <a:gd name="T7" fmla="*/ 0 h 11"/>
                    <a:gd name="T8" fmla="*/ 1 w 26"/>
                    <a:gd name="T9" fmla="*/ 0 h 11"/>
                    <a:gd name="T10" fmla="*/ 1 w 26"/>
                    <a:gd name="T11" fmla="*/ 0 h 11"/>
                    <a:gd name="T12" fmla="*/ 1 w 26"/>
                    <a:gd name="T13" fmla="*/ 0 h 11"/>
                    <a:gd name="T14" fmla="*/ 1 w 26"/>
                    <a:gd name="T15" fmla="*/ 0 h 11"/>
                    <a:gd name="T16" fmla="*/ 1 w 26"/>
                    <a:gd name="T17" fmla="*/ 0 h 11"/>
                    <a:gd name="T18" fmla="*/ 1 w 26"/>
                    <a:gd name="T19" fmla="*/ 0 h 11"/>
                    <a:gd name="T20" fmla="*/ 1 w 26"/>
                    <a:gd name="T21" fmla="*/ 0 h 11"/>
                    <a:gd name="T22" fmla="*/ 1 w 26"/>
                    <a:gd name="T23" fmla="*/ 0 h 11"/>
                    <a:gd name="T24" fmla="*/ 1 w 26"/>
                    <a:gd name="T25" fmla="*/ 0 h 11"/>
                    <a:gd name="T26" fmla="*/ 1 w 26"/>
                    <a:gd name="T27" fmla="*/ 0 h 11"/>
                    <a:gd name="T28" fmla="*/ 1 w 26"/>
                    <a:gd name="T29" fmla="*/ 0 h 11"/>
                    <a:gd name="T30" fmla="*/ 1 w 26"/>
                    <a:gd name="T31" fmla="*/ 0 h 11"/>
                    <a:gd name="T32" fmla="*/ 1 w 26"/>
                    <a:gd name="T33" fmla="*/ 0 h 11"/>
                    <a:gd name="T34" fmla="*/ 1 w 26"/>
                    <a:gd name="T35" fmla="*/ 0 h 11"/>
                    <a:gd name="T36" fmla="*/ 0 w 26"/>
                    <a:gd name="T37" fmla="*/ 0 h 11"/>
                    <a:gd name="T38" fmla="*/ 0 w 26"/>
                    <a:gd name="T39" fmla="*/ 0 h 11"/>
                    <a:gd name="T40" fmla="*/ 1 w 26"/>
                    <a:gd name="T41" fmla="*/ 0 h 11"/>
                    <a:gd name="T42" fmla="*/ 0 w 26"/>
                    <a:gd name="T43" fmla="*/ 0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6"/>
                    <a:gd name="T67" fmla="*/ 0 h 11"/>
                    <a:gd name="T68" fmla="*/ 26 w 26"/>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6" h="11">
                      <a:moveTo>
                        <a:pt x="0" y="9"/>
                      </a:moveTo>
                      <a:lnTo>
                        <a:pt x="2" y="10"/>
                      </a:lnTo>
                      <a:lnTo>
                        <a:pt x="5" y="10"/>
                      </a:lnTo>
                      <a:lnTo>
                        <a:pt x="7" y="9"/>
                      </a:lnTo>
                      <a:lnTo>
                        <a:pt x="15" y="9"/>
                      </a:lnTo>
                      <a:lnTo>
                        <a:pt x="18" y="8"/>
                      </a:lnTo>
                      <a:lnTo>
                        <a:pt x="21" y="7"/>
                      </a:lnTo>
                      <a:lnTo>
                        <a:pt x="25" y="4"/>
                      </a:lnTo>
                      <a:lnTo>
                        <a:pt x="26" y="2"/>
                      </a:lnTo>
                      <a:lnTo>
                        <a:pt x="23" y="0"/>
                      </a:lnTo>
                      <a:lnTo>
                        <a:pt x="22" y="3"/>
                      </a:lnTo>
                      <a:lnTo>
                        <a:pt x="21" y="5"/>
                      </a:lnTo>
                      <a:lnTo>
                        <a:pt x="18" y="5"/>
                      </a:lnTo>
                      <a:lnTo>
                        <a:pt x="15" y="7"/>
                      </a:lnTo>
                      <a:lnTo>
                        <a:pt x="7" y="7"/>
                      </a:lnTo>
                      <a:lnTo>
                        <a:pt x="5" y="8"/>
                      </a:lnTo>
                      <a:lnTo>
                        <a:pt x="1" y="8"/>
                      </a:lnTo>
                      <a:lnTo>
                        <a:pt x="2" y="10"/>
                      </a:lnTo>
                      <a:lnTo>
                        <a:pt x="0" y="9"/>
                      </a:lnTo>
                      <a:lnTo>
                        <a:pt x="0" y="11"/>
                      </a:lnTo>
                      <a:lnTo>
                        <a:pt x="2" y="10"/>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1" name="Freeform 699"/>
                <p:cNvSpPr>
                  <a:spLocks/>
                </p:cNvSpPr>
                <p:nvPr/>
              </p:nvSpPr>
              <p:spPr bwMode="auto">
                <a:xfrm>
                  <a:off x="4513" y="3569"/>
                  <a:ext cx="3" cy="12"/>
                </a:xfrm>
                <a:custGeom>
                  <a:avLst/>
                  <a:gdLst>
                    <a:gd name="T0" fmla="*/ 1 w 6"/>
                    <a:gd name="T1" fmla="*/ 0 h 23"/>
                    <a:gd name="T2" fmla="*/ 1 w 6"/>
                    <a:gd name="T3" fmla="*/ 1 h 23"/>
                    <a:gd name="T4" fmla="*/ 1 w 6"/>
                    <a:gd name="T5" fmla="*/ 1 h 23"/>
                    <a:gd name="T6" fmla="*/ 0 w 6"/>
                    <a:gd name="T7" fmla="*/ 1 h 23"/>
                    <a:gd name="T8" fmla="*/ 1 w 6"/>
                    <a:gd name="T9" fmla="*/ 1 h 23"/>
                    <a:gd name="T10" fmla="*/ 1 w 6"/>
                    <a:gd name="T11" fmla="*/ 1 h 23"/>
                    <a:gd name="T12" fmla="*/ 1 w 6"/>
                    <a:gd name="T13" fmla="*/ 1 h 23"/>
                    <a:gd name="T14" fmla="*/ 1 w 6"/>
                    <a:gd name="T15" fmla="*/ 0 h 23"/>
                    <a:gd name="T16" fmla="*/ 1 w 6"/>
                    <a:gd name="T17" fmla="*/ 0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23"/>
                    <a:gd name="T29" fmla="*/ 6 w 6"/>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23">
                      <a:moveTo>
                        <a:pt x="4" y="0"/>
                      </a:moveTo>
                      <a:lnTo>
                        <a:pt x="4" y="11"/>
                      </a:lnTo>
                      <a:lnTo>
                        <a:pt x="2" y="17"/>
                      </a:lnTo>
                      <a:lnTo>
                        <a:pt x="0" y="22"/>
                      </a:lnTo>
                      <a:lnTo>
                        <a:pt x="2" y="23"/>
                      </a:lnTo>
                      <a:lnTo>
                        <a:pt x="5" y="17"/>
                      </a:lnTo>
                      <a:lnTo>
                        <a:pt x="6" y="1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2" name="Freeform 700"/>
                <p:cNvSpPr>
                  <a:spLocks/>
                </p:cNvSpPr>
                <p:nvPr/>
              </p:nvSpPr>
              <p:spPr bwMode="auto">
                <a:xfrm>
                  <a:off x="4514" y="3567"/>
                  <a:ext cx="2" cy="2"/>
                </a:xfrm>
                <a:custGeom>
                  <a:avLst/>
                  <a:gdLst>
                    <a:gd name="T0" fmla="*/ 1 w 4"/>
                    <a:gd name="T1" fmla="*/ 0 h 4"/>
                    <a:gd name="T2" fmla="*/ 0 w 4"/>
                    <a:gd name="T3" fmla="*/ 0 h 4"/>
                    <a:gd name="T4" fmla="*/ 0 w 4"/>
                    <a:gd name="T5" fmla="*/ 1 h 4"/>
                    <a:gd name="T6" fmla="*/ 1 w 4"/>
                    <a:gd name="T7" fmla="*/ 1 h 4"/>
                    <a:gd name="T8" fmla="*/ 1 w 4"/>
                    <a:gd name="T9" fmla="*/ 1 h 4"/>
                    <a:gd name="T10" fmla="*/ 1 w 4"/>
                    <a:gd name="T11" fmla="*/ 1 h 4"/>
                    <a:gd name="T12" fmla="*/ 1 w 4"/>
                    <a:gd name="T13" fmla="*/ 1 h 4"/>
                    <a:gd name="T14" fmla="*/ 1 w 4"/>
                    <a:gd name="T15" fmla="*/ 0 h 4"/>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4"/>
                    <a:gd name="T26" fmla="*/ 4 w 4"/>
                    <a:gd name="T27" fmla="*/ 4 h 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4">
                      <a:moveTo>
                        <a:pt x="3" y="0"/>
                      </a:moveTo>
                      <a:lnTo>
                        <a:pt x="0" y="0"/>
                      </a:lnTo>
                      <a:lnTo>
                        <a:pt x="0" y="3"/>
                      </a:lnTo>
                      <a:lnTo>
                        <a:pt x="2" y="4"/>
                      </a:lnTo>
                      <a:lnTo>
                        <a:pt x="4" y="4"/>
                      </a:lnTo>
                      <a:lnTo>
                        <a:pt x="4" y="3"/>
                      </a:lnTo>
                      <a:lnTo>
                        <a:pt x="3"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3" name="Freeform 701"/>
                <p:cNvSpPr>
                  <a:spLocks/>
                </p:cNvSpPr>
                <p:nvPr/>
              </p:nvSpPr>
              <p:spPr bwMode="auto">
                <a:xfrm>
                  <a:off x="4515" y="3565"/>
                  <a:ext cx="10" cy="3"/>
                </a:xfrm>
                <a:custGeom>
                  <a:avLst/>
                  <a:gdLst>
                    <a:gd name="T0" fmla="*/ 1 w 20"/>
                    <a:gd name="T1" fmla="*/ 1 h 5"/>
                    <a:gd name="T2" fmla="*/ 1 w 20"/>
                    <a:gd name="T3" fmla="*/ 0 h 5"/>
                    <a:gd name="T4" fmla="*/ 0 w 20"/>
                    <a:gd name="T5" fmla="*/ 1 h 5"/>
                    <a:gd name="T6" fmla="*/ 0 w 20"/>
                    <a:gd name="T7" fmla="*/ 1 h 5"/>
                    <a:gd name="T8" fmla="*/ 1 w 20"/>
                    <a:gd name="T9" fmla="*/ 1 h 5"/>
                    <a:gd name="T10" fmla="*/ 1 w 20"/>
                    <a:gd name="T11" fmla="*/ 1 h 5"/>
                    <a:gd name="T12" fmla="*/ 1 w 20"/>
                    <a:gd name="T13" fmla="*/ 1 h 5"/>
                    <a:gd name="T14" fmla="*/ 1 w 20"/>
                    <a:gd name="T15" fmla="*/ 0 h 5"/>
                    <a:gd name="T16" fmla="*/ 1 w 20"/>
                    <a:gd name="T17" fmla="*/ 1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5"/>
                    <a:gd name="T29" fmla="*/ 20 w 20"/>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5">
                      <a:moveTo>
                        <a:pt x="20" y="2"/>
                      </a:moveTo>
                      <a:lnTo>
                        <a:pt x="18" y="0"/>
                      </a:lnTo>
                      <a:lnTo>
                        <a:pt x="0" y="4"/>
                      </a:lnTo>
                      <a:lnTo>
                        <a:pt x="0" y="5"/>
                      </a:lnTo>
                      <a:lnTo>
                        <a:pt x="18" y="3"/>
                      </a:lnTo>
                      <a:lnTo>
                        <a:pt x="17" y="3"/>
                      </a:lnTo>
                      <a:lnTo>
                        <a:pt x="20" y="2"/>
                      </a:lnTo>
                      <a:lnTo>
                        <a:pt x="18" y="0"/>
                      </a:lnTo>
                      <a:lnTo>
                        <a:pt x="2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4" name="Freeform 702"/>
                <p:cNvSpPr>
                  <a:spLocks/>
                </p:cNvSpPr>
                <p:nvPr/>
              </p:nvSpPr>
              <p:spPr bwMode="auto">
                <a:xfrm>
                  <a:off x="4524" y="3566"/>
                  <a:ext cx="3" cy="10"/>
                </a:xfrm>
                <a:custGeom>
                  <a:avLst/>
                  <a:gdLst>
                    <a:gd name="T0" fmla="*/ 1 w 6"/>
                    <a:gd name="T1" fmla="*/ 0 h 21"/>
                    <a:gd name="T2" fmla="*/ 1 w 6"/>
                    <a:gd name="T3" fmla="*/ 0 h 21"/>
                    <a:gd name="T4" fmla="*/ 1 w 6"/>
                    <a:gd name="T5" fmla="*/ 0 h 21"/>
                    <a:gd name="T6" fmla="*/ 1 w 6"/>
                    <a:gd name="T7" fmla="*/ 0 h 21"/>
                    <a:gd name="T8" fmla="*/ 1 w 6"/>
                    <a:gd name="T9" fmla="*/ 0 h 21"/>
                    <a:gd name="T10" fmla="*/ 1 w 6"/>
                    <a:gd name="T11" fmla="*/ 0 h 21"/>
                    <a:gd name="T12" fmla="*/ 1 w 6"/>
                    <a:gd name="T13" fmla="*/ 0 h 21"/>
                    <a:gd name="T14" fmla="*/ 1 w 6"/>
                    <a:gd name="T15" fmla="*/ 0 h 21"/>
                    <a:gd name="T16" fmla="*/ 1 w 6"/>
                    <a:gd name="T17" fmla="*/ 0 h 21"/>
                    <a:gd name="T18" fmla="*/ 0 w 6"/>
                    <a:gd name="T19" fmla="*/ 0 h 21"/>
                    <a:gd name="T20" fmla="*/ 1 w 6"/>
                    <a:gd name="T21" fmla="*/ 0 h 21"/>
                    <a:gd name="T22" fmla="*/ 1 w 6"/>
                    <a:gd name="T23" fmla="*/ 0 h 21"/>
                    <a:gd name="T24" fmla="*/ 1 w 6"/>
                    <a:gd name="T25" fmla="*/ 0 h 21"/>
                    <a:gd name="T26" fmla="*/ 1 w 6"/>
                    <a:gd name="T27" fmla="*/ 0 h 21"/>
                    <a:gd name="T28" fmla="*/ 1 w 6"/>
                    <a:gd name="T29" fmla="*/ 0 h 21"/>
                    <a:gd name="T30" fmla="*/ 1 w 6"/>
                    <a:gd name="T31" fmla="*/ 0 h 21"/>
                    <a:gd name="T32" fmla="*/ 1 w 6"/>
                    <a:gd name="T33" fmla="*/ 0 h 21"/>
                    <a:gd name="T34" fmla="*/ 1 w 6"/>
                    <a:gd name="T35" fmla="*/ 0 h 2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
                    <a:gd name="T55" fmla="*/ 0 h 21"/>
                    <a:gd name="T56" fmla="*/ 6 w 6"/>
                    <a:gd name="T57" fmla="*/ 21 h 2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 h="21">
                      <a:moveTo>
                        <a:pt x="4" y="21"/>
                      </a:moveTo>
                      <a:lnTo>
                        <a:pt x="4" y="19"/>
                      </a:lnTo>
                      <a:lnTo>
                        <a:pt x="5" y="17"/>
                      </a:lnTo>
                      <a:lnTo>
                        <a:pt x="5" y="12"/>
                      </a:lnTo>
                      <a:lnTo>
                        <a:pt x="6" y="10"/>
                      </a:lnTo>
                      <a:lnTo>
                        <a:pt x="6" y="7"/>
                      </a:lnTo>
                      <a:lnTo>
                        <a:pt x="5" y="5"/>
                      </a:lnTo>
                      <a:lnTo>
                        <a:pt x="5" y="2"/>
                      </a:lnTo>
                      <a:lnTo>
                        <a:pt x="3" y="0"/>
                      </a:lnTo>
                      <a:lnTo>
                        <a:pt x="0" y="1"/>
                      </a:lnTo>
                      <a:lnTo>
                        <a:pt x="4" y="5"/>
                      </a:lnTo>
                      <a:lnTo>
                        <a:pt x="4" y="12"/>
                      </a:lnTo>
                      <a:lnTo>
                        <a:pt x="3" y="14"/>
                      </a:lnTo>
                      <a:lnTo>
                        <a:pt x="3" y="17"/>
                      </a:lnTo>
                      <a:lnTo>
                        <a:pt x="1" y="19"/>
                      </a:lnTo>
                      <a:lnTo>
                        <a:pt x="4" y="21"/>
                      </a:lnTo>
                      <a:lnTo>
                        <a:pt x="4" y="19"/>
                      </a:lnTo>
                      <a:lnTo>
                        <a:pt x="4"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5" name="Freeform 703"/>
                <p:cNvSpPr>
                  <a:spLocks/>
                </p:cNvSpPr>
                <p:nvPr/>
              </p:nvSpPr>
              <p:spPr bwMode="auto">
                <a:xfrm>
                  <a:off x="4501" y="3568"/>
                  <a:ext cx="12" cy="13"/>
                </a:xfrm>
                <a:custGeom>
                  <a:avLst/>
                  <a:gdLst>
                    <a:gd name="T0" fmla="*/ 1 w 24"/>
                    <a:gd name="T1" fmla="*/ 1 h 26"/>
                    <a:gd name="T2" fmla="*/ 1 w 24"/>
                    <a:gd name="T3" fmla="*/ 1 h 26"/>
                    <a:gd name="T4" fmla="*/ 1 w 24"/>
                    <a:gd name="T5" fmla="*/ 1 h 26"/>
                    <a:gd name="T6" fmla="*/ 1 w 24"/>
                    <a:gd name="T7" fmla="*/ 1 h 26"/>
                    <a:gd name="T8" fmla="*/ 1 w 24"/>
                    <a:gd name="T9" fmla="*/ 1 h 26"/>
                    <a:gd name="T10" fmla="*/ 1 w 24"/>
                    <a:gd name="T11" fmla="*/ 1 h 26"/>
                    <a:gd name="T12" fmla="*/ 1 w 24"/>
                    <a:gd name="T13" fmla="*/ 1 h 26"/>
                    <a:gd name="T14" fmla="*/ 1 w 24"/>
                    <a:gd name="T15" fmla="*/ 1 h 26"/>
                    <a:gd name="T16" fmla="*/ 1 w 24"/>
                    <a:gd name="T17" fmla="*/ 1 h 26"/>
                    <a:gd name="T18" fmla="*/ 1 w 24"/>
                    <a:gd name="T19" fmla="*/ 1 h 26"/>
                    <a:gd name="T20" fmla="*/ 0 w 24"/>
                    <a:gd name="T21" fmla="*/ 1 h 26"/>
                    <a:gd name="T22" fmla="*/ 0 w 24"/>
                    <a:gd name="T23" fmla="*/ 1 h 26"/>
                    <a:gd name="T24" fmla="*/ 1 w 24"/>
                    <a:gd name="T25" fmla="*/ 1 h 26"/>
                    <a:gd name="T26" fmla="*/ 1 w 24"/>
                    <a:gd name="T27" fmla="*/ 1 h 26"/>
                    <a:gd name="T28" fmla="*/ 1 w 24"/>
                    <a:gd name="T29" fmla="*/ 1 h 26"/>
                    <a:gd name="T30" fmla="*/ 1 w 24"/>
                    <a:gd name="T31" fmla="*/ 0 h 26"/>
                    <a:gd name="T32" fmla="*/ 1 w 24"/>
                    <a:gd name="T33" fmla="*/ 0 h 26"/>
                    <a:gd name="T34" fmla="*/ 1 w 24"/>
                    <a:gd name="T35" fmla="*/ 1 h 26"/>
                    <a:gd name="T36" fmla="*/ 1 w 24"/>
                    <a:gd name="T37" fmla="*/ 1 h 2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4"/>
                    <a:gd name="T58" fmla="*/ 0 h 26"/>
                    <a:gd name="T59" fmla="*/ 24 w 24"/>
                    <a:gd name="T60" fmla="*/ 26 h 2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4" h="26">
                      <a:moveTo>
                        <a:pt x="24" y="4"/>
                      </a:moveTo>
                      <a:lnTo>
                        <a:pt x="21" y="24"/>
                      </a:lnTo>
                      <a:lnTo>
                        <a:pt x="20" y="24"/>
                      </a:lnTo>
                      <a:lnTo>
                        <a:pt x="19" y="25"/>
                      </a:lnTo>
                      <a:lnTo>
                        <a:pt x="18" y="25"/>
                      </a:lnTo>
                      <a:lnTo>
                        <a:pt x="15" y="26"/>
                      </a:lnTo>
                      <a:lnTo>
                        <a:pt x="7" y="26"/>
                      </a:lnTo>
                      <a:lnTo>
                        <a:pt x="4" y="25"/>
                      </a:lnTo>
                      <a:lnTo>
                        <a:pt x="3" y="24"/>
                      </a:lnTo>
                      <a:lnTo>
                        <a:pt x="2" y="24"/>
                      </a:lnTo>
                      <a:lnTo>
                        <a:pt x="0" y="18"/>
                      </a:lnTo>
                      <a:lnTo>
                        <a:pt x="0" y="8"/>
                      </a:lnTo>
                      <a:lnTo>
                        <a:pt x="3" y="3"/>
                      </a:lnTo>
                      <a:lnTo>
                        <a:pt x="9" y="3"/>
                      </a:lnTo>
                      <a:lnTo>
                        <a:pt x="12" y="2"/>
                      </a:lnTo>
                      <a:lnTo>
                        <a:pt x="14" y="0"/>
                      </a:lnTo>
                      <a:lnTo>
                        <a:pt x="20" y="0"/>
                      </a:lnTo>
                      <a:lnTo>
                        <a:pt x="23" y="2"/>
                      </a:lnTo>
                      <a:lnTo>
                        <a:pt x="24" y="4"/>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6" name="Freeform 704"/>
                <p:cNvSpPr>
                  <a:spLocks/>
                </p:cNvSpPr>
                <p:nvPr/>
              </p:nvSpPr>
              <p:spPr bwMode="auto">
                <a:xfrm>
                  <a:off x="4511" y="3570"/>
                  <a:ext cx="3" cy="11"/>
                </a:xfrm>
                <a:custGeom>
                  <a:avLst/>
                  <a:gdLst>
                    <a:gd name="T0" fmla="*/ 0 w 5"/>
                    <a:gd name="T1" fmla="*/ 0 h 23"/>
                    <a:gd name="T2" fmla="*/ 1 w 5"/>
                    <a:gd name="T3" fmla="*/ 0 h 23"/>
                    <a:gd name="T4" fmla="*/ 1 w 5"/>
                    <a:gd name="T5" fmla="*/ 0 h 23"/>
                    <a:gd name="T6" fmla="*/ 1 w 5"/>
                    <a:gd name="T7" fmla="*/ 0 h 23"/>
                    <a:gd name="T8" fmla="*/ 0 w 5"/>
                    <a:gd name="T9" fmla="*/ 0 h 23"/>
                    <a:gd name="T10" fmla="*/ 1 w 5"/>
                    <a:gd name="T11" fmla="*/ 0 h 23"/>
                    <a:gd name="T12" fmla="*/ 0 w 5"/>
                    <a:gd name="T13" fmla="*/ 0 h 23"/>
                    <a:gd name="T14" fmla="*/ 1 w 5"/>
                    <a:gd name="T15" fmla="*/ 0 h 23"/>
                    <a:gd name="T16" fmla="*/ 1 w 5"/>
                    <a:gd name="T17" fmla="*/ 0 h 23"/>
                    <a:gd name="T18" fmla="*/ 0 w 5"/>
                    <a:gd name="T19" fmla="*/ 0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23"/>
                    <a:gd name="T32" fmla="*/ 5 w 5"/>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23">
                      <a:moveTo>
                        <a:pt x="0" y="21"/>
                      </a:moveTo>
                      <a:lnTo>
                        <a:pt x="3" y="20"/>
                      </a:lnTo>
                      <a:lnTo>
                        <a:pt x="5" y="0"/>
                      </a:lnTo>
                      <a:lnTo>
                        <a:pt x="3" y="0"/>
                      </a:lnTo>
                      <a:lnTo>
                        <a:pt x="0" y="20"/>
                      </a:lnTo>
                      <a:lnTo>
                        <a:pt x="3" y="20"/>
                      </a:lnTo>
                      <a:lnTo>
                        <a:pt x="0" y="21"/>
                      </a:lnTo>
                      <a:lnTo>
                        <a:pt x="3" y="23"/>
                      </a:lnTo>
                      <a:lnTo>
                        <a:pt x="3" y="20"/>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7" name="Freeform 705"/>
                <p:cNvSpPr>
                  <a:spLocks/>
                </p:cNvSpPr>
                <p:nvPr/>
              </p:nvSpPr>
              <p:spPr bwMode="auto">
                <a:xfrm>
                  <a:off x="4510" y="3578"/>
                  <a:ext cx="2" cy="3"/>
                </a:xfrm>
                <a:custGeom>
                  <a:avLst/>
                  <a:gdLst>
                    <a:gd name="T0" fmla="*/ 0 w 5"/>
                    <a:gd name="T1" fmla="*/ 1 h 5"/>
                    <a:gd name="T2" fmla="*/ 0 w 5"/>
                    <a:gd name="T3" fmla="*/ 1 h 5"/>
                    <a:gd name="T4" fmla="*/ 0 w 5"/>
                    <a:gd name="T5" fmla="*/ 1 h 5"/>
                    <a:gd name="T6" fmla="*/ 0 w 5"/>
                    <a:gd name="T7" fmla="*/ 1 h 5"/>
                    <a:gd name="T8" fmla="*/ 0 w 5"/>
                    <a:gd name="T9" fmla="*/ 0 h 5"/>
                    <a:gd name="T10" fmla="*/ 0 w 5"/>
                    <a:gd name="T11" fmla="*/ 1 h 5"/>
                    <a:gd name="T12" fmla="*/ 0 w 5"/>
                    <a:gd name="T13" fmla="*/ 1 h 5"/>
                    <a:gd name="T14" fmla="*/ 0 w 5"/>
                    <a:gd name="T15" fmla="*/ 1 h 5"/>
                    <a:gd name="T16" fmla="*/ 0 60000 65536"/>
                    <a:gd name="T17" fmla="*/ 0 60000 65536"/>
                    <a:gd name="T18" fmla="*/ 0 60000 65536"/>
                    <a:gd name="T19" fmla="*/ 0 60000 65536"/>
                    <a:gd name="T20" fmla="*/ 0 60000 65536"/>
                    <a:gd name="T21" fmla="*/ 0 60000 65536"/>
                    <a:gd name="T22" fmla="*/ 0 60000 65536"/>
                    <a:gd name="T23" fmla="*/ 0 60000 65536"/>
                    <a:gd name="T24" fmla="*/ 0 w 5"/>
                    <a:gd name="T25" fmla="*/ 0 h 5"/>
                    <a:gd name="T26" fmla="*/ 5 w 5"/>
                    <a:gd name="T27" fmla="*/ 5 h 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 h="5">
                      <a:moveTo>
                        <a:pt x="0" y="5"/>
                      </a:moveTo>
                      <a:lnTo>
                        <a:pt x="1" y="5"/>
                      </a:lnTo>
                      <a:lnTo>
                        <a:pt x="2" y="4"/>
                      </a:lnTo>
                      <a:lnTo>
                        <a:pt x="5" y="3"/>
                      </a:lnTo>
                      <a:lnTo>
                        <a:pt x="2" y="0"/>
                      </a:lnTo>
                      <a:lnTo>
                        <a:pt x="1" y="3"/>
                      </a:lnTo>
                      <a:lnTo>
                        <a:pt x="0"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8" name="Freeform 706"/>
                <p:cNvSpPr>
                  <a:spLocks/>
                </p:cNvSpPr>
                <p:nvPr/>
              </p:nvSpPr>
              <p:spPr bwMode="auto">
                <a:xfrm>
                  <a:off x="4501" y="3579"/>
                  <a:ext cx="9" cy="2"/>
                </a:xfrm>
                <a:custGeom>
                  <a:avLst/>
                  <a:gdLst>
                    <a:gd name="T0" fmla="*/ 0 w 18"/>
                    <a:gd name="T1" fmla="*/ 1 h 4"/>
                    <a:gd name="T2" fmla="*/ 1 w 18"/>
                    <a:gd name="T3" fmla="*/ 1 h 4"/>
                    <a:gd name="T4" fmla="*/ 1 w 18"/>
                    <a:gd name="T5" fmla="*/ 1 h 4"/>
                    <a:gd name="T6" fmla="*/ 1 w 18"/>
                    <a:gd name="T7" fmla="*/ 1 h 4"/>
                    <a:gd name="T8" fmla="*/ 1 w 18"/>
                    <a:gd name="T9" fmla="*/ 1 h 4"/>
                    <a:gd name="T10" fmla="*/ 1 w 18"/>
                    <a:gd name="T11" fmla="*/ 1 h 4"/>
                    <a:gd name="T12" fmla="*/ 1 w 18"/>
                    <a:gd name="T13" fmla="*/ 1 h 4"/>
                    <a:gd name="T14" fmla="*/ 1 w 18"/>
                    <a:gd name="T15" fmla="*/ 1 h 4"/>
                    <a:gd name="T16" fmla="*/ 1 w 18"/>
                    <a:gd name="T17" fmla="*/ 1 h 4"/>
                    <a:gd name="T18" fmla="*/ 1 w 18"/>
                    <a:gd name="T19" fmla="*/ 1 h 4"/>
                    <a:gd name="T20" fmla="*/ 1 w 18"/>
                    <a:gd name="T21" fmla="*/ 0 h 4"/>
                    <a:gd name="T22" fmla="*/ 1 w 18"/>
                    <a:gd name="T23" fmla="*/ 0 h 4"/>
                    <a:gd name="T24" fmla="*/ 1 w 18"/>
                    <a:gd name="T25" fmla="*/ 0 h 4"/>
                    <a:gd name="T26" fmla="*/ 0 w 18"/>
                    <a:gd name="T27" fmla="*/ 1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4"/>
                    <a:gd name="T44" fmla="*/ 18 w 18"/>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4">
                      <a:moveTo>
                        <a:pt x="0" y="1"/>
                      </a:moveTo>
                      <a:lnTo>
                        <a:pt x="3" y="2"/>
                      </a:lnTo>
                      <a:lnTo>
                        <a:pt x="4" y="3"/>
                      </a:lnTo>
                      <a:lnTo>
                        <a:pt x="7" y="4"/>
                      </a:lnTo>
                      <a:lnTo>
                        <a:pt x="15" y="4"/>
                      </a:lnTo>
                      <a:lnTo>
                        <a:pt x="18" y="3"/>
                      </a:lnTo>
                      <a:lnTo>
                        <a:pt x="18" y="1"/>
                      </a:lnTo>
                      <a:lnTo>
                        <a:pt x="15" y="2"/>
                      </a:lnTo>
                      <a:lnTo>
                        <a:pt x="7" y="2"/>
                      </a:lnTo>
                      <a:lnTo>
                        <a:pt x="5" y="1"/>
                      </a:lnTo>
                      <a:lnTo>
                        <a:pt x="3" y="0"/>
                      </a:lnTo>
                      <a:lnTo>
                        <a:pt x="2" y="0"/>
                      </a:lnTo>
                      <a:lnTo>
                        <a:pt x="3"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59" name="Freeform 707"/>
                <p:cNvSpPr>
                  <a:spLocks/>
                </p:cNvSpPr>
                <p:nvPr/>
              </p:nvSpPr>
              <p:spPr bwMode="auto">
                <a:xfrm>
                  <a:off x="4501" y="3568"/>
                  <a:ext cx="2" cy="11"/>
                </a:xfrm>
                <a:custGeom>
                  <a:avLst/>
                  <a:gdLst>
                    <a:gd name="T0" fmla="*/ 0 w 5"/>
                    <a:gd name="T1" fmla="*/ 0 h 22"/>
                    <a:gd name="T2" fmla="*/ 0 w 5"/>
                    <a:gd name="T3" fmla="*/ 1 h 22"/>
                    <a:gd name="T4" fmla="*/ 0 w 5"/>
                    <a:gd name="T5" fmla="*/ 1 h 22"/>
                    <a:gd name="T6" fmla="*/ 0 w 5"/>
                    <a:gd name="T7" fmla="*/ 1 h 22"/>
                    <a:gd name="T8" fmla="*/ 0 w 5"/>
                    <a:gd name="T9" fmla="*/ 1 h 22"/>
                    <a:gd name="T10" fmla="*/ 0 w 5"/>
                    <a:gd name="T11" fmla="*/ 1 h 22"/>
                    <a:gd name="T12" fmla="*/ 0 w 5"/>
                    <a:gd name="T13" fmla="*/ 1 h 22"/>
                    <a:gd name="T14" fmla="*/ 0 w 5"/>
                    <a:gd name="T15" fmla="*/ 1 h 22"/>
                    <a:gd name="T16" fmla="*/ 0 w 5"/>
                    <a:gd name="T17" fmla="*/ 1 h 22"/>
                    <a:gd name="T18" fmla="*/ 0 w 5"/>
                    <a:gd name="T19" fmla="*/ 1 h 22"/>
                    <a:gd name="T20" fmla="*/ 0 w 5"/>
                    <a:gd name="T21" fmla="*/ 0 h 22"/>
                    <a:gd name="T22" fmla="*/ 0 w 5"/>
                    <a:gd name="T23" fmla="*/ 1 h 22"/>
                    <a:gd name="T24" fmla="*/ 0 w 5"/>
                    <a:gd name="T25" fmla="*/ 0 h 2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22"/>
                    <a:gd name="T41" fmla="*/ 5 w 5"/>
                    <a:gd name="T42" fmla="*/ 22 h 2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22">
                      <a:moveTo>
                        <a:pt x="4" y="0"/>
                      </a:moveTo>
                      <a:lnTo>
                        <a:pt x="3" y="1"/>
                      </a:lnTo>
                      <a:lnTo>
                        <a:pt x="0" y="6"/>
                      </a:lnTo>
                      <a:lnTo>
                        <a:pt x="0" y="16"/>
                      </a:lnTo>
                      <a:lnTo>
                        <a:pt x="1" y="22"/>
                      </a:lnTo>
                      <a:lnTo>
                        <a:pt x="4" y="21"/>
                      </a:lnTo>
                      <a:lnTo>
                        <a:pt x="3" y="16"/>
                      </a:lnTo>
                      <a:lnTo>
                        <a:pt x="3" y="6"/>
                      </a:lnTo>
                      <a:lnTo>
                        <a:pt x="5" y="2"/>
                      </a:lnTo>
                      <a:lnTo>
                        <a:pt x="4" y="2"/>
                      </a:lnTo>
                      <a:lnTo>
                        <a:pt x="4" y="0"/>
                      </a:lnTo>
                      <a:lnTo>
                        <a:pt x="3"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0" name="Freeform 708"/>
                <p:cNvSpPr>
                  <a:spLocks/>
                </p:cNvSpPr>
                <p:nvPr/>
              </p:nvSpPr>
              <p:spPr bwMode="auto">
                <a:xfrm>
                  <a:off x="4502" y="3567"/>
                  <a:ext cx="12" cy="3"/>
                </a:xfrm>
                <a:custGeom>
                  <a:avLst/>
                  <a:gdLst>
                    <a:gd name="T0" fmla="*/ 1 w 22"/>
                    <a:gd name="T1" fmla="*/ 1 h 6"/>
                    <a:gd name="T2" fmla="*/ 1 w 22"/>
                    <a:gd name="T3" fmla="*/ 1 h 6"/>
                    <a:gd name="T4" fmla="*/ 1 w 22"/>
                    <a:gd name="T5" fmla="*/ 1 h 6"/>
                    <a:gd name="T6" fmla="*/ 1 w 22"/>
                    <a:gd name="T7" fmla="*/ 0 h 6"/>
                    <a:gd name="T8" fmla="*/ 1 w 22"/>
                    <a:gd name="T9" fmla="*/ 1 h 6"/>
                    <a:gd name="T10" fmla="*/ 1 w 22"/>
                    <a:gd name="T11" fmla="*/ 1 h 6"/>
                    <a:gd name="T12" fmla="*/ 1 w 22"/>
                    <a:gd name="T13" fmla="*/ 1 h 6"/>
                    <a:gd name="T14" fmla="*/ 0 w 22"/>
                    <a:gd name="T15" fmla="*/ 1 h 6"/>
                    <a:gd name="T16" fmla="*/ 0 w 22"/>
                    <a:gd name="T17" fmla="*/ 1 h 6"/>
                    <a:gd name="T18" fmla="*/ 1 w 22"/>
                    <a:gd name="T19" fmla="*/ 1 h 6"/>
                    <a:gd name="T20" fmla="*/ 1 w 22"/>
                    <a:gd name="T21" fmla="*/ 1 h 6"/>
                    <a:gd name="T22" fmla="*/ 1 w 22"/>
                    <a:gd name="T23" fmla="*/ 1 h 6"/>
                    <a:gd name="T24" fmla="*/ 1 w 22"/>
                    <a:gd name="T25" fmla="*/ 1 h 6"/>
                    <a:gd name="T26" fmla="*/ 1 w 22"/>
                    <a:gd name="T27" fmla="*/ 1 h 6"/>
                    <a:gd name="T28" fmla="*/ 1 w 22"/>
                    <a:gd name="T29" fmla="*/ 1 h 6"/>
                    <a:gd name="T30" fmla="*/ 1 w 22"/>
                    <a:gd name="T31" fmla="*/ 1 h 6"/>
                    <a:gd name="T32" fmla="*/ 1 w 22"/>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2"/>
                    <a:gd name="T52" fmla="*/ 0 h 6"/>
                    <a:gd name="T53" fmla="*/ 22 w 22"/>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2" h="6">
                      <a:moveTo>
                        <a:pt x="22" y="5"/>
                      </a:moveTo>
                      <a:lnTo>
                        <a:pt x="20" y="3"/>
                      </a:lnTo>
                      <a:lnTo>
                        <a:pt x="17" y="1"/>
                      </a:lnTo>
                      <a:lnTo>
                        <a:pt x="15" y="0"/>
                      </a:lnTo>
                      <a:lnTo>
                        <a:pt x="11" y="1"/>
                      </a:lnTo>
                      <a:lnTo>
                        <a:pt x="9" y="1"/>
                      </a:lnTo>
                      <a:lnTo>
                        <a:pt x="5" y="3"/>
                      </a:lnTo>
                      <a:lnTo>
                        <a:pt x="0" y="3"/>
                      </a:lnTo>
                      <a:lnTo>
                        <a:pt x="0" y="5"/>
                      </a:lnTo>
                      <a:lnTo>
                        <a:pt x="6" y="5"/>
                      </a:lnTo>
                      <a:lnTo>
                        <a:pt x="9" y="4"/>
                      </a:lnTo>
                      <a:lnTo>
                        <a:pt x="12" y="3"/>
                      </a:lnTo>
                      <a:lnTo>
                        <a:pt x="17" y="3"/>
                      </a:lnTo>
                      <a:lnTo>
                        <a:pt x="18" y="4"/>
                      </a:lnTo>
                      <a:lnTo>
                        <a:pt x="20" y="6"/>
                      </a:lnTo>
                      <a:lnTo>
                        <a:pt x="20" y="5"/>
                      </a:lnTo>
                      <a:lnTo>
                        <a:pt x="22"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1" name="Freeform 709"/>
                <p:cNvSpPr>
                  <a:spLocks/>
                </p:cNvSpPr>
                <p:nvPr/>
              </p:nvSpPr>
              <p:spPr bwMode="auto">
                <a:xfrm>
                  <a:off x="4489" y="3570"/>
                  <a:ext cx="10" cy="11"/>
                </a:xfrm>
                <a:custGeom>
                  <a:avLst/>
                  <a:gdLst>
                    <a:gd name="T0" fmla="*/ 1 w 20"/>
                    <a:gd name="T1" fmla="*/ 0 h 23"/>
                    <a:gd name="T2" fmla="*/ 1 w 20"/>
                    <a:gd name="T3" fmla="*/ 0 h 23"/>
                    <a:gd name="T4" fmla="*/ 1 w 20"/>
                    <a:gd name="T5" fmla="*/ 0 h 23"/>
                    <a:gd name="T6" fmla="*/ 1 w 20"/>
                    <a:gd name="T7" fmla="*/ 0 h 23"/>
                    <a:gd name="T8" fmla="*/ 1 w 20"/>
                    <a:gd name="T9" fmla="*/ 0 h 23"/>
                    <a:gd name="T10" fmla="*/ 0 w 20"/>
                    <a:gd name="T11" fmla="*/ 0 h 23"/>
                    <a:gd name="T12" fmla="*/ 1 w 20"/>
                    <a:gd name="T13" fmla="*/ 0 h 23"/>
                    <a:gd name="T14" fmla="*/ 1 w 20"/>
                    <a:gd name="T15" fmla="*/ 0 h 23"/>
                    <a:gd name="T16" fmla="*/ 1 w 20"/>
                    <a:gd name="T17" fmla="*/ 0 h 23"/>
                    <a:gd name="T18" fmla="*/ 1 w 20"/>
                    <a:gd name="T19" fmla="*/ 0 h 23"/>
                    <a:gd name="T20" fmla="*/ 1 w 20"/>
                    <a:gd name="T21" fmla="*/ 0 h 23"/>
                    <a:gd name="T22" fmla="*/ 1 w 20"/>
                    <a:gd name="T23" fmla="*/ 0 h 23"/>
                    <a:gd name="T24" fmla="*/ 1 w 20"/>
                    <a:gd name="T25" fmla="*/ 0 h 23"/>
                    <a:gd name="T26" fmla="*/ 1 w 20"/>
                    <a:gd name="T27" fmla="*/ 0 h 23"/>
                    <a:gd name="T28" fmla="*/ 1 w 20"/>
                    <a:gd name="T29" fmla="*/ 0 h 23"/>
                    <a:gd name="T30" fmla="*/ 1 w 20"/>
                    <a:gd name="T31" fmla="*/ 0 h 23"/>
                    <a:gd name="T32" fmla="*/ 1 w 20"/>
                    <a:gd name="T33" fmla="*/ 0 h 2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23"/>
                    <a:gd name="T53" fmla="*/ 20 w 20"/>
                    <a:gd name="T54" fmla="*/ 23 h 2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23">
                      <a:moveTo>
                        <a:pt x="20" y="22"/>
                      </a:moveTo>
                      <a:lnTo>
                        <a:pt x="13" y="22"/>
                      </a:lnTo>
                      <a:lnTo>
                        <a:pt x="12" y="23"/>
                      </a:lnTo>
                      <a:lnTo>
                        <a:pt x="7" y="23"/>
                      </a:lnTo>
                      <a:lnTo>
                        <a:pt x="5" y="22"/>
                      </a:lnTo>
                      <a:lnTo>
                        <a:pt x="0" y="22"/>
                      </a:lnTo>
                      <a:lnTo>
                        <a:pt x="1" y="19"/>
                      </a:lnTo>
                      <a:lnTo>
                        <a:pt x="2" y="15"/>
                      </a:lnTo>
                      <a:lnTo>
                        <a:pt x="2" y="10"/>
                      </a:lnTo>
                      <a:lnTo>
                        <a:pt x="1" y="6"/>
                      </a:lnTo>
                      <a:lnTo>
                        <a:pt x="2" y="5"/>
                      </a:lnTo>
                      <a:lnTo>
                        <a:pt x="5" y="4"/>
                      </a:lnTo>
                      <a:lnTo>
                        <a:pt x="7" y="3"/>
                      </a:lnTo>
                      <a:lnTo>
                        <a:pt x="10" y="1"/>
                      </a:lnTo>
                      <a:lnTo>
                        <a:pt x="12" y="0"/>
                      </a:lnTo>
                      <a:lnTo>
                        <a:pt x="20" y="0"/>
                      </a:lnTo>
                      <a:lnTo>
                        <a:pt x="20" y="22"/>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2" name="Freeform 710"/>
                <p:cNvSpPr>
                  <a:spLocks/>
                </p:cNvSpPr>
                <p:nvPr/>
              </p:nvSpPr>
              <p:spPr bwMode="auto">
                <a:xfrm>
                  <a:off x="4488" y="3580"/>
                  <a:ext cx="11" cy="1"/>
                </a:xfrm>
                <a:custGeom>
                  <a:avLst/>
                  <a:gdLst>
                    <a:gd name="T0" fmla="*/ 0 w 21"/>
                    <a:gd name="T1" fmla="*/ 1 h 2"/>
                    <a:gd name="T2" fmla="*/ 1 w 21"/>
                    <a:gd name="T3" fmla="*/ 1 h 2"/>
                    <a:gd name="T4" fmla="*/ 1 w 21"/>
                    <a:gd name="T5" fmla="*/ 1 h 2"/>
                    <a:gd name="T6" fmla="*/ 1 w 21"/>
                    <a:gd name="T7" fmla="*/ 0 h 2"/>
                    <a:gd name="T8" fmla="*/ 1 w 21"/>
                    <a:gd name="T9" fmla="*/ 0 h 2"/>
                    <a:gd name="T10" fmla="*/ 1 w 21"/>
                    <a:gd name="T11" fmla="*/ 1 h 2"/>
                    <a:gd name="T12" fmla="*/ 0 w 21"/>
                    <a:gd name="T13" fmla="*/ 1 h 2"/>
                    <a:gd name="T14" fmla="*/ 0 w 21"/>
                    <a:gd name="T15" fmla="*/ 1 h 2"/>
                    <a:gd name="T16" fmla="*/ 1 w 21"/>
                    <a:gd name="T17" fmla="*/ 1 h 2"/>
                    <a:gd name="T18" fmla="*/ 0 w 21"/>
                    <a:gd name="T19" fmla="*/ 1 h 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1"/>
                    <a:gd name="T31" fmla="*/ 0 h 2"/>
                    <a:gd name="T32" fmla="*/ 21 w 21"/>
                    <a:gd name="T33" fmla="*/ 2 h 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 h="2">
                      <a:moveTo>
                        <a:pt x="0" y="1"/>
                      </a:moveTo>
                      <a:lnTo>
                        <a:pt x="1" y="2"/>
                      </a:lnTo>
                      <a:lnTo>
                        <a:pt x="21" y="2"/>
                      </a:lnTo>
                      <a:lnTo>
                        <a:pt x="21" y="0"/>
                      </a:lnTo>
                      <a:lnTo>
                        <a:pt x="1" y="0"/>
                      </a:lnTo>
                      <a:lnTo>
                        <a:pt x="2" y="1"/>
                      </a:lnTo>
                      <a:lnTo>
                        <a:pt x="0" y="1"/>
                      </a:lnTo>
                      <a:lnTo>
                        <a:pt x="0" y="2"/>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3" name="Freeform 711"/>
                <p:cNvSpPr>
                  <a:spLocks/>
                </p:cNvSpPr>
                <p:nvPr/>
              </p:nvSpPr>
              <p:spPr bwMode="auto">
                <a:xfrm>
                  <a:off x="4488" y="3572"/>
                  <a:ext cx="3" cy="9"/>
                </a:xfrm>
                <a:custGeom>
                  <a:avLst/>
                  <a:gdLst>
                    <a:gd name="T0" fmla="*/ 1 w 5"/>
                    <a:gd name="T1" fmla="*/ 0 h 17"/>
                    <a:gd name="T2" fmla="*/ 1 w 5"/>
                    <a:gd name="T3" fmla="*/ 1 h 17"/>
                    <a:gd name="T4" fmla="*/ 1 w 5"/>
                    <a:gd name="T5" fmla="*/ 1 h 17"/>
                    <a:gd name="T6" fmla="*/ 1 w 5"/>
                    <a:gd name="T7" fmla="*/ 1 h 17"/>
                    <a:gd name="T8" fmla="*/ 1 w 5"/>
                    <a:gd name="T9" fmla="*/ 1 h 17"/>
                    <a:gd name="T10" fmla="*/ 0 w 5"/>
                    <a:gd name="T11" fmla="*/ 1 h 17"/>
                    <a:gd name="T12" fmla="*/ 1 w 5"/>
                    <a:gd name="T13" fmla="*/ 1 h 17"/>
                    <a:gd name="T14" fmla="*/ 1 w 5"/>
                    <a:gd name="T15" fmla="*/ 1 h 17"/>
                    <a:gd name="T16" fmla="*/ 1 w 5"/>
                    <a:gd name="T17" fmla="*/ 1 h 17"/>
                    <a:gd name="T18" fmla="*/ 1 w 5"/>
                    <a:gd name="T19" fmla="*/ 1 h 17"/>
                    <a:gd name="T20" fmla="*/ 1 w 5"/>
                    <a:gd name="T21" fmla="*/ 0 h 17"/>
                    <a:gd name="T22" fmla="*/ 1 w 5"/>
                    <a:gd name="T23" fmla="*/ 1 h 17"/>
                    <a:gd name="T24" fmla="*/ 1 w 5"/>
                    <a:gd name="T25" fmla="*/ 0 h 17"/>
                    <a:gd name="T26" fmla="*/ 0 w 5"/>
                    <a:gd name="T27" fmla="*/ 0 h 17"/>
                    <a:gd name="T28" fmla="*/ 1 w 5"/>
                    <a:gd name="T29" fmla="*/ 1 h 17"/>
                    <a:gd name="T30" fmla="*/ 1 w 5"/>
                    <a:gd name="T31" fmla="*/ 0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7"/>
                    <a:gd name="T50" fmla="*/ 5 w 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7">
                      <a:moveTo>
                        <a:pt x="1" y="0"/>
                      </a:moveTo>
                      <a:lnTo>
                        <a:pt x="1" y="1"/>
                      </a:lnTo>
                      <a:lnTo>
                        <a:pt x="2" y="5"/>
                      </a:lnTo>
                      <a:lnTo>
                        <a:pt x="2" y="10"/>
                      </a:lnTo>
                      <a:lnTo>
                        <a:pt x="1" y="14"/>
                      </a:lnTo>
                      <a:lnTo>
                        <a:pt x="0" y="17"/>
                      </a:lnTo>
                      <a:lnTo>
                        <a:pt x="2" y="17"/>
                      </a:lnTo>
                      <a:lnTo>
                        <a:pt x="3" y="14"/>
                      </a:lnTo>
                      <a:lnTo>
                        <a:pt x="5" y="10"/>
                      </a:lnTo>
                      <a:lnTo>
                        <a:pt x="5" y="5"/>
                      </a:lnTo>
                      <a:lnTo>
                        <a:pt x="3" y="0"/>
                      </a:lnTo>
                      <a:lnTo>
                        <a:pt x="2" y="1"/>
                      </a:lnTo>
                      <a:lnTo>
                        <a:pt x="1" y="0"/>
                      </a:lnTo>
                      <a:lnTo>
                        <a:pt x="0" y="0"/>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4" name="Freeform 712"/>
                <p:cNvSpPr>
                  <a:spLocks/>
                </p:cNvSpPr>
                <p:nvPr/>
              </p:nvSpPr>
              <p:spPr bwMode="auto">
                <a:xfrm>
                  <a:off x="4489" y="3568"/>
                  <a:ext cx="10" cy="5"/>
                </a:xfrm>
                <a:custGeom>
                  <a:avLst/>
                  <a:gdLst>
                    <a:gd name="T0" fmla="*/ 0 w 21"/>
                    <a:gd name="T1" fmla="*/ 1 h 8"/>
                    <a:gd name="T2" fmla="*/ 0 w 21"/>
                    <a:gd name="T3" fmla="*/ 0 h 8"/>
                    <a:gd name="T4" fmla="*/ 0 w 21"/>
                    <a:gd name="T5" fmla="*/ 1 h 8"/>
                    <a:gd name="T6" fmla="*/ 0 w 21"/>
                    <a:gd name="T7" fmla="*/ 1 h 8"/>
                    <a:gd name="T8" fmla="*/ 0 w 21"/>
                    <a:gd name="T9" fmla="*/ 1 h 8"/>
                    <a:gd name="T10" fmla="*/ 0 w 21"/>
                    <a:gd name="T11" fmla="*/ 1 h 8"/>
                    <a:gd name="T12" fmla="*/ 0 w 21"/>
                    <a:gd name="T13" fmla="*/ 1 h 8"/>
                    <a:gd name="T14" fmla="*/ 0 w 21"/>
                    <a:gd name="T15" fmla="*/ 1 h 8"/>
                    <a:gd name="T16" fmla="*/ 0 w 21"/>
                    <a:gd name="T17" fmla="*/ 1 h 8"/>
                    <a:gd name="T18" fmla="*/ 0 w 21"/>
                    <a:gd name="T19" fmla="*/ 1 h 8"/>
                    <a:gd name="T20" fmla="*/ 0 w 21"/>
                    <a:gd name="T21" fmla="*/ 1 h 8"/>
                    <a:gd name="T22" fmla="*/ 0 w 21"/>
                    <a:gd name="T23" fmla="*/ 1 h 8"/>
                    <a:gd name="T24" fmla="*/ 0 w 21"/>
                    <a:gd name="T25" fmla="*/ 1 h 8"/>
                    <a:gd name="T26" fmla="*/ 0 w 21"/>
                    <a:gd name="T27" fmla="*/ 1 h 8"/>
                    <a:gd name="T28" fmla="*/ 0 w 21"/>
                    <a:gd name="T29" fmla="*/ 1 h 8"/>
                    <a:gd name="T30" fmla="*/ 0 w 21"/>
                    <a:gd name="T31" fmla="*/ 1 h 8"/>
                    <a:gd name="T32" fmla="*/ 0 w 21"/>
                    <a:gd name="T33" fmla="*/ 1 h 8"/>
                    <a:gd name="T34" fmla="*/ 0 w 21"/>
                    <a:gd name="T35" fmla="*/ 1 h 8"/>
                    <a:gd name="T36" fmla="*/ 0 w 21"/>
                    <a:gd name="T37" fmla="*/ 1 h 8"/>
                    <a:gd name="T38" fmla="*/ 0 w 21"/>
                    <a:gd name="T39" fmla="*/ 0 h 8"/>
                    <a:gd name="T40" fmla="*/ 0 w 21"/>
                    <a:gd name="T41" fmla="*/ 0 h 8"/>
                    <a:gd name="T42" fmla="*/ 0 w 21"/>
                    <a:gd name="T43" fmla="*/ 1 h 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
                    <a:gd name="T67" fmla="*/ 0 h 8"/>
                    <a:gd name="T68" fmla="*/ 21 w 21"/>
                    <a:gd name="T69" fmla="*/ 8 h 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 h="8">
                      <a:moveTo>
                        <a:pt x="21" y="2"/>
                      </a:moveTo>
                      <a:lnTo>
                        <a:pt x="20" y="0"/>
                      </a:lnTo>
                      <a:lnTo>
                        <a:pt x="16" y="1"/>
                      </a:lnTo>
                      <a:lnTo>
                        <a:pt x="11" y="1"/>
                      </a:lnTo>
                      <a:lnTo>
                        <a:pt x="8" y="2"/>
                      </a:lnTo>
                      <a:lnTo>
                        <a:pt x="7" y="3"/>
                      </a:lnTo>
                      <a:lnTo>
                        <a:pt x="5" y="5"/>
                      </a:lnTo>
                      <a:lnTo>
                        <a:pt x="2" y="6"/>
                      </a:lnTo>
                      <a:lnTo>
                        <a:pt x="0" y="7"/>
                      </a:lnTo>
                      <a:lnTo>
                        <a:pt x="1" y="8"/>
                      </a:lnTo>
                      <a:lnTo>
                        <a:pt x="4" y="8"/>
                      </a:lnTo>
                      <a:lnTo>
                        <a:pt x="6" y="7"/>
                      </a:lnTo>
                      <a:lnTo>
                        <a:pt x="7" y="6"/>
                      </a:lnTo>
                      <a:lnTo>
                        <a:pt x="10" y="5"/>
                      </a:lnTo>
                      <a:lnTo>
                        <a:pt x="12" y="5"/>
                      </a:lnTo>
                      <a:lnTo>
                        <a:pt x="13" y="3"/>
                      </a:lnTo>
                      <a:lnTo>
                        <a:pt x="20" y="3"/>
                      </a:lnTo>
                      <a:lnTo>
                        <a:pt x="17" y="2"/>
                      </a:lnTo>
                      <a:lnTo>
                        <a:pt x="21" y="2"/>
                      </a:lnTo>
                      <a:lnTo>
                        <a:pt x="21" y="0"/>
                      </a:lnTo>
                      <a:lnTo>
                        <a:pt x="20" y="0"/>
                      </a:lnTo>
                      <a:lnTo>
                        <a:pt x="2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5" name="Freeform 713"/>
                <p:cNvSpPr>
                  <a:spLocks/>
                </p:cNvSpPr>
                <p:nvPr/>
              </p:nvSpPr>
              <p:spPr bwMode="auto">
                <a:xfrm>
                  <a:off x="4498" y="3570"/>
                  <a:ext cx="1" cy="11"/>
                </a:xfrm>
                <a:custGeom>
                  <a:avLst/>
                  <a:gdLst>
                    <a:gd name="T0" fmla="*/ 0 w 4"/>
                    <a:gd name="T1" fmla="*/ 0 h 23"/>
                    <a:gd name="T2" fmla="*/ 0 w 4"/>
                    <a:gd name="T3" fmla="*/ 0 h 23"/>
                    <a:gd name="T4" fmla="*/ 0 w 4"/>
                    <a:gd name="T5" fmla="*/ 0 h 23"/>
                    <a:gd name="T6" fmla="*/ 0 w 4"/>
                    <a:gd name="T7" fmla="*/ 0 h 23"/>
                    <a:gd name="T8" fmla="*/ 0 w 4"/>
                    <a:gd name="T9" fmla="*/ 0 h 23"/>
                    <a:gd name="T10" fmla="*/ 0 w 4"/>
                    <a:gd name="T11" fmla="*/ 0 h 23"/>
                    <a:gd name="T12" fmla="*/ 0 w 4"/>
                    <a:gd name="T13" fmla="*/ 0 h 23"/>
                    <a:gd name="T14" fmla="*/ 0 w 4"/>
                    <a:gd name="T15" fmla="*/ 0 h 23"/>
                    <a:gd name="T16" fmla="*/ 0 w 4"/>
                    <a:gd name="T17" fmla="*/ 0 h 23"/>
                    <a:gd name="T18" fmla="*/ 0 w 4"/>
                    <a:gd name="T19" fmla="*/ 0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23"/>
                    <a:gd name="T32" fmla="*/ 4 w 4"/>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23">
                      <a:moveTo>
                        <a:pt x="3" y="23"/>
                      </a:moveTo>
                      <a:lnTo>
                        <a:pt x="4" y="22"/>
                      </a:lnTo>
                      <a:lnTo>
                        <a:pt x="4" y="0"/>
                      </a:lnTo>
                      <a:lnTo>
                        <a:pt x="0" y="0"/>
                      </a:lnTo>
                      <a:lnTo>
                        <a:pt x="0" y="22"/>
                      </a:lnTo>
                      <a:lnTo>
                        <a:pt x="3" y="21"/>
                      </a:lnTo>
                      <a:lnTo>
                        <a:pt x="3" y="23"/>
                      </a:lnTo>
                      <a:lnTo>
                        <a:pt x="4" y="23"/>
                      </a:lnTo>
                      <a:lnTo>
                        <a:pt x="4" y="22"/>
                      </a:lnTo>
                      <a:lnTo>
                        <a:pt x="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6" name="Freeform 714"/>
                <p:cNvSpPr>
                  <a:spLocks/>
                </p:cNvSpPr>
                <p:nvPr/>
              </p:nvSpPr>
              <p:spPr bwMode="auto">
                <a:xfrm>
                  <a:off x="4527" y="3570"/>
                  <a:ext cx="6" cy="9"/>
                </a:xfrm>
                <a:custGeom>
                  <a:avLst/>
                  <a:gdLst>
                    <a:gd name="T0" fmla="*/ 0 w 13"/>
                    <a:gd name="T1" fmla="*/ 1 h 18"/>
                    <a:gd name="T2" fmla="*/ 0 w 13"/>
                    <a:gd name="T3" fmla="*/ 1 h 18"/>
                    <a:gd name="T4" fmla="*/ 0 w 13"/>
                    <a:gd name="T5" fmla="*/ 1 h 18"/>
                    <a:gd name="T6" fmla="*/ 0 w 13"/>
                    <a:gd name="T7" fmla="*/ 1 h 18"/>
                    <a:gd name="T8" fmla="*/ 0 w 13"/>
                    <a:gd name="T9" fmla="*/ 1 h 18"/>
                    <a:gd name="T10" fmla="*/ 0 w 13"/>
                    <a:gd name="T11" fmla="*/ 1 h 18"/>
                    <a:gd name="T12" fmla="*/ 0 w 13"/>
                    <a:gd name="T13" fmla="*/ 1 h 18"/>
                    <a:gd name="T14" fmla="*/ 0 w 13"/>
                    <a:gd name="T15" fmla="*/ 1 h 18"/>
                    <a:gd name="T16" fmla="*/ 0 w 13"/>
                    <a:gd name="T17" fmla="*/ 0 h 18"/>
                    <a:gd name="T18" fmla="*/ 0 w 13"/>
                    <a:gd name="T19" fmla="*/ 1 h 18"/>
                    <a:gd name="T20" fmla="*/ 0 w 13"/>
                    <a:gd name="T21" fmla="*/ 1 h 18"/>
                    <a:gd name="T22" fmla="*/ 0 w 13"/>
                    <a:gd name="T23" fmla="*/ 1 h 18"/>
                    <a:gd name="T24" fmla="*/ 0 w 13"/>
                    <a:gd name="T25" fmla="*/ 1 h 18"/>
                    <a:gd name="T26" fmla="*/ 0 w 13"/>
                    <a:gd name="T27" fmla="*/ 1 h 18"/>
                    <a:gd name="T28" fmla="*/ 0 w 13"/>
                    <a:gd name="T29" fmla="*/ 1 h 18"/>
                    <a:gd name="T30" fmla="*/ 0 w 13"/>
                    <a:gd name="T31" fmla="*/ 1 h 18"/>
                    <a:gd name="T32" fmla="*/ 0 w 13"/>
                    <a:gd name="T33" fmla="*/ 1 h 1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
                    <a:gd name="T52" fmla="*/ 0 h 18"/>
                    <a:gd name="T53" fmla="*/ 13 w 13"/>
                    <a:gd name="T54" fmla="*/ 18 h 1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 h="18">
                      <a:moveTo>
                        <a:pt x="3" y="18"/>
                      </a:moveTo>
                      <a:lnTo>
                        <a:pt x="0" y="18"/>
                      </a:lnTo>
                      <a:lnTo>
                        <a:pt x="1" y="15"/>
                      </a:lnTo>
                      <a:lnTo>
                        <a:pt x="3" y="13"/>
                      </a:lnTo>
                      <a:lnTo>
                        <a:pt x="3" y="6"/>
                      </a:lnTo>
                      <a:lnTo>
                        <a:pt x="4" y="4"/>
                      </a:lnTo>
                      <a:lnTo>
                        <a:pt x="5" y="3"/>
                      </a:lnTo>
                      <a:lnTo>
                        <a:pt x="8" y="2"/>
                      </a:lnTo>
                      <a:lnTo>
                        <a:pt x="13" y="0"/>
                      </a:lnTo>
                      <a:lnTo>
                        <a:pt x="11" y="2"/>
                      </a:lnTo>
                      <a:lnTo>
                        <a:pt x="10" y="4"/>
                      </a:lnTo>
                      <a:lnTo>
                        <a:pt x="9" y="6"/>
                      </a:lnTo>
                      <a:lnTo>
                        <a:pt x="8" y="9"/>
                      </a:lnTo>
                      <a:lnTo>
                        <a:pt x="6" y="10"/>
                      </a:lnTo>
                      <a:lnTo>
                        <a:pt x="6" y="13"/>
                      </a:lnTo>
                      <a:lnTo>
                        <a:pt x="5" y="15"/>
                      </a:lnTo>
                      <a:lnTo>
                        <a:pt x="3" y="18"/>
                      </a:lnTo>
                      <a:close/>
                    </a:path>
                  </a:pathLst>
                </a:custGeom>
                <a:solidFill>
                  <a:srgbClr val="A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7" name="Freeform 715"/>
                <p:cNvSpPr>
                  <a:spLocks/>
                </p:cNvSpPr>
                <p:nvPr/>
              </p:nvSpPr>
              <p:spPr bwMode="auto">
                <a:xfrm>
                  <a:off x="4526" y="3578"/>
                  <a:ext cx="2" cy="1"/>
                </a:xfrm>
                <a:custGeom>
                  <a:avLst/>
                  <a:gdLst>
                    <a:gd name="T0" fmla="*/ 0 w 5"/>
                    <a:gd name="T1" fmla="*/ 0 h 3"/>
                    <a:gd name="T2" fmla="*/ 0 w 5"/>
                    <a:gd name="T3" fmla="*/ 0 h 3"/>
                    <a:gd name="T4" fmla="*/ 0 w 5"/>
                    <a:gd name="T5" fmla="*/ 0 h 3"/>
                    <a:gd name="T6" fmla="*/ 0 w 5"/>
                    <a:gd name="T7" fmla="*/ 0 h 3"/>
                    <a:gd name="T8" fmla="*/ 0 w 5"/>
                    <a:gd name="T9" fmla="*/ 0 h 3"/>
                    <a:gd name="T10" fmla="*/ 0 w 5"/>
                    <a:gd name="T11" fmla="*/ 0 h 3"/>
                    <a:gd name="T12" fmla="*/ 0 w 5"/>
                    <a:gd name="T13" fmla="*/ 0 h 3"/>
                    <a:gd name="T14" fmla="*/ 0 w 5"/>
                    <a:gd name="T15" fmla="*/ 0 h 3"/>
                    <a:gd name="T16" fmla="*/ 0 w 5"/>
                    <a:gd name="T17" fmla="*/ 0 h 3"/>
                    <a:gd name="T18" fmla="*/ 0 w 5"/>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3"/>
                    <a:gd name="T32" fmla="*/ 5 w 5"/>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3">
                      <a:moveTo>
                        <a:pt x="1" y="0"/>
                      </a:moveTo>
                      <a:lnTo>
                        <a:pt x="2" y="3"/>
                      </a:lnTo>
                      <a:lnTo>
                        <a:pt x="5" y="3"/>
                      </a:lnTo>
                      <a:lnTo>
                        <a:pt x="5" y="0"/>
                      </a:lnTo>
                      <a:lnTo>
                        <a:pt x="2" y="0"/>
                      </a:lnTo>
                      <a:lnTo>
                        <a:pt x="3" y="2"/>
                      </a:lnTo>
                      <a:lnTo>
                        <a:pt x="1" y="0"/>
                      </a:lnTo>
                      <a:lnTo>
                        <a:pt x="0" y="3"/>
                      </a:lnTo>
                      <a:lnTo>
                        <a:pt x="2" y="3"/>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8" name="Freeform 716"/>
                <p:cNvSpPr>
                  <a:spLocks/>
                </p:cNvSpPr>
                <p:nvPr/>
              </p:nvSpPr>
              <p:spPr bwMode="auto">
                <a:xfrm>
                  <a:off x="4526" y="3571"/>
                  <a:ext cx="5" cy="8"/>
                </a:xfrm>
                <a:custGeom>
                  <a:avLst/>
                  <a:gdLst>
                    <a:gd name="T0" fmla="*/ 1 w 10"/>
                    <a:gd name="T1" fmla="*/ 0 h 16"/>
                    <a:gd name="T2" fmla="*/ 1 w 10"/>
                    <a:gd name="T3" fmla="*/ 0 h 16"/>
                    <a:gd name="T4" fmla="*/ 1 w 10"/>
                    <a:gd name="T5" fmla="*/ 1 h 16"/>
                    <a:gd name="T6" fmla="*/ 1 w 10"/>
                    <a:gd name="T7" fmla="*/ 1 h 16"/>
                    <a:gd name="T8" fmla="*/ 1 w 10"/>
                    <a:gd name="T9" fmla="*/ 1 h 16"/>
                    <a:gd name="T10" fmla="*/ 1 w 10"/>
                    <a:gd name="T11" fmla="*/ 1 h 16"/>
                    <a:gd name="T12" fmla="*/ 0 w 10"/>
                    <a:gd name="T13" fmla="*/ 1 h 16"/>
                    <a:gd name="T14" fmla="*/ 1 w 10"/>
                    <a:gd name="T15" fmla="*/ 1 h 16"/>
                    <a:gd name="T16" fmla="*/ 1 w 10"/>
                    <a:gd name="T17" fmla="*/ 1 h 16"/>
                    <a:gd name="T18" fmla="*/ 1 w 10"/>
                    <a:gd name="T19" fmla="*/ 1 h 16"/>
                    <a:gd name="T20" fmla="*/ 1 w 10"/>
                    <a:gd name="T21" fmla="*/ 1 h 16"/>
                    <a:gd name="T22" fmla="*/ 1 w 10"/>
                    <a:gd name="T23" fmla="*/ 1 h 16"/>
                    <a:gd name="T24" fmla="*/ 1 w 10"/>
                    <a:gd name="T25" fmla="*/ 1 h 16"/>
                    <a:gd name="T26" fmla="*/ 1 w 10"/>
                    <a:gd name="T27" fmla="*/ 1 h 16"/>
                    <a:gd name="T28" fmla="*/ 1 w 10"/>
                    <a:gd name="T29" fmla="*/ 1 h 16"/>
                    <a:gd name="T30" fmla="*/ 1 w 10"/>
                    <a:gd name="T31" fmla="*/ 0 h 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
                    <a:gd name="T49" fmla="*/ 0 h 16"/>
                    <a:gd name="T50" fmla="*/ 10 w 10"/>
                    <a:gd name="T51" fmla="*/ 16 h 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 h="16">
                      <a:moveTo>
                        <a:pt x="9" y="0"/>
                      </a:moveTo>
                      <a:lnTo>
                        <a:pt x="6" y="0"/>
                      </a:lnTo>
                      <a:lnTo>
                        <a:pt x="4" y="2"/>
                      </a:lnTo>
                      <a:lnTo>
                        <a:pt x="2" y="4"/>
                      </a:lnTo>
                      <a:lnTo>
                        <a:pt x="2" y="11"/>
                      </a:lnTo>
                      <a:lnTo>
                        <a:pt x="1" y="13"/>
                      </a:lnTo>
                      <a:lnTo>
                        <a:pt x="0" y="14"/>
                      </a:lnTo>
                      <a:lnTo>
                        <a:pt x="2" y="16"/>
                      </a:lnTo>
                      <a:lnTo>
                        <a:pt x="4" y="13"/>
                      </a:lnTo>
                      <a:lnTo>
                        <a:pt x="5" y="12"/>
                      </a:lnTo>
                      <a:lnTo>
                        <a:pt x="5" y="4"/>
                      </a:lnTo>
                      <a:lnTo>
                        <a:pt x="9" y="1"/>
                      </a:lnTo>
                      <a:lnTo>
                        <a:pt x="10" y="1"/>
                      </a:lnTo>
                      <a:lnTo>
                        <a:pt x="9" y="1"/>
                      </a:lnTo>
                      <a:lnTo>
                        <a:pt x="10" y="1"/>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69" name="Freeform 717"/>
                <p:cNvSpPr>
                  <a:spLocks/>
                </p:cNvSpPr>
                <p:nvPr/>
              </p:nvSpPr>
              <p:spPr bwMode="auto">
                <a:xfrm>
                  <a:off x="4531" y="3568"/>
                  <a:ext cx="3" cy="3"/>
                </a:xfrm>
                <a:custGeom>
                  <a:avLst/>
                  <a:gdLst>
                    <a:gd name="T0" fmla="*/ 0 w 7"/>
                    <a:gd name="T1" fmla="*/ 1 h 6"/>
                    <a:gd name="T2" fmla="*/ 0 w 7"/>
                    <a:gd name="T3" fmla="*/ 1 h 6"/>
                    <a:gd name="T4" fmla="*/ 0 w 7"/>
                    <a:gd name="T5" fmla="*/ 1 h 6"/>
                    <a:gd name="T6" fmla="*/ 0 w 7"/>
                    <a:gd name="T7" fmla="*/ 1 h 6"/>
                    <a:gd name="T8" fmla="*/ 0 w 7"/>
                    <a:gd name="T9" fmla="*/ 1 h 6"/>
                    <a:gd name="T10" fmla="*/ 0 w 7"/>
                    <a:gd name="T11" fmla="*/ 1 h 6"/>
                    <a:gd name="T12" fmla="*/ 0 w 7"/>
                    <a:gd name="T13" fmla="*/ 1 h 6"/>
                    <a:gd name="T14" fmla="*/ 0 w 7"/>
                    <a:gd name="T15" fmla="*/ 0 h 6"/>
                    <a:gd name="T16" fmla="*/ 0 w 7"/>
                    <a:gd name="T17" fmla="*/ 1 h 6"/>
                    <a:gd name="T18" fmla="*/ 0 w 7"/>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6"/>
                    <a:gd name="T32" fmla="*/ 7 w 7"/>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6">
                      <a:moveTo>
                        <a:pt x="5" y="3"/>
                      </a:moveTo>
                      <a:lnTo>
                        <a:pt x="3" y="2"/>
                      </a:lnTo>
                      <a:lnTo>
                        <a:pt x="0" y="5"/>
                      </a:lnTo>
                      <a:lnTo>
                        <a:pt x="1" y="6"/>
                      </a:lnTo>
                      <a:lnTo>
                        <a:pt x="5" y="5"/>
                      </a:lnTo>
                      <a:lnTo>
                        <a:pt x="3" y="2"/>
                      </a:lnTo>
                      <a:lnTo>
                        <a:pt x="5" y="3"/>
                      </a:lnTo>
                      <a:lnTo>
                        <a:pt x="7" y="0"/>
                      </a:lnTo>
                      <a:lnTo>
                        <a:pt x="3" y="2"/>
                      </a:lnTo>
                      <a:lnTo>
                        <a:pt x="5"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0" name="Freeform 718"/>
                <p:cNvSpPr>
                  <a:spLocks/>
                </p:cNvSpPr>
                <p:nvPr/>
              </p:nvSpPr>
              <p:spPr bwMode="auto">
                <a:xfrm>
                  <a:off x="4528" y="3570"/>
                  <a:ext cx="5" cy="9"/>
                </a:xfrm>
                <a:custGeom>
                  <a:avLst/>
                  <a:gdLst>
                    <a:gd name="T0" fmla="*/ 0 w 10"/>
                    <a:gd name="T1" fmla="*/ 0 h 20"/>
                    <a:gd name="T2" fmla="*/ 1 w 10"/>
                    <a:gd name="T3" fmla="*/ 0 h 20"/>
                    <a:gd name="T4" fmla="*/ 1 w 10"/>
                    <a:gd name="T5" fmla="*/ 0 h 20"/>
                    <a:gd name="T6" fmla="*/ 1 w 10"/>
                    <a:gd name="T7" fmla="*/ 0 h 20"/>
                    <a:gd name="T8" fmla="*/ 1 w 10"/>
                    <a:gd name="T9" fmla="*/ 0 h 20"/>
                    <a:gd name="T10" fmla="*/ 1 w 10"/>
                    <a:gd name="T11" fmla="*/ 0 h 20"/>
                    <a:gd name="T12" fmla="*/ 1 w 10"/>
                    <a:gd name="T13" fmla="*/ 0 h 20"/>
                    <a:gd name="T14" fmla="*/ 1 w 10"/>
                    <a:gd name="T15" fmla="*/ 0 h 20"/>
                    <a:gd name="T16" fmla="*/ 1 w 10"/>
                    <a:gd name="T17" fmla="*/ 0 h 20"/>
                    <a:gd name="T18" fmla="*/ 1 w 10"/>
                    <a:gd name="T19" fmla="*/ 0 h 20"/>
                    <a:gd name="T20" fmla="*/ 1 w 10"/>
                    <a:gd name="T21" fmla="*/ 0 h 20"/>
                    <a:gd name="T22" fmla="*/ 1 w 10"/>
                    <a:gd name="T23" fmla="*/ 0 h 20"/>
                    <a:gd name="T24" fmla="*/ 1 w 10"/>
                    <a:gd name="T25" fmla="*/ 0 h 20"/>
                    <a:gd name="T26" fmla="*/ 1 w 10"/>
                    <a:gd name="T27" fmla="*/ 0 h 20"/>
                    <a:gd name="T28" fmla="*/ 1 w 10"/>
                    <a:gd name="T29" fmla="*/ 0 h 20"/>
                    <a:gd name="T30" fmla="*/ 1 w 10"/>
                    <a:gd name="T31" fmla="*/ 0 h 20"/>
                    <a:gd name="T32" fmla="*/ 1 w 10"/>
                    <a:gd name="T33" fmla="*/ 0 h 20"/>
                    <a:gd name="T34" fmla="*/ 1 w 10"/>
                    <a:gd name="T35" fmla="*/ 0 h 20"/>
                    <a:gd name="T36" fmla="*/ 0 w 10"/>
                    <a:gd name="T37" fmla="*/ 0 h 20"/>
                    <a:gd name="T38" fmla="*/ 0 w 10"/>
                    <a:gd name="T39" fmla="*/ 0 h 20"/>
                    <a:gd name="T40" fmla="*/ 1 w 10"/>
                    <a:gd name="T41" fmla="*/ 0 h 20"/>
                    <a:gd name="T42" fmla="*/ 1 w 10"/>
                    <a:gd name="T43" fmla="*/ 0 h 20"/>
                    <a:gd name="T44" fmla="*/ 0 w 10"/>
                    <a:gd name="T45" fmla="*/ 0 h 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
                    <a:gd name="T70" fmla="*/ 0 h 20"/>
                    <a:gd name="T71" fmla="*/ 10 w 10"/>
                    <a:gd name="T72" fmla="*/ 20 h 2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 h="20">
                      <a:moveTo>
                        <a:pt x="0" y="20"/>
                      </a:moveTo>
                      <a:lnTo>
                        <a:pt x="1" y="19"/>
                      </a:lnTo>
                      <a:lnTo>
                        <a:pt x="2" y="16"/>
                      </a:lnTo>
                      <a:lnTo>
                        <a:pt x="3" y="15"/>
                      </a:lnTo>
                      <a:lnTo>
                        <a:pt x="5" y="12"/>
                      </a:lnTo>
                      <a:lnTo>
                        <a:pt x="6" y="10"/>
                      </a:lnTo>
                      <a:lnTo>
                        <a:pt x="7" y="7"/>
                      </a:lnTo>
                      <a:lnTo>
                        <a:pt x="8" y="6"/>
                      </a:lnTo>
                      <a:lnTo>
                        <a:pt x="10" y="4"/>
                      </a:lnTo>
                      <a:lnTo>
                        <a:pt x="10" y="1"/>
                      </a:lnTo>
                      <a:lnTo>
                        <a:pt x="8" y="0"/>
                      </a:lnTo>
                      <a:lnTo>
                        <a:pt x="7" y="3"/>
                      </a:lnTo>
                      <a:lnTo>
                        <a:pt x="6" y="5"/>
                      </a:lnTo>
                      <a:lnTo>
                        <a:pt x="5" y="7"/>
                      </a:lnTo>
                      <a:lnTo>
                        <a:pt x="3" y="10"/>
                      </a:lnTo>
                      <a:lnTo>
                        <a:pt x="3" y="11"/>
                      </a:lnTo>
                      <a:lnTo>
                        <a:pt x="2" y="14"/>
                      </a:lnTo>
                      <a:lnTo>
                        <a:pt x="1" y="16"/>
                      </a:lnTo>
                      <a:lnTo>
                        <a:pt x="0" y="17"/>
                      </a:lnTo>
                      <a:lnTo>
                        <a:pt x="0" y="20"/>
                      </a:lnTo>
                      <a:lnTo>
                        <a:pt x="1" y="20"/>
                      </a:lnTo>
                      <a:lnTo>
                        <a:pt x="1" y="19"/>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1" name="Freeform 719"/>
                <p:cNvSpPr>
                  <a:spLocks/>
                </p:cNvSpPr>
                <p:nvPr/>
              </p:nvSpPr>
              <p:spPr bwMode="auto">
                <a:xfrm>
                  <a:off x="4840" y="3308"/>
                  <a:ext cx="296" cy="88"/>
                </a:xfrm>
                <a:custGeom>
                  <a:avLst/>
                  <a:gdLst>
                    <a:gd name="T0" fmla="*/ 0 w 1481"/>
                    <a:gd name="T1" fmla="*/ 0 h 439"/>
                    <a:gd name="T2" fmla="*/ 0 w 1481"/>
                    <a:gd name="T3" fmla="*/ 0 h 439"/>
                    <a:gd name="T4" fmla="*/ 0 w 1481"/>
                    <a:gd name="T5" fmla="*/ 0 h 439"/>
                    <a:gd name="T6" fmla="*/ 0 w 1481"/>
                    <a:gd name="T7" fmla="*/ 0 h 439"/>
                    <a:gd name="T8" fmla="*/ 0 w 1481"/>
                    <a:gd name="T9" fmla="*/ 0 h 439"/>
                    <a:gd name="T10" fmla="*/ 0 w 1481"/>
                    <a:gd name="T11" fmla="*/ 0 h 439"/>
                    <a:gd name="T12" fmla="*/ 0 w 1481"/>
                    <a:gd name="T13" fmla="*/ 0 h 439"/>
                    <a:gd name="T14" fmla="*/ 0 w 1481"/>
                    <a:gd name="T15" fmla="*/ 0 h 439"/>
                    <a:gd name="T16" fmla="*/ 0 w 1481"/>
                    <a:gd name="T17" fmla="*/ 0 h 439"/>
                    <a:gd name="T18" fmla="*/ 0 w 1481"/>
                    <a:gd name="T19" fmla="*/ 0 h 439"/>
                    <a:gd name="T20" fmla="*/ 0 w 1481"/>
                    <a:gd name="T21" fmla="*/ 0 h 439"/>
                    <a:gd name="T22" fmla="*/ 0 w 1481"/>
                    <a:gd name="T23" fmla="*/ 0 h 439"/>
                    <a:gd name="T24" fmla="*/ 0 w 1481"/>
                    <a:gd name="T25" fmla="*/ 0 h 439"/>
                    <a:gd name="T26" fmla="*/ 0 w 1481"/>
                    <a:gd name="T27" fmla="*/ 0 h 439"/>
                    <a:gd name="T28" fmla="*/ 0 w 1481"/>
                    <a:gd name="T29" fmla="*/ 0 h 439"/>
                    <a:gd name="T30" fmla="*/ 0 w 1481"/>
                    <a:gd name="T31" fmla="*/ 0 h 439"/>
                    <a:gd name="T32" fmla="*/ 0 w 1481"/>
                    <a:gd name="T33" fmla="*/ 0 h 439"/>
                    <a:gd name="T34" fmla="*/ 0 w 1481"/>
                    <a:gd name="T35" fmla="*/ 0 h 439"/>
                    <a:gd name="T36" fmla="*/ 0 w 1481"/>
                    <a:gd name="T37" fmla="*/ 0 h 439"/>
                    <a:gd name="T38" fmla="*/ 0 w 1481"/>
                    <a:gd name="T39" fmla="*/ 0 h 439"/>
                    <a:gd name="T40" fmla="*/ 0 w 1481"/>
                    <a:gd name="T41" fmla="*/ 0 h 439"/>
                    <a:gd name="T42" fmla="*/ 0 w 1481"/>
                    <a:gd name="T43" fmla="*/ 0 h 439"/>
                    <a:gd name="T44" fmla="*/ 0 w 1481"/>
                    <a:gd name="T45" fmla="*/ 0 h 439"/>
                    <a:gd name="T46" fmla="*/ 0 w 1481"/>
                    <a:gd name="T47" fmla="*/ 0 h 439"/>
                    <a:gd name="T48" fmla="*/ 0 w 1481"/>
                    <a:gd name="T49" fmla="*/ 0 h 439"/>
                    <a:gd name="T50" fmla="*/ 0 w 1481"/>
                    <a:gd name="T51" fmla="*/ 0 h 439"/>
                    <a:gd name="T52" fmla="*/ 0 w 1481"/>
                    <a:gd name="T53" fmla="*/ 0 h 439"/>
                    <a:gd name="T54" fmla="*/ 0 w 1481"/>
                    <a:gd name="T55" fmla="*/ 0 h 439"/>
                    <a:gd name="T56" fmla="*/ 0 w 1481"/>
                    <a:gd name="T57" fmla="*/ 0 h 439"/>
                    <a:gd name="T58" fmla="*/ 0 w 1481"/>
                    <a:gd name="T59" fmla="*/ 0 h 439"/>
                    <a:gd name="T60" fmla="*/ 0 w 1481"/>
                    <a:gd name="T61" fmla="*/ 0 h 439"/>
                    <a:gd name="T62" fmla="*/ 0 w 1481"/>
                    <a:gd name="T63" fmla="*/ 0 h 439"/>
                    <a:gd name="T64" fmla="*/ 0 w 1481"/>
                    <a:gd name="T65" fmla="*/ 0 h 439"/>
                    <a:gd name="T66" fmla="*/ 0 w 1481"/>
                    <a:gd name="T67" fmla="*/ 0 h 439"/>
                    <a:gd name="T68" fmla="*/ 0 w 1481"/>
                    <a:gd name="T69" fmla="*/ 0 h 439"/>
                    <a:gd name="T70" fmla="*/ 0 w 1481"/>
                    <a:gd name="T71" fmla="*/ 0 h 439"/>
                    <a:gd name="T72" fmla="*/ 0 w 1481"/>
                    <a:gd name="T73" fmla="*/ 0 h 439"/>
                    <a:gd name="T74" fmla="*/ 0 w 1481"/>
                    <a:gd name="T75" fmla="*/ 0 h 439"/>
                    <a:gd name="T76" fmla="*/ 0 w 1481"/>
                    <a:gd name="T77" fmla="*/ 0 h 439"/>
                    <a:gd name="T78" fmla="*/ 0 w 1481"/>
                    <a:gd name="T79" fmla="*/ 0 h 439"/>
                    <a:gd name="T80" fmla="*/ 0 w 1481"/>
                    <a:gd name="T81" fmla="*/ 0 h 439"/>
                    <a:gd name="T82" fmla="*/ 0 w 1481"/>
                    <a:gd name="T83" fmla="*/ 0 h 439"/>
                    <a:gd name="T84" fmla="*/ 0 w 1481"/>
                    <a:gd name="T85" fmla="*/ 0 h 439"/>
                    <a:gd name="T86" fmla="*/ 0 w 1481"/>
                    <a:gd name="T87" fmla="*/ 0 h 439"/>
                    <a:gd name="T88" fmla="*/ 0 w 1481"/>
                    <a:gd name="T89" fmla="*/ 0 h 439"/>
                    <a:gd name="T90" fmla="*/ 0 w 1481"/>
                    <a:gd name="T91" fmla="*/ 0 h 439"/>
                    <a:gd name="T92" fmla="*/ 0 w 1481"/>
                    <a:gd name="T93" fmla="*/ 0 h 439"/>
                    <a:gd name="T94" fmla="*/ 0 w 1481"/>
                    <a:gd name="T95" fmla="*/ 0 h 43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481"/>
                    <a:gd name="T145" fmla="*/ 0 h 439"/>
                    <a:gd name="T146" fmla="*/ 1481 w 1481"/>
                    <a:gd name="T147" fmla="*/ 439 h 43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481" h="439">
                      <a:moveTo>
                        <a:pt x="1474" y="270"/>
                      </a:moveTo>
                      <a:lnTo>
                        <a:pt x="1472" y="270"/>
                      </a:lnTo>
                      <a:lnTo>
                        <a:pt x="1466" y="269"/>
                      </a:lnTo>
                      <a:lnTo>
                        <a:pt x="1458" y="268"/>
                      </a:lnTo>
                      <a:lnTo>
                        <a:pt x="1447" y="265"/>
                      </a:lnTo>
                      <a:lnTo>
                        <a:pt x="1432" y="263"/>
                      </a:lnTo>
                      <a:lnTo>
                        <a:pt x="1416" y="261"/>
                      </a:lnTo>
                      <a:lnTo>
                        <a:pt x="1397" y="258"/>
                      </a:lnTo>
                      <a:lnTo>
                        <a:pt x="1377" y="255"/>
                      </a:lnTo>
                      <a:lnTo>
                        <a:pt x="1375" y="240"/>
                      </a:lnTo>
                      <a:lnTo>
                        <a:pt x="1371" y="223"/>
                      </a:lnTo>
                      <a:lnTo>
                        <a:pt x="1365" y="207"/>
                      </a:lnTo>
                      <a:lnTo>
                        <a:pt x="1355" y="193"/>
                      </a:lnTo>
                      <a:lnTo>
                        <a:pt x="1349" y="189"/>
                      </a:lnTo>
                      <a:lnTo>
                        <a:pt x="1339" y="184"/>
                      </a:lnTo>
                      <a:lnTo>
                        <a:pt x="1326" y="179"/>
                      </a:lnTo>
                      <a:lnTo>
                        <a:pt x="1310" y="175"/>
                      </a:lnTo>
                      <a:lnTo>
                        <a:pt x="1291" y="171"/>
                      </a:lnTo>
                      <a:lnTo>
                        <a:pt x="1271" y="166"/>
                      </a:lnTo>
                      <a:lnTo>
                        <a:pt x="1249" y="163"/>
                      </a:lnTo>
                      <a:lnTo>
                        <a:pt x="1227" y="160"/>
                      </a:lnTo>
                      <a:lnTo>
                        <a:pt x="1203" y="157"/>
                      </a:lnTo>
                      <a:lnTo>
                        <a:pt x="1178" y="153"/>
                      </a:lnTo>
                      <a:lnTo>
                        <a:pt x="1155" y="151"/>
                      </a:lnTo>
                      <a:lnTo>
                        <a:pt x="1132" y="149"/>
                      </a:lnTo>
                      <a:lnTo>
                        <a:pt x="1109" y="147"/>
                      </a:lnTo>
                      <a:lnTo>
                        <a:pt x="1089" y="146"/>
                      </a:lnTo>
                      <a:lnTo>
                        <a:pt x="1069" y="145"/>
                      </a:lnTo>
                      <a:lnTo>
                        <a:pt x="1053" y="144"/>
                      </a:lnTo>
                      <a:lnTo>
                        <a:pt x="1052" y="143"/>
                      </a:lnTo>
                      <a:lnTo>
                        <a:pt x="1052" y="142"/>
                      </a:lnTo>
                      <a:lnTo>
                        <a:pt x="1051" y="142"/>
                      </a:lnTo>
                      <a:lnTo>
                        <a:pt x="1039" y="126"/>
                      </a:lnTo>
                      <a:lnTo>
                        <a:pt x="1025" y="112"/>
                      </a:lnTo>
                      <a:lnTo>
                        <a:pt x="1011" y="98"/>
                      </a:lnTo>
                      <a:lnTo>
                        <a:pt x="996" y="86"/>
                      </a:lnTo>
                      <a:lnTo>
                        <a:pt x="980" y="74"/>
                      </a:lnTo>
                      <a:lnTo>
                        <a:pt x="965" y="62"/>
                      </a:lnTo>
                      <a:lnTo>
                        <a:pt x="950" y="51"/>
                      </a:lnTo>
                      <a:lnTo>
                        <a:pt x="935" y="41"/>
                      </a:lnTo>
                      <a:lnTo>
                        <a:pt x="919" y="32"/>
                      </a:lnTo>
                      <a:lnTo>
                        <a:pt x="906" y="24"/>
                      </a:lnTo>
                      <a:lnTo>
                        <a:pt x="895" y="17"/>
                      </a:lnTo>
                      <a:lnTo>
                        <a:pt x="884" y="11"/>
                      </a:lnTo>
                      <a:lnTo>
                        <a:pt x="875" y="7"/>
                      </a:lnTo>
                      <a:lnTo>
                        <a:pt x="869" y="4"/>
                      </a:lnTo>
                      <a:lnTo>
                        <a:pt x="864" y="1"/>
                      </a:lnTo>
                      <a:lnTo>
                        <a:pt x="863" y="0"/>
                      </a:lnTo>
                      <a:lnTo>
                        <a:pt x="816" y="3"/>
                      </a:lnTo>
                      <a:lnTo>
                        <a:pt x="820" y="5"/>
                      </a:lnTo>
                      <a:lnTo>
                        <a:pt x="833" y="10"/>
                      </a:lnTo>
                      <a:lnTo>
                        <a:pt x="853" y="20"/>
                      </a:lnTo>
                      <a:lnTo>
                        <a:pt x="876" y="33"/>
                      </a:lnTo>
                      <a:lnTo>
                        <a:pt x="903" y="49"/>
                      </a:lnTo>
                      <a:lnTo>
                        <a:pt x="931" y="66"/>
                      </a:lnTo>
                      <a:lnTo>
                        <a:pt x="958" y="87"/>
                      </a:lnTo>
                      <a:lnTo>
                        <a:pt x="982" y="109"/>
                      </a:lnTo>
                      <a:lnTo>
                        <a:pt x="990" y="118"/>
                      </a:lnTo>
                      <a:lnTo>
                        <a:pt x="998" y="128"/>
                      </a:lnTo>
                      <a:lnTo>
                        <a:pt x="1006" y="137"/>
                      </a:lnTo>
                      <a:lnTo>
                        <a:pt x="1013" y="148"/>
                      </a:lnTo>
                      <a:lnTo>
                        <a:pt x="1002" y="160"/>
                      </a:lnTo>
                      <a:lnTo>
                        <a:pt x="996" y="177"/>
                      </a:lnTo>
                      <a:lnTo>
                        <a:pt x="994" y="195"/>
                      </a:lnTo>
                      <a:lnTo>
                        <a:pt x="994" y="212"/>
                      </a:lnTo>
                      <a:lnTo>
                        <a:pt x="979" y="213"/>
                      </a:lnTo>
                      <a:lnTo>
                        <a:pt x="961" y="214"/>
                      </a:lnTo>
                      <a:lnTo>
                        <a:pt x="944" y="215"/>
                      </a:lnTo>
                      <a:lnTo>
                        <a:pt x="925" y="216"/>
                      </a:lnTo>
                      <a:lnTo>
                        <a:pt x="904" y="217"/>
                      </a:lnTo>
                      <a:lnTo>
                        <a:pt x="883" y="218"/>
                      </a:lnTo>
                      <a:lnTo>
                        <a:pt x="861" y="219"/>
                      </a:lnTo>
                      <a:lnTo>
                        <a:pt x="839" y="220"/>
                      </a:lnTo>
                      <a:lnTo>
                        <a:pt x="839" y="192"/>
                      </a:lnTo>
                      <a:lnTo>
                        <a:pt x="837" y="166"/>
                      </a:lnTo>
                      <a:lnTo>
                        <a:pt x="837" y="146"/>
                      </a:lnTo>
                      <a:lnTo>
                        <a:pt x="836" y="134"/>
                      </a:lnTo>
                      <a:lnTo>
                        <a:pt x="832" y="129"/>
                      </a:lnTo>
                      <a:lnTo>
                        <a:pt x="823" y="123"/>
                      </a:lnTo>
                      <a:lnTo>
                        <a:pt x="812" y="120"/>
                      </a:lnTo>
                      <a:lnTo>
                        <a:pt x="796" y="117"/>
                      </a:lnTo>
                      <a:lnTo>
                        <a:pt x="782" y="116"/>
                      </a:lnTo>
                      <a:lnTo>
                        <a:pt x="768" y="115"/>
                      </a:lnTo>
                      <a:lnTo>
                        <a:pt x="758" y="116"/>
                      </a:lnTo>
                      <a:lnTo>
                        <a:pt x="750" y="117"/>
                      </a:lnTo>
                      <a:lnTo>
                        <a:pt x="744" y="120"/>
                      </a:lnTo>
                      <a:lnTo>
                        <a:pt x="741" y="126"/>
                      </a:lnTo>
                      <a:lnTo>
                        <a:pt x="740" y="139"/>
                      </a:lnTo>
                      <a:lnTo>
                        <a:pt x="739" y="161"/>
                      </a:lnTo>
                      <a:lnTo>
                        <a:pt x="737" y="177"/>
                      </a:lnTo>
                      <a:lnTo>
                        <a:pt x="735" y="194"/>
                      </a:lnTo>
                      <a:lnTo>
                        <a:pt x="731" y="212"/>
                      </a:lnTo>
                      <a:lnTo>
                        <a:pt x="726" y="227"/>
                      </a:lnTo>
                      <a:lnTo>
                        <a:pt x="719" y="228"/>
                      </a:lnTo>
                      <a:lnTo>
                        <a:pt x="712" y="228"/>
                      </a:lnTo>
                      <a:lnTo>
                        <a:pt x="705" y="228"/>
                      </a:lnTo>
                      <a:lnTo>
                        <a:pt x="697" y="229"/>
                      </a:lnTo>
                      <a:lnTo>
                        <a:pt x="697" y="195"/>
                      </a:lnTo>
                      <a:lnTo>
                        <a:pt x="697" y="163"/>
                      </a:lnTo>
                      <a:lnTo>
                        <a:pt x="696" y="136"/>
                      </a:lnTo>
                      <a:lnTo>
                        <a:pt x="695" y="121"/>
                      </a:lnTo>
                      <a:lnTo>
                        <a:pt x="691" y="116"/>
                      </a:lnTo>
                      <a:lnTo>
                        <a:pt x="682" y="110"/>
                      </a:lnTo>
                      <a:lnTo>
                        <a:pt x="670" y="107"/>
                      </a:lnTo>
                      <a:lnTo>
                        <a:pt x="655" y="104"/>
                      </a:lnTo>
                      <a:lnTo>
                        <a:pt x="641" y="103"/>
                      </a:lnTo>
                      <a:lnTo>
                        <a:pt x="627" y="103"/>
                      </a:lnTo>
                      <a:lnTo>
                        <a:pt x="616" y="103"/>
                      </a:lnTo>
                      <a:lnTo>
                        <a:pt x="609" y="104"/>
                      </a:lnTo>
                      <a:lnTo>
                        <a:pt x="602" y="108"/>
                      </a:lnTo>
                      <a:lnTo>
                        <a:pt x="600" y="115"/>
                      </a:lnTo>
                      <a:lnTo>
                        <a:pt x="600" y="126"/>
                      </a:lnTo>
                      <a:lnTo>
                        <a:pt x="599" y="149"/>
                      </a:lnTo>
                      <a:lnTo>
                        <a:pt x="598" y="156"/>
                      </a:lnTo>
                      <a:lnTo>
                        <a:pt x="597" y="163"/>
                      </a:lnTo>
                      <a:lnTo>
                        <a:pt x="596" y="172"/>
                      </a:lnTo>
                      <a:lnTo>
                        <a:pt x="594" y="179"/>
                      </a:lnTo>
                      <a:lnTo>
                        <a:pt x="572" y="6"/>
                      </a:lnTo>
                      <a:lnTo>
                        <a:pt x="534" y="10"/>
                      </a:lnTo>
                      <a:lnTo>
                        <a:pt x="553" y="237"/>
                      </a:lnTo>
                      <a:lnTo>
                        <a:pt x="529" y="239"/>
                      </a:lnTo>
                      <a:lnTo>
                        <a:pt x="506" y="241"/>
                      </a:lnTo>
                      <a:lnTo>
                        <a:pt x="484" y="242"/>
                      </a:lnTo>
                      <a:lnTo>
                        <a:pt x="462" y="244"/>
                      </a:lnTo>
                      <a:lnTo>
                        <a:pt x="442" y="245"/>
                      </a:lnTo>
                      <a:lnTo>
                        <a:pt x="423" y="246"/>
                      </a:lnTo>
                      <a:lnTo>
                        <a:pt x="405" y="247"/>
                      </a:lnTo>
                      <a:lnTo>
                        <a:pt x="389" y="248"/>
                      </a:lnTo>
                      <a:lnTo>
                        <a:pt x="374" y="249"/>
                      </a:lnTo>
                      <a:lnTo>
                        <a:pt x="361" y="250"/>
                      </a:lnTo>
                      <a:lnTo>
                        <a:pt x="349" y="250"/>
                      </a:lnTo>
                      <a:lnTo>
                        <a:pt x="339" y="251"/>
                      </a:lnTo>
                      <a:lnTo>
                        <a:pt x="332" y="251"/>
                      </a:lnTo>
                      <a:lnTo>
                        <a:pt x="325" y="253"/>
                      </a:lnTo>
                      <a:lnTo>
                        <a:pt x="322" y="253"/>
                      </a:lnTo>
                      <a:lnTo>
                        <a:pt x="321" y="253"/>
                      </a:lnTo>
                      <a:lnTo>
                        <a:pt x="320" y="253"/>
                      </a:lnTo>
                      <a:lnTo>
                        <a:pt x="319" y="253"/>
                      </a:lnTo>
                      <a:lnTo>
                        <a:pt x="316" y="253"/>
                      </a:lnTo>
                      <a:lnTo>
                        <a:pt x="310" y="253"/>
                      </a:lnTo>
                      <a:lnTo>
                        <a:pt x="305" y="253"/>
                      </a:lnTo>
                      <a:lnTo>
                        <a:pt x="297" y="253"/>
                      </a:lnTo>
                      <a:lnTo>
                        <a:pt x="287" y="253"/>
                      </a:lnTo>
                      <a:lnTo>
                        <a:pt x="277" y="253"/>
                      </a:lnTo>
                      <a:lnTo>
                        <a:pt x="266" y="254"/>
                      </a:lnTo>
                      <a:lnTo>
                        <a:pt x="257" y="256"/>
                      </a:lnTo>
                      <a:lnTo>
                        <a:pt x="252" y="259"/>
                      </a:lnTo>
                      <a:lnTo>
                        <a:pt x="248" y="262"/>
                      </a:lnTo>
                      <a:lnTo>
                        <a:pt x="244" y="265"/>
                      </a:lnTo>
                      <a:lnTo>
                        <a:pt x="243" y="269"/>
                      </a:lnTo>
                      <a:lnTo>
                        <a:pt x="242" y="271"/>
                      </a:lnTo>
                      <a:lnTo>
                        <a:pt x="242" y="272"/>
                      </a:lnTo>
                      <a:lnTo>
                        <a:pt x="204" y="274"/>
                      </a:lnTo>
                      <a:lnTo>
                        <a:pt x="199" y="274"/>
                      </a:lnTo>
                      <a:lnTo>
                        <a:pt x="186" y="272"/>
                      </a:lnTo>
                      <a:lnTo>
                        <a:pt x="167" y="270"/>
                      </a:lnTo>
                      <a:lnTo>
                        <a:pt x="145" y="265"/>
                      </a:lnTo>
                      <a:lnTo>
                        <a:pt x="124" y="261"/>
                      </a:lnTo>
                      <a:lnTo>
                        <a:pt x="105" y="255"/>
                      </a:lnTo>
                      <a:lnTo>
                        <a:pt x="92" y="247"/>
                      </a:lnTo>
                      <a:lnTo>
                        <a:pt x="88" y="237"/>
                      </a:lnTo>
                      <a:lnTo>
                        <a:pt x="91" y="231"/>
                      </a:lnTo>
                      <a:lnTo>
                        <a:pt x="98" y="222"/>
                      </a:lnTo>
                      <a:lnTo>
                        <a:pt x="108" y="212"/>
                      </a:lnTo>
                      <a:lnTo>
                        <a:pt x="124" y="200"/>
                      </a:lnTo>
                      <a:lnTo>
                        <a:pt x="140" y="187"/>
                      </a:lnTo>
                      <a:lnTo>
                        <a:pt x="159" y="172"/>
                      </a:lnTo>
                      <a:lnTo>
                        <a:pt x="181" y="157"/>
                      </a:lnTo>
                      <a:lnTo>
                        <a:pt x="202" y="140"/>
                      </a:lnTo>
                      <a:lnTo>
                        <a:pt x="226" y="125"/>
                      </a:lnTo>
                      <a:lnTo>
                        <a:pt x="250" y="109"/>
                      </a:lnTo>
                      <a:lnTo>
                        <a:pt x="272" y="95"/>
                      </a:lnTo>
                      <a:lnTo>
                        <a:pt x="295" y="81"/>
                      </a:lnTo>
                      <a:lnTo>
                        <a:pt x="317" y="68"/>
                      </a:lnTo>
                      <a:lnTo>
                        <a:pt x="337" y="56"/>
                      </a:lnTo>
                      <a:lnTo>
                        <a:pt x="355" y="48"/>
                      </a:lnTo>
                      <a:lnTo>
                        <a:pt x="371" y="40"/>
                      </a:lnTo>
                      <a:lnTo>
                        <a:pt x="396" y="31"/>
                      </a:lnTo>
                      <a:lnTo>
                        <a:pt x="418" y="25"/>
                      </a:lnTo>
                      <a:lnTo>
                        <a:pt x="436" y="23"/>
                      </a:lnTo>
                      <a:lnTo>
                        <a:pt x="451" y="23"/>
                      </a:lnTo>
                      <a:lnTo>
                        <a:pt x="462" y="25"/>
                      </a:lnTo>
                      <a:lnTo>
                        <a:pt x="470" y="27"/>
                      </a:lnTo>
                      <a:lnTo>
                        <a:pt x="475" y="29"/>
                      </a:lnTo>
                      <a:lnTo>
                        <a:pt x="476" y="31"/>
                      </a:lnTo>
                      <a:lnTo>
                        <a:pt x="532" y="10"/>
                      </a:lnTo>
                      <a:lnTo>
                        <a:pt x="455" y="3"/>
                      </a:lnTo>
                      <a:lnTo>
                        <a:pt x="363" y="20"/>
                      </a:lnTo>
                      <a:lnTo>
                        <a:pt x="61" y="226"/>
                      </a:lnTo>
                      <a:lnTo>
                        <a:pt x="0" y="282"/>
                      </a:lnTo>
                      <a:lnTo>
                        <a:pt x="195" y="439"/>
                      </a:lnTo>
                      <a:lnTo>
                        <a:pt x="1447" y="333"/>
                      </a:lnTo>
                      <a:lnTo>
                        <a:pt x="1481" y="304"/>
                      </a:lnTo>
                      <a:lnTo>
                        <a:pt x="1474" y="270"/>
                      </a:lnTo>
                      <a:close/>
                    </a:path>
                  </a:pathLst>
                </a:custGeom>
                <a:solidFill>
                  <a:srgbClr val="00218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2" name="Freeform 720"/>
                <p:cNvSpPr>
                  <a:spLocks/>
                </p:cNvSpPr>
                <p:nvPr/>
              </p:nvSpPr>
              <p:spPr bwMode="auto">
                <a:xfrm>
                  <a:off x="5140" y="3384"/>
                  <a:ext cx="1" cy="16"/>
                </a:xfrm>
                <a:custGeom>
                  <a:avLst/>
                  <a:gdLst>
                    <a:gd name="T0" fmla="*/ 0 w 6"/>
                    <a:gd name="T1" fmla="*/ 0 h 84"/>
                    <a:gd name="T2" fmla="*/ 0 w 6"/>
                    <a:gd name="T3" fmla="*/ 0 h 84"/>
                    <a:gd name="T4" fmla="*/ 0 w 6"/>
                    <a:gd name="T5" fmla="*/ 0 h 84"/>
                    <a:gd name="T6" fmla="*/ 0 w 6"/>
                    <a:gd name="T7" fmla="*/ 0 h 84"/>
                    <a:gd name="T8" fmla="*/ 0 w 6"/>
                    <a:gd name="T9" fmla="*/ 0 h 84"/>
                    <a:gd name="T10" fmla="*/ 0 w 6"/>
                    <a:gd name="T11" fmla="*/ 0 h 84"/>
                    <a:gd name="T12" fmla="*/ 0 w 6"/>
                    <a:gd name="T13" fmla="*/ 0 h 84"/>
                    <a:gd name="T14" fmla="*/ 0 w 6"/>
                    <a:gd name="T15" fmla="*/ 0 h 84"/>
                    <a:gd name="T16" fmla="*/ 0 60000 65536"/>
                    <a:gd name="T17" fmla="*/ 0 60000 65536"/>
                    <a:gd name="T18" fmla="*/ 0 60000 65536"/>
                    <a:gd name="T19" fmla="*/ 0 60000 65536"/>
                    <a:gd name="T20" fmla="*/ 0 60000 65536"/>
                    <a:gd name="T21" fmla="*/ 0 60000 65536"/>
                    <a:gd name="T22" fmla="*/ 0 60000 65536"/>
                    <a:gd name="T23" fmla="*/ 0 60000 65536"/>
                    <a:gd name="T24" fmla="*/ 0 w 6"/>
                    <a:gd name="T25" fmla="*/ 0 h 84"/>
                    <a:gd name="T26" fmla="*/ 6 w 6"/>
                    <a:gd name="T27" fmla="*/ 84 h 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 h="84">
                      <a:moveTo>
                        <a:pt x="4" y="3"/>
                      </a:moveTo>
                      <a:lnTo>
                        <a:pt x="6" y="80"/>
                      </a:lnTo>
                      <a:lnTo>
                        <a:pt x="2" y="84"/>
                      </a:lnTo>
                      <a:lnTo>
                        <a:pt x="2" y="65"/>
                      </a:lnTo>
                      <a:lnTo>
                        <a:pt x="1" y="45"/>
                      </a:lnTo>
                      <a:lnTo>
                        <a:pt x="1" y="22"/>
                      </a:lnTo>
                      <a:lnTo>
                        <a:pt x="0" y="0"/>
                      </a:lnTo>
                      <a:lnTo>
                        <a:pt x="4"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3" name="Freeform 721"/>
                <p:cNvSpPr>
                  <a:spLocks/>
                </p:cNvSpPr>
                <p:nvPr/>
              </p:nvSpPr>
              <p:spPr bwMode="auto">
                <a:xfrm>
                  <a:off x="4913" y="3306"/>
                  <a:ext cx="174" cy="10"/>
                </a:xfrm>
                <a:custGeom>
                  <a:avLst/>
                  <a:gdLst>
                    <a:gd name="T0" fmla="*/ 0 w 868"/>
                    <a:gd name="T1" fmla="*/ 0 h 49"/>
                    <a:gd name="T2" fmla="*/ 0 w 868"/>
                    <a:gd name="T3" fmla="*/ 0 h 49"/>
                    <a:gd name="T4" fmla="*/ 0 w 868"/>
                    <a:gd name="T5" fmla="*/ 0 h 49"/>
                    <a:gd name="T6" fmla="*/ 0 w 868"/>
                    <a:gd name="T7" fmla="*/ 0 h 49"/>
                    <a:gd name="T8" fmla="*/ 0 w 868"/>
                    <a:gd name="T9" fmla="*/ 0 h 49"/>
                    <a:gd name="T10" fmla="*/ 0 w 868"/>
                    <a:gd name="T11" fmla="*/ 0 h 49"/>
                    <a:gd name="T12" fmla="*/ 0 w 868"/>
                    <a:gd name="T13" fmla="*/ 0 h 49"/>
                    <a:gd name="T14" fmla="*/ 0 w 868"/>
                    <a:gd name="T15" fmla="*/ 0 h 49"/>
                    <a:gd name="T16" fmla="*/ 0 w 868"/>
                    <a:gd name="T17" fmla="*/ 0 h 49"/>
                    <a:gd name="T18" fmla="*/ 0 w 868"/>
                    <a:gd name="T19" fmla="*/ 0 h 49"/>
                    <a:gd name="T20" fmla="*/ 0 w 868"/>
                    <a:gd name="T21" fmla="*/ 0 h 49"/>
                    <a:gd name="T22" fmla="*/ 0 w 868"/>
                    <a:gd name="T23" fmla="*/ 0 h 49"/>
                    <a:gd name="T24" fmla="*/ 0 w 868"/>
                    <a:gd name="T25" fmla="*/ 0 h 49"/>
                    <a:gd name="T26" fmla="*/ 0 w 868"/>
                    <a:gd name="T27" fmla="*/ 0 h 49"/>
                    <a:gd name="T28" fmla="*/ 0 w 868"/>
                    <a:gd name="T29" fmla="*/ 0 h 49"/>
                    <a:gd name="T30" fmla="*/ 0 w 868"/>
                    <a:gd name="T31" fmla="*/ 0 h 49"/>
                    <a:gd name="T32" fmla="*/ 0 w 868"/>
                    <a:gd name="T33" fmla="*/ 0 h 49"/>
                    <a:gd name="T34" fmla="*/ 0 w 868"/>
                    <a:gd name="T35" fmla="*/ 0 h 49"/>
                    <a:gd name="T36" fmla="*/ 0 w 868"/>
                    <a:gd name="T37" fmla="*/ 0 h 49"/>
                    <a:gd name="T38" fmla="*/ 0 w 868"/>
                    <a:gd name="T39" fmla="*/ 0 h 49"/>
                    <a:gd name="T40" fmla="*/ 0 w 868"/>
                    <a:gd name="T41" fmla="*/ 0 h 49"/>
                    <a:gd name="T42" fmla="*/ 0 w 868"/>
                    <a:gd name="T43" fmla="*/ 0 h 49"/>
                    <a:gd name="T44" fmla="*/ 0 w 868"/>
                    <a:gd name="T45" fmla="*/ 0 h 49"/>
                    <a:gd name="T46" fmla="*/ 0 w 868"/>
                    <a:gd name="T47" fmla="*/ 0 h 49"/>
                    <a:gd name="T48" fmla="*/ 0 w 868"/>
                    <a:gd name="T49" fmla="*/ 0 h 49"/>
                    <a:gd name="T50" fmla="*/ 0 w 868"/>
                    <a:gd name="T51" fmla="*/ 0 h 49"/>
                    <a:gd name="T52" fmla="*/ 0 w 868"/>
                    <a:gd name="T53" fmla="*/ 0 h 49"/>
                    <a:gd name="T54" fmla="*/ 0 w 868"/>
                    <a:gd name="T55" fmla="*/ 0 h 49"/>
                    <a:gd name="T56" fmla="*/ 0 w 868"/>
                    <a:gd name="T57" fmla="*/ 0 h 49"/>
                    <a:gd name="T58" fmla="*/ 0 w 868"/>
                    <a:gd name="T59" fmla="*/ 0 h 49"/>
                    <a:gd name="T60" fmla="*/ 0 w 868"/>
                    <a:gd name="T61" fmla="*/ 0 h 49"/>
                    <a:gd name="T62" fmla="*/ 0 w 868"/>
                    <a:gd name="T63" fmla="*/ 0 h 49"/>
                    <a:gd name="T64" fmla="*/ 0 w 868"/>
                    <a:gd name="T65" fmla="*/ 0 h 49"/>
                    <a:gd name="T66" fmla="*/ 0 w 868"/>
                    <a:gd name="T67" fmla="*/ 0 h 49"/>
                    <a:gd name="T68" fmla="*/ 0 w 868"/>
                    <a:gd name="T69" fmla="*/ 0 h 49"/>
                    <a:gd name="T70" fmla="*/ 0 w 868"/>
                    <a:gd name="T71" fmla="*/ 0 h 49"/>
                    <a:gd name="T72" fmla="*/ 0 w 868"/>
                    <a:gd name="T73" fmla="*/ 0 h 49"/>
                    <a:gd name="T74" fmla="*/ 0 w 868"/>
                    <a:gd name="T75" fmla="*/ 0 h 49"/>
                    <a:gd name="T76" fmla="*/ 0 w 868"/>
                    <a:gd name="T77" fmla="*/ 0 h 49"/>
                    <a:gd name="T78" fmla="*/ 0 w 868"/>
                    <a:gd name="T79" fmla="*/ 0 h 49"/>
                    <a:gd name="T80" fmla="*/ 0 w 868"/>
                    <a:gd name="T81" fmla="*/ 0 h 49"/>
                    <a:gd name="T82" fmla="*/ 0 w 868"/>
                    <a:gd name="T83" fmla="*/ 0 h 4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68"/>
                    <a:gd name="T127" fmla="*/ 0 h 49"/>
                    <a:gd name="T128" fmla="*/ 868 w 868"/>
                    <a:gd name="T129" fmla="*/ 49 h 4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68" h="49">
                      <a:moveTo>
                        <a:pt x="393" y="0"/>
                      </a:moveTo>
                      <a:lnTo>
                        <a:pt x="454" y="1"/>
                      </a:lnTo>
                      <a:lnTo>
                        <a:pt x="510" y="3"/>
                      </a:lnTo>
                      <a:lnTo>
                        <a:pt x="561" y="5"/>
                      </a:lnTo>
                      <a:lnTo>
                        <a:pt x="607" y="7"/>
                      </a:lnTo>
                      <a:lnTo>
                        <a:pt x="649" y="11"/>
                      </a:lnTo>
                      <a:lnTo>
                        <a:pt x="686" y="14"/>
                      </a:lnTo>
                      <a:lnTo>
                        <a:pt x="719" y="17"/>
                      </a:lnTo>
                      <a:lnTo>
                        <a:pt x="748" y="20"/>
                      </a:lnTo>
                      <a:lnTo>
                        <a:pt x="774" y="25"/>
                      </a:lnTo>
                      <a:lnTo>
                        <a:pt x="795" y="28"/>
                      </a:lnTo>
                      <a:lnTo>
                        <a:pt x="813" y="32"/>
                      </a:lnTo>
                      <a:lnTo>
                        <a:pt x="830" y="35"/>
                      </a:lnTo>
                      <a:lnTo>
                        <a:pt x="843" y="40"/>
                      </a:lnTo>
                      <a:lnTo>
                        <a:pt x="853" y="43"/>
                      </a:lnTo>
                      <a:lnTo>
                        <a:pt x="862" y="46"/>
                      </a:lnTo>
                      <a:lnTo>
                        <a:pt x="868" y="49"/>
                      </a:lnTo>
                      <a:lnTo>
                        <a:pt x="863" y="48"/>
                      </a:lnTo>
                      <a:lnTo>
                        <a:pt x="857" y="47"/>
                      </a:lnTo>
                      <a:lnTo>
                        <a:pt x="849" y="46"/>
                      </a:lnTo>
                      <a:lnTo>
                        <a:pt x="840" y="45"/>
                      </a:lnTo>
                      <a:lnTo>
                        <a:pt x="831" y="44"/>
                      </a:lnTo>
                      <a:lnTo>
                        <a:pt x="821" y="43"/>
                      </a:lnTo>
                      <a:lnTo>
                        <a:pt x="809" y="42"/>
                      </a:lnTo>
                      <a:lnTo>
                        <a:pt x="796" y="40"/>
                      </a:lnTo>
                      <a:lnTo>
                        <a:pt x="783" y="39"/>
                      </a:lnTo>
                      <a:lnTo>
                        <a:pt x="768" y="38"/>
                      </a:lnTo>
                      <a:lnTo>
                        <a:pt x="752" y="36"/>
                      </a:lnTo>
                      <a:lnTo>
                        <a:pt x="734" y="35"/>
                      </a:lnTo>
                      <a:lnTo>
                        <a:pt x="715" y="33"/>
                      </a:lnTo>
                      <a:lnTo>
                        <a:pt x="695" y="32"/>
                      </a:lnTo>
                      <a:lnTo>
                        <a:pt x="673" y="31"/>
                      </a:lnTo>
                      <a:lnTo>
                        <a:pt x="649" y="30"/>
                      </a:lnTo>
                      <a:lnTo>
                        <a:pt x="623" y="29"/>
                      </a:lnTo>
                      <a:lnTo>
                        <a:pt x="596" y="28"/>
                      </a:lnTo>
                      <a:lnTo>
                        <a:pt x="570" y="27"/>
                      </a:lnTo>
                      <a:lnTo>
                        <a:pt x="545" y="26"/>
                      </a:lnTo>
                      <a:lnTo>
                        <a:pt x="520" y="26"/>
                      </a:lnTo>
                      <a:lnTo>
                        <a:pt x="496" y="26"/>
                      </a:lnTo>
                      <a:lnTo>
                        <a:pt x="474" y="26"/>
                      </a:lnTo>
                      <a:lnTo>
                        <a:pt x="451" y="26"/>
                      </a:lnTo>
                      <a:lnTo>
                        <a:pt x="429" y="27"/>
                      </a:lnTo>
                      <a:lnTo>
                        <a:pt x="409" y="27"/>
                      </a:lnTo>
                      <a:lnTo>
                        <a:pt x="390" y="28"/>
                      </a:lnTo>
                      <a:lnTo>
                        <a:pt x="371" y="28"/>
                      </a:lnTo>
                      <a:lnTo>
                        <a:pt x="353" y="29"/>
                      </a:lnTo>
                      <a:lnTo>
                        <a:pt x="337" y="30"/>
                      </a:lnTo>
                      <a:lnTo>
                        <a:pt x="321" y="30"/>
                      </a:lnTo>
                      <a:lnTo>
                        <a:pt x="307" y="31"/>
                      </a:lnTo>
                      <a:lnTo>
                        <a:pt x="269" y="33"/>
                      </a:lnTo>
                      <a:lnTo>
                        <a:pt x="256" y="34"/>
                      </a:lnTo>
                      <a:lnTo>
                        <a:pt x="245" y="35"/>
                      </a:lnTo>
                      <a:lnTo>
                        <a:pt x="235" y="39"/>
                      </a:lnTo>
                      <a:lnTo>
                        <a:pt x="228" y="41"/>
                      </a:lnTo>
                      <a:lnTo>
                        <a:pt x="221" y="43"/>
                      </a:lnTo>
                      <a:lnTo>
                        <a:pt x="217" y="45"/>
                      </a:lnTo>
                      <a:lnTo>
                        <a:pt x="214" y="46"/>
                      </a:lnTo>
                      <a:lnTo>
                        <a:pt x="213" y="47"/>
                      </a:lnTo>
                      <a:lnTo>
                        <a:pt x="214" y="48"/>
                      </a:lnTo>
                      <a:lnTo>
                        <a:pt x="205" y="48"/>
                      </a:lnTo>
                      <a:lnTo>
                        <a:pt x="189" y="48"/>
                      </a:lnTo>
                      <a:lnTo>
                        <a:pt x="169" y="47"/>
                      </a:lnTo>
                      <a:lnTo>
                        <a:pt x="144" y="46"/>
                      </a:lnTo>
                      <a:lnTo>
                        <a:pt x="118" y="45"/>
                      </a:lnTo>
                      <a:lnTo>
                        <a:pt x="92" y="44"/>
                      </a:lnTo>
                      <a:lnTo>
                        <a:pt x="67" y="42"/>
                      </a:lnTo>
                      <a:lnTo>
                        <a:pt x="46" y="40"/>
                      </a:lnTo>
                      <a:lnTo>
                        <a:pt x="0" y="33"/>
                      </a:lnTo>
                      <a:lnTo>
                        <a:pt x="7" y="31"/>
                      </a:lnTo>
                      <a:lnTo>
                        <a:pt x="14" y="29"/>
                      </a:lnTo>
                      <a:lnTo>
                        <a:pt x="25" y="27"/>
                      </a:lnTo>
                      <a:lnTo>
                        <a:pt x="37" y="24"/>
                      </a:lnTo>
                      <a:lnTo>
                        <a:pt x="52" y="20"/>
                      </a:lnTo>
                      <a:lnTo>
                        <a:pt x="68" y="18"/>
                      </a:lnTo>
                      <a:lnTo>
                        <a:pt x="88" y="15"/>
                      </a:lnTo>
                      <a:lnTo>
                        <a:pt x="109" y="12"/>
                      </a:lnTo>
                      <a:lnTo>
                        <a:pt x="134" y="10"/>
                      </a:lnTo>
                      <a:lnTo>
                        <a:pt x="162" y="7"/>
                      </a:lnTo>
                      <a:lnTo>
                        <a:pt x="192" y="4"/>
                      </a:lnTo>
                      <a:lnTo>
                        <a:pt x="226" y="3"/>
                      </a:lnTo>
                      <a:lnTo>
                        <a:pt x="262" y="1"/>
                      </a:lnTo>
                      <a:lnTo>
                        <a:pt x="302" y="0"/>
                      </a:lnTo>
                      <a:lnTo>
                        <a:pt x="345" y="0"/>
                      </a:lnTo>
                      <a:lnTo>
                        <a:pt x="393" y="0"/>
                      </a:lnTo>
                      <a:close/>
                    </a:path>
                  </a:pathLst>
                </a:custGeom>
                <a:solidFill>
                  <a:srgbClr val="C1D3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4" name="Freeform 722"/>
                <p:cNvSpPr>
                  <a:spLocks/>
                </p:cNvSpPr>
                <p:nvPr/>
              </p:nvSpPr>
              <p:spPr bwMode="auto">
                <a:xfrm>
                  <a:off x="4839" y="3314"/>
                  <a:ext cx="114" cy="57"/>
                </a:xfrm>
                <a:custGeom>
                  <a:avLst/>
                  <a:gdLst>
                    <a:gd name="T0" fmla="*/ 0 w 570"/>
                    <a:gd name="T1" fmla="*/ 0 h 284"/>
                    <a:gd name="T2" fmla="*/ 0 w 570"/>
                    <a:gd name="T3" fmla="*/ 0 h 284"/>
                    <a:gd name="T4" fmla="*/ 0 w 570"/>
                    <a:gd name="T5" fmla="*/ 0 h 284"/>
                    <a:gd name="T6" fmla="*/ 0 w 570"/>
                    <a:gd name="T7" fmla="*/ 0 h 284"/>
                    <a:gd name="T8" fmla="*/ 0 w 570"/>
                    <a:gd name="T9" fmla="*/ 0 h 284"/>
                    <a:gd name="T10" fmla="*/ 0 w 570"/>
                    <a:gd name="T11" fmla="*/ 0 h 284"/>
                    <a:gd name="T12" fmla="*/ 0 w 570"/>
                    <a:gd name="T13" fmla="*/ 0 h 284"/>
                    <a:gd name="T14" fmla="*/ 0 w 570"/>
                    <a:gd name="T15" fmla="*/ 0 h 284"/>
                    <a:gd name="T16" fmla="*/ 0 w 570"/>
                    <a:gd name="T17" fmla="*/ 0 h 284"/>
                    <a:gd name="T18" fmla="*/ 0 w 570"/>
                    <a:gd name="T19" fmla="*/ 0 h 284"/>
                    <a:gd name="T20" fmla="*/ 0 w 570"/>
                    <a:gd name="T21" fmla="*/ 0 h 284"/>
                    <a:gd name="T22" fmla="*/ 0 w 570"/>
                    <a:gd name="T23" fmla="*/ 0 h 284"/>
                    <a:gd name="T24" fmla="*/ 0 w 570"/>
                    <a:gd name="T25" fmla="*/ 0 h 284"/>
                    <a:gd name="T26" fmla="*/ 0 w 570"/>
                    <a:gd name="T27" fmla="*/ 0 h 284"/>
                    <a:gd name="T28" fmla="*/ 0 w 570"/>
                    <a:gd name="T29" fmla="*/ 0 h 284"/>
                    <a:gd name="T30" fmla="*/ 0 w 570"/>
                    <a:gd name="T31" fmla="*/ 0 h 284"/>
                    <a:gd name="T32" fmla="*/ 0 w 570"/>
                    <a:gd name="T33" fmla="*/ 0 h 284"/>
                    <a:gd name="T34" fmla="*/ 0 w 570"/>
                    <a:gd name="T35" fmla="*/ 0 h 284"/>
                    <a:gd name="T36" fmla="*/ 0 w 570"/>
                    <a:gd name="T37" fmla="*/ 0 h 284"/>
                    <a:gd name="T38" fmla="*/ 0 w 570"/>
                    <a:gd name="T39" fmla="*/ 0 h 284"/>
                    <a:gd name="T40" fmla="*/ 0 w 570"/>
                    <a:gd name="T41" fmla="*/ 0 h 284"/>
                    <a:gd name="T42" fmla="*/ 0 w 570"/>
                    <a:gd name="T43" fmla="*/ 0 h 284"/>
                    <a:gd name="T44" fmla="*/ 0 w 570"/>
                    <a:gd name="T45" fmla="*/ 0 h 284"/>
                    <a:gd name="T46" fmla="*/ 0 w 570"/>
                    <a:gd name="T47" fmla="*/ 0 h 284"/>
                    <a:gd name="T48" fmla="*/ 0 w 570"/>
                    <a:gd name="T49" fmla="*/ 0 h 284"/>
                    <a:gd name="T50" fmla="*/ 0 w 570"/>
                    <a:gd name="T51" fmla="*/ 0 h 284"/>
                    <a:gd name="T52" fmla="*/ 0 w 570"/>
                    <a:gd name="T53" fmla="*/ 0 h 284"/>
                    <a:gd name="T54" fmla="*/ 0 w 570"/>
                    <a:gd name="T55" fmla="*/ 0 h 284"/>
                    <a:gd name="T56" fmla="*/ 0 w 570"/>
                    <a:gd name="T57" fmla="*/ 0 h 284"/>
                    <a:gd name="T58" fmla="*/ 0 w 570"/>
                    <a:gd name="T59" fmla="*/ 0 h 284"/>
                    <a:gd name="T60" fmla="*/ 0 w 570"/>
                    <a:gd name="T61" fmla="*/ 0 h 284"/>
                    <a:gd name="T62" fmla="*/ 0 w 570"/>
                    <a:gd name="T63" fmla="*/ 0 h 284"/>
                    <a:gd name="T64" fmla="*/ 0 w 570"/>
                    <a:gd name="T65" fmla="*/ 0 h 284"/>
                    <a:gd name="T66" fmla="*/ 0 w 570"/>
                    <a:gd name="T67" fmla="*/ 0 h 284"/>
                    <a:gd name="T68" fmla="*/ 0 w 570"/>
                    <a:gd name="T69" fmla="*/ 0 h 284"/>
                    <a:gd name="T70" fmla="*/ 0 w 570"/>
                    <a:gd name="T71" fmla="*/ 0 h 284"/>
                    <a:gd name="T72" fmla="*/ 0 w 570"/>
                    <a:gd name="T73" fmla="*/ 0 h 284"/>
                    <a:gd name="T74" fmla="*/ 0 w 570"/>
                    <a:gd name="T75" fmla="*/ 0 h 284"/>
                    <a:gd name="T76" fmla="*/ 0 w 570"/>
                    <a:gd name="T77" fmla="*/ 0 h 284"/>
                    <a:gd name="T78" fmla="*/ 0 w 570"/>
                    <a:gd name="T79" fmla="*/ 0 h 284"/>
                    <a:gd name="T80" fmla="*/ 0 w 570"/>
                    <a:gd name="T81" fmla="*/ 0 h 284"/>
                    <a:gd name="T82" fmla="*/ 0 w 570"/>
                    <a:gd name="T83" fmla="*/ 0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70"/>
                    <a:gd name="T127" fmla="*/ 0 h 284"/>
                    <a:gd name="T128" fmla="*/ 570 w 570"/>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70" h="284">
                      <a:moveTo>
                        <a:pt x="358" y="0"/>
                      </a:moveTo>
                      <a:lnTo>
                        <a:pt x="357" y="4"/>
                      </a:lnTo>
                      <a:lnTo>
                        <a:pt x="413" y="11"/>
                      </a:lnTo>
                      <a:lnTo>
                        <a:pt x="432" y="14"/>
                      </a:lnTo>
                      <a:lnTo>
                        <a:pt x="452" y="16"/>
                      </a:lnTo>
                      <a:lnTo>
                        <a:pt x="474" y="17"/>
                      </a:lnTo>
                      <a:lnTo>
                        <a:pt x="497" y="18"/>
                      </a:lnTo>
                      <a:lnTo>
                        <a:pt x="518" y="19"/>
                      </a:lnTo>
                      <a:lnTo>
                        <a:pt x="539" y="20"/>
                      </a:lnTo>
                      <a:lnTo>
                        <a:pt x="556" y="21"/>
                      </a:lnTo>
                      <a:lnTo>
                        <a:pt x="570" y="21"/>
                      </a:lnTo>
                      <a:lnTo>
                        <a:pt x="279" y="281"/>
                      </a:lnTo>
                      <a:lnTo>
                        <a:pt x="274" y="281"/>
                      </a:lnTo>
                      <a:lnTo>
                        <a:pt x="268" y="282"/>
                      </a:lnTo>
                      <a:lnTo>
                        <a:pt x="259" y="282"/>
                      </a:lnTo>
                      <a:lnTo>
                        <a:pt x="250" y="283"/>
                      </a:lnTo>
                      <a:lnTo>
                        <a:pt x="237" y="283"/>
                      </a:lnTo>
                      <a:lnTo>
                        <a:pt x="224" y="284"/>
                      </a:lnTo>
                      <a:lnTo>
                        <a:pt x="209" y="284"/>
                      </a:lnTo>
                      <a:lnTo>
                        <a:pt x="192" y="283"/>
                      </a:lnTo>
                      <a:lnTo>
                        <a:pt x="176" y="283"/>
                      </a:lnTo>
                      <a:lnTo>
                        <a:pt x="158" y="282"/>
                      </a:lnTo>
                      <a:lnTo>
                        <a:pt x="141" y="280"/>
                      </a:lnTo>
                      <a:lnTo>
                        <a:pt x="122" y="278"/>
                      </a:lnTo>
                      <a:lnTo>
                        <a:pt x="104" y="275"/>
                      </a:lnTo>
                      <a:lnTo>
                        <a:pt x="87" y="272"/>
                      </a:lnTo>
                      <a:lnTo>
                        <a:pt x="69" y="268"/>
                      </a:lnTo>
                      <a:lnTo>
                        <a:pt x="52" y="263"/>
                      </a:lnTo>
                      <a:lnTo>
                        <a:pt x="35" y="256"/>
                      </a:lnTo>
                      <a:lnTo>
                        <a:pt x="22" y="251"/>
                      </a:lnTo>
                      <a:lnTo>
                        <a:pt x="13" y="246"/>
                      </a:lnTo>
                      <a:lnTo>
                        <a:pt x="7" y="242"/>
                      </a:lnTo>
                      <a:lnTo>
                        <a:pt x="4" y="240"/>
                      </a:lnTo>
                      <a:lnTo>
                        <a:pt x="2" y="238"/>
                      </a:lnTo>
                      <a:lnTo>
                        <a:pt x="0" y="236"/>
                      </a:lnTo>
                      <a:lnTo>
                        <a:pt x="2" y="234"/>
                      </a:lnTo>
                      <a:lnTo>
                        <a:pt x="3" y="233"/>
                      </a:lnTo>
                      <a:lnTo>
                        <a:pt x="5" y="232"/>
                      </a:lnTo>
                      <a:lnTo>
                        <a:pt x="7" y="231"/>
                      </a:lnTo>
                      <a:lnTo>
                        <a:pt x="7" y="233"/>
                      </a:lnTo>
                      <a:lnTo>
                        <a:pt x="9" y="237"/>
                      </a:lnTo>
                      <a:lnTo>
                        <a:pt x="12" y="240"/>
                      </a:lnTo>
                      <a:lnTo>
                        <a:pt x="17" y="243"/>
                      </a:lnTo>
                      <a:lnTo>
                        <a:pt x="23" y="246"/>
                      </a:lnTo>
                      <a:lnTo>
                        <a:pt x="32" y="251"/>
                      </a:lnTo>
                      <a:lnTo>
                        <a:pt x="43" y="255"/>
                      </a:lnTo>
                      <a:lnTo>
                        <a:pt x="57" y="260"/>
                      </a:lnTo>
                      <a:lnTo>
                        <a:pt x="73" y="266"/>
                      </a:lnTo>
                      <a:lnTo>
                        <a:pt x="90" y="269"/>
                      </a:lnTo>
                      <a:lnTo>
                        <a:pt x="108" y="272"/>
                      </a:lnTo>
                      <a:lnTo>
                        <a:pt x="127" y="275"/>
                      </a:lnTo>
                      <a:lnTo>
                        <a:pt x="145" y="277"/>
                      </a:lnTo>
                      <a:lnTo>
                        <a:pt x="163" y="279"/>
                      </a:lnTo>
                      <a:lnTo>
                        <a:pt x="181" y="279"/>
                      </a:lnTo>
                      <a:lnTo>
                        <a:pt x="198" y="280"/>
                      </a:lnTo>
                      <a:lnTo>
                        <a:pt x="214" y="280"/>
                      </a:lnTo>
                      <a:lnTo>
                        <a:pt x="228" y="279"/>
                      </a:lnTo>
                      <a:lnTo>
                        <a:pt x="242" y="279"/>
                      </a:lnTo>
                      <a:lnTo>
                        <a:pt x="254" y="278"/>
                      </a:lnTo>
                      <a:lnTo>
                        <a:pt x="264" y="278"/>
                      </a:lnTo>
                      <a:lnTo>
                        <a:pt x="271" y="277"/>
                      </a:lnTo>
                      <a:lnTo>
                        <a:pt x="277" y="277"/>
                      </a:lnTo>
                      <a:lnTo>
                        <a:pt x="279" y="277"/>
                      </a:lnTo>
                      <a:lnTo>
                        <a:pt x="280" y="277"/>
                      </a:lnTo>
                      <a:lnTo>
                        <a:pt x="561" y="24"/>
                      </a:lnTo>
                      <a:lnTo>
                        <a:pt x="549" y="24"/>
                      </a:lnTo>
                      <a:lnTo>
                        <a:pt x="545" y="24"/>
                      </a:lnTo>
                      <a:lnTo>
                        <a:pt x="532" y="24"/>
                      </a:lnTo>
                      <a:lnTo>
                        <a:pt x="514" y="23"/>
                      </a:lnTo>
                      <a:lnTo>
                        <a:pt x="492" y="22"/>
                      </a:lnTo>
                      <a:lnTo>
                        <a:pt x="467" y="21"/>
                      </a:lnTo>
                      <a:lnTo>
                        <a:pt x="443" y="20"/>
                      </a:lnTo>
                      <a:lnTo>
                        <a:pt x="419" y="18"/>
                      </a:lnTo>
                      <a:lnTo>
                        <a:pt x="398" y="16"/>
                      </a:lnTo>
                      <a:lnTo>
                        <a:pt x="388" y="15"/>
                      </a:lnTo>
                      <a:lnTo>
                        <a:pt x="378" y="13"/>
                      </a:lnTo>
                      <a:lnTo>
                        <a:pt x="370" y="11"/>
                      </a:lnTo>
                      <a:lnTo>
                        <a:pt x="365" y="9"/>
                      </a:lnTo>
                      <a:lnTo>
                        <a:pt x="360" y="8"/>
                      </a:lnTo>
                      <a:lnTo>
                        <a:pt x="355" y="7"/>
                      </a:lnTo>
                      <a:lnTo>
                        <a:pt x="352" y="6"/>
                      </a:lnTo>
                      <a:lnTo>
                        <a:pt x="350" y="5"/>
                      </a:lnTo>
                      <a:lnTo>
                        <a:pt x="358" y="0"/>
                      </a:lnTo>
                      <a:close/>
                    </a:path>
                  </a:pathLst>
                </a:custGeom>
                <a:solidFill>
                  <a:srgbClr val="FFF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5" name="Freeform 723"/>
                <p:cNvSpPr>
                  <a:spLocks/>
                </p:cNvSpPr>
                <p:nvPr/>
              </p:nvSpPr>
              <p:spPr bwMode="auto">
                <a:xfrm>
                  <a:off x="4843" y="3359"/>
                  <a:ext cx="55" cy="9"/>
                </a:xfrm>
                <a:custGeom>
                  <a:avLst/>
                  <a:gdLst>
                    <a:gd name="T0" fmla="*/ 0 w 276"/>
                    <a:gd name="T1" fmla="*/ 0 h 43"/>
                    <a:gd name="T2" fmla="*/ 0 w 276"/>
                    <a:gd name="T3" fmla="*/ 0 h 43"/>
                    <a:gd name="T4" fmla="*/ 0 w 276"/>
                    <a:gd name="T5" fmla="*/ 0 h 43"/>
                    <a:gd name="T6" fmla="*/ 0 w 276"/>
                    <a:gd name="T7" fmla="*/ 0 h 43"/>
                    <a:gd name="T8" fmla="*/ 0 w 276"/>
                    <a:gd name="T9" fmla="*/ 0 h 43"/>
                    <a:gd name="T10" fmla="*/ 0 w 276"/>
                    <a:gd name="T11" fmla="*/ 0 h 43"/>
                    <a:gd name="T12" fmla="*/ 0 w 276"/>
                    <a:gd name="T13" fmla="*/ 0 h 43"/>
                    <a:gd name="T14" fmla="*/ 0 w 276"/>
                    <a:gd name="T15" fmla="*/ 0 h 43"/>
                    <a:gd name="T16" fmla="*/ 0 w 276"/>
                    <a:gd name="T17" fmla="*/ 0 h 43"/>
                    <a:gd name="T18" fmla="*/ 0 w 276"/>
                    <a:gd name="T19" fmla="*/ 0 h 43"/>
                    <a:gd name="T20" fmla="*/ 0 w 276"/>
                    <a:gd name="T21" fmla="*/ 0 h 43"/>
                    <a:gd name="T22" fmla="*/ 0 w 276"/>
                    <a:gd name="T23" fmla="*/ 0 h 43"/>
                    <a:gd name="T24" fmla="*/ 0 w 276"/>
                    <a:gd name="T25" fmla="*/ 0 h 43"/>
                    <a:gd name="T26" fmla="*/ 0 w 276"/>
                    <a:gd name="T27" fmla="*/ 0 h 43"/>
                    <a:gd name="T28" fmla="*/ 0 w 276"/>
                    <a:gd name="T29" fmla="*/ 0 h 43"/>
                    <a:gd name="T30" fmla="*/ 0 w 276"/>
                    <a:gd name="T31" fmla="*/ 0 h 43"/>
                    <a:gd name="T32" fmla="*/ 0 w 276"/>
                    <a:gd name="T33" fmla="*/ 0 h 43"/>
                    <a:gd name="T34" fmla="*/ 0 w 276"/>
                    <a:gd name="T35" fmla="*/ 0 h 43"/>
                    <a:gd name="T36" fmla="*/ 0 w 276"/>
                    <a:gd name="T37" fmla="*/ 0 h 43"/>
                    <a:gd name="T38" fmla="*/ 0 w 276"/>
                    <a:gd name="T39" fmla="*/ 0 h 43"/>
                    <a:gd name="T40" fmla="*/ 0 w 276"/>
                    <a:gd name="T41" fmla="*/ 0 h 43"/>
                    <a:gd name="T42" fmla="*/ 0 w 276"/>
                    <a:gd name="T43" fmla="*/ 0 h 43"/>
                    <a:gd name="T44" fmla="*/ 0 w 276"/>
                    <a:gd name="T45" fmla="*/ 0 h 43"/>
                    <a:gd name="T46" fmla="*/ 0 w 276"/>
                    <a:gd name="T47" fmla="*/ 0 h 43"/>
                    <a:gd name="T48" fmla="*/ 0 w 276"/>
                    <a:gd name="T49" fmla="*/ 0 h 43"/>
                    <a:gd name="T50" fmla="*/ 0 w 276"/>
                    <a:gd name="T51" fmla="*/ 0 h 43"/>
                    <a:gd name="T52" fmla="*/ 0 w 276"/>
                    <a:gd name="T53" fmla="*/ 0 h 43"/>
                    <a:gd name="T54" fmla="*/ 0 w 276"/>
                    <a:gd name="T55" fmla="*/ 0 h 43"/>
                    <a:gd name="T56" fmla="*/ 0 w 276"/>
                    <a:gd name="T57" fmla="*/ 0 h 43"/>
                    <a:gd name="T58" fmla="*/ 0 w 276"/>
                    <a:gd name="T59" fmla="*/ 0 h 43"/>
                    <a:gd name="T60" fmla="*/ 0 w 276"/>
                    <a:gd name="T61" fmla="*/ 0 h 43"/>
                    <a:gd name="T62" fmla="*/ 0 w 276"/>
                    <a:gd name="T63" fmla="*/ 0 h 43"/>
                    <a:gd name="T64" fmla="*/ 0 w 276"/>
                    <a:gd name="T65" fmla="*/ 0 h 43"/>
                    <a:gd name="T66" fmla="*/ 0 w 276"/>
                    <a:gd name="T67" fmla="*/ 0 h 43"/>
                    <a:gd name="T68" fmla="*/ 0 w 276"/>
                    <a:gd name="T69" fmla="*/ 0 h 43"/>
                    <a:gd name="T70" fmla="*/ 0 w 276"/>
                    <a:gd name="T71" fmla="*/ 0 h 43"/>
                    <a:gd name="T72" fmla="*/ 0 w 276"/>
                    <a:gd name="T73" fmla="*/ 0 h 43"/>
                    <a:gd name="T74" fmla="*/ 0 w 276"/>
                    <a:gd name="T75" fmla="*/ 0 h 43"/>
                    <a:gd name="T76" fmla="*/ 0 w 276"/>
                    <a:gd name="T77" fmla="*/ 0 h 43"/>
                    <a:gd name="T78" fmla="*/ 0 w 276"/>
                    <a:gd name="T79" fmla="*/ 0 h 43"/>
                    <a:gd name="T80" fmla="*/ 0 w 276"/>
                    <a:gd name="T81" fmla="*/ 0 h 43"/>
                    <a:gd name="T82" fmla="*/ 0 w 276"/>
                    <a:gd name="T83" fmla="*/ 0 h 43"/>
                    <a:gd name="T84" fmla="*/ 0 w 276"/>
                    <a:gd name="T85" fmla="*/ 0 h 43"/>
                    <a:gd name="T86" fmla="*/ 0 w 276"/>
                    <a:gd name="T87" fmla="*/ 0 h 43"/>
                    <a:gd name="T88" fmla="*/ 0 w 276"/>
                    <a:gd name="T89" fmla="*/ 0 h 43"/>
                    <a:gd name="T90" fmla="*/ 0 w 276"/>
                    <a:gd name="T91" fmla="*/ 0 h 43"/>
                    <a:gd name="T92" fmla="*/ 0 w 276"/>
                    <a:gd name="T93" fmla="*/ 0 h 4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76"/>
                    <a:gd name="T142" fmla="*/ 0 h 43"/>
                    <a:gd name="T143" fmla="*/ 276 w 276"/>
                    <a:gd name="T144" fmla="*/ 43 h 4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76" h="43">
                      <a:moveTo>
                        <a:pt x="261" y="41"/>
                      </a:moveTo>
                      <a:lnTo>
                        <a:pt x="256" y="41"/>
                      </a:lnTo>
                      <a:lnTo>
                        <a:pt x="251" y="42"/>
                      </a:lnTo>
                      <a:lnTo>
                        <a:pt x="242" y="42"/>
                      </a:lnTo>
                      <a:lnTo>
                        <a:pt x="231" y="43"/>
                      </a:lnTo>
                      <a:lnTo>
                        <a:pt x="220" y="43"/>
                      </a:lnTo>
                      <a:lnTo>
                        <a:pt x="207" y="43"/>
                      </a:lnTo>
                      <a:lnTo>
                        <a:pt x="192" y="43"/>
                      </a:lnTo>
                      <a:lnTo>
                        <a:pt x="176" y="43"/>
                      </a:lnTo>
                      <a:lnTo>
                        <a:pt x="160" y="43"/>
                      </a:lnTo>
                      <a:lnTo>
                        <a:pt x="143" y="42"/>
                      </a:lnTo>
                      <a:lnTo>
                        <a:pt x="126" y="41"/>
                      </a:lnTo>
                      <a:lnTo>
                        <a:pt x="108" y="39"/>
                      </a:lnTo>
                      <a:lnTo>
                        <a:pt x="92" y="37"/>
                      </a:lnTo>
                      <a:lnTo>
                        <a:pt x="75" y="34"/>
                      </a:lnTo>
                      <a:lnTo>
                        <a:pt x="59" y="30"/>
                      </a:lnTo>
                      <a:lnTo>
                        <a:pt x="44" y="26"/>
                      </a:lnTo>
                      <a:lnTo>
                        <a:pt x="29" y="20"/>
                      </a:lnTo>
                      <a:lnTo>
                        <a:pt x="18" y="16"/>
                      </a:lnTo>
                      <a:lnTo>
                        <a:pt x="10" y="12"/>
                      </a:lnTo>
                      <a:lnTo>
                        <a:pt x="5" y="9"/>
                      </a:lnTo>
                      <a:lnTo>
                        <a:pt x="2" y="6"/>
                      </a:lnTo>
                      <a:lnTo>
                        <a:pt x="1" y="4"/>
                      </a:lnTo>
                      <a:lnTo>
                        <a:pt x="0" y="3"/>
                      </a:lnTo>
                      <a:lnTo>
                        <a:pt x="0" y="2"/>
                      </a:lnTo>
                      <a:lnTo>
                        <a:pt x="1" y="1"/>
                      </a:lnTo>
                      <a:lnTo>
                        <a:pt x="21" y="0"/>
                      </a:lnTo>
                      <a:lnTo>
                        <a:pt x="24" y="0"/>
                      </a:lnTo>
                      <a:lnTo>
                        <a:pt x="32" y="0"/>
                      </a:lnTo>
                      <a:lnTo>
                        <a:pt x="46" y="0"/>
                      </a:lnTo>
                      <a:lnTo>
                        <a:pt x="64" y="0"/>
                      </a:lnTo>
                      <a:lnTo>
                        <a:pt x="86" y="1"/>
                      </a:lnTo>
                      <a:lnTo>
                        <a:pt x="113" y="3"/>
                      </a:lnTo>
                      <a:lnTo>
                        <a:pt x="144" y="5"/>
                      </a:lnTo>
                      <a:lnTo>
                        <a:pt x="177" y="10"/>
                      </a:lnTo>
                      <a:lnTo>
                        <a:pt x="200" y="13"/>
                      </a:lnTo>
                      <a:lnTo>
                        <a:pt x="220" y="15"/>
                      </a:lnTo>
                      <a:lnTo>
                        <a:pt x="236" y="18"/>
                      </a:lnTo>
                      <a:lnTo>
                        <a:pt x="249" y="20"/>
                      </a:lnTo>
                      <a:lnTo>
                        <a:pt x="258" y="23"/>
                      </a:lnTo>
                      <a:lnTo>
                        <a:pt x="267" y="24"/>
                      </a:lnTo>
                      <a:lnTo>
                        <a:pt x="272" y="26"/>
                      </a:lnTo>
                      <a:lnTo>
                        <a:pt x="276" y="27"/>
                      </a:lnTo>
                      <a:lnTo>
                        <a:pt x="261" y="41"/>
                      </a:lnTo>
                      <a:close/>
                    </a:path>
                  </a:pathLst>
                </a:custGeom>
                <a:solidFill>
                  <a:srgbClr val="334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6" name="Freeform 724"/>
                <p:cNvSpPr>
                  <a:spLocks/>
                </p:cNvSpPr>
                <p:nvPr/>
              </p:nvSpPr>
              <p:spPr bwMode="auto">
                <a:xfrm>
                  <a:off x="4726" y="3440"/>
                  <a:ext cx="86" cy="22"/>
                </a:xfrm>
                <a:custGeom>
                  <a:avLst/>
                  <a:gdLst>
                    <a:gd name="T0" fmla="*/ 0 w 429"/>
                    <a:gd name="T1" fmla="*/ 0 h 114"/>
                    <a:gd name="T2" fmla="*/ 0 w 429"/>
                    <a:gd name="T3" fmla="*/ 0 h 114"/>
                    <a:gd name="T4" fmla="*/ 0 w 429"/>
                    <a:gd name="T5" fmla="*/ 0 h 114"/>
                    <a:gd name="T6" fmla="*/ 0 w 429"/>
                    <a:gd name="T7" fmla="*/ 0 h 114"/>
                    <a:gd name="T8" fmla="*/ 0 w 429"/>
                    <a:gd name="T9" fmla="*/ 0 h 114"/>
                    <a:gd name="T10" fmla="*/ 0 w 429"/>
                    <a:gd name="T11" fmla="*/ 0 h 114"/>
                    <a:gd name="T12" fmla="*/ 0 w 429"/>
                    <a:gd name="T13" fmla="*/ 0 h 114"/>
                    <a:gd name="T14" fmla="*/ 0 w 429"/>
                    <a:gd name="T15" fmla="*/ 0 h 114"/>
                    <a:gd name="T16" fmla="*/ 0 w 429"/>
                    <a:gd name="T17" fmla="*/ 0 h 114"/>
                    <a:gd name="T18" fmla="*/ 0 w 429"/>
                    <a:gd name="T19" fmla="*/ 0 h 114"/>
                    <a:gd name="T20" fmla="*/ 0 w 429"/>
                    <a:gd name="T21" fmla="*/ 0 h 114"/>
                    <a:gd name="T22" fmla="*/ 0 w 429"/>
                    <a:gd name="T23" fmla="*/ 0 h 114"/>
                    <a:gd name="T24" fmla="*/ 0 w 429"/>
                    <a:gd name="T25" fmla="*/ 0 h 114"/>
                    <a:gd name="T26" fmla="*/ 0 w 429"/>
                    <a:gd name="T27" fmla="*/ 0 h 114"/>
                    <a:gd name="T28" fmla="*/ 0 w 429"/>
                    <a:gd name="T29" fmla="*/ 0 h 114"/>
                    <a:gd name="T30" fmla="*/ 0 w 429"/>
                    <a:gd name="T31" fmla="*/ 0 h 114"/>
                    <a:gd name="T32" fmla="*/ 0 w 429"/>
                    <a:gd name="T33" fmla="*/ 0 h 114"/>
                    <a:gd name="T34" fmla="*/ 0 w 429"/>
                    <a:gd name="T35" fmla="*/ 0 h 114"/>
                    <a:gd name="T36" fmla="*/ 0 w 429"/>
                    <a:gd name="T37" fmla="*/ 0 h 114"/>
                    <a:gd name="T38" fmla="*/ 0 w 429"/>
                    <a:gd name="T39" fmla="*/ 0 h 114"/>
                    <a:gd name="T40" fmla="*/ 0 w 429"/>
                    <a:gd name="T41" fmla="*/ 0 h 114"/>
                    <a:gd name="T42" fmla="*/ 0 w 429"/>
                    <a:gd name="T43" fmla="*/ 0 h 114"/>
                    <a:gd name="T44" fmla="*/ 0 w 429"/>
                    <a:gd name="T45" fmla="*/ 0 h 114"/>
                    <a:gd name="T46" fmla="*/ 0 w 429"/>
                    <a:gd name="T47" fmla="*/ 0 h 114"/>
                    <a:gd name="T48" fmla="*/ 0 w 429"/>
                    <a:gd name="T49" fmla="*/ 0 h 114"/>
                    <a:gd name="T50" fmla="*/ 0 w 429"/>
                    <a:gd name="T51" fmla="*/ 0 h 114"/>
                    <a:gd name="T52" fmla="*/ 0 w 429"/>
                    <a:gd name="T53" fmla="*/ 0 h 114"/>
                    <a:gd name="T54" fmla="*/ 0 w 429"/>
                    <a:gd name="T55" fmla="*/ 0 h 114"/>
                    <a:gd name="T56" fmla="*/ 0 w 429"/>
                    <a:gd name="T57" fmla="*/ 0 h 114"/>
                    <a:gd name="T58" fmla="*/ 0 w 429"/>
                    <a:gd name="T59" fmla="*/ 0 h 114"/>
                    <a:gd name="T60" fmla="*/ 0 w 429"/>
                    <a:gd name="T61" fmla="*/ 0 h 114"/>
                    <a:gd name="T62" fmla="*/ 0 w 429"/>
                    <a:gd name="T63" fmla="*/ 0 h 114"/>
                    <a:gd name="T64" fmla="*/ 0 w 429"/>
                    <a:gd name="T65" fmla="*/ 0 h 114"/>
                    <a:gd name="T66" fmla="*/ 0 w 429"/>
                    <a:gd name="T67" fmla="*/ 0 h 114"/>
                    <a:gd name="T68" fmla="*/ 0 w 429"/>
                    <a:gd name="T69" fmla="*/ 0 h 114"/>
                    <a:gd name="T70" fmla="*/ 0 w 429"/>
                    <a:gd name="T71" fmla="*/ 0 h 11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9"/>
                    <a:gd name="T109" fmla="*/ 0 h 114"/>
                    <a:gd name="T110" fmla="*/ 429 w 429"/>
                    <a:gd name="T111" fmla="*/ 114 h 11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9" h="114">
                      <a:moveTo>
                        <a:pt x="405" y="109"/>
                      </a:moveTo>
                      <a:lnTo>
                        <a:pt x="402" y="110"/>
                      </a:lnTo>
                      <a:lnTo>
                        <a:pt x="401" y="114"/>
                      </a:lnTo>
                      <a:lnTo>
                        <a:pt x="395" y="113"/>
                      </a:lnTo>
                      <a:lnTo>
                        <a:pt x="387" y="113"/>
                      </a:lnTo>
                      <a:lnTo>
                        <a:pt x="378" y="113"/>
                      </a:lnTo>
                      <a:lnTo>
                        <a:pt x="367" y="112"/>
                      </a:lnTo>
                      <a:lnTo>
                        <a:pt x="354" y="112"/>
                      </a:lnTo>
                      <a:lnTo>
                        <a:pt x="340" y="112"/>
                      </a:lnTo>
                      <a:lnTo>
                        <a:pt x="325" y="113"/>
                      </a:lnTo>
                      <a:lnTo>
                        <a:pt x="307" y="113"/>
                      </a:lnTo>
                      <a:lnTo>
                        <a:pt x="277" y="113"/>
                      </a:lnTo>
                      <a:lnTo>
                        <a:pt x="248" y="112"/>
                      </a:lnTo>
                      <a:lnTo>
                        <a:pt x="221" y="109"/>
                      </a:lnTo>
                      <a:lnTo>
                        <a:pt x="195" y="104"/>
                      </a:lnTo>
                      <a:lnTo>
                        <a:pt x="172" y="100"/>
                      </a:lnTo>
                      <a:lnTo>
                        <a:pt x="149" y="94"/>
                      </a:lnTo>
                      <a:lnTo>
                        <a:pt x="128" y="87"/>
                      </a:lnTo>
                      <a:lnTo>
                        <a:pt x="109" y="81"/>
                      </a:lnTo>
                      <a:lnTo>
                        <a:pt x="91" y="73"/>
                      </a:lnTo>
                      <a:lnTo>
                        <a:pt x="75" y="66"/>
                      </a:lnTo>
                      <a:lnTo>
                        <a:pt x="61" y="58"/>
                      </a:lnTo>
                      <a:lnTo>
                        <a:pt x="48" y="50"/>
                      </a:lnTo>
                      <a:lnTo>
                        <a:pt x="37" y="44"/>
                      </a:lnTo>
                      <a:lnTo>
                        <a:pt x="27" y="38"/>
                      </a:lnTo>
                      <a:lnTo>
                        <a:pt x="20" y="31"/>
                      </a:lnTo>
                      <a:lnTo>
                        <a:pt x="14" y="26"/>
                      </a:lnTo>
                      <a:lnTo>
                        <a:pt x="10" y="21"/>
                      </a:lnTo>
                      <a:lnTo>
                        <a:pt x="7" y="17"/>
                      </a:lnTo>
                      <a:lnTo>
                        <a:pt x="4" y="13"/>
                      </a:lnTo>
                      <a:lnTo>
                        <a:pt x="2" y="8"/>
                      </a:lnTo>
                      <a:lnTo>
                        <a:pt x="0" y="0"/>
                      </a:lnTo>
                      <a:lnTo>
                        <a:pt x="11" y="8"/>
                      </a:lnTo>
                      <a:lnTo>
                        <a:pt x="22" y="17"/>
                      </a:lnTo>
                      <a:lnTo>
                        <a:pt x="34" y="25"/>
                      </a:lnTo>
                      <a:lnTo>
                        <a:pt x="45" y="32"/>
                      </a:lnTo>
                      <a:lnTo>
                        <a:pt x="58" y="40"/>
                      </a:lnTo>
                      <a:lnTo>
                        <a:pt x="72" y="46"/>
                      </a:lnTo>
                      <a:lnTo>
                        <a:pt x="87" y="52"/>
                      </a:lnTo>
                      <a:lnTo>
                        <a:pt x="103" y="57"/>
                      </a:lnTo>
                      <a:lnTo>
                        <a:pt x="119" y="62"/>
                      </a:lnTo>
                      <a:lnTo>
                        <a:pt x="136" y="67"/>
                      </a:lnTo>
                      <a:lnTo>
                        <a:pt x="153" y="71"/>
                      </a:lnTo>
                      <a:lnTo>
                        <a:pt x="172" y="74"/>
                      </a:lnTo>
                      <a:lnTo>
                        <a:pt x="190" y="77"/>
                      </a:lnTo>
                      <a:lnTo>
                        <a:pt x="210" y="80"/>
                      </a:lnTo>
                      <a:lnTo>
                        <a:pt x="230" y="82"/>
                      </a:lnTo>
                      <a:lnTo>
                        <a:pt x="251" y="83"/>
                      </a:lnTo>
                      <a:lnTo>
                        <a:pt x="272" y="84"/>
                      </a:lnTo>
                      <a:lnTo>
                        <a:pt x="291" y="85"/>
                      </a:lnTo>
                      <a:lnTo>
                        <a:pt x="310" y="86"/>
                      </a:lnTo>
                      <a:lnTo>
                        <a:pt x="326" y="86"/>
                      </a:lnTo>
                      <a:lnTo>
                        <a:pt x="341" y="86"/>
                      </a:lnTo>
                      <a:lnTo>
                        <a:pt x="355" y="87"/>
                      </a:lnTo>
                      <a:lnTo>
                        <a:pt x="367" y="86"/>
                      </a:lnTo>
                      <a:lnTo>
                        <a:pt x="378" y="86"/>
                      </a:lnTo>
                      <a:lnTo>
                        <a:pt x="388" y="86"/>
                      </a:lnTo>
                      <a:lnTo>
                        <a:pt x="397" y="85"/>
                      </a:lnTo>
                      <a:lnTo>
                        <a:pt x="405" y="85"/>
                      </a:lnTo>
                      <a:lnTo>
                        <a:pt x="411" y="84"/>
                      </a:lnTo>
                      <a:lnTo>
                        <a:pt x="416" y="84"/>
                      </a:lnTo>
                      <a:lnTo>
                        <a:pt x="422" y="83"/>
                      </a:lnTo>
                      <a:lnTo>
                        <a:pt x="426" y="83"/>
                      </a:lnTo>
                      <a:lnTo>
                        <a:pt x="429" y="82"/>
                      </a:lnTo>
                      <a:lnTo>
                        <a:pt x="427" y="86"/>
                      </a:lnTo>
                      <a:lnTo>
                        <a:pt x="426" y="89"/>
                      </a:lnTo>
                      <a:lnTo>
                        <a:pt x="424" y="92"/>
                      </a:lnTo>
                      <a:lnTo>
                        <a:pt x="422" y="95"/>
                      </a:lnTo>
                      <a:lnTo>
                        <a:pt x="416" y="100"/>
                      </a:lnTo>
                      <a:lnTo>
                        <a:pt x="411" y="104"/>
                      </a:lnTo>
                      <a:lnTo>
                        <a:pt x="407" y="108"/>
                      </a:lnTo>
                      <a:lnTo>
                        <a:pt x="405" y="109"/>
                      </a:lnTo>
                      <a:close/>
                    </a:path>
                  </a:pathLst>
                </a:custGeom>
                <a:solidFill>
                  <a:srgbClr val="5E44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7" name="Freeform 725"/>
                <p:cNvSpPr>
                  <a:spLocks/>
                </p:cNvSpPr>
                <p:nvPr/>
              </p:nvSpPr>
              <p:spPr bwMode="auto">
                <a:xfrm>
                  <a:off x="4723" y="3415"/>
                  <a:ext cx="92" cy="23"/>
                </a:xfrm>
                <a:custGeom>
                  <a:avLst/>
                  <a:gdLst>
                    <a:gd name="T0" fmla="*/ 0 w 464"/>
                    <a:gd name="T1" fmla="*/ 0 h 117"/>
                    <a:gd name="T2" fmla="*/ 0 w 464"/>
                    <a:gd name="T3" fmla="*/ 0 h 117"/>
                    <a:gd name="T4" fmla="*/ 0 w 464"/>
                    <a:gd name="T5" fmla="*/ 0 h 117"/>
                    <a:gd name="T6" fmla="*/ 0 w 464"/>
                    <a:gd name="T7" fmla="*/ 0 h 117"/>
                    <a:gd name="T8" fmla="*/ 0 w 464"/>
                    <a:gd name="T9" fmla="*/ 0 h 117"/>
                    <a:gd name="T10" fmla="*/ 0 w 464"/>
                    <a:gd name="T11" fmla="*/ 0 h 117"/>
                    <a:gd name="T12" fmla="*/ 0 w 464"/>
                    <a:gd name="T13" fmla="*/ 0 h 117"/>
                    <a:gd name="T14" fmla="*/ 0 w 464"/>
                    <a:gd name="T15" fmla="*/ 0 h 117"/>
                    <a:gd name="T16" fmla="*/ 0 w 464"/>
                    <a:gd name="T17" fmla="*/ 0 h 117"/>
                    <a:gd name="T18" fmla="*/ 0 w 464"/>
                    <a:gd name="T19" fmla="*/ 0 h 117"/>
                    <a:gd name="T20" fmla="*/ 0 w 464"/>
                    <a:gd name="T21" fmla="*/ 0 h 117"/>
                    <a:gd name="T22" fmla="*/ 0 w 464"/>
                    <a:gd name="T23" fmla="*/ 0 h 117"/>
                    <a:gd name="T24" fmla="*/ 0 w 464"/>
                    <a:gd name="T25" fmla="*/ 0 h 117"/>
                    <a:gd name="T26" fmla="*/ 0 w 464"/>
                    <a:gd name="T27" fmla="*/ 0 h 117"/>
                    <a:gd name="T28" fmla="*/ 0 w 464"/>
                    <a:gd name="T29" fmla="*/ 0 h 117"/>
                    <a:gd name="T30" fmla="*/ 0 w 464"/>
                    <a:gd name="T31" fmla="*/ 0 h 117"/>
                    <a:gd name="T32" fmla="*/ 0 w 464"/>
                    <a:gd name="T33" fmla="*/ 0 h 117"/>
                    <a:gd name="T34" fmla="*/ 0 w 464"/>
                    <a:gd name="T35" fmla="*/ 0 h 117"/>
                    <a:gd name="T36" fmla="*/ 0 w 464"/>
                    <a:gd name="T37" fmla="*/ 0 h 117"/>
                    <a:gd name="T38" fmla="*/ 0 w 464"/>
                    <a:gd name="T39" fmla="*/ 0 h 117"/>
                    <a:gd name="T40" fmla="*/ 0 w 464"/>
                    <a:gd name="T41" fmla="*/ 0 h 117"/>
                    <a:gd name="T42" fmla="*/ 0 w 464"/>
                    <a:gd name="T43" fmla="*/ 0 h 117"/>
                    <a:gd name="T44" fmla="*/ 0 w 464"/>
                    <a:gd name="T45" fmla="*/ 0 h 117"/>
                    <a:gd name="T46" fmla="*/ 0 w 464"/>
                    <a:gd name="T47" fmla="*/ 0 h 117"/>
                    <a:gd name="T48" fmla="*/ 0 w 464"/>
                    <a:gd name="T49" fmla="*/ 0 h 117"/>
                    <a:gd name="T50" fmla="*/ 0 w 464"/>
                    <a:gd name="T51" fmla="*/ 0 h 117"/>
                    <a:gd name="T52" fmla="*/ 0 w 464"/>
                    <a:gd name="T53" fmla="*/ 0 h 117"/>
                    <a:gd name="T54" fmla="*/ 0 w 464"/>
                    <a:gd name="T55" fmla="*/ 0 h 117"/>
                    <a:gd name="T56" fmla="*/ 0 w 464"/>
                    <a:gd name="T57" fmla="*/ 0 h 117"/>
                    <a:gd name="T58" fmla="*/ 0 w 464"/>
                    <a:gd name="T59" fmla="*/ 0 h 117"/>
                    <a:gd name="T60" fmla="*/ 0 w 464"/>
                    <a:gd name="T61" fmla="*/ 0 h 117"/>
                    <a:gd name="T62" fmla="*/ 0 w 464"/>
                    <a:gd name="T63" fmla="*/ 0 h 117"/>
                    <a:gd name="T64" fmla="*/ 0 w 464"/>
                    <a:gd name="T65" fmla="*/ 0 h 117"/>
                    <a:gd name="T66" fmla="*/ 0 w 464"/>
                    <a:gd name="T67" fmla="*/ 0 h 117"/>
                    <a:gd name="T68" fmla="*/ 0 w 464"/>
                    <a:gd name="T69" fmla="*/ 0 h 117"/>
                    <a:gd name="T70" fmla="*/ 0 w 464"/>
                    <a:gd name="T71" fmla="*/ 0 h 117"/>
                    <a:gd name="T72" fmla="*/ 0 w 464"/>
                    <a:gd name="T73" fmla="*/ 0 h 117"/>
                    <a:gd name="T74" fmla="*/ 0 w 464"/>
                    <a:gd name="T75" fmla="*/ 0 h 117"/>
                    <a:gd name="T76" fmla="*/ 0 w 464"/>
                    <a:gd name="T77" fmla="*/ 0 h 117"/>
                    <a:gd name="T78" fmla="*/ 0 w 464"/>
                    <a:gd name="T79" fmla="*/ 0 h 117"/>
                    <a:gd name="T80" fmla="*/ 0 w 464"/>
                    <a:gd name="T81" fmla="*/ 0 h 11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464"/>
                    <a:gd name="T124" fmla="*/ 0 h 117"/>
                    <a:gd name="T125" fmla="*/ 464 w 464"/>
                    <a:gd name="T126" fmla="*/ 117 h 11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464" h="117">
                      <a:moveTo>
                        <a:pt x="0" y="0"/>
                      </a:moveTo>
                      <a:lnTo>
                        <a:pt x="3" y="4"/>
                      </a:lnTo>
                      <a:lnTo>
                        <a:pt x="6" y="8"/>
                      </a:lnTo>
                      <a:lnTo>
                        <a:pt x="11" y="13"/>
                      </a:lnTo>
                      <a:lnTo>
                        <a:pt x="16" y="17"/>
                      </a:lnTo>
                      <a:lnTo>
                        <a:pt x="24" y="24"/>
                      </a:lnTo>
                      <a:lnTo>
                        <a:pt x="31" y="30"/>
                      </a:lnTo>
                      <a:lnTo>
                        <a:pt x="41" y="38"/>
                      </a:lnTo>
                      <a:lnTo>
                        <a:pt x="51" y="44"/>
                      </a:lnTo>
                      <a:lnTo>
                        <a:pt x="61" y="52"/>
                      </a:lnTo>
                      <a:lnTo>
                        <a:pt x="73" y="58"/>
                      </a:lnTo>
                      <a:lnTo>
                        <a:pt x="87" y="66"/>
                      </a:lnTo>
                      <a:lnTo>
                        <a:pt x="101" y="72"/>
                      </a:lnTo>
                      <a:lnTo>
                        <a:pt x="117" y="77"/>
                      </a:lnTo>
                      <a:lnTo>
                        <a:pt x="135" y="84"/>
                      </a:lnTo>
                      <a:lnTo>
                        <a:pt x="154" y="89"/>
                      </a:lnTo>
                      <a:lnTo>
                        <a:pt x="175" y="95"/>
                      </a:lnTo>
                      <a:lnTo>
                        <a:pt x="197" y="99"/>
                      </a:lnTo>
                      <a:lnTo>
                        <a:pt x="222" y="102"/>
                      </a:lnTo>
                      <a:lnTo>
                        <a:pt x="248" y="105"/>
                      </a:lnTo>
                      <a:lnTo>
                        <a:pt x="276" y="108"/>
                      </a:lnTo>
                      <a:lnTo>
                        <a:pt x="301" y="109"/>
                      </a:lnTo>
                      <a:lnTo>
                        <a:pt x="323" y="110"/>
                      </a:lnTo>
                      <a:lnTo>
                        <a:pt x="344" y="111"/>
                      </a:lnTo>
                      <a:lnTo>
                        <a:pt x="362" y="112"/>
                      </a:lnTo>
                      <a:lnTo>
                        <a:pt x="380" y="112"/>
                      </a:lnTo>
                      <a:lnTo>
                        <a:pt x="394" y="113"/>
                      </a:lnTo>
                      <a:lnTo>
                        <a:pt x="407" y="113"/>
                      </a:lnTo>
                      <a:lnTo>
                        <a:pt x="417" y="113"/>
                      </a:lnTo>
                      <a:lnTo>
                        <a:pt x="427" y="113"/>
                      </a:lnTo>
                      <a:lnTo>
                        <a:pt x="435" y="113"/>
                      </a:lnTo>
                      <a:lnTo>
                        <a:pt x="442" y="112"/>
                      </a:lnTo>
                      <a:lnTo>
                        <a:pt x="447" y="112"/>
                      </a:lnTo>
                      <a:lnTo>
                        <a:pt x="452" y="112"/>
                      </a:lnTo>
                      <a:lnTo>
                        <a:pt x="455" y="111"/>
                      </a:lnTo>
                      <a:lnTo>
                        <a:pt x="457" y="111"/>
                      </a:lnTo>
                      <a:lnTo>
                        <a:pt x="459" y="111"/>
                      </a:lnTo>
                      <a:lnTo>
                        <a:pt x="464" y="112"/>
                      </a:lnTo>
                      <a:lnTo>
                        <a:pt x="464" y="113"/>
                      </a:lnTo>
                      <a:lnTo>
                        <a:pt x="464" y="114"/>
                      </a:lnTo>
                      <a:lnTo>
                        <a:pt x="464" y="115"/>
                      </a:lnTo>
                      <a:lnTo>
                        <a:pt x="460" y="115"/>
                      </a:lnTo>
                      <a:lnTo>
                        <a:pt x="456" y="116"/>
                      </a:lnTo>
                      <a:lnTo>
                        <a:pt x="452" y="116"/>
                      </a:lnTo>
                      <a:lnTo>
                        <a:pt x="445" y="117"/>
                      </a:lnTo>
                      <a:lnTo>
                        <a:pt x="439" y="117"/>
                      </a:lnTo>
                      <a:lnTo>
                        <a:pt x="430" y="117"/>
                      </a:lnTo>
                      <a:lnTo>
                        <a:pt x="421" y="117"/>
                      </a:lnTo>
                      <a:lnTo>
                        <a:pt x="411" y="117"/>
                      </a:lnTo>
                      <a:lnTo>
                        <a:pt x="398" y="117"/>
                      </a:lnTo>
                      <a:lnTo>
                        <a:pt x="385" y="117"/>
                      </a:lnTo>
                      <a:lnTo>
                        <a:pt x="370" y="117"/>
                      </a:lnTo>
                      <a:lnTo>
                        <a:pt x="353" y="117"/>
                      </a:lnTo>
                      <a:lnTo>
                        <a:pt x="334" y="116"/>
                      </a:lnTo>
                      <a:lnTo>
                        <a:pt x="315" y="115"/>
                      </a:lnTo>
                      <a:lnTo>
                        <a:pt x="293" y="114"/>
                      </a:lnTo>
                      <a:lnTo>
                        <a:pt x="270" y="113"/>
                      </a:lnTo>
                      <a:lnTo>
                        <a:pt x="242" y="111"/>
                      </a:lnTo>
                      <a:lnTo>
                        <a:pt x="217" y="108"/>
                      </a:lnTo>
                      <a:lnTo>
                        <a:pt x="193" y="104"/>
                      </a:lnTo>
                      <a:lnTo>
                        <a:pt x="170" y="100"/>
                      </a:lnTo>
                      <a:lnTo>
                        <a:pt x="151" y="95"/>
                      </a:lnTo>
                      <a:lnTo>
                        <a:pt x="132" y="89"/>
                      </a:lnTo>
                      <a:lnTo>
                        <a:pt x="115" y="84"/>
                      </a:lnTo>
                      <a:lnTo>
                        <a:pt x="99" y="77"/>
                      </a:lnTo>
                      <a:lnTo>
                        <a:pt x="85" y="71"/>
                      </a:lnTo>
                      <a:lnTo>
                        <a:pt x="72" y="64"/>
                      </a:lnTo>
                      <a:lnTo>
                        <a:pt x="60" y="58"/>
                      </a:lnTo>
                      <a:lnTo>
                        <a:pt x="50" y="52"/>
                      </a:lnTo>
                      <a:lnTo>
                        <a:pt x="40" y="45"/>
                      </a:lnTo>
                      <a:lnTo>
                        <a:pt x="31" y="39"/>
                      </a:lnTo>
                      <a:lnTo>
                        <a:pt x="24" y="32"/>
                      </a:lnTo>
                      <a:lnTo>
                        <a:pt x="16" y="26"/>
                      </a:lnTo>
                      <a:lnTo>
                        <a:pt x="10" y="19"/>
                      </a:lnTo>
                      <a:lnTo>
                        <a:pt x="5" y="14"/>
                      </a:lnTo>
                      <a:lnTo>
                        <a:pt x="2" y="10"/>
                      </a:lnTo>
                      <a:lnTo>
                        <a:pt x="0" y="5"/>
                      </a:lnTo>
                      <a:lnTo>
                        <a:pt x="0" y="4"/>
                      </a:lnTo>
                      <a:lnTo>
                        <a:pt x="0" y="2"/>
                      </a:lnTo>
                      <a:lnTo>
                        <a:pt x="0" y="1"/>
                      </a:lnTo>
                      <a:lnTo>
                        <a:pt x="0" y="0"/>
                      </a:lnTo>
                      <a:close/>
                    </a:path>
                  </a:pathLst>
                </a:custGeom>
                <a:solidFill>
                  <a:srgbClr val="5E44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8" name="Freeform 726"/>
                <p:cNvSpPr>
                  <a:spLocks/>
                </p:cNvSpPr>
                <p:nvPr/>
              </p:nvSpPr>
              <p:spPr bwMode="auto">
                <a:xfrm>
                  <a:off x="4783" y="3374"/>
                  <a:ext cx="118" cy="61"/>
                </a:xfrm>
                <a:custGeom>
                  <a:avLst/>
                  <a:gdLst>
                    <a:gd name="T0" fmla="*/ 0 w 587"/>
                    <a:gd name="T1" fmla="*/ 0 h 303"/>
                    <a:gd name="T2" fmla="*/ 0 w 587"/>
                    <a:gd name="T3" fmla="*/ 0 h 303"/>
                    <a:gd name="T4" fmla="*/ 0 w 587"/>
                    <a:gd name="T5" fmla="*/ 0 h 303"/>
                    <a:gd name="T6" fmla="*/ 0 w 587"/>
                    <a:gd name="T7" fmla="*/ 0 h 303"/>
                    <a:gd name="T8" fmla="*/ 0 w 587"/>
                    <a:gd name="T9" fmla="*/ 0 h 303"/>
                    <a:gd name="T10" fmla="*/ 0 w 587"/>
                    <a:gd name="T11" fmla="*/ 0 h 303"/>
                    <a:gd name="T12" fmla="*/ 0 w 587"/>
                    <a:gd name="T13" fmla="*/ 0 h 303"/>
                    <a:gd name="T14" fmla="*/ 0 w 587"/>
                    <a:gd name="T15" fmla="*/ 0 h 303"/>
                    <a:gd name="T16" fmla="*/ 0 w 587"/>
                    <a:gd name="T17" fmla="*/ 0 h 303"/>
                    <a:gd name="T18" fmla="*/ 0 w 587"/>
                    <a:gd name="T19" fmla="*/ 0 h 303"/>
                    <a:gd name="T20" fmla="*/ 0 w 587"/>
                    <a:gd name="T21" fmla="*/ 0 h 303"/>
                    <a:gd name="T22" fmla="*/ 0 w 587"/>
                    <a:gd name="T23" fmla="*/ 0 h 303"/>
                    <a:gd name="T24" fmla="*/ 0 w 587"/>
                    <a:gd name="T25" fmla="*/ 0 h 303"/>
                    <a:gd name="T26" fmla="*/ 0 w 587"/>
                    <a:gd name="T27" fmla="*/ 0 h 303"/>
                    <a:gd name="T28" fmla="*/ 0 w 587"/>
                    <a:gd name="T29" fmla="*/ 0 h 303"/>
                    <a:gd name="T30" fmla="*/ 0 w 587"/>
                    <a:gd name="T31" fmla="*/ 0 h 303"/>
                    <a:gd name="T32" fmla="*/ 0 w 587"/>
                    <a:gd name="T33" fmla="*/ 0 h 303"/>
                    <a:gd name="T34" fmla="*/ 0 w 587"/>
                    <a:gd name="T35" fmla="*/ 0 h 303"/>
                    <a:gd name="T36" fmla="*/ 0 w 587"/>
                    <a:gd name="T37" fmla="*/ 0 h 303"/>
                    <a:gd name="T38" fmla="*/ 0 w 587"/>
                    <a:gd name="T39" fmla="*/ 0 h 303"/>
                    <a:gd name="T40" fmla="*/ 0 w 587"/>
                    <a:gd name="T41" fmla="*/ 0 h 303"/>
                    <a:gd name="T42" fmla="*/ 0 w 587"/>
                    <a:gd name="T43" fmla="*/ 0 h 303"/>
                    <a:gd name="T44" fmla="*/ 0 w 587"/>
                    <a:gd name="T45" fmla="*/ 0 h 303"/>
                    <a:gd name="T46" fmla="*/ 0 w 587"/>
                    <a:gd name="T47" fmla="*/ 0 h 303"/>
                    <a:gd name="T48" fmla="*/ 0 w 587"/>
                    <a:gd name="T49" fmla="*/ 0 h 303"/>
                    <a:gd name="T50" fmla="*/ 0 w 587"/>
                    <a:gd name="T51" fmla="*/ 0 h 303"/>
                    <a:gd name="T52" fmla="*/ 0 w 587"/>
                    <a:gd name="T53" fmla="*/ 0 h 303"/>
                    <a:gd name="T54" fmla="*/ 0 w 587"/>
                    <a:gd name="T55" fmla="*/ 0 h 303"/>
                    <a:gd name="T56" fmla="*/ 0 w 587"/>
                    <a:gd name="T57" fmla="*/ 0 h 303"/>
                    <a:gd name="T58" fmla="*/ 0 w 587"/>
                    <a:gd name="T59" fmla="*/ 0 h 303"/>
                    <a:gd name="T60" fmla="*/ 0 w 587"/>
                    <a:gd name="T61" fmla="*/ 0 h 303"/>
                    <a:gd name="T62" fmla="*/ 0 w 587"/>
                    <a:gd name="T63" fmla="*/ 0 h 303"/>
                    <a:gd name="T64" fmla="*/ 0 w 587"/>
                    <a:gd name="T65" fmla="*/ 0 h 303"/>
                    <a:gd name="T66" fmla="*/ 0 w 587"/>
                    <a:gd name="T67" fmla="*/ 0 h 303"/>
                    <a:gd name="T68" fmla="*/ 0 w 587"/>
                    <a:gd name="T69" fmla="*/ 0 h 303"/>
                    <a:gd name="T70" fmla="*/ 0 w 587"/>
                    <a:gd name="T71" fmla="*/ 0 h 303"/>
                    <a:gd name="T72" fmla="*/ 0 w 587"/>
                    <a:gd name="T73" fmla="*/ 0 h 303"/>
                    <a:gd name="T74" fmla="*/ 0 w 587"/>
                    <a:gd name="T75" fmla="*/ 0 h 303"/>
                    <a:gd name="T76" fmla="*/ 0 w 587"/>
                    <a:gd name="T77" fmla="*/ 0 h 303"/>
                    <a:gd name="T78" fmla="*/ 0 w 587"/>
                    <a:gd name="T79" fmla="*/ 0 h 303"/>
                    <a:gd name="T80" fmla="*/ 0 w 587"/>
                    <a:gd name="T81" fmla="*/ 0 h 303"/>
                    <a:gd name="T82" fmla="*/ 0 w 587"/>
                    <a:gd name="T83" fmla="*/ 0 h 30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87"/>
                    <a:gd name="T127" fmla="*/ 0 h 303"/>
                    <a:gd name="T128" fmla="*/ 587 w 587"/>
                    <a:gd name="T129" fmla="*/ 303 h 30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87" h="303">
                      <a:moveTo>
                        <a:pt x="80" y="279"/>
                      </a:moveTo>
                      <a:lnTo>
                        <a:pt x="74" y="268"/>
                      </a:lnTo>
                      <a:lnTo>
                        <a:pt x="67" y="256"/>
                      </a:lnTo>
                      <a:lnTo>
                        <a:pt x="59" y="247"/>
                      </a:lnTo>
                      <a:lnTo>
                        <a:pt x="56" y="243"/>
                      </a:lnTo>
                      <a:lnTo>
                        <a:pt x="55" y="242"/>
                      </a:lnTo>
                      <a:lnTo>
                        <a:pt x="50" y="242"/>
                      </a:lnTo>
                      <a:lnTo>
                        <a:pt x="45" y="229"/>
                      </a:lnTo>
                      <a:lnTo>
                        <a:pt x="39" y="208"/>
                      </a:lnTo>
                      <a:lnTo>
                        <a:pt x="30" y="185"/>
                      </a:lnTo>
                      <a:lnTo>
                        <a:pt x="18" y="159"/>
                      </a:lnTo>
                      <a:lnTo>
                        <a:pt x="15" y="152"/>
                      </a:lnTo>
                      <a:lnTo>
                        <a:pt x="11" y="147"/>
                      </a:lnTo>
                      <a:lnTo>
                        <a:pt x="5" y="143"/>
                      </a:lnTo>
                      <a:lnTo>
                        <a:pt x="0" y="137"/>
                      </a:lnTo>
                      <a:lnTo>
                        <a:pt x="2" y="136"/>
                      </a:lnTo>
                      <a:lnTo>
                        <a:pt x="5" y="134"/>
                      </a:lnTo>
                      <a:lnTo>
                        <a:pt x="8" y="133"/>
                      </a:lnTo>
                      <a:lnTo>
                        <a:pt x="10" y="132"/>
                      </a:lnTo>
                      <a:lnTo>
                        <a:pt x="28" y="123"/>
                      </a:lnTo>
                      <a:lnTo>
                        <a:pt x="54" y="114"/>
                      </a:lnTo>
                      <a:lnTo>
                        <a:pt x="86" y="104"/>
                      </a:lnTo>
                      <a:lnTo>
                        <a:pt x="125" y="94"/>
                      </a:lnTo>
                      <a:lnTo>
                        <a:pt x="167" y="83"/>
                      </a:lnTo>
                      <a:lnTo>
                        <a:pt x="212" y="73"/>
                      </a:lnTo>
                      <a:lnTo>
                        <a:pt x="260" y="63"/>
                      </a:lnTo>
                      <a:lnTo>
                        <a:pt x="308" y="52"/>
                      </a:lnTo>
                      <a:lnTo>
                        <a:pt x="357" y="42"/>
                      </a:lnTo>
                      <a:lnTo>
                        <a:pt x="403" y="34"/>
                      </a:lnTo>
                      <a:lnTo>
                        <a:pt x="446" y="25"/>
                      </a:lnTo>
                      <a:lnTo>
                        <a:pt x="486" y="18"/>
                      </a:lnTo>
                      <a:lnTo>
                        <a:pt x="521" y="11"/>
                      </a:lnTo>
                      <a:lnTo>
                        <a:pt x="550" y="7"/>
                      </a:lnTo>
                      <a:lnTo>
                        <a:pt x="570" y="3"/>
                      </a:lnTo>
                      <a:lnTo>
                        <a:pt x="583" y="0"/>
                      </a:lnTo>
                      <a:lnTo>
                        <a:pt x="586" y="12"/>
                      </a:lnTo>
                      <a:lnTo>
                        <a:pt x="587" y="37"/>
                      </a:lnTo>
                      <a:lnTo>
                        <a:pt x="587" y="79"/>
                      </a:lnTo>
                      <a:lnTo>
                        <a:pt x="586" y="143"/>
                      </a:lnTo>
                      <a:lnTo>
                        <a:pt x="583" y="179"/>
                      </a:lnTo>
                      <a:lnTo>
                        <a:pt x="581" y="215"/>
                      </a:lnTo>
                      <a:lnTo>
                        <a:pt x="579" y="250"/>
                      </a:lnTo>
                      <a:lnTo>
                        <a:pt x="577" y="285"/>
                      </a:lnTo>
                      <a:lnTo>
                        <a:pt x="515" y="289"/>
                      </a:lnTo>
                      <a:lnTo>
                        <a:pt x="509" y="272"/>
                      </a:lnTo>
                      <a:lnTo>
                        <a:pt x="503" y="256"/>
                      </a:lnTo>
                      <a:lnTo>
                        <a:pt x="494" y="240"/>
                      </a:lnTo>
                      <a:lnTo>
                        <a:pt x="484" y="223"/>
                      </a:lnTo>
                      <a:lnTo>
                        <a:pt x="472" y="211"/>
                      </a:lnTo>
                      <a:lnTo>
                        <a:pt x="459" y="199"/>
                      </a:lnTo>
                      <a:lnTo>
                        <a:pt x="443" y="190"/>
                      </a:lnTo>
                      <a:lnTo>
                        <a:pt x="427" y="184"/>
                      </a:lnTo>
                      <a:lnTo>
                        <a:pt x="409" y="178"/>
                      </a:lnTo>
                      <a:lnTo>
                        <a:pt x="389" y="175"/>
                      </a:lnTo>
                      <a:lnTo>
                        <a:pt x="369" y="174"/>
                      </a:lnTo>
                      <a:lnTo>
                        <a:pt x="349" y="174"/>
                      </a:lnTo>
                      <a:lnTo>
                        <a:pt x="328" y="175"/>
                      </a:lnTo>
                      <a:lnTo>
                        <a:pt x="308" y="177"/>
                      </a:lnTo>
                      <a:lnTo>
                        <a:pt x="288" y="180"/>
                      </a:lnTo>
                      <a:lnTo>
                        <a:pt x="269" y="184"/>
                      </a:lnTo>
                      <a:lnTo>
                        <a:pt x="250" y="189"/>
                      </a:lnTo>
                      <a:lnTo>
                        <a:pt x="233" y="193"/>
                      </a:lnTo>
                      <a:lnTo>
                        <a:pt x="218" y="200"/>
                      </a:lnTo>
                      <a:lnTo>
                        <a:pt x="204" y="205"/>
                      </a:lnTo>
                      <a:lnTo>
                        <a:pt x="184" y="217"/>
                      </a:lnTo>
                      <a:lnTo>
                        <a:pt x="169" y="230"/>
                      </a:lnTo>
                      <a:lnTo>
                        <a:pt x="157" y="244"/>
                      </a:lnTo>
                      <a:lnTo>
                        <a:pt x="150" y="259"/>
                      </a:lnTo>
                      <a:lnTo>
                        <a:pt x="144" y="273"/>
                      </a:lnTo>
                      <a:lnTo>
                        <a:pt x="141" y="285"/>
                      </a:lnTo>
                      <a:lnTo>
                        <a:pt x="139" y="296"/>
                      </a:lnTo>
                      <a:lnTo>
                        <a:pt x="139" y="303"/>
                      </a:lnTo>
                      <a:lnTo>
                        <a:pt x="135" y="303"/>
                      </a:lnTo>
                      <a:lnTo>
                        <a:pt x="130" y="303"/>
                      </a:lnTo>
                      <a:lnTo>
                        <a:pt x="124" y="303"/>
                      </a:lnTo>
                      <a:lnTo>
                        <a:pt x="119" y="303"/>
                      </a:lnTo>
                      <a:lnTo>
                        <a:pt x="111" y="303"/>
                      </a:lnTo>
                      <a:lnTo>
                        <a:pt x="104" y="303"/>
                      </a:lnTo>
                      <a:lnTo>
                        <a:pt x="96" y="303"/>
                      </a:lnTo>
                      <a:lnTo>
                        <a:pt x="86" y="303"/>
                      </a:lnTo>
                      <a:lnTo>
                        <a:pt x="85" y="299"/>
                      </a:lnTo>
                      <a:lnTo>
                        <a:pt x="84" y="292"/>
                      </a:lnTo>
                      <a:lnTo>
                        <a:pt x="82" y="287"/>
                      </a:lnTo>
                      <a:lnTo>
                        <a:pt x="80" y="279"/>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79" name="Freeform 727"/>
                <p:cNvSpPr>
                  <a:spLocks/>
                </p:cNvSpPr>
                <p:nvPr/>
              </p:nvSpPr>
              <p:spPr bwMode="auto">
                <a:xfrm>
                  <a:off x="4731" y="3389"/>
                  <a:ext cx="50" cy="32"/>
                </a:xfrm>
                <a:custGeom>
                  <a:avLst/>
                  <a:gdLst>
                    <a:gd name="T0" fmla="*/ 0 w 248"/>
                    <a:gd name="T1" fmla="*/ 0 h 159"/>
                    <a:gd name="T2" fmla="*/ 0 w 248"/>
                    <a:gd name="T3" fmla="*/ 0 h 159"/>
                    <a:gd name="T4" fmla="*/ 0 w 248"/>
                    <a:gd name="T5" fmla="*/ 0 h 159"/>
                    <a:gd name="T6" fmla="*/ 0 w 248"/>
                    <a:gd name="T7" fmla="*/ 0 h 159"/>
                    <a:gd name="T8" fmla="*/ 0 w 248"/>
                    <a:gd name="T9" fmla="*/ 0 h 159"/>
                    <a:gd name="T10" fmla="*/ 0 w 248"/>
                    <a:gd name="T11" fmla="*/ 0 h 159"/>
                    <a:gd name="T12" fmla="*/ 0 w 248"/>
                    <a:gd name="T13" fmla="*/ 0 h 159"/>
                    <a:gd name="T14" fmla="*/ 0 w 248"/>
                    <a:gd name="T15" fmla="*/ 0 h 159"/>
                    <a:gd name="T16" fmla="*/ 0 w 248"/>
                    <a:gd name="T17" fmla="*/ 0 h 159"/>
                    <a:gd name="T18" fmla="*/ 0 w 248"/>
                    <a:gd name="T19" fmla="*/ 0 h 159"/>
                    <a:gd name="T20" fmla="*/ 0 w 248"/>
                    <a:gd name="T21" fmla="*/ 0 h 159"/>
                    <a:gd name="T22" fmla="*/ 0 w 248"/>
                    <a:gd name="T23" fmla="*/ 0 h 159"/>
                    <a:gd name="T24" fmla="*/ 0 w 248"/>
                    <a:gd name="T25" fmla="*/ 0 h 159"/>
                    <a:gd name="T26" fmla="*/ 0 w 248"/>
                    <a:gd name="T27" fmla="*/ 0 h 159"/>
                    <a:gd name="T28" fmla="*/ 0 w 248"/>
                    <a:gd name="T29" fmla="*/ 0 h 159"/>
                    <a:gd name="T30" fmla="*/ 0 w 248"/>
                    <a:gd name="T31" fmla="*/ 0 h 159"/>
                    <a:gd name="T32" fmla="*/ 0 w 248"/>
                    <a:gd name="T33" fmla="*/ 0 h 159"/>
                    <a:gd name="T34" fmla="*/ 0 w 248"/>
                    <a:gd name="T35" fmla="*/ 0 h 159"/>
                    <a:gd name="T36" fmla="*/ 0 w 248"/>
                    <a:gd name="T37" fmla="*/ 0 h 159"/>
                    <a:gd name="T38" fmla="*/ 0 w 248"/>
                    <a:gd name="T39" fmla="*/ 0 h 159"/>
                    <a:gd name="T40" fmla="*/ 0 w 248"/>
                    <a:gd name="T41" fmla="*/ 0 h 159"/>
                    <a:gd name="T42" fmla="*/ 0 w 248"/>
                    <a:gd name="T43" fmla="*/ 0 h 159"/>
                    <a:gd name="T44" fmla="*/ 0 w 248"/>
                    <a:gd name="T45" fmla="*/ 0 h 159"/>
                    <a:gd name="T46" fmla="*/ 0 w 248"/>
                    <a:gd name="T47" fmla="*/ 0 h 159"/>
                    <a:gd name="T48" fmla="*/ 0 w 248"/>
                    <a:gd name="T49" fmla="*/ 0 h 159"/>
                    <a:gd name="T50" fmla="*/ 0 w 248"/>
                    <a:gd name="T51" fmla="*/ 0 h 159"/>
                    <a:gd name="T52" fmla="*/ 0 w 248"/>
                    <a:gd name="T53" fmla="*/ 0 h 159"/>
                    <a:gd name="T54" fmla="*/ 0 w 248"/>
                    <a:gd name="T55" fmla="*/ 0 h 159"/>
                    <a:gd name="T56" fmla="*/ 0 w 248"/>
                    <a:gd name="T57" fmla="*/ 0 h 159"/>
                    <a:gd name="T58" fmla="*/ 0 w 248"/>
                    <a:gd name="T59" fmla="*/ 0 h 159"/>
                    <a:gd name="T60" fmla="*/ 0 w 248"/>
                    <a:gd name="T61" fmla="*/ 0 h 159"/>
                    <a:gd name="T62" fmla="*/ 0 w 248"/>
                    <a:gd name="T63" fmla="*/ 0 h 159"/>
                    <a:gd name="T64" fmla="*/ 0 w 248"/>
                    <a:gd name="T65" fmla="*/ 0 h 159"/>
                    <a:gd name="T66" fmla="*/ 0 w 248"/>
                    <a:gd name="T67" fmla="*/ 0 h 159"/>
                    <a:gd name="T68" fmla="*/ 0 w 248"/>
                    <a:gd name="T69" fmla="*/ 0 h 159"/>
                    <a:gd name="T70" fmla="*/ 0 w 248"/>
                    <a:gd name="T71" fmla="*/ 0 h 159"/>
                    <a:gd name="T72" fmla="*/ 0 w 248"/>
                    <a:gd name="T73" fmla="*/ 0 h 159"/>
                    <a:gd name="T74" fmla="*/ 0 w 248"/>
                    <a:gd name="T75" fmla="*/ 0 h 159"/>
                    <a:gd name="T76" fmla="*/ 0 w 248"/>
                    <a:gd name="T77" fmla="*/ 0 h 159"/>
                    <a:gd name="T78" fmla="*/ 0 w 248"/>
                    <a:gd name="T79" fmla="*/ 0 h 159"/>
                    <a:gd name="T80" fmla="*/ 0 w 248"/>
                    <a:gd name="T81" fmla="*/ 0 h 159"/>
                    <a:gd name="T82" fmla="*/ 0 w 248"/>
                    <a:gd name="T83" fmla="*/ 0 h 159"/>
                    <a:gd name="T84" fmla="*/ 0 w 248"/>
                    <a:gd name="T85" fmla="*/ 0 h 159"/>
                    <a:gd name="T86" fmla="*/ 0 w 248"/>
                    <a:gd name="T87" fmla="*/ 0 h 159"/>
                    <a:gd name="T88" fmla="*/ 0 w 248"/>
                    <a:gd name="T89" fmla="*/ 0 h 159"/>
                    <a:gd name="T90" fmla="*/ 0 w 248"/>
                    <a:gd name="T91" fmla="*/ 0 h 159"/>
                    <a:gd name="T92" fmla="*/ 0 w 248"/>
                    <a:gd name="T93" fmla="*/ 0 h 159"/>
                    <a:gd name="T94" fmla="*/ 0 w 248"/>
                    <a:gd name="T95" fmla="*/ 0 h 159"/>
                    <a:gd name="T96" fmla="*/ 0 w 248"/>
                    <a:gd name="T97" fmla="*/ 0 h 159"/>
                    <a:gd name="T98" fmla="*/ 0 w 248"/>
                    <a:gd name="T99" fmla="*/ 0 h 159"/>
                    <a:gd name="T100" fmla="*/ 0 w 248"/>
                    <a:gd name="T101" fmla="*/ 0 h 159"/>
                    <a:gd name="T102" fmla="*/ 0 w 248"/>
                    <a:gd name="T103" fmla="*/ 0 h 159"/>
                    <a:gd name="T104" fmla="*/ 0 w 248"/>
                    <a:gd name="T105" fmla="*/ 0 h 159"/>
                    <a:gd name="T106" fmla="*/ 0 w 248"/>
                    <a:gd name="T107" fmla="*/ 0 h 159"/>
                    <a:gd name="T108" fmla="*/ 0 w 248"/>
                    <a:gd name="T109" fmla="*/ 0 h 159"/>
                    <a:gd name="T110" fmla="*/ 0 w 248"/>
                    <a:gd name="T111" fmla="*/ 0 h 159"/>
                    <a:gd name="T112" fmla="*/ 0 w 248"/>
                    <a:gd name="T113" fmla="*/ 0 h 159"/>
                    <a:gd name="T114" fmla="*/ 0 w 248"/>
                    <a:gd name="T115" fmla="*/ 0 h 159"/>
                    <a:gd name="T116" fmla="*/ 0 w 248"/>
                    <a:gd name="T117" fmla="*/ 0 h 159"/>
                    <a:gd name="T118" fmla="*/ 0 w 248"/>
                    <a:gd name="T119" fmla="*/ 0 h 159"/>
                    <a:gd name="T120" fmla="*/ 0 w 248"/>
                    <a:gd name="T121" fmla="*/ 0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48"/>
                    <a:gd name="T184" fmla="*/ 0 h 159"/>
                    <a:gd name="T185" fmla="*/ 248 w 248"/>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48" h="159">
                      <a:moveTo>
                        <a:pt x="50" y="5"/>
                      </a:moveTo>
                      <a:lnTo>
                        <a:pt x="55" y="10"/>
                      </a:lnTo>
                      <a:lnTo>
                        <a:pt x="60" y="16"/>
                      </a:lnTo>
                      <a:lnTo>
                        <a:pt x="68" y="20"/>
                      </a:lnTo>
                      <a:lnTo>
                        <a:pt x="75" y="24"/>
                      </a:lnTo>
                      <a:lnTo>
                        <a:pt x="85" y="29"/>
                      </a:lnTo>
                      <a:lnTo>
                        <a:pt x="95" y="32"/>
                      </a:lnTo>
                      <a:lnTo>
                        <a:pt x="107" y="35"/>
                      </a:lnTo>
                      <a:lnTo>
                        <a:pt x="120" y="37"/>
                      </a:lnTo>
                      <a:lnTo>
                        <a:pt x="125" y="38"/>
                      </a:lnTo>
                      <a:lnTo>
                        <a:pt x="130" y="38"/>
                      </a:lnTo>
                      <a:lnTo>
                        <a:pt x="135" y="40"/>
                      </a:lnTo>
                      <a:lnTo>
                        <a:pt x="140" y="40"/>
                      </a:lnTo>
                      <a:lnTo>
                        <a:pt x="145" y="41"/>
                      </a:lnTo>
                      <a:lnTo>
                        <a:pt x="150" y="42"/>
                      </a:lnTo>
                      <a:lnTo>
                        <a:pt x="154" y="42"/>
                      </a:lnTo>
                      <a:lnTo>
                        <a:pt x="160" y="43"/>
                      </a:lnTo>
                      <a:lnTo>
                        <a:pt x="173" y="45"/>
                      </a:lnTo>
                      <a:lnTo>
                        <a:pt x="185" y="47"/>
                      </a:lnTo>
                      <a:lnTo>
                        <a:pt x="198" y="49"/>
                      </a:lnTo>
                      <a:lnTo>
                        <a:pt x="209" y="51"/>
                      </a:lnTo>
                      <a:lnTo>
                        <a:pt x="220" y="54"/>
                      </a:lnTo>
                      <a:lnTo>
                        <a:pt x="231" y="57"/>
                      </a:lnTo>
                      <a:lnTo>
                        <a:pt x="239" y="60"/>
                      </a:lnTo>
                      <a:lnTo>
                        <a:pt x="248" y="64"/>
                      </a:lnTo>
                      <a:lnTo>
                        <a:pt x="231" y="79"/>
                      </a:lnTo>
                      <a:lnTo>
                        <a:pt x="217" y="93"/>
                      </a:lnTo>
                      <a:lnTo>
                        <a:pt x="206" y="107"/>
                      </a:lnTo>
                      <a:lnTo>
                        <a:pt x="198" y="121"/>
                      </a:lnTo>
                      <a:lnTo>
                        <a:pt x="193" y="133"/>
                      </a:lnTo>
                      <a:lnTo>
                        <a:pt x="189" y="144"/>
                      </a:lnTo>
                      <a:lnTo>
                        <a:pt x="188" y="153"/>
                      </a:lnTo>
                      <a:lnTo>
                        <a:pt x="187" y="159"/>
                      </a:lnTo>
                      <a:lnTo>
                        <a:pt x="173" y="157"/>
                      </a:lnTo>
                      <a:lnTo>
                        <a:pt x="159" y="155"/>
                      </a:lnTo>
                      <a:lnTo>
                        <a:pt x="145" y="153"/>
                      </a:lnTo>
                      <a:lnTo>
                        <a:pt x="130" y="151"/>
                      </a:lnTo>
                      <a:lnTo>
                        <a:pt x="118" y="147"/>
                      </a:lnTo>
                      <a:lnTo>
                        <a:pt x="105" y="144"/>
                      </a:lnTo>
                      <a:lnTo>
                        <a:pt x="93" y="140"/>
                      </a:lnTo>
                      <a:lnTo>
                        <a:pt x="81" y="135"/>
                      </a:lnTo>
                      <a:lnTo>
                        <a:pt x="57" y="126"/>
                      </a:lnTo>
                      <a:lnTo>
                        <a:pt x="39" y="117"/>
                      </a:lnTo>
                      <a:lnTo>
                        <a:pt x="25" y="110"/>
                      </a:lnTo>
                      <a:lnTo>
                        <a:pt x="15" y="102"/>
                      </a:lnTo>
                      <a:lnTo>
                        <a:pt x="8" y="96"/>
                      </a:lnTo>
                      <a:lnTo>
                        <a:pt x="3" y="91"/>
                      </a:lnTo>
                      <a:lnTo>
                        <a:pt x="1" y="87"/>
                      </a:lnTo>
                      <a:lnTo>
                        <a:pt x="0" y="85"/>
                      </a:lnTo>
                      <a:lnTo>
                        <a:pt x="2" y="79"/>
                      </a:lnTo>
                      <a:lnTo>
                        <a:pt x="5" y="72"/>
                      </a:lnTo>
                      <a:lnTo>
                        <a:pt x="11" y="62"/>
                      </a:lnTo>
                      <a:lnTo>
                        <a:pt x="16" y="50"/>
                      </a:lnTo>
                      <a:lnTo>
                        <a:pt x="23" y="37"/>
                      </a:lnTo>
                      <a:lnTo>
                        <a:pt x="30" y="24"/>
                      </a:lnTo>
                      <a:lnTo>
                        <a:pt x="39" y="12"/>
                      </a:lnTo>
                      <a:lnTo>
                        <a:pt x="47" y="0"/>
                      </a:lnTo>
                      <a:lnTo>
                        <a:pt x="47" y="1"/>
                      </a:lnTo>
                      <a:lnTo>
                        <a:pt x="49" y="2"/>
                      </a:lnTo>
                      <a:lnTo>
                        <a:pt x="49" y="4"/>
                      </a:lnTo>
                      <a:lnTo>
                        <a:pt x="50" y="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0" name="Freeform 728"/>
                <p:cNvSpPr>
                  <a:spLocks/>
                </p:cNvSpPr>
                <p:nvPr/>
              </p:nvSpPr>
              <p:spPr bwMode="auto">
                <a:xfrm>
                  <a:off x="4770" y="3403"/>
                  <a:ext cx="21" cy="20"/>
                </a:xfrm>
                <a:custGeom>
                  <a:avLst/>
                  <a:gdLst>
                    <a:gd name="T0" fmla="*/ 0 w 108"/>
                    <a:gd name="T1" fmla="*/ 0 h 99"/>
                    <a:gd name="T2" fmla="*/ 0 w 108"/>
                    <a:gd name="T3" fmla="*/ 0 h 99"/>
                    <a:gd name="T4" fmla="*/ 0 w 108"/>
                    <a:gd name="T5" fmla="*/ 0 h 99"/>
                    <a:gd name="T6" fmla="*/ 0 w 108"/>
                    <a:gd name="T7" fmla="*/ 0 h 99"/>
                    <a:gd name="T8" fmla="*/ 0 w 108"/>
                    <a:gd name="T9" fmla="*/ 0 h 99"/>
                    <a:gd name="T10" fmla="*/ 0 w 108"/>
                    <a:gd name="T11" fmla="*/ 0 h 99"/>
                    <a:gd name="T12" fmla="*/ 0 w 108"/>
                    <a:gd name="T13" fmla="*/ 0 h 99"/>
                    <a:gd name="T14" fmla="*/ 0 w 108"/>
                    <a:gd name="T15" fmla="*/ 0 h 99"/>
                    <a:gd name="T16" fmla="*/ 0 w 108"/>
                    <a:gd name="T17" fmla="*/ 0 h 99"/>
                    <a:gd name="T18" fmla="*/ 0 w 108"/>
                    <a:gd name="T19" fmla="*/ 0 h 99"/>
                    <a:gd name="T20" fmla="*/ 0 w 108"/>
                    <a:gd name="T21" fmla="*/ 0 h 99"/>
                    <a:gd name="T22" fmla="*/ 0 w 108"/>
                    <a:gd name="T23" fmla="*/ 0 h 99"/>
                    <a:gd name="T24" fmla="*/ 0 w 108"/>
                    <a:gd name="T25" fmla="*/ 0 h 99"/>
                    <a:gd name="T26" fmla="*/ 0 w 108"/>
                    <a:gd name="T27" fmla="*/ 0 h 99"/>
                    <a:gd name="T28" fmla="*/ 0 w 108"/>
                    <a:gd name="T29" fmla="*/ 0 h 99"/>
                    <a:gd name="T30" fmla="*/ 0 w 108"/>
                    <a:gd name="T31" fmla="*/ 0 h 99"/>
                    <a:gd name="T32" fmla="*/ 0 w 108"/>
                    <a:gd name="T33" fmla="*/ 0 h 99"/>
                    <a:gd name="T34" fmla="*/ 0 w 108"/>
                    <a:gd name="T35" fmla="*/ 0 h 99"/>
                    <a:gd name="T36" fmla="*/ 0 w 108"/>
                    <a:gd name="T37" fmla="*/ 0 h 99"/>
                    <a:gd name="T38" fmla="*/ 0 w 108"/>
                    <a:gd name="T39" fmla="*/ 0 h 99"/>
                    <a:gd name="T40" fmla="*/ 0 w 108"/>
                    <a:gd name="T41" fmla="*/ 0 h 99"/>
                    <a:gd name="T42" fmla="*/ 0 w 108"/>
                    <a:gd name="T43" fmla="*/ 0 h 99"/>
                    <a:gd name="T44" fmla="*/ 0 w 108"/>
                    <a:gd name="T45" fmla="*/ 0 h 99"/>
                    <a:gd name="T46" fmla="*/ 0 w 108"/>
                    <a:gd name="T47" fmla="*/ 0 h 99"/>
                    <a:gd name="T48" fmla="*/ 0 w 108"/>
                    <a:gd name="T49" fmla="*/ 0 h 9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8"/>
                    <a:gd name="T76" fmla="*/ 0 h 99"/>
                    <a:gd name="T77" fmla="*/ 108 w 108"/>
                    <a:gd name="T78" fmla="*/ 99 h 9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8" h="99">
                      <a:moveTo>
                        <a:pt x="61" y="0"/>
                      </a:moveTo>
                      <a:lnTo>
                        <a:pt x="66" y="4"/>
                      </a:lnTo>
                      <a:lnTo>
                        <a:pt x="71" y="8"/>
                      </a:lnTo>
                      <a:lnTo>
                        <a:pt x="76" y="14"/>
                      </a:lnTo>
                      <a:lnTo>
                        <a:pt x="79" y="19"/>
                      </a:lnTo>
                      <a:lnTo>
                        <a:pt x="90" y="43"/>
                      </a:lnTo>
                      <a:lnTo>
                        <a:pt x="98" y="65"/>
                      </a:lnTo>
                      <a:lnTo>
                        <a:pt x="104" y="85"/>
                      </a:lnTo>
                      <a:lnTo>
                        <a:pt x="108" y="99"/>
                      </a:lnTo>
                      <a:lnTo>
                        <a:pt x="99" y="99"/>
                      </a:lnTo>
                      <a:lnTo>
                        <a:pt x="90" y="98"/>
                      </a:lnTo>
                      <a:lnTo>
                        <a:pt x="78" y="98"/>
                      </a:lnTo>
                      <a:lnTo>
                        <a:pt x="64" y="97"/>
                      </a:lnTo>
                      <a:lnTo>
                        <a:pt x="50" y="96"/>
                      </a:lnTo>
                      <a:lnTo>
                        <a:pt x="34" y="94"/>
                      </a:lnTo>
                      <a:lnTo>
                        <a:pt x="17" y="93"/>
                      </a:lnTo>
                      <a:lnTo>
                        <a:pt x="0" y="91"/>
                      </a:lnTo>
                      <a:lnTo>
                        <a:pt x="1" y="86"/>
                      </a:lnTo>
                      <a:lnTo>
                        <a:pt x="2" y="77"/>
                      </a:lnTo>
                      <a:lnTo>
                        <a:pt x="7" y="66"/>
                      </a:lnTo>
                      <a:lnTo>
                        <a:pt x="11" y="55"/>
                      </a:lnTo>
                      <a:lnTo>
                        <a:pt x="18" y="42"/>
                      </a:lnTo>
                      <a:lnTo>
                        <a:pt x="29" y="28"/>
                      </a:lnTo>
                      <a:lnTo>
                        <a:pt x="43" y="14"/>
                      </a:lnTo>
                      <a:lnTo>
                        <a:pt x="61" y="0"/>
                      </a:lnTo>
                      <a:close/>
                    </a:path>
                  </a:pathLst>
                </a:custGeom>
                <a:solidFill>
                  <a:srgbClr val="FFA05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1" name="Freeform 729"/>
                <p:cNvSpPr>
                  <a:spLocks/>
                </p:cNvSpPr>
                <p:nvPr/>
              </p:nvSpPr>
              <p:spPr bwMode="auto">
                <a:xfrm>
                  <a:off x="4898" y="3428"/>
                  <a:ext cx="138" cy="32"/>
                </a:xfrm>
                <a:custGeom>
                  <a:avLst/>
                  <a:gdLst>
                    <a:gd name="T0" fmla="*/ 0 w 693"/>
                    <a:gd name="T1" fmla="*/ 0 h 158"/>
                    <a:gd name="T2" fmla="*/ 0 w 693"/>
                    <a:gd name="T3" fmla="*/ 0 h 158"/>
                    <a:gd name="T4" fmla="*/ 0 w 693"/>
                    <a:gd name="T5" fmla="*/ 0 h 158"/>
                    <a:gd name="T6" fmla="*/ 0 w 693"/>
                    <a:gd name="T7" fmla="*/ 0 h 158"/>
                    <a:gd name="T8" fmla="*/ 0 w 693"/>
                    <a:gd name="T9" fmla="*/ 0 h 158"/>
                    <a:gd name="T10" fmla="*/ 0 w 693"/>
                    <a:gd name="T11" fmla="*/ 0 h 158"/>
                    <a:gd name="T12" fmla="*/ 0 w 693"/>
                    <a:gd name="T13" fmla="*/ 0 h 158"/>
                    <a:gd name="T14" fmla="*/ 0 w 693"/>
                    <a:gd name="T15" fmla="*/ 0 h 158"/>
                    <a:gd name="T16" fmla="*/ 0 w 693"/>
                    <a:gd name="T17" fmla="*/ 0 h 158"/>
                    <a:gd name="T18" fmla="*/ 0 w 693"/>
                    <a:gd name="T19" fmla="*/ 0 h 158"/>
                    <a:gd name="T20" fmla="*/ 0 w 693"/>
                    <a:gd name="T21" fmla="*/ 0 h 158"/>
                    <a:gd name="T22" fmla="*/ 0 w 693"/>
                    <a:gd name="T23" fmla="*/ 0 h 158"/>
                    <a:gd name="T24" fmla="*/ 0 w 693"/>
                    <a:gd name="T25" fmla="*/ 0 h 158"/>
                    <a:gd name="T26" fmla="*/ 0 w 693"/>
                    <a:gd name="T27" fmla="*/ 0 h 158"/>
                    <a:gd name="T28" fmla="*/ 0 w 693"/>
                    <a:gd name="T29" fmla="*/ 0 h 158"/>
                    <a:gd name="T30" fmla="*/ 0 w 693"/>
                    <a:gd name="T31" fmla="*/ 0 h 158"/>
                    <a:gd name="T32" fmla="*/ 0 w 693"/>
                    <a:gd name="T33" fmla="*/ 0 h 1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93"/>
                    <a:gd name="T52" fmla="*/ 0 h 158"/>
                    <a:gd name="T53" fmla="*/ 693 w 693"/>
                    <a:gd name="T54" fmla="*/ 158 h 1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93" h="158">
                      <a:moveTo>
                        <a:pt x="657" y="104"/>
                      </a:moveTo>
                      <a:lnTo>
                        <a:pt x="11" y="158"/>
                      </a:lnTo>
                      <a:lnTo>
                        <a:pt x="0" y="152"/>
                      </a:lnTo>
                      <a:lnTo>
                        <a:pt x="0" y="142"/>
                      </a:lnTo>
                      <a:lnTo>
                        <a:pt x="1" y="134"/>
                      </a:lnTo>
                      <a:lnTo>
                        <a:pt x="3" y="115"/>
                      </a:lnTo>
                      <a:lnTo>
                        <a:pt x="5" y="86"/>
                      </a:lnTo>
                      <a:lnTo>
                        <a:pt x="8" y="49"/>
                      </a:lnTo>
                      <a:lnTo>
                        <a:pt x="693" y="0"/>
                      </a:lnTo>
                      <a:lnTo>
                        <a:pt x="687" y="26"/>
                      </a:lnTo>
                      <a:lnTo>
                        <a:pt x="681" y="47"/>
                      </a:lnTo>
                      <a:lnTo>
                        <a:pt x="676" y="64"/>
                      </a:lnTo>
                      <a:lnTo>
                        <a:pt x="670" y="77"/>
                      </a:lnTo>
                      <a:lnTo>
                        <a:pt x="666" y="88"/>
                      </a:lnTo>
                      <a:lnTo>
                        <a:pt x="663" y="96"/>
                      </a:lnTo>
                      <a:lnTo>
                        <a:pt x="660" y="101"/>
                      </a:lnTo>
                      <a:lnTo>
                        <a:pt x="657" y="104"/>
                      </a:lnTo>
                      <a:close/>
                    </a:path>
                  </a:pathLst>
                </a:custGeom>
                <a:solidFill>
                  <a:srgbClr val="9BAD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2" name="Freeform 730"/>
                <p:cNvSpPr>
                  <a:spLocks/>
                </p:cNvSpPr>
                <p:nvPr/>
              </p:nvSpPr>
              <p:spPr bwMode="auto">
                <a:xfrm>
                  <a:off x="4813" y="3411"/>
                  <a:ext cx="73" cy="33"/>
                </a:xfrm>
                <a:custGeom>
                  <a:avLst/>
                  <a:gdLst>
                    <a:gd name="T0" fmla="*/ 0 w 366"/>
                    <a:gd name="T1" fmla="*/ 0 h 162"/>
                    <a:gd name="T2" fmla="*/ 0 w 366"/>
                    <a:gd name="T3" fmla="*/ 0 h 162"/>
                    <a:gd name="T4" fmla="*/ 0 w 366"/>
                    <a:gd name="T5" fmla="*/ 0 h 162"/>
                    <a:gd name="T6" fmla="*/ 0 w 366"/>
                    <a:gd name="T7" fmla="*/ 0 h 162"/>
                    <a:gd name="T8" fmla="*/ 0 w 366"/>
                    <a:gd name="T9" fmla="*/ 0 h 162"/>
                    <a:gd name="T10" fmla="*/ 0 w 366"/>
                    <a:gd name="T11" fmla="*/ 0 h 162"/>
                    <a:gd name="T12" fmla="*/ 0 w 366"/>
                    <a:gd name="T13" fmla="*/ 0 h 162"/>
                    <a:gd name="T14" fmla="*/ 0 w 366"/>
                    <a:gd name="T15" fmla="*/ 0 h 162"/>
                    <a:gd name="T16" fmla="*/ 0 w 366"/>
                    <a:gd name="T17" fmla="*/ 0 h 162"/>
                    <a:gd name="T18" fmla="*/ 0 w 366"/>
                    <a:gd name="T19" fmla="*/ 0 h 162"/>
                    <a:gd name="T20" fmla="*/ 0 w 366"/>
                    <a:gd name="T21" fmla="*/ 0 h 162"/>
                    <a:gd name="T22" fmla="*/ 0 w 366"/>
                    <a:gd name="T23" fmla="*/ 0 h 162"/>
                    <a:gd name="T24" fmla="*/ 0 w 366"/>
                    <a:gd name="T25" fmla="*/ 0 h 162"/>
                    <a:gd name="T26" fmla="*/ 0 w 366"/>
                    <a:gd name="T27" fmla="*/ 0 h 162"/>
                    <a:gd name="T28" fmla="*/ 0 w 366"/>
                    <a:gd name="T29" fmla="*/ 0 h 162"/>
                    <a:gd name="T30" fmla="*/ 0 w 366"/>
                    <a:gd name="T31" fmla="*/ 0 h 162"/>
                    <a:gd name="T32" fmla="*/ 0 w 366"/>
                    <a:gd name="T33" fmla="*/ 0 h 162"/>
                    <a:gd name="T34" fmla="*/ 0 w 366"/>
                    <a:gd name="T35" fmla="*/ 0 h 162"/>
                    <a:gd name="T36" fmla="*/ 0 w 366"/>
                    <a:gd name="T37" fmla="*/ 0 h 162"/>
                    <a:gd name="T38" fmla="*/ 0 w 366"/>
                    <a:gd name="T39" fmla="*/ 0 h 162"/>
                    <a:gd name="T40" fmla="*/ 0 w 366"/>
                    <a:gd name="T41" fmla="*/ 0 h 162"/>
                    <a:gd name="T42" fmla="*/ 0 w 366"/>
                    <a:gd name="T43" fmla="*/ 0 h 162"/>
                    <a:gd name="T44" fmla="*/ 0 w 366"/>
                    <a:gd name="T45" fmla="*/ 0 h 162"/>
                    <a:gd name="T46" fmla="*/ 0 w 366"/>
                    <a:gd name="T47" fmla="*/ 0 h 162"/>
                    <a:gd name="T48" fmla="*/ 0 w 366"/>
                    <a:gd name="T49" fmla="*/ 0 h 162"/>
                    <a:gd name="T50" fmla="*/ 0 w 366"/>
                    <a:gd name="T51" fmla="*/ 0 h 162"/>
                    <a:gd name="T52" fmla="*/ 0 w 366"/>
                    <a:gd name="T53" fmla="*/ 0 h 162"/>
                    <a:gd name="T54" fmla="*/ 0 w 366"/>
                    <a:gd name="T55" fmla="*/ 0 h 162"/>
                    <a:gd name="T56" fmla="*/ 0 w 366"/>
                    <a:gd name="T57" fmla="*/ 0 h 162"/>
                    <a:gd name="T58" fmla="*/ 0 w 366"/>
                    <a:gd name="T59" fmla="*/ 0 h 162"/>
                    <a:gd name="T60" fmla="*/ 0 w 366"/>
                    <a:gd name="T61" fmla="*/ 0 h 162"/>
                    <a:gd name="T62" fmla="*/ 0 w 366"/>
                    <a:gd name="T63" fmla="*/ 0 h 162"/>
                    <a:gd name="T64" fmla="*/ 0 w 366"/>
                    <a:gd name="T65" fmla="*/ 0 h 162"/>
                    <a:gd name="T66" fmla="*/ 0 w 366"/>
                    <a:gd name="T67" fmla="*/ 0 h 16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66"/>
                    <a:gd name="T103" fmla="*/ 0 h 162"/>
                    <a:gd name="T104" fmla="*/ 366 w 366"/>
                    <a:gd name="T105" fmla="*/ 162 h 16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66" h="162">
                      <a:moveTo>
                        <a:pt x="3" y="117"/>
                      </a:moveTo>
                      <a:lnTo>
                        <a:pt x="2" y="118"/>
                      </a:lnTo>
                      <a:lnTo>
                        <a:pt x="1" y="118"/>
                      </a:lnTo>
                      <a:lnTo>
                        <a:pt x="0" y="118"/>
                      </a:lnTo>
                      <a:lnTo>
                        <a:pt x="1" y="112"/>
                      </a:lnTo>
                      <a:lnTo>
                        <a:pt x="2" y="102"/>
                      </a:lnTo>
                      <a:lnTo>
                        <a:pt x="5" y="90"/>
                      </a:lnTo>
                      <a:lnTo>
                        <a:pt x="11" y="78"/>
                      </a:lnTo>
                      <a:lnTo>
                        <a:pt x="17" y="65"/>
                      </a:lnTo>
                      <a:lnTo>
                        <a:pt x="28" y="52"/>
                      </a:lnTo>
                      <a:lnTo>
                        <a:pt x="42" y="41"/>
                      </a:lnTo>
                      <a:lnTo>
                        <a:pt x="59" y="31"/>
                      </a:lnTo>
                      <a:lnTo>
                        <a:pt x="72" y="25"/>
                      </a:lnTo>
                      <a:lnTo>
                        <a:pt x="87" y="20"/>
                      </a:lnTo>
                      <a:lnTo>
                        <a:pt x="103" y="15"/>
                      </a:lnTo>
                      <a:lnTo>
                        <a:pt x="122" y="10"/>
                      </a:lnTo>
                      <a:lnTo>
                        <a:pt x="140" y="6"/>
                      </a:lnTo>
                      <a:lnTo>
                        <a:pt x="159" y="3"/>
                      </a:lnTo>
                      <a:lnTo>
                        <a:pt x="179" y="1"/>
                      </a:lnTo>
                      <a:lnTo>
                        <a:pt x="198" y="0"/>
                      </a:lnTo>
                      <a:lnTo>
                        <a:pt x="218" y="0"/>
                      </a:lnTo>
                      <a:lnTo>
                        <a:pt x="237" y="1"/>
                      </a:lnTo>
                      <a:lnTo>
                        <a:pt x="254" y="4"/>
                      </a:lnTo>
                      <a:lnTo>
                        <a:pt x="273" y="8"/>
                      </a:lnTo>
                      <a:lnTo>
                        <a:pt x="289" y="15"/>
                      </a:lnTo>
                      <a:lnTo>
                        <a:pt x="303" y="23"/>
                      </a:lnTo>
                      <a:lnTo>
                        <a:pt x="316" y="33"/>
                      </a:lnTo>
                      <a:lnTo>
                        <a:pt x="327" y="46"/>
                      </a:lnTo>
                      <a:lnTo>
                        <a:pt x="335" y="59"/>
                      </a:lnTo>
                      <a:lnTo>
                        <a:pt x="343" y="74"/>
                      </a:lnTo>
                      <a:lnTo>
                        <a:pt x="349" y="88"/>
                      </a:lnTo>
                      <a:lnTo>
                        <a:pt x="355" y="103"/>
                      </a:lnTo>
                      <a:lnTo>
                        <a:pt x="359" y="118"/>
                      </a:lnTo>
                      <a:lnTo>
                        <a:pt x="362" y="133"/>
                      </a:lnTo>
                      <a:lnTo>
                        <a:pt x="364" y="148"/>
                      </a:lnTo>
                      <a:lnTo>
                        <a:pt x="366" y="162"/>
                      </a:lnTo>
                      <a:lnTo>
                        <a:pt x="363" y="149"/>
                      </a:lnTo>
                      <a:lnTo>
                        <a:pt x="360" y="136"/>
                      </a:lnTo>
                      <a:lnTo>
                        <a:pt x="355" y="123"/>
                      </a:lnTo>
                      <a:lnTo>
                        <a:pt x="350" y="112"/>
                      </a:lnTo>
                      <a:lnTo>
                        <a:pt x="344" y="100"/>
                      </a:lnTo>
                      <a:lnTo>
                        <a:pt x="337" y="88"/>
                      </a:lnTo>
                      <a:lnTo>
                        <a:pt x="330" y="77"/>
                      </a:lnTo>
                      <a:lnTo>
                        <a:pt x="321" y="66"/>
                      </a:lnTo>
                      <a:lnTo>
                        <a:pt x="310" y="56"/>
                      </a:lnTo>
                      <a:lnTo>
                        <a:pt x="299" y="47"/>
                      </a:lnTo>
                      <a:lnTo>
                        <a:pt x="286" y="39"/>
                      </a:lnTo>
                      <a:lnTo>
                        <a:pt x="273" y="33"/>
                      </a:lnTo>
                      <a:lnTo>
                        <a:pt x="259" y="29"/>
                      </a:lnTo>
                      <a:lnTo>
                        <a:pt x="244" y="25"/>
                      </a:lnTo>
                      <a:lnTo>
                        <a:pt x="227" y="23"/>
                      </a:lnTo>
                      <a:lnTo>
                        <a:pt x="210" y="23"/>
                      </a:lnTo>
                      <a:lnTo>
                        <a:pt x="180" y="24"/>
                      </a:lnTo>
                      <a:lnTo>
                        <a:pt x="152" y="28"/>
                      </a:lnTo>
                      <a:lnTo>
                        <a:pt x="128" y="32"/>
                      </a:lnTo>
                      <a:lnTo>
                        <a:pt x="107" y="37"/>
                      </a:lnTo>
                      <a:lnTo>
                        <a:pt x="87" y="44"/>
                      </a:lnTo>
                      <a:lnTo>
                        <a:pt x="71" y="50"/>
                      </a:lnTo>
                      <a:lnTo>
                        <a:pt x="56" y="58"/>
                      </a:lnTo>
                      <a:lnTo>
                        <a:pt x="44" y="65"/>
                      </a:lnTo>
                      <a:lnTo>
                        <a:pt x="34" y="73"/>
                      </a:lnTo>
                      <a:lnTo>
                        <a:pt x="26" y="80"/>
                      </a:lnTo>
                      <a:lnTo>
                        <a:pt x="19" y="89"/>
                      </a:lnTo>
                      <a:lnTo>
                        <a:pt x="14" y="95"/>
                      </a:lnTo>
                      <a:lnTo>
                        <a:pt x="10" y="102"/>
                      </a:lnTo>
                      <a:lnTo>
                        <a:pt x="6" y="108"/>
                      </a:lnTo>
                      <a:lnTo>
                        <a:pt x="4" y="113"/>
                      </a:lnTo>
                      <a:lnTo>
                        <a:pt x="3" y="117"/>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3" name="Freeform 731"/>
                <p:cNvSpPr>
                  <a:spLocks/>
                </p:cNvSpPr>
                <p:nvPr/>
              </p:nvSpPr>
              <p:spPr bwMode="auto">
                <a:xfrm>
                  <a:off x="4888" y="3426"/>
                  <a:ext cx="178" cy="38"/>
                </a:xfrm>
                <a:custGeom>
                  <a:avLst/>
                  <a:gdLst>
                    <a:gd name="T0" fmla="*/ 0 w 893"/>
                    <a:gd name="T1" fmla="*/ 0 h 187"/>
                    <a:gd name="T2" fmla="*/ 0 w 893"/>
                    <a:gd name="T3" fmla="*/ 0 h 187"/>
                    <a:gd name="T4" fmla="*/ 0 w 893"/>
                    <a:gd name="T5" fmla="*/ 0 h 187"/>
                    <a:gd name="T6" fmla="*/ 0 w 893"/>
                    <a:gd name="T7" fmla="*/ 0 h 187"/>
                    <a:gd name="T8" fmla="*/ 0 w 893"/>
                    <a:gd name="T9" fmla="*/ 0 h 187"/>
                    <a:gd name="T10" fmla="*/ 0 w 893"/>
                    <a:gd name="T11" fmla="*/ 0 h 187"/>
                    <a:gd name="T12" fmla="*/ 0 w 893"/>
                    <a:gd name="T13" fmla="*/ 0 h 187"/>
                    <a:gd name="T14" fmla="*/ 0 w 893"/>
                    <a:gd name="T15" fmla="*/ 0 h 187"/>
                    <a:gd name="T16" fmla="*/ 0 w 893"/>
                    <a:gd name="T17" fmla="*/ 0 h 187"/>
                    <a:gd name="T18" fmla="*/ 0 w 893"/>
                    <a:gd name="T19" fmla="*/ 0 h 187"/>
                    <a:gd name="T20" fmla="*/ 0 w 893"/>
                    <a:gd name="T21" fmla="*/ 0 h 187"/>
                    <a:gd name="T22" fmla="*/ 0 w 893"/>
                    <a:gd name="T23" fmla="*/ 0 h 187"/>
                    <a:gd name="T24" fmla="*/ 0 w 893"/>
                    <a:gd name="T25" fmla="*/ 0 h 187"/>
                    <a:gd name="T26" fmla="*/ 0 w 893"/>
                    <a:gd name="T27" fmla="*/ 0 h 187"/>
                    <a:gd name="T28" fmla="*/ 0 w 893"/>
                    <a:gd name="T29" fmla="*/ 0 h 187"/>
                    <a:gd name="T30" fmla="*/ 0 w 893"/>
                    <a:gd name="T31" fmla="*/ 0 h 187"/>
                    <a:gd name="T32" fmla="*/ 0 w 893"/>
                    <a:gd name="T33" fmla="*/ 0 h 187"/>
                    <a:gd name="T34" fmla="*/ 0 w 893"/>
                    <a:gd name="T35" fmla="*/ 0 h 187"/>
                    <a:gd name="T36" fmla="*/ 0 w 893"/>
                    <a:gd name="T37" fmla="*/ 0 h 187"/>
                    <a:gd name="T38" fmla="*/ 0 w 893"/>
                    <a:gd name="T39" fmla="*/ 0 h 187"/>
                    <a:gd name="T40" fmla="*/ 0 w 893"/>
                    <a:gd name="T41" fmla="*/ 0 h 187"/>
                    <a:gd name="T42" fmla="*/ 0 w 893"/>
                    <a:gd name="T43" fmla="*/ 0 h 187"/>
                    <a:gd name="T44" fmla="*/ 0 w 893"/>
                    <a:gd name="T45" fmla="*/ 0 h 187"/>
                    <a:gd name="T46" fmla="*/ 0 w 893"/>
                    <a:gd name="T47" fmla="*/ 0 h 187"/>
                    <a:gd name="T48" fmla="*/ 0 w 893"/>
                    <a:gd name="T49" fmla="*/ 0 h 187"/>
                    <a:gd name="T50" fmla="*/ 0 w 893"/>
                    <a:gd name="T51" fmla="*/ 0 h 187"/>
                    <a:gd name="T52" fmla="*/ 0 w 893"/>
                    <a:gd name="T53" fmla="*/ 0 h 187"/>
                    <a:gd name="T54" fmla="*/ 0 w 893"/>
                    <a:gd name="T55" fmla="*/ 0 h 187"/>
                    <a:gd name="T56" fmla="*/ 0 w 893"/>
                    <a:gd name="T57" fmla="*/ 0 h 187"/>
                    <a:gd name="T58" fmla="*/ 0 w 893"/>
                    <a:gd name="T59" fmla="*/ 0 h 187"/>
                    <a:gd name="T60" fmla="*/ 0 w 893"/>
                    <a:gd name="T61" fmla="*/ 0 h 187"/>
                    <a:gd name="T62" fmla="*/ 0 w 893"/>
                    <a:gd name="T63" fmla="*/ 0 h 187"/>
                    <a:gd name="T64" fmla="*/ 0 w 893"/>
                    <a:gd name="T65" fmla="*/ 0 h 187"/>
                    <a:gd name="T66" fmla="*/ 0 w 893"/>
                    <a:gd name="T67" fmla="*/ 0 h 187"/>
                    <a:gd name="T68" fmla="*/ 0 w 893"/>
                    <a:gd name="T69" fmla="*/ 0 h 187"/>
                    <a:gd name="T70" fmla="*/ 0 w 893"/>
                    <a:gd name="T71" fmla="*/ 0 h 187"/>
                    <a:gd name="T72" fmla="*/ 0 w 893"/>
                    <a:gd name="T73" fmla="*/ 0 h 187"/>
                    <a:gd name="T74" fmla="*/ 0 w 893"/>
                    <a:gd name="T75" fmla="*/ 0 h 187"/>
                    <a:gd name="T76" fmla="*/ 0 w 893"/>
                    <a:gd name="T77" fmla="*/ 0 h 187"/>
                    <a:gd name="T78" fmla="*/ 0 w 893"/>
                    <a:gd name="T79" fmla="*/ 0 h 187"/>
                    <a:gd name="T80" fmla="*/ 0 w 893"/>
                    <a:gd name="T81" fmla="*/ 0 h 18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93"/>
                    <a:gd name="T124" fmla="*/ 0 h 187"/>
                    <a:gd name="T125" fmla="*/ 893 w 893"/>
                    <a:gd name="T126" fmla="*/ 187 h 18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93" h="187">
                      <a:moveTo>
                        <a:pt x="876" y="111"/>
                      </a:moveTo>
                      <a:lnTo>
                        <a:pt x="876" y="111"/>
                      </a:lnTo>
                      <a:lnTo>
                        <a:pt x="875" y="112"/>
                      </a:lnTo>
                      <a:lnTo>
                        <a:pt x="874" y="114"/>
                      </a:lnTo>
                      <a:lnTo>
                        <a:pt x="872" y="116"/>
                      </a:lnTo>
                      <a:lnTo>
                        <a:pt x="1" y="187"/>
                      </a:lnTo>
                      <a:lnTo>
                        <a:pt x="1" y="182"/>
                      </a:lnTo>
                      <a:lnTo>
                        <a:pt x="1" y="176"/>
                      </a:lnTo>
                      <a:lnTo>
                        <a:pt x="1" y="169"/>
                      </a:lnTo>
                      <a:lnTo>
                        <a:pt x="1" y="163"/>
                      </a:lnTo>
                      <a:lnTo>
                        <a:pt x="4" y="164"/>
                      </a:lnTo>
                      <a:lnTo>
                        <a:pt x="5" y="154"/>
                      </a:lnTo>
                      <a:lnTo>
                        <a:pt x="5" y="133"/>
                      </a:lnTo>
                      <a:lnTo>
                        <a:pt x="4" y="101"/>
                      </a:lnTo>
                      <a:lnTo>
                        <a:pt x="0" y="65"/>
                      </a:lnTo>
                      <a:lnTo>
                        <a:pt x="51" y="60"/>
                      </a:lnTo>
                      <a:lnTo>
                        <a:pt x="47" y="97"/>
                      </a:lnTo>
                      <a:lnTo>
                        <a:pt x="45" y="126"/>
                      </a:lnTo>
                      <a:lnTo>
                        <a:pt x="43" y="145"/>
                      </a:lnTo>
                      <a:lnTo>
                        <a:pt x="42" y="153"/>
                      </a:lnTo>
                      <a:lnTo>
                        <a:pt x="42" y="168"/>
                      </a:lnTo>
                      <a:lnTo>
                        <a:pt x="59" y="177"/>
                      </a:lnTo>
                      <a:lnTo>
                        <a:pt x="60" y="177"/>
                      </a:lnTo>
                      <a:lnTo>
                        <a:pt x="61" y="177"/>
                      </a:lnTo>
                      <a:lnTo>
                        <a:pt x="712" y="122"/>
                      </a:lnTo>
                      <a:lnTo>
                        <a:pt x="713" y="121"/>
                      </a:lnTo>
                      <a:lnTo>
                        <a:pt x="714" y="120"/>
                      </a:lnTo>
                      <a:lnTo>
                        <a:pt x="716" y="116"/>
                      </a:lnTo>
                      <a:lnTo>
                        <a:pt x="720" y="109"/>
                      </a:lnTo>
                      <a:lnTo>
                        <a:pt x="725" y="99"/>
                      </a:lnTo>
                      <a:lnTo>
                        <a:pt x="730" y="84"/>
                      </a:lnTo>
                      <a:lnTo>
                        <a:pt x="737" y="66"/>
                      </a:lnTo>
                      <a:lnTo>
                        <a:pt x="743" y="41"/>
                      </a:lnTo>
                      <a:lnTo>
                        <a:pt x="751" y="11"/>
                      </a:lnTo>
                      <a:lnTo>
                        <a:pt x="893" y="0"/>
                      </a:lnTo>
                      <a:lnTo>
                        <a:pt x="884" y="38"/>
                      </a:lnTo>
                      <a:lnTo>
                        <a:pt x="879" y="72"/>
                      </a:lnTo>
                      <a:lnTo>
                        <a:pt x="877" y="99"/>
                      </a:lnTo>
                      <a:lnTo>
                        <a:pt x="876" y="111"/>
                      </a:lnTo>
                      <a:close/>
                    </a:path>
                  </a:pathLst>
                </a:custGeom>
                <a:solidFill>
                  <a:srgbClr val="9BAD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4" name="Freeform 732"/>
                <p:cNvSpPr>
                  <a:spLocks/>
                </p:cNvSpPr>
                <p:nvPr/>
              </p:nvSpPr>
              <p:spPr bwMode="auto">
                <a:xfrm>
                  <a:off x="4723" y="3407"/>
                  <a:ext cx="75" cy="28"/>
                </a:xfrm>
                <a:custGeom>
                  <a:avLst/>
                  <a:gdLst>
                    <a:gd name="T0" fmla="*/ 0 w 374"/>
                    <a:gd name="T1" fmla="*/ 0 h 139"/>
                    <a:gd name="T2" fmla="*/ 0 w 374"/>
                    <a:gd name="T3" fmla="*/ 0 h 139"/>
                    <a:gd name="T4" fmla="*/ 0 w 374"/>
                    <a:gd name="T5" fmla="*/ 0 h 139"/>
                    <a:gd name="T6" fmla="*/ 0 w 374"/>
                    <a:gd name="T7" fmla="*/ 0 h 139"/>
                    <a:gd name="T8" fmla="*/ 0 w 374"/>
                    <a:gd name="T9" fmla="*/ 0 h 139"/>
                    <a:gd name="T10" fmla="*/ 0 w 374"/>
                    <a:gd name="T11" fmla="*/ 0 h 139"/>
                    <a:gd name="T12" fmla="*/ 0 w 374"/>
                    <a:gd name="T13" fmla="*/ 0 h 139"/>
                    <a:gd name="T14" fmla="*/ 0 w 374"/>
                    <a:gd name="T15" fmla="*/ 0 h 139"/>
                    <a:gd name="T16" fmla="*/ 0 w 374"/>
                    <a:gd name="T17" fmla="*/ 0 h 139"/>
                    <a:gd name="T18" fmla="*/ 0 w 374"/>
                    <a:gd name="T19" fmla="*/ 0 h 139"/>
                    <a:gd name="T20" fmla="*/ 0 w 374"/>
                    <a:gd name="T21" fmla="*/ 0 h 139"/>
                    <a:gd name="T22" fmla="*/ 0 w 374"/>
                    <a:gd name="T23" fmla="*/ 0 h 139"/>
                    <a:gd name="T24" fmla="*/ 0 w 374"/>
                    <a:gd name="T25" fmla="*/ 0 h 139"/>
                    <a:gd name="T26" fmla="*/ 0 w 374"/>
                    <a:gd name="T27" fmla="*/ 0 h 139"/>
                    <a:gd name="T28" fmla="*/ 0 w 374"/>
                    <a:gd name="T29" fmla="*/ 0 h 139"/>
                    <a:gd name="T30" fmla="*/ 0 w 374"/>
                    <a:gd name="T31" fmla="*/ 0 h 139"/>
                    <a:gd name="T32" fmla="*/ 0 w 374"/>
                    <a:gd name="T33" fmla="*/ 0 h 139"/>
                    <a:gd name="T34" fmla="*/ 0 w 374"/>
                    <a:gd name="T35" fmla="*/ 0 h 139"/>
                    <a:gd name="T36" fmla="*/ 0 w 374"/>
                    <a:gd name="T37" fmla="*/ 0 h 139"/>
                    <a:gd name="T38" fmla="*/ 0 w 374"/>
                    <a:gd name="T39" fmla="*/ 0 h 139"/>
                    <a:gd name="T40" fmla="*/ 0 w 374"/>
                    <a:gd name="T41" fmla="*/ 0 h 139"/>
                    <a:gd name="T42" fmla="*/ 0 w 374"/>
                    <a:gd name="T43" fmla="*/ 0 h 139"/>
                    <a:gd name="T44" fmla="*/ 0 w 374"/>
                    <a:gd name="T45" fmla="*/ 0 h 139"/>
                    <a:gd name="T46" fmla="*/ 0 w 374"/>
                    <a:gd name="T47" fmla="*/ 0 h 139"/>
                    <a:gd name="T48" fmla="*/ 0 w 374"/>
                    <a:gd name="T49" fmla="*/ 0 h 139"/>
                    <a:gd name="T50" fmla="*/ 0 w 374"/>
                    <a:gd name="T51" fmla="*/ 0 h 139"/>
                    <a:gd name="T52" fmla="*/ 0 w 374"/>
                    <a:gd name="T53" fmla="*/ 0 h 139"/>
                    <a:gd name="T54" fmla="*/ 0 w 374"/>
                    <a:gd name="T55" fmla="*/ 0 h 139"/>
                    <a:gd name="T56" fmla="*/ 0 w 374"/>
                    <a:gd name="T57" fmla="*/ 0 h 139"/>
                    <a:gd name="T58" fmla="*/ 0 w 374"/>
                    <a:gd name="T59" fmla="*/ 0 h 139"/>
                    <a:gd name="T60" fmla="*/ 0 w 374"/>
                    <a:gd name="T61" fmla="*/ 0 h 139"/>
                    <a:gd name="T62" fmla="*/ 0 w 374"/>
                    <a:gd name="T63" fmla="*/ 0 h 13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4"/>
                    <a:gd name="T97" fmla="*/ 0 h 139"/>
                    <a:gd name="T98" fmla="*/ 374 w 374"/>
                    <a:gd name="T99" fmla="*/ 139 h 13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4" h="139">
                      <a:moveTo>
                        <a:pt x="29" y="0"/>
                      </a:moveTo>
                      <a:lnTo>
                        <a:pt x="32" y="4"/>
                      </a:lnTo>
                      <a:lnTo>
                        <a:pt x="36" y="10"/>
                      </a:lnTo>
                      <a:lnTo>
                        <a:pt x="42" y="16"/>
                      </a:lnTo>
                      <a:lnTo>
                        <a:pt x="51" y="23"/>
                      </a:lnTo>
                      <a:lnTo>
                        <a:pt x="62" y="30"/>
                      </a:lnTo>
                      <a:lnTo>
                        <a:pt x="76" y="38"/>
                      </a:lnTo>
                      <a:lnTo>
                        <a:pt x="93" y="47"/>
                      </a:lnTo>
                      <a:lnTo>
                        <a:pt x="115" y="55"/>
                      </a:lnTo>
                      <a:lnTo>
                        <a:pt x="130" y="61"/>
                      </a:lnTo>
                      <a:lnTo>
                        <a:pt x="147" y="65"/>
                      </a:lnTo>
                      <a:lnTo>
                        <a:pt x="164" y="69"/>
                      </a:lnTo>
                      <a:lnTo>
                        <a:pt x="183" y="72"/>
                      </a:lnTo>
                      <a:lnTo>
                        <a:pt x="201" y="76"/>
                      </a:lnTo>
                      <a:lnTo>
                        <a:pt x="218" y="79"/>
                      </a:lnTo>
                      <a:lnTo>
                        <a:pt x="236" y="81"/>
                      </a:lnTo>
                      <a:lnTo>
                        <a:pt x="255" y="82"/>
                      </a:lnTo>
                      <a:lnTo>
                        <a:pt x="271" y="84"/>
                      </a:lnTo>
                      <a:lnTo>
                        <a:pt x="287" y="85"/>
                      </a:lnTo>
                      <a:lnTo>
                        <a:pt x="302" y="86"/>
                      </a:lnTo>
                      <a:lnTo>
                        <a:pt x="315" y="86"/>
                      </a:lnTo>
                      <a:lnTo>
                        <a:pt x="327" y="87"/>
                      </a:lnTo>
                      <a:lnTo>
                        <a:pt x="337" y="87"/>
                      </a:lnTo>
                      <a:lnTo>
                        <a:pt x="344" y="87"/>
                      </a:lnTo>
                      <a:lnTo>
                        <a:pt x="350" y="87"/>
                      </a:lnTo>
                      <a:lnTo>
                        <a:pt x="354" y="93"/>
                      </a:lnTo>
                      <a:lnTo>
                        <a:pt x="359" y="101"/>
                      </a:lnTo>
                      <a:lnTo>
                        <a:pt x="365" y="110"/>
                      </a:lnTo>
                      <a:lnTo>
                        <a:pt x="369" y="119"/>
                      </a:lnTo>
                      <a:lnTo>
                        <a:pt x="370" y="124"/>
                      </a:lnTo>
                      <a:lnTo>
                        <a:pt x="372" y="129"/>
                      </a:lnTo>
                      <a:lnTo>
                        <a:pt x="373" y="135"/>
                      </a:lnTo>
                      <a:lnTo>
                        <a:pt x="374" y="139"/>
                      </a:lnTo>
                      <a:lnTo>
                        <a:pt x="365" y="139"/>
                      </a:lnTo>
                      <a:lnTo>
                        <a:pt x="354" y="138"/>
                      </a:lnTo>
                      <a:lnTo>
                        <a:pt x="342" y="138"/>
                      </a:lnTo>
                      <a:lnTo>
                        <a:pt x="330" y="137"/>
                      </a:lnTo>
                      <a:lnTo>
                        <a:pt x="317" y="137"/>
                      </a:lnTo>
                      <a:lnTo>
                        <a:pt x="303" y="136"/>
                      </a:lnTo>
                      <a:lnTo>
                        <a:pt x="289" y="136"/>
                      </a:lnTo>
                      <a:lnTo>
                        <a:pt x="273" y="135"/>
                      </a:lnTo>
                      <a:lnTo>
                        <a:pt x="245" y="133"/>
                      </a:lnTo>
                      <a:lnTo>
                        <a:pt x="219" y="129"/>
                      </a:lnTo>
                      <a:lnTo>
                        <a:pt x="195" y="126"/>
                      </a:lnTo>
                      <a:lnTo>
                        <a:pt x="174" y="122"/>
                      </a:lnTo>
                      <a:lnTo>
                        <a:pt x="153" y="117"/>
                      </a:lnTo>
                      <a:lnTo>
                        <a:pt x="135" y="111"/>
                      </a:lnTo>
                      <a:lnTo>
                        <a:pt x="118" y="106"/>
                      </a:lnTo>
                      <a:lnTo>
                        <a:pt x="103" y="99"/>
                      </a:lnTo>
                      <a:lnTo>
                        <a:pt x="88" y="93"/>
                      </a:lnTo>
                      <a:lnTo>
                        <a:pt x="75" y="86"/>
                      </a:lnTo>
                      <a:lnTo>
                        <a:pt x="63" y="80"/>
                      </a:lnTo>
                      <a:lnTo>
                        <a:pt x="52" y="73"/>
                      </a:lnTo>
                      <a:lnTo>
                        <a:pt x="42" y="66"/>
                      </a:lnTo>
                      <a:lnTo>
                        <a:pt x="34" y="59"/>
                      </a:lnTo>
                      <a:lnTo>
                        <a:pt x="26" y="53"/>
                      </a:lnTo>
                      <a:lnTo>
                        <a:pt x="19" y="47"/>
                      </a:lnTo>
                      <a:lnTo>
                        <a:pt x="9" y="37"/>
                      </a:lnTo>
                      <a:lnTo>
                        <a:pt x="3" y="28"/>
                      </a:lnTo>
                      <a:lnTo>
                        <a:pt x="1" y="23"/>
                      </a:lnTo>
                      <a:lnTo>
                        <a:pt x="0" y="18"/>
                      </a:lnTo>
                      <a:lnTo>
                        <a:pt x="6" y="13"/>
                      </a:lnTo>
                      <a:lnTo>
                        <a:pt x="13" y="8"/>
                      </a:lnTo>
                      <a:lnTo>
                        <a:pt x="22" y="3"/>
                      </a:lnTo>
                      <a:lnTo>
                        <a:pt x="29" y="0"/>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5" name="Freeform 733"/>
                <p:cNvSpPr>
                  <a:spLocks/>
                </p:cNvSpPr>
                <p:nvPr/>
              </p:nvSpPr>
              <p:spPr bwMode="auto">
                <a:xfrm>
                  <a:off x="4722" y="3419"/>
                  <a:ext cx="93" cy="36"/>
                </a:xfrm>
                <a:custGeom>
                  <a:avLst/>
                  <a:gdLst>
                    <a:gd name="T0" fmla="*/ 0 w 465"/>
                    <a:gd name="T1" fmla="*/ 0 h 179"/>
                    <a:gd name="T2" fmla="*/ 0 w 465"/>
                    <a:gd name="T3" fmla="*/ 0 h 179"/>
                    <a:gd name="T4" fmla="*/ 0 w 465"/>
                    <a:gd name="T5" fmla="*/ 0 h 179"/>
                    <a:gd name="T6" fmla="*/ 0 w 465"/>
                    <a:gd name="T7" fmla="*/ 0 h 179"/>
                    <a:gd name="T8" fmla="*/ 0 w 465"/>
                    <a:gd name="T9" fmla="*/ 0 h 179"/>
                    <a:gd name="T10" fmla="*/ 0 w 465"/>
                    <a:gd name="T11" fmla="*/ 0 h 179"/>
                    <a:gd name="T12" fmla="*/ 0 w 465"/>
                    <a:gd name="T13" fmla="*/ 0 h 179"/>
                    <a:gd name="T14" fmla="*/ 0 w 465"/>
                    <a:gd name="T15" fmla="*/ 0 h 179"/>
                    <a:gd name="T16" fmla="*/ 0 w 465"/>
                    <a:gd name="T17" fmla="*/ 0 h 179"/>
                    <a:gd name="T18" fmla="*/ 0 w 465"/>
                    <a:gd name="T19" fmla="*/ 0 h 179"/>
                    <a:gd name="T20" fmla="*/ 0 w 465"/>
                    <a:gd name="T21" fmla="*/ 0 h 179"/>
                    <a:gd name="T22" fmla="*/ 0 w 465"/>
                    <a:gd name="T23" fmla="*/ 0 h 179"/>
                    <a:gd name="T24" fmla="*/ 0 w 465"/>
                    <a:gd name="T25" fmla="*/ 0 h 179"/>
                    <a:gd name="T26" fmla="*/ 0 w 465"/>
                    <a:gd name="T27" fmla="*/ 0 h 179"/>
                    <a:gd name="T28" fmla="*/ 0 w 465"/>
                    <a:gd name="T29" fmla="*/ 0 h 179"/>
                    <a:gd name="T30" fmla="*/ 0 w 465"/>
                    <a:gd name="T31" fmla="*/ 0 h 179"/>
                    <a:gd name="T32" fmla="*/ 0 w 465"/>
                    <a:gd name="T33" fmla="*/ 0 h 179"/>
                    <a:gd name="T34" fmla="*/ 0 w 465"/>
                    <a:gd name="T35" fmla="*/ 0 h 179"/>
                    <a:gd name="T36" fmla="*/ 0 w 465"/>
                    <a:gd name="T37" fmla="*/ 0 h 179"/>
                    <a:gd name="T38" fmla="*/ 0 w 465"/>
                    <a:gd name="T39" fmla="*/ 0 h 179"/>
                    <a:gd name="T40" fmla="*/ 0 w 465"/>
                    <a:gd name="T41" fmla="*/ 0 h 179"/>
                    <a:gd name="T42" fmla="*/ 0 w 465"/>
                    <a:gd name="T43" fmla="*/ 0 h 179"/>
                    <a:gd name="T44" fmla="*/ 0 w 465"/>
                    <a:gd name="T45" fmla="*/ 0 h 179"/>
                    <a:gd name="T46" fmla="*/ 0 w 465"/>
                    <a:gd name="T47" fmla="*/ 0 h 179"/>
                    <a:gd name="T48" fmla="*/ 0 w 465"/>
                    <a:gd name="T49" fmla="*/ 0 h 179"/>
                    <a:gd name="T50" fmla="*/ 0 w 465"/>
                    <a:gd name="T51" fmla="*/ 0 h 179"/>
                    <a:gd name="T52" fmla="*/ 0 w 465"/>
                    <a:gd name="T53" fmla="*/ 0 h 179"/>
                    <a:gd name="T54" fmla="*/ 0 w 465"/>
                    <a:gd name="T55" fmla="*/ 0 h 179"/>
                    <a:gd name="T56" fmla="*/ 0 w 465"/>
                    <a:gd name="T57" fmla="*/ 0 h 179"/>
                    <a:gd name="T58" fmla="*/ 0 w 465"/>
                    <a:gd name="T59" fmla="*/ 0 h 179"/>
                    <a:gd name="T60" fmla="*/ 0 w 465"/>
                    <a:gd name="T61" fmla="*/ 0 h 179"/>
                    <a:gd name="T62" fmla="*/ 0 w 465"/>
                    <a:gd name="T63" fmla="*/ 0 h 179"/>
                    <a:gd name="T64" fmla="*/ 0 w 465"/>
                    <a:gd name="T65" fmla="*/ 0 h 179"/>
                    <a:gd name="T66" fmla="*/ 0 w 465"/>
                    <a:gd name="T67" fmla="*/ 0 h 179"/>
                    <a:gd name="T68" fmla="*/ 0 w 465"/>
                    <a:gd name="T69" fmla="*/ 0 h 179"/>
                    <a:gd name="T70" fmla="*/ 0 w 465"/>
                    <a:gd name="T71" fmla="*/ 0 h 179"/>
                    <a:gd name="T72" fmla="*/ 0 w 465"/>
                    <a:gd name="T73" fmla="*/ 0 h 179"/>
                    <a:gd name="T74" fmla="*/ 0 w 465"/>
                    <a:gd name="T75" fmla="*/ 0 h 179"/>
                    <a:gd name="T76" fmla="*/ 0 w 465"/>
                    <a:gd name="T77" fmla="*/ 0 h 179"/>
                    <a:gd name="T78" fmla="*/ 0 w 465"/>
                    <a:gd name="T79" fmla="*/ 0 h 179"/>
                    <a:gd name="T80" fmla="*/ 0 w 465"/>
                    <a:gd name="T81" fmla="*/ 0 h 179"/>
                    <a:gd name="T82" fmla="*/ 0 w 465"/>
                    <a:gd name="T83" fmla="*/ 0 h 179"/>
                    <a:gd name="T84" fmla="*/ 0 w 465"/>
                    <a:gd name="T85" fmla="*/ 0 h 179"/>
                    <a:gd name="T86" fmla="*/ 0 w 465"/>
                    <a:gd name="T87" fmla="*/ 0 h 179"/>
                    <a:gd name="T88" fmla="*/ 0 w 465"/>
                    <a:gd name="T89" fmla="*/ 0 h 17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65"/>
                    <a:gd name="T136" fmla="*/ 0 h 179"/>
                    <a:gd name="T137" fmla="*/ 465 w 465"/>
                    <a:gd name="T138" fmla="*/ 179 h 17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65" h="179">
                      <a:moveTo>
                        <a:pt x="11" y="11"/>
                      </a:moveTo>
                      <a:lnTo>
                        <a:pt x="18" y="18"/>
                      </a:lnTo>
                      <a:lnTo>
                        <a:pt x="26" y="24"/>
                      </a:lnTo>
                      <a:lnTo>
                        <a:pt x="34" y="31"/>
                      </a:lnTo>
                      <a:lnTo>
                        <a:pt x="45" y="38"/>
                      </a:lnTo>
                      <a:lnTo>
                        <a:pt x="56" y="45"/>
                      </a:lnTo>
                      <a:lnTo>
                        <a:pt x="68" y="52"/>
                      </a:lnTo>
                      <a:lnTo>
                        <a:pt x="81" y="59"/>
                      </a:lnTo>
                      <a:lnTo>
                        <a:pt x="96" y="65"/>
                      </a:lnTo>
                      <a:lnTo>
                        <a:pt x="112" y="72"/>
                      </a:lnTo>
                      <a:lnTo>
                        <a:pt x="129" y="77"/>
                      </a:lnTo>
                      <a:lnTo>
                        <a:pt x="149" y="82"/>
                      </a:lnTo>
                      <a:lnTo>
                        <a:pt x="169" y="88"/>
                      </a:lnTo>
                      <a:lnTo>
                        <a:pt x="192" y="92"/>
                      </a:lnTo>
                      <a:lnTo>
                        <a:pt x="216" y="95"/>
                      </a:lnTo>
                      <a:lnTo>
                        <a:pt x="243" y="98"/>
                      </a:lnTo>
                      <a:lnTo>
                        <a:pt x="271" y="101"/>
                      </a:lnTo>
                      <a:lnTo>
                        <a:pt x="293" y="102"/>
                      </a:lnTo>
                      <a:lnTo>
                        <a:pt x="315" y="104"/>
                      </a:lnTo>
                      <a:lnTo>
                        <a:pt x="334" y="104"/>
                      </a:lnTo>
                      <a:lnTo>
                        <a:pt x="351" y="105"/>
                      </a:lnTo>
                      <a:lnTo>
                        <a:pt x="368" y="106"/>
                      </a:lnTo>
                      <a:lnTo>
                        <a:pt x="383" y="106"/>
                      </a:lnTo>
                      <a:lnTo>
                        <a:pt x="397" y="106"/>
                      </a:lnTo>
                      <a:lnTo>
                        <a:pt x="409" y="106"/>
                      </a:lnTo>
                      <a:lnTo>
                        <a:pt x="419" y="106"/>
                      </a:lnTo>
                      <a:lnTo>
                        <a:pt x="429" y="106"/>
                      </a:lnTo>
                      <a:lnTo>
                        <a:pt x="438" y="106"/>
                      </a:lnTo>
                      <a:lnTo>
                        <a:pt x="445" y="105"/>
                      </a:lnTo>
                      <a:lnTo>
                        <a:pt x="451" y="105"/>
                      </a:lnTo>
                      <a:lnTo>
                        <a:pt x="456" y="105"/>
                      </a:lnTo>
                      <a:lnTo>
                        <a:pt x="461" y="104"/>
                      </a:lnTo>
                      <a:lnTo>
                        <a:pt x="465" y="104"/>
                      </a:lnTo>
                      <a:lnTo>
                        <a:pt x="464" y="109"/>
                      </a:lnTo>
                      <a:lnTo>
                        <a:pt x="464" y="115"/>
                      </a:lnTo>
                      <a:lnTo>
                        <a:pt x="464" y="122"/>
                      </a:lnTo>
                      <a:lnTo>
                        <a:pt x="463" y="130"/>
                      </a:lnTo>
                      <a:lnTo>
                        <a:pt x="461" y="142"/>
                      </a:lnTo>
                      <a:lnTo>
                        <a:pt x="458" y="152"/>
                      </a:lnTo>
                      <a:lnTo>
                        <a:pt x="455" y="163"/>
                      </a:lnTo>
                      <a:lnTo>
                        <a:pt x="452" y="174"/>
                      </a:lnTo>
                      <a:lnTo>
                        <a:pt x="451" y="173"/>
                      </a:lnTo>
                      <a:lnTo>
                        <a:pt x="451" y="172"/>
                      </a:lnTo>
                      <a:lnTo>
                        <a:pt x="448" y="173"/>
                      </a:lnTo>
                      <a:lnTo>
                        <a:pt x="446" y="173"/>
                      </a:lnTo>
                      <a:lnTo>
                        <a:pt x="443" y="174"/>
                      </a:lnTo>
                      <a:lnTo>
                        <a:pt x="439" y="175"/>
                      </a:lnTo>
                      <a:lnTo>
                        <a:pt x="433" y="176"/>
                      </a:lnTo>
                      <a:lnTo>
                        <a:pt x="426" y="177"/>
                      </a:lnTo>
                      <a:lnTo>
                        <a:pt x="417" y="177"/>
                      </a:lnTo>
                      <a:lnTo>
                        <a:pt x="406" y="178"/>
                      </a:lnTo>
                      <a:lnTo>
                        <a:pt x="393" y="179"/>
                      </a:lnTo>
                      <a:lnTo>
                        <a:pt x="379" y="179"/>
                      </a:lnTo>
                      <a:lnTo>
                        <a:pt x="362" y="179"/>
                      </a:lnTo>
                      <a:lnTo>
                        <a:pt x="343" y="179"/>
                      </a:lnTo>
                      <a:lnTo>
                        <a:pt x="321" y="178"/>
                      </a:lnTo>
                      <a:lnTo>
                        <a:pt x="296" y="177"/>
                      </a:lnTo>
                      <a:lnTo>
                        <a:pt x="269" y="176"/>
                      </a:lnTo>
                      <a:lnTo>
                        <a:pt x="248" y="174"/>
                      </a:lnTo>
                      <a:lnTo>
                        <a:pt x="226" y="172"/>
                      </a:lnTo>
                      <a:lnTo>
                        <a:pt x="206" y="170"/>
                      </a:lnTo>
                      <a:lnTo>
                        <a:pt x="186" y="166"/>
                      </a:lnTo>
                      <a:lnTo>
                        <a:pt x="168" y="163"/>
                      </a:lnTo>
                      <a:lnTo>
                        <a:pt x="150" y="159"/>
                      </a:lnTo>
                      <a:lnTo>
                        <a:pt x="134" y="153"/>
                      </a:lnTo>
                      <a:lnTo>
                        <a:pt x="117" y="148"/>
                      </a:lnTo>
                      <a:lnTo>
                        <a:pt x="101" y="143"/>
                      </a:lnTo>
                      <a:lnTo>
                        <a:pt x="87" y="136"/>
                      </a:lnTo>
                      <a:lnTo>
                        <a:pt x="73" y="130"/>
                      </a:lnTo>
                      <a:lnTo>
                        <a:pt x="60" y="122"/>
                      </a:lnTo>
                      <a:lnTo>
                        <a:pt x="47" y="115"/>
                      </a:lnTo>
                      <a:lnTo>
                        <a:pt x="37" y="107"/>
                      </a:lnTo>
                      <a:lnTo>
                        <a:pt x="26" y="98"/>
                      </a:lnTo>
                      <a:lnTo>
                        <a:pt x="16" y="89"/>
                      </a:lnTo>
                      <a:lnTo>
                        <a:pt x="11" y="83"/>
                      </a:lnTo>
                      <a:lnTo>
                        <a:pt x="7" y="78"/>
                      </a:lnTo>
                      <a:lnTo>
                        <a:pt x="4" y="74"/>
                      </a:lnTo>
                      <a:lnTo>
                        <a:pt x="2" y="69"/>
                      </a:lnTo>
                      <a:lnTo>
                        <a:pt x="2" y="67"/>
                      </a:lnTo>
                      <a:lnTo>
                        <a:pt x="2" y="66"/>
                      </a:lnTo>
                      <a:lnTo>
                        <a:pt x="1" y="64"/>
                      </a:lnTo>
                      <a:lnTo>
                        <a:pt x="1" y="63"/>
                      </a:lnTo>
                      <a:lnTo>
                        <a:pt x="0" y="51"/>
                      </a:lnTo>
                      <a:lnTo>
                        <a:pt x="0" y="35"/>
                      </a:lnTo>
                      <a:lnTo>
                        <a:pt x="0" y="18"/>
                      </a:lnTo>
                      <a:lnTo>
                        <a:pt x="0" y="0"/>
                      </a:lnTo>
                      <a:lnTo>
                        <a:pt x="2" y="3"/>
                      </a:lnTo>
                      <a:lnTo>
                        <a:pt x="5" y="6"/>
                      </a:lnTo>
                      <a:lnTo>
                        <a:pt x="7" y="8"/>
                      </a:lnTo>
                      <a:lnTo>
                        <a:pt x="11" y="11"/>
                      </a:lnTo>
                      <a:close/>
                    </a:path>
                  </a:pathLst>
                </a:custGeom>
                <a:solidFill>
                  <a:srgbClr val="02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6" name="Freeform 734"/>
                <p:cNvSpPr>
                  <a:spLocks/>
                </p:cNvSpPr>
                <p:nvPr/>
              </p:nvSpPr>
              <p:spPr bwMode="auto">
                <a:xfrm>
                  <a:off x="4728" y="3447"/>
                  <a:ext cx="77" cy="28"/>
                </a:xfrm>
                <a:custGeom>
                  <a:avLst/>
                  <a:gdLst>
                    <a:gd name="T0" fmla="*/ 0 w 387"/>
                    <a:gd name="T1" fmla="*/ 0 h 141"/>
                    <a:gd name="T2" fmla="*/ 0 w 387"/>
                    <a:gd name="T3" fmla="*/ 0 h 141"/>
                    <a:gd name="T4" fmla="*/ 0 w 387"/>
                    <a:gd name="T5" fmla="*/ 0 h 141"/>
                    <a:gd name="T6" fmla="*/ 0 w 387"/>
                    <a:gd name="T7" fmla="*/ 0 h 141"/>
                    <a:gd name="T8" fmla="*/ 0 w 387"/>
                    <a:gd name="T9" fmla="*/ 0 h 141"/>
                    <a:gd name="T10" fmla="*/ 0 w 387"/>
                    <a:gd name="T11" fmla="*/ 0 h 141"/>
                    <a:gd name="T12" fmla="*/ 0 w 387"/>
                    <a:gd name="T13" fmla="*/ 0 h 141"/>
                    <a:gd name="T14" fmla="*/ 0 w 387"/>
                    <a:gd name="T15" fmla="*/ 0 h 141"/>
                    <a:gd name="T16" fmla="*/ 0 w 387"/>
                    <a:gd name="T17" fmla="*/ 0 h 141"/>
                    <a:gd name="T18" fmla="*/ 0 w 387"/>
                    <a:gd name="T19" fmla="*/ 0 h 141"/>
                    <a:gd name="T20" fmla="*/ 0 w 387"/>
                    <a:gd name="T21" fmla="*/ 0 h 141"/>
                    <a:gd name="T22" fmla="*/ 0 w 387"/>
                    <a:gd name="T23" fmla="*/ 0 h 141"/>
                    <a:gd name="T24" fmla="*/ 0 w 387"/>
                    <a:gd name="T25" fmla="*/ 0 h 141"/>
                    <a:gd name="T26" fmla="*/ 0 w 387"/>
                    <a:gd name="T27" fmla="*/ 0 h 141"/>
                    <a:gd name="T28" fmla="*/ 0 w 387"/>
                    <a:gd name="T29" fmla="*/ 0 h 141"/>
                    <a:gd name="T30" fmla="*/ 0 w 387"/>
                    <a:gd name="T31" fmla="*/ 0 h 141"/>
                    <a:gd name="T32" fmla="*/ 0 w 387"/>
                    <a:gd name="T33" fmla="*/ 0 h 141"/>
                    <a:gd name="T34" fmla="*/ 0 w 387"/>
                    <a:gd name="T35" fmla="*/ 0 h 141"/>
                    <a:gd name="T36" fmla="*/ 0 w 387"/>
                    <a:gd name="T37" fmla="*/ 0 h 141"/>
                    <a:gd name="T38" fmla="*/ 0 w 387"/>
                    <a:gd name="T39" fmla="*/ 0 h 141"/>
                    <a:gd name="T40" fmla="*/ 0 w 387"/>
                    <a:gd name="T41" fmla="*/ 0 h 141"/>
                    <a:gd name="T42" fmla="*/ 0 w 387"/>
                    <a:gd name="T43" fmla="*/ 0 h 141"/>
                    <a:gd name="T44" fmla="*/ 0 w 387"/>
                    <a:gd name="T45" fmla="*/ 0 h 141"/>
                    <a:gd name="T46" fmla="*/ 0 w 387"/>
                    <a:gd name="T47" fmla="*/ 0 h 141"/>
                    <a:gd name="T48" fmla="*/ 0 w 387"/>
                    <a:gd name="T49" fmla="*/ 0 h 141"/>
                    <a:gd name="T50" fmla="*/ 0 w 387"/>
                    <a:gd name="T51" fmla="*/ 0 h 141"/>
                    <a:gd name="T52" fmla="*/ 0 w 387"/>
                    <a:gd name="T53" fmla="*/ 0 h 141"/>
                    <a:gd name="T54" fmla="*/ 0 w 387"/>
                    <a:gd name="T55" fmla="*/ 0 h 141"/>
                    <a:gd name="T56" fmla="*/ 0 w 387"/>
                    <a:gd name="T57" fmla="*/ 0 h 141"/>
                    <a:gd name="T58" fmla="*/ 0 w 387"/>
                    <a:gd name="T59" fmla="*/ 0 h 141"/>
                    <a:gd name="T60" fmla="*/ 0 w 387"/>
                    <a:gd name="T61" fmla="*/ 0 h 141"/>
                    <a:gd name="T62" fmla="*/ 0 w 387"/>
                    <a:gd name="T63" fmla="*/ 0 h 141"/>
                    <a:gd name="T64" fmla="*/ 0 w 387"/>
                    <a:gd name="T65" fmla="*/ 0 h 141"/>
                    <a:gd name="T66" fmla="*/ 0 w 387"/>
                    <a:gd name="T67" fmla="*/ 0 h 141"/>
                    <a:gd name="T68" fmla="*/ 0 w 387"/>
                    <a:gd name="T69" fmla="*/ 0 h 141"/>
                    <a:gd name="T70" fmla="*/ 0 w 387"/>
                    <a:gd name="T71" fmla="*/ 0 h 141"/>
                    <a:gd name="T72" fmla="*/ 0 w 387"/>
                    <a:gd name="T73" fmla="*/ 0 h 141"/>
                    <a:gd name="T74" fmla="*/ 0 w 387"/>
                    <a:gd name="T75" fmla="*/ 0 h 141"/>
                    <a:gd name="T76" fmla="*/ 0 w 387"/>
                    <a:gd name="T77" fmla="*/ 0 h 141"/>
                    <a:gd name="T78" fmla="*/ 0 w 387"/>
                    <a:gd name="T79" fmla="*/ 0 h 141"/>
                    <a:gd name="T80" fmla="*/ 0 w 387"/>
                    <a:gd name="T81" fmla="*/ 0 h 141"/>
                    <a:gd name="T82" fmla="*/ 0 w 387"/>
                    <a:gd name="T83" fmla="*/ 0 h 141"/>
                    <a:gd name="T84" fmla="*/ 0 w 387"/>
                    <a:gd name="T85" fmla="*/ 0 h 141"/>
                    <a:gd name="T86" fmla="*/ 0 w 387"/>
                    <a:gd name="T87" fmla="*/ 0 h 141"/>
                    <a:gd name="T88" fmla="*/ 0 w 387"/>
                    <a:gd name="T89" fmla="*/ 0 h 141"/>
                    <a:gd name="T90" fmla="*/ 0 w 387"/>
                    <a:gd name="T91" fmla="*/ 0 h 141"/>
                    <a:gd name="T92" fmla="*/ 0 w 387"/>
                    <a:gd name="T93" fmla="*/ 0 h 141"/>
                    <a:gd name="T94" fmla="*/ 0 w 387"/>
                    <a:gd name="T95" fmla="*/ 0 h 141"/>
                    <a:gd name="T96" fmla="*/ 0 w 387"/>
                    <a:gd name="T97" fmla="*/ 0 h 141"/>
                    <a:gd name="T98" fmla="*/ 0 w 387"/>
                    <a:gd name="T99" fmla="*/ 0 h 141"/>
                    <a:gd name="T100" fmla="*/ 0 w 387"/>
                    <a:gd name="T101" fmla="*/ 0 h 14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87"/>
                    <a:gd name="T154" fmla="*/ 0 h 141"/>
                    <a:gd name="T155" fmla="*/ 387 w 387"/>
                    <a:gd name="T156" fmla="*/ 141 h 14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87" h="141">
                      <a:moveTo>
                        <a:pt x="7" y="23"/>
                      </a:moveTo>
                      <a:lnTo>
                        <a:pt x="0" y="0"/>
                      </a:lnTo>
                      <a:lnTo>
                        <a:pt x="9" y="8"/>
                      </a:lnTo>
                      <a:lnTo>
                        <a:pt x="18" y="16"/>
                      </a:lnTo>
                      <a:lnTo>
                        <a:pt x="30" y="23"/>
                      </a:lnTo>
                      <a:lnTo>
                        <a:pt x="43" y="31"/>
                      </a:lnTo>
                      <a:lnTo>
                        <a:pt x="57" y="38"/>
                      </a:lnTo>
                      <a:lnTo>
                        <a:pt x="73" y="46"/>
                      </a:lnTo>
                      <a:lnTo>
                        <a:pt x="90" y="53"/>
                      </a:lnTo>
                      <a:lnTo>
                        <a:pt x="109" y="60"/>
                      </a:lnTo>
                      <a:lnTo>
                        <a:pt x="128" y="66"/>
                      </a:lnTo>
                      <a:lnTo>
                        <a:pt x="149" y="72"/>
                      </a:lnTo>
                      <a:lnTo>
                        <a:pt x="171" y="77"/>
                      </a:lnTo>
                      <a:lnTo>
                        <a:pt x="194" y="81"/>
                      </a:lnTo>
                      <a:lnTo>
                        <a:pt x="218" y="84"/>
                      </a:lnTo>
                      <a:lnTo>
                        <a:pt x="244" y="87"/>
                      </a:lnTo>
                      <a:lnTo>
                        <a:pt x="270" y="88"/>
                      </a:lnTo>
                      <a:lnTo>
                        <a:pt x="296" y="88"/>
                      </a:lnTo>
                      <a:lnTo>
                        <a:pt x="316" y="87"/>
                      </a:lnTo>
                      <a:lnTo>
                        <a:pt x="333" y="87"/>
                      </a:lnTo>
                      <a:lnTo>
                        <a:pt x="347" y="87"/>
                      </a:lnTo>
                      <a:lnTo>
                        <a:pt x="360" y="87"/>
                      </a:lnTo>
                      <a:lnTo>
                        <a:pt x="369" y="87"/>
                      </a:lnTo>
                      <a:lnTo>
                        <a:pt x="377" y="87"/>
                      </a:lnTo>
                      <a:lnTo>
                        <a:pt x="383" y="88"/>
                      </a:lnTo>
                      <a:lnTo>
                        <a:pt x="387" y="88"/>
                      </a:lnTo>
                      <a:lnTo>
                        <a:pt x="376" y="124"/>
                      </a:lnTo>
                      <a:lnTo>
                        <a:pt x="372" y="125"/>
                      </a:lnTo>
                      <a:lnTo>
                        <a:pt x="365" y="128"/>
                      </a:lnTo>
                      <a:lnTo>
                        <a:pt x="357" y="129"/>
                      </a:lnTo>
                      <a:lnTo>
                        <a:pt x="347" y="131"/>
                      </a:lnTo>
                      <a:lnTo>
                        <a:pt x="335" y="133"/>
                      </a:lnTo>
                      <a:lnTo>
                        <a:pt x="322" y="135"/>
                      </a:lnTo>
                      <a:lnTo>
                        <a:pt x="308" y="137"/>
                      </a:lnTo>
                      <a:lnTo>
                        <a:pt x="293" y="138"/>
                      </a:lnTo>
                      <a:lnTo>
                        <a:pt x="277" y="139"/>
                      </a:lnTo>
                      <a:lnTo>
                        <a:pt x="260" y="141"/>
                      </a:lnTo>
                      <a:lnTo>
                        <a:pt x="243" y="141"/>
                      </a:lnTo>
                      <a:lnTo>
                        <a:pt x="225" y="139"/>
                      </a:lnTo>
                      <a:lnTo>
                        <a:pt x="208" y="137"/>
                      </a:lnTo>
                      <a:lnTo>
                        <a:pt x="190" y="135"/>
                      </a:lnTo>
                      <a:lnTo>
                        <a:pt x="172" y="131"/>
                      </a:lnTo>
                      <a:lnTo>
                        <a:pt x="155" y="127"/>
                      </a:lnTo>
                      <a:lnTo>
                        <a:pt x="122" y="114"/>
                      </a:lnTo>
                      <a:lnTo>
                        <a:pt x="93" y="99"/>
                      </a:lnTo>
                      <a:lnTo>
                        <a:pt x="68" y="82"/>
                      </a:lnTo>
                      <a:lnTo>
                        <a:pt x="47" y="65"/>
                      </a:lnTo>
                      <a:lnTo>
                        <a:pt x="30" y="50"/>
                      </a:lnTo>
                      <a:lnTo>
                        <a:pt x="18" y="37"/>
                      </a:lnTo>
                      <a:lnTo>
                        <a:pt x="11" y="27"/>
                      </a:lnTo>
                      <a:lnTo>
                        <a:pt x="7" y="23"/>
                      </a:lnTo>
                      <a:close/>
                    </a:path>
                  </a:pathLst>
                </a:custGeom>
                <a:solidFill>
                  <a:srgbClr val="9BAD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7" name="Freeform 735"/>
                <p:cNvSpPr>
                  <a:spLocks/>
                </p:cNvSpPr>
                <p:nvPr/>
              </p:nvSpPr>
              <p:spPr bwMode="auto">
                <a:xfrm>
                  <a:off x="4816" y="3418"/>
                  <a:ext cx="70" cy="50"/>
                </a:xfrm>
                <a:custGeom>
                  <a:avLst/>
                  <a:gdLst>
                    <a:gd name="T0" fmla="*/ 0 w 351"/>
                    <a:gd name="T1" fmla="*/ 0 h 252"/>
                    <a:gd name="T2" fmla="*/ 0 w 351"/>
                    <a:gd name="T3" fmla="*/ 0 h 252"/>
                    <a:gd name="T4" fmla="*/ 0 w 351"/>
                    <a:gd name="T5" fmla="*/ 0 h 252"/>
                    <a:gd name="T6" fmla="*/ 0 w 351"/>
                    <a:gd name="T7" fmla="*/ 0 h 252"/>
                    <a:gd name="T8" fmla="*/ 0 w 351"/>
                    <a:gd name="T9" fmla="*/ 0 h 252"/>
                    <a:gd name="T10" fmla="*/ 0 w 351"/>
                    <a:gd name="T11" fmla="*/ 0 h 252"/>
                    <a:gd name="T12" fmla="*/ 0 w 351"/>
                    <a:gd name="T13" fmla="*/ 0 h 252"/>
                    <a:gd name="T14" fmla="*/ 0 w 351"/>
                    <a:gd name="T15" fmla="*/ 0 h 252"/>
                    <a:gd name="T16" fmla="*/ 0 w 351"/>
                    <a:gd name="T17" fmla="*/ 0 h 252"/>
                    <a:gd name="T18" fmla="*/ 0 w 351"/>
                    <a:gd name="T19" fmla="*/ 0 h 252"/>
                    <a:gd name="T20" fmla="*/ 0 w 351"/>
                    <a:gd name="T21" fmla="*/ 0 h 252"/>
                    <a:gd name="T22" fmla="*/ 0 w 351"/>
                    <a:gd name="T23" fmla="*/ 0 h 252"/>
                    <a:gd name="T24" fmla="*/ 0 w 351"/>
                    <a:gd name="T25" fmla="*/ 0 h 252"/>
                    <a:gd name="T26" fmla="*/ 0 w 351"/>
                    <a:gd name="T27" fmla="*/ 0 h 252"/>
                    <a:gd name="T28" fmla="*/ 0 w 351"/>
                    <a:gd name="T29" fmla="*/ 0 h 252"/>
                    <a:gd name="T30" fmla="*/ 0 w 351"/>
                    <a:gd name="T31" fmla="*/ 0 h 252"/>
                    <a:gd name="T32" fmla="*/ 0 w 351"/>
                    <a:gd name="T33" fmla="*/ 0 h 252"/>
                    <a:gd name="T34" fmla="*/ 0 w 351"/>
                    <a:gd name="T35" fmla="*/ 0 h 252"/>
                    <a:gd name="T36" fmla="*/ 0 w 351"/>
                    <a:gd name="T37" fmla="*/ 0 h 252"/>
                    <a:gd name="T38" fmla="*/ 0 w 351"/>
                    <a:gd name="T39" fmla="*/ 0 h 252"/>
                    <a:gd name="T40" fmla="*/ 0 w 351"/>
                    <a:gd name="T41" fmla="*/ 0 h 252"/>
                    <a:gd name="T42" fmla="*/ 0 w 351"/>
                    <a:gd name="T43" fmla="*/ 0 h 252"/>
                    <a:gd name="T44" fmla="*/ 0 w 351"/>
                    <a:gd name="T45" fmla="*/ 0 h 252"/>
                    <a:gd name="T46" fmla="*/ 0 w 351"/>
                    <a:gd name="T47" fmla="*/ 0 h 252"/>
                    <a:gd name="T48" fmla="*/ 0 w 351"/>
                    <a:gd name="T49" fmla="*/ 0 h 252"/>
                    <a:gd name="T50" fmla="*/ 0 w 351"/>
                    <a:gd name="T51" fmla="*/ 0 h 252"/>
                    <a:gd name="T52" fmla="*/ 0 w 351"/>
                    <a:gd name="T53" fmla="*/ 0 h 252"/>
                    <a:gd name="T54" fmla="*/ 0 w 351"/>
                    <a:gd name="T55" fmla="*/ 0 h 252"/>
                    <a:gd name="T56" fmla="*/ 0 w 351"/>
                    <a:gd name="T57" fmla="*/ 0 h 252"/>
                    <a:gd name="T58" fmla="*/ 0 w 351"/>
                    <a:gd name="T59" fmla="*/ 0 h 252"/>
                    <a:gd name="T60" fmla="*/ 0 w 351"/>
                    <a:gd name="T61" fmla="*/ 0 h 252"/>
                    <a:gd name="T62" fmla="*/ 0 w 351"/>
                    <a:gd name="T63" fmla="*/ 0 h 252"/>
                    <a:gd name="T64" fmla="*/ 0 w 351"/>
                    <a:gd name="T65" fmla="*/ 0 h 252"/>
                    <a:gd name="T66" fmla="*/ 0 w 351"/>
                    <a:gd name="T67" fmla="*/ 0 h 252"/>
                    <a:gd name="T68" fmla="*/ 0 w 351"/>
                    <a:gd name="T69" fmla="*/ 0 h 252"/>
                    <a:gd name="T70" fmla="*/ 0 w 351"/>
                    <a:gd name="T71" fmla="*/ 0 h 25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51"/>
                    <a:gd name="T109" fmla="*/ 0 h 252"/>
                    <a:gd name="T110" fmla="*/ 351 w 351"/>
                    <a:gd name="T111" fmla="*/ 252 h 25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51" h="252">
                      <a:moveTo>
                        <a:pt x="295" y="96"/>
                      </a:moveTo>
                      <a:lnTo>
                        <a:pt x="287" y="87"/>
                      </a:lnTo>
                      <a:lnTo>
                        <a:pt x="278" y="79"/>
                      </a:lnTo>
                      <a:lnTo>
                        <a:pt x="268" y="71"/>
                      </a:lnTo>
                      <a:lnTo>
                        <a:pt x="259" y="65"/>
                      </a:lnTo>
                      <a:lnTo>
                        <a:pt x="248" y="59"/>
                      </a:lnTo>
                      <a:lnTo>
                        <a:pt x="238" y="54"/>
                      </a:lnTo>
                      <a:lnTo>
                        <a:pt x="226" y="50"/>
                      </a:lnTo>
                      <a:lnTo>
                        <a:pt x="216" y="46"/>
                      </a:lnTo>
                      <a:lnTo>
                        <a:pt x="151" y="33"/>
                      </a:lnTo>
                      <a:lnTo>
                        <a:pt x="149" y="33"/>
                      </a:lnTo>
                      <a:lnTo>
                        <a:pt x="148" y="33"/>
                      </a:lnTo>
                      <a:lnTo>
                        <a:pt x="145" y="33"/>
                      </a:lnTo>
                      <a:lnTo>
                        <a:pt x="143" y="33"/>
                      </a:lnTo>
                      <a:lnTo>
                        <a:pt x="124" y="33"/>
                      </a:lnTo>
                      <a:lnTo>
                        <a:pt x="106" y="36"/>
                      </a:lnTo>
                      <a:lnTo>
                        <a:pt x="87" y="41"/>
                      </a:lnTo>
                      <a:lnTo>
                        <a:pt x="70" y="48"/>
                      </a:lnTo>
                      <a:lnTo>
                        <a:pt x="53" y="58"/>
                      </a:lnTo>
                      <a:lnTo>
                        <a:pt x="36" y="70"/>
                      </a:lnTo>
                      <a:lnTo>
                        <a:pt x="22" y="83"/>
                      </a:lnTo>
                      <a:lnTo>
                        <a:pt x="8" y="99"/>
                      </a:lnTo>
                      <a:lnTo>
                        <a:pt x="8" y="94"/>
                      </a:lnTo>
                      <a:lnTo>
                        <a:pt x="8" y="90"/>
                      </a:lnTo>
                      <a:lnTo>
                        <a:pt x="8" y="88"/>
                      </a:lnTo>
                      <a:lnTo>
                        <a:pt x="8" y="87"/>
                      </a:lnTo>
                      <a:lnTo>
                        <a:pt x="0" y="85"/>
                      </a:lnTo>
                      <a:lnTo>
                        <a:pt x="1" y="82"/>
                      </a:lnTo>
                      <a:lnTo>
                        <a:pt x="4" y="76"/>
                      </a:lnTo>
                      <a:lnTo>
                        <a:pt x="7" y="71"/>
                      </a:lnTo>
                      <a:lnTo>
                        <a:pt x="12" y="65"/>
                      </a:lnTo>
                      <a:lnTo>
                        <a:pt x="17" y="58"/>
                      </a:lnTo>
                      <a:lnTo>
                        <a:pt x="24" y="52"/>
                      </a:lnTo>
                      <a:lnTo>
                        <a:pt x="32" y="45"/>
                      </a:lnTo>
                      <a:lnTo>
                        <a:pt x="42" y="38"/>
                      </a:lnTo>
                      <a:lnTo>
                        <a:pt x="54" y="31"/>
                      </a:lnTo>
                      <a:lnTo>
                        <a:pt x="67" y="25"/>
                      </a:lnTo>
                      <a:lnTo>
                        <a:pt x="83" y="18"/>
                      </a:lnTo>
                      <a:lnTo>
                        <a:pt x="100" y="13"/>
                      </a:lnTo>
                      <a:lnTo>
                        <a:pt x="121" y="8"/>
                      </a:lnTo>
                      <a:lnTo>
                        <a:pt x="143" y="4"/>
                      </a:lnTo>
                      <a:lnTo>
                        <a:pt x="168" y="1"/>
                      </a:lnTo>
                      <a:lnTo>
                        <a:pt x="196" y="0"/>
                      </a:lnTo>
                      <a:lnTo>
                        <a:pt x="212" y="0"/>
                      </a:lnTo>
                      <a:lnTo>
                        <a:pt x="227" y="2"/>
                      </a:lnTo>
                      <a:lnTo>
                        <a:pt x="241" y="5"/>
                      </a:lnTo>
                      <a:lnTo>
                        <a:pt x="254" y="10"/>
                      </a:lnTo>
                      <a:lnTo>
                        <a:pt x="267" y="15"/>
                      </a:lnTo>
                      <a:lnTo>
                        <a:pt x="279" y="23"/>
                      </a:lnTo>
                      <a:lnTo>
                        <a:pt x="290" y="30"/>
                      </a:lnTo>
                      <a:lnTo>
                        <a:pt x="300" y="40"/>
                      </a:lnTo>
                      <a:lnTo>
                        <a:pt x="319" y="68"/>
                      </a:lnTo>
                      <a:lnTo>
                        <a:pt x="333" y="99"/>
                      </a:lnTo>
                      <a:lnTo>
                        <a:pt x="343" y="131"/>
                      </a:lnTo>
                      <a:lnTo>
                        <a:pt x="348" y="164"/>
                      </a:lnTo>
                      <a:lnTo>
                        <a:pt x="350" y="195"/>
                      </a:lnTo>
                      <a:lnTo>
                        <a:pt x="351" y="221"/>
                      </a:lnTo>
                      <a:lnTo>
                        <a:pt x="350" y="240"/>
                      </a:lnTo>
                      <a:lnTo>
                        <a:pt x="349" y="252"/>
                      </a:lnTo>
                      <a:lnTo>
                        <a:pt x="345" y="250"/>
                      </a:lnTo>
                      <a:lnTo>
                        <a:pt x="345" y="248"/>
                      </a:lnTo>
                      <a:lnTo>
                        <a:pt x="345" y="247"/>
                      </a:lnTo>
                      <a:lnTo>
                        <a:pt x="345" y="245"/>
                      </a:lnTo>
                      <a:lnTo>
                        <a:pt x="345" y="244"/>
                      </a:lnTo>
                      <a:lnTo>
                        <a:pt x="345" y="223"/>
                      </a:lnTo>
                      <a:lnTo>
                        <a:pt x="344" y="203"/>
                      </a:lnTo>
                      <a:lnTo>
                        <a:pt x="340" y="183"/>
                      </a:lnTo>
                      <a:lnTo>
                        <a:pt x="334" y="164"/>
                      </a:lnTo>
                      <a:lnTo>
                        <a:pt x="327" y="145"/>
                      </a:lnTo>
                      <a:lnTo>
                        <a:pt x="318" y="127"/>
                      </a:lnTo>
                      <a:lnTo>
                        <a:pt x="307" y="111"/>
                      </a:lnTo>
                      <a:lnTo>
                        <a:pt x="295" y="96"/>
                      </a:lnTo>
                      <a:close/>
                    </a:path>
                  </a:pathLst>
                </a:custGeom>
                <a:solidFill>
                  <a:srgbClr val="002D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8" name="Freeform 736"/>
                <p:cNvSpPr>
                  <a:spLocks/>
                </p:cNvSpPr>
                <p:nvPr/>
              </p:nvSpPr>
              <p:spPr bwMode="auto">
                <a:xfrm>
                  <a:off x="5094" y="3410"/>
                  <a:ext cx="28" cy="39"/>
                </a:xfrm>
                <a:custGeom>
                  <a:avLst/>
                  <a:gdLst>
                    <a:gd name="T0" fmla="*/ 0 w 140"/>
                    <a:gd name="T1" fmla="*/ 0 h 196"/>
                    <a:gd name="T2" fmla="*/ 0 w 140"/>
                    <a:gd name="T3" fmla="*/ 0 h 196"/>
                    <a:gd name="T4" fmla="*/ 0 w 140"/>
                    <a:gd name="T5" fmla="*/ 0 h 196"/>
                    <a:gd name="T6" fmla="*/ 0 w 140"/>
                    <a:gd name="T7" fmla="*/ 0 h 196"/>
                    <a:gd name="T8" fmla="*/ 0 w 140"/>
                    <a:gd name="T9" fmla="*/ 0 h 196"/>
                    <a:gd name="T10" fmla="*/ 0 w 140"/>
                    <a:gd name="T11" fmla="*/ 0 h 196"/>
                    <a:gd name="T12" fmla="*/ 0 w 140"/>
                    <a:gd name="T13" fmla="*/ 0 h 196"/>
                    <a:gd name="T14" fmla="*/ 0 w 140"/>
                    <a:gd name="T15" fmla="*/ 0 h 196"/>
                    <a:gd name="T16" fmla="*/ 0 w 140"/>
                    <a:gd name="T17" fmla="*/ 0 h 196"/>
                    <a:gd name="T18" fmla="*/ 0 w 140"/>
                    <a:gd name="T19" fmla="*/ 0 h 196"/>
                    <a:gd name="T20" fmla="*/ 0 w 140"/>
                    <a:gd name="T21" fmla="*/ 0 h 196"/>
                    <a:gd name="T22" fmla="*/ 0 w 140"/>
                    <a:gd name="T23" fmla="*/ 0 h 196"/>
                    <a:gd name="T24" fmla="*/ 0 w 140"/>
                    <a:gd name="T25" fmla="*/ 0 h 196"/>
                    <a:gd name="T26" fmla="*/ 0 w 140"/>
                    <a:gd name="T27" fmla="*/ 0 h 196"/>
                    <a:gd name="T28" fmla="*/ 0 w 140"/>
                    <a:gd name="T29" fmla="*/ 0 h 196"/>
                    <a:gd name="T30" fmla="*/ 0 w 140"/>
                    <a:gd name="T31" fmla="*/ 0 h 196"/>
                    <a:gd name="T32" fmla="*/ 0 w 140"/>
                    <a:gd name="T33" fmla="*/ 0 h 196"/>
                    <a:gd name="T34" fmla="*/ 0 w 140"/>
                    <a:gd name="T35" fmla="*/ 0 h 196"/>
                    <a:gd name="T36" fmla="*/ 0 w 140"/>
                    <a:gd name="T37" fmla="*/ 0 h 196"/>
                    <a:gd name="T38" fmla="*/ 0 w 140"/>
                    <a:gd name="T39" fmla="*/ 0 h 196"/>
                    <a:gd name="T40" fmla="*/ 0 w 140"/>
                    <a:gd name="T41" fmla="*/ 0 h 196"/>
                    <a:gd name="T42" fmla="*/ 0 w 140"/>
                    <a:gd name="T43" fmla="*/ 0 h 196"/>
                    <a:gd name="T44" fmla="*/ 0 w 140"/>
                    <a:gd name="T45" fmla="*/ 0 h 196"/>
                    <a:gd name="T46" fmla="*/ 0 w 140"/>
                    <a:gd name="T47" fmla="*/ 0 h 196"/>
                    <a:gd name="T48" fmla="*/ 0 w 140"/>
                    <a:gd name="T49" fmla="*/ 0 h 196"/>
                    <a:gd name="T50" fmla="*/ 0 w 140"/>
                    <a:gd name="T51" fmla="*/ 0 h 196"/>
                    <a:gd name="T52" fmla="*/ 0 w 140"/>
                    <a:gd name="T53" fmla="*/ 0 h 196"/>
                    <a:gd name="T54" fmla="*/ 0 w 140"/>
                    <a:gd name="T55" fmla="*/ 0 h 196"/>
                    <a:gd name="T56" fmla="*/ 0 w 140"/>
                    <a:gd name="T57" fmla="*/ 0 h 196"/>
                    <a:gd name="T58" fmla="*/ 0 w 140"/>
                    <a:gd name="T59" fmla="*/ 0 h 196"/>
                    <a:gd name="T60" fmla="*/ 0 w 140"/>
                    <a:gd name="T61" fmla="*/ 0 h 196"/>
                    <a:gd name="T62" fmla="*/ 0 w 140"/>
                    <a:gd name="T63" fmla="*/ 0 h 196"/>
                    <a:gd name="T64" fmla="*/ 0 w 140"/>
                    <a:gd name="T65" fmla="*/ 0 h 196"/>
                    <a:gd name="T66" fmla="*/ 0 w 140"/>
                    <a:gd name="T67" fmla="*/ 0 h 196"/>
                    <a:gd name="T68" fmla="*/ 0 w 140"/>
                    <a:gd name="T69" fmla="*/ 0 h 196"/>
                    <a:gd name="T70" fmla="*/ 0 w 140"/>
                    <a:gd name="T71" fmla="*/ 0 h 196"/>
                    <a:gd name="T72" fmla="*/ 0 w 140"/>
                    <a:gd name="T73" fmla="*/ 0 h 196"/>
                    <a:gd name="T74" fmla="*/ 0 w 140"/>
                    <a:gd name="T75" fmla="*/ 0 h 196"/>
                    <a:gd name="T76" fmla="*/ 0 w 140"/>
                    <a:gd name="T77" fmla="*/ 0 h 196"/>
                    <a:gd name="T78" fmla="*/ 0 w 140"/>
                    <a:gd name="T79" fmla="*/ 0 h 19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0"/>
                    <a:gd name="T121" fmla="*/ 0 h 196"/>
                    <a:gd name="T122" fmla="*/ 140 w 140"/>
                    <a:gd name="T123" fmla="*/ 196 h 19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0" h="196">
                      <a:moveTo>
                        <a:pt x="124" y="195"/>
                      </a:moveTo>
                      <a:lnTo>
                        <a:pt x="125" y="190"/>
                      </a:lnTo>
                      <a:lnTo>
                        <a:pt x="126" y="183"/>
                      </a:lnTo>
                      <a:lnTo>
                        <a:pt x="126" y="178"/>
                      </a:lnTo>
                      <a:lnTo>
                        <a:pt x="127" y="172"/>
                      </a:lnTo>
                      <a:lnTo>
                        <a:pt x="127" y="155"/>
                      </a:lnTo>
                      <a:lnTo>
                        <a:pt x="126" y="137"/>
                      </a:lnTo>
                      <a:lnTo>
                        <a:pt x="123" y="121"/>
                      </a:lnTo>
                      <a:lnTo>
                        <a:pt x="118" y="103"/>
                      </a:lnTo>
                      <a:lnTo>
                        <a:pt x="111" y="88"/>
                      </a:lnTo>
                      <a:lnTo>
                        <a:pt x="104" y="73"/>
                      </a:lnTo>
                      <a:lnTo>
                        <a:pt x="95" y="59"/>
                      </a:lnTo>
                      <a:lnTo>
                        <a:pt x="84" y="46"/>
                      </a:lnTo>
                      <a:lnTo>
                        <a:pt x="76" y="37"/>
                      </a:lnTo>
                      <a:lnTo>
                        <a:pt x="66" y="29"/>
                      </a:lnTo>
                      <a:lnTo>
                        <a:pt x="56" y="22"/>
                      </a:lnTo>
                      <a:lnTo>
                        <a:pt x="45" y="15"/>
                      </a:lnTo>
                      <a:lnTo>
                        <a:pt x="35" y="11"/>
                      </a:lnTo>
                      <a:lnTo>
                        <a:pt x="23" y="6"/>
                      </a:lnTo>
                      <a:lnTo>
                        <a:pt x="12" y="3"/>
                      </a:lnTo>
                      <a:lnTo>
                        <a:pt x="0" y="1"/>
                      </a:lnTo>
                      <a:lnTo>
                        <a:pt x="17" y="0"/>
                      </a:lnTo>
                      <a:lnTo>
                        <a:pt x="35" y="0"/>
                      </a:lnTo>
                      <a:lnTo>
                        <a:pt x="51" y="0"/>
                      </a:lnTo>
                      <a:lnTo>
                        <a:pt x="67" y="1"/>
                      </a:lnTo>
                      <a:lnTo>
                        <a:pt x="82" y="3"/>
                      </a:lnTo>
                      <a:lnTo>
                        <a:pt x="96" y="5"/>
                      </a:lnTo>
                      <a:lnTo>
                        <a:pt x="108" y="9"/>
                      </a:lnTo>
                      <a:lnTo>
                        <a:pt x="119" y="12"/>
                      </a:lnTo>
                      <a:lnTo>
                        <a:pt x="125" y="15"/>
                      </a:lnTo>
                      <a:lnTo>
                        <a:pt x="129" y="18"/>
                      </a:lnTo>
                      <a:lnTo>
                        <a:pt x="133" y="22"/>
                      </a:lnTo>
                      <a:lnTo>
                        <a:pt x="135" y="25"/>
                      </a:lnTo>
                      <a:lnTo>
                        <a:pt x="140" y="55"/>
                      </a:lnTo>
                      <a:lnTo>
                        <a:pt x="140" y="92"/>
                      </a:lnTo>
                      <a:lnTo>
                        <a:pt x="137" y="128"/>
                      </a:lnTo>
                      <a:lnTo>
                        <a:pt x="134" y="158"/>
                      </a:lnTo>
                      <a:lnTo>
                        <a:pt x="129" y="196"/>
                      </a:lnTo>
                      <a:lnTo>
                        <a:pt x="125" y="194"/>
                      </a:lnTo>
                      <a:lnTo>
                        <a:pt x="124" y="195"/>
                      </a:lnTo>
                      <a:close/>
                    </a:path>
                  </a:pathLst>
                </a:custGeom>
                <a:solidFill>
                  <a:srgbClr val="002DA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89" name="Freeform 737"/>
                <p:cNvSpPr>
                  <a:spLocks/>
                </p:cNvSpPr>
                <p:nvPr/>
              </p:nvSpPr>
              <p:spPr bwMode="auto">
                <a:xfrm>
                  <a:off x="5122" y="3419"/>
                  <a:ext cx="20" cy="28"/>
                </a:xfrm>
                <a:custGeom>
                  <a:avLst/>
                  <a:gdLst>
                    <a:gd name="T0" fmla="*/ 0 w 96"/>
                    <a:gd name="T1" fmla="*/ 0 h 140"/>
                    <a:gd name="T2" fmla="*/ 0 w 96"/>
                    <a:gd name="T3" fmla="*/ 0 h 140"/>
                    <a:gd name="T4" fmla="*/ 0 w 96"/>
                    <a:gd name="T5" fmla="*/ 0 h 140"/>
                    <a:gd name="T6" fmla="*/ 0 w 96"/>
                    <a:gd name="T7" fmla="*/ 0 h 140"/>
                    <a:gd name="T8" fmla="*/ 0 w 96"/>
                    <a:gd name="T9" fmla="*/ 0 h 140"/>
                    <a:gd name="T10" fmla="*/ 0 w 96"/>
                    <a:gd name="T11" fmla="*/ 0 h 140"/>
                    <a:gd name="T12" fmla="*/ 0 w 96"/>
                    <a:gd name="T13" fmla="*/ 0 h 140"/>
                    <a:gd name="T14" fmla="*/ 0 w 96"/>
                    <a:gd name="T15" fmla="*/ 0 h 140"/>
                    <a:gd name="T16" fmla="*/ 0 w 96"/>
                    <a:gd name="T17" fmla="*/ 0 h 140"/>
                    <a:gd name="T18" fmla="*/ 0 w 96"/>
                    <a:gd name="T19" fmla="*/ 0 h 140"/>
                    <a:gd name="T20" fmla="*/ 0 w 96"/>
                    <a:gd name="T21" fmla="*/ 0 h 140"/>
                    <a:gd name="T22" fmla="*/ 0 w 96"/>
                    <a:gd name="T23" fmla="*/ 0 h 140"/>
                    <a:gd name="T24" fmla="*/ 0 w 96"/>
                    <a:gd name="T25" fmla="*/ 0 h 140"/>
                    <a:gd name="T26" fmla="*/ 0 w 96"/>
                    <a:gd name="T27" fmla="*/ 0 h 140"/>
                    <a:gd name="T28" fmla="*/ 0 w 96"/>
                    <a:gd name="T29" fmla="*/ 0 h 140"/>
                    <a:gd name="T30" fmla="*/ 0 w 96"/>
                    <a:gd name="T31" fmla="*/ 0 h 140"/>
                    <a:gd name="T32" fmla="*/ 0 w 96"/>
                    <a:gd name="T33" fmla="*/ 0 h 140"/>
                    <a:gd name="T34" fmla="*/ 0 w 96"/>
                    <a:gd name="T35" fmla="*/ 0 h 140"/>
                    <a:gd name="T36" fmla="*/ 0 w 96"/>
                    <a:gd name="T37" fmla="*/ 0 h 140"/>
                    <a:gd name="T38" fmla="*/ 0 w 96"/>
                    <a:gd name="T39" fmla="*/ 0 h 140"/>
                    <a:gd name="T40" fmla="*/ 0 w 96"/>
                    <a:gd name="T41" fmla="*/ 0 h 140"/>
                    <a:gd name="T42" fmla="*/ 0 w 96"/>
                    <a:gd name="T43" fmla="*/ 0 h 140"/>
                    <a:gd name="T44" fmla="*/ 0 w 96"/>
                    <a:gd name="T45" fmla="*/ 0 h 140"/>
                    <a:gd name="T46" fmla="*/ 0 w 96"/>
                    <a:gd name="T47" fmla="*/ 0 h 140"/>
                    <a:gd name="T48" fmla="*/ 0 w 96"/>
                    <a:gd name="T49" fmla="*/ 0 h 140"/>
                    <a:gd name="T50" fmla="*/ 0 w 96"/>
                    <a:gd name="T51" fmla="*/ 0 h 140"/>
                    <a:gd name="T52" fmla="*/ 0 w 96"/>
                    <a:gd name="T53" fmla="*/ 0 h 140"/>
                    <a:gd name="T54" fmla="*/ 0 w 96"/>
                    <a:gd name="T55" fmla="*/ 0 h 140"/>
                    <a:gd name="T56" fmla="*/ 0 w 96"/>
                    <a:gd name="T57" fmla="*/ 0 h 140"/>
                    <a:gd name="T58" fmla="*/ 0 w 96"/>
                    <a:gd name="T59" fmla="*/ 0 h 140"/>
                    <a:gd name="T60" fmla="*/ 0 w 96"/>
                    <a:gd name="T61" fmla="*/ 0 h 140"/>
                    <a:gd name="T62" fmla="*/ 0 w 96"/>
                    <a:gd name="T63" fmla="*/ 0 h 140"/>
                    <a:gd name="T64" fmla="*/ 0 w 96"/>
                    <a:gd name="T65" fmla="*/ 0 h 140"/>
                    <a:gd name="T66" fmla="*/ 0 w 96"/>
                    <a:gd name="T67" fmla="*/ 0 h 140"/>
                    <a:gd name="T68" fmla="*/ 0 w 96"/>
                    <a:gd name="T69" fmla="*/ 0 h 140"/>
                    <a:gd name="T70" fmla="*/ 0 w 96"/>
                    <a:gd name="T71" fmla="*/ 0 h 1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6"/>
                    <a:gd name="T109" fmla="*/ 0 h 140"/>
                    <a:gd name="T110" fmla="*/ 96 w 96"/>
                    <a:gd name="T111" fmla="*/ 140 h 1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6" h="140">
                      <a:moveTo>
                        <a:pt x="95" y="80"/>
                      </a:moveTo>
                      <a:lnTo>
                        <a:pt x="93" y="90"/>
                      </a:lnTo>
                      <a:lnTo>
                        <a:pt x="91" y="98"/>
                      </a:lnTo>
                      <a:lnTo>
                        <a:pt x="86" y="103"/>
                      </a:lnTo>
                      <a:lnTo>
                        <a:pt x="78" y="108"/>
                      </a:lnTo>
                      <a:lnTo>
                        <a:pt x="73" y="111"/>
                      </a:lnTo>
                      <a:lnTo>
                        <a:pt x="64" y="115"/>
                      </a:lnTo>
                      <a:lnTo>
                        <a:pt x="53" y="119"/>
                      </a:lnTo>
                      <a:lnTo>
                        <a:pt x="42" y="123"/>
                      </a:lnTo>
                      <a:lnTo>
                        <a:pt x="31" y="128"/>
                      </a:lnTo>
                      <a:lnTo>
                        <a:pt x="19" y="132"/>
                      </a:lnTo>
                      <a:lnTo>
                        <a:pt x="9" y="136"/>
                      </a:lnTo>
                      <a:lnTo>
                        <a:pt x="0" y="140"/>
                      </a:lnTo>
                      <a:lnTo>
                        <a:pt x="4" y="111"/>
                      </a:lnTo>
                      <a:lnTo>
                        <a:pt x="6" y="90"/>
                      </a:lnTo>
                      <a:lnTo>
                        <a:pt x="8" y="64"/>
                      </a:lnTo>
                      <a:lnTo>
                        <a:pt x="9" y="37"/>
                      </a:lnTo>
                      <a:lnTo>
                        <a:pt x="9" y="9"/>
                      </a:lnTo>
                      <a:lnTo>
                        <a:pt x="67" y="0"/>
                      </a:lnTo>
                      <a:lnTo>
                        <a:pt x="66" y="14"/>
                      </a:lnTo>
                      <a:lnTo>
                        <a:pt x="65" y="26"/>
                      </a:lnTo>
                      <a:lnTo>
                        <a:pt x="65" y="37"/>
                      </a:lnTo>
                      <a:lnTo>
                        <a:pt x="67" y="44"/>
                      </a:lnTo>
                      <a:lnTo>
                        <a:pt x="69" y="46"/>
                      </a:lnTo>
                      <a:lnTo>
                        <a:pt x="70" y="48"/>
                      </a:lnTo>
                      <a:lnTo>
                        <a:pt x="72" y="50"/>
                      </a:lnTo>
                      <a:lnTo>
                        <a:pt x="73" y="52"/>
                      </a:lnTo>
                      <a:lnTo>
                        <a:pt x="75" y="57"/>
                      </a:lnTo>
                      <a:lnTo>
                        <a:pt x="78" y="60"/>
                      </a:lnTo>
                      <a:lnTo>
                        <a:pt x="82" y="62"/>
                      </a:lnTo>
                      <a:lnTo>
                        <a:pt x="89" y="62"/>
                      </a:lnTo>
                      <a:lnTo>
                        <a:pt x="96" y="61"/>
                      </a:lnTo>
                      <a:lnTo>
                        <a:pt x="96" y="64"/>
                      </a:lnTo>
                      <a:lnTo>
                        <a:pt x="96" y="68"/>
                      </a:lnTo>
                      <a:lnTo>
                        <a:pt x="96" y="74"/>
                      </a:lnTo>
                      <a:lnTo>
                        <a:pt x="95" y="80"/>
                      </a:lnTo>
                      <a:close/>
                    </a:path>
                  </a:pathLst>
                </a:custGeom>
                <a:solidFill>
                  <a:srgbClr val="9BAD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0" name="Freeform 738"/>
                <p:cNvSpPr>
                  <a:spLocks/>
                </p:cNvSpPr>
                <p:nvPr/>
              </p:nvSpPr>
              <p:spPr bwMode="auto">
                <a:xfrm>
                  <a:off x="5137" y="3406"/>
                  <a:ext cx="9" cy="25"/>
                </a:xfrm>
                <a:custGeom>
                  <a:avLst/>
                  <a:gdLst>
                    <a:gd name="T0" fmla="*/ 0 w 47"/>
                    <a:gd name="T1" fmla="*/ 0 h 121"/>
                    <a:gd name="T2" fmla="*/ 0 w 47"/>
                    <a:gd name="T3" fmla="*/ 0 h 121"/>
                    <a:gd name="T4" fmla="*/ 0 w 47"/>
                    <a:gd name="T5" fmla="*/ 0 h 121"/>
                    <a:gd name="T6" fmla="*/ 0 w 47"/>
                    <a:gd name="T7" fmla="*/ 0 h 121"/>
                    <a:gd name="T8" fmla="*/ 0 w 47"/>
                    <a:gd name="T9" fmla="*/ 0 h 121"/>
                    <a:gd name="T10" fmla="*/ 0 w 47"/>
                    <a:gd name="T11" fmla="*/ 0 h 121"/>
                    <a:gd name="T12" fmla="*/ 0 w 47"/>
                    <a:gd name="T13" fmla="*/ 0 h 121"/>
                    <a:gd name="T14" fmla="*/ 0 w 47"/>
                    <a:gd name="T15" fmla="*/ 0 h 121"/>
                    <a:gd name="T16" fmla="*/ 0 w 47"/>
                    <a:gd name="T17" fmla="*/ 0 h 121"/>
                    <a:gd name="T18" fmla="*/ 0 w 47"/>
                    <a:gd name="T19" fmla="*/ 0 h 121"/>
                    <a:gd name="T20" fmla="*/ 0 w 47"/>
                    <a:gd name="T21" fmla="*/ 0 h 121"/>
                    <a:gd name="T22" fmla="*/ 0 w 47"/>
                    <a:gd name="T23" fmla="*/ 0 h 121"/>
                    <a:gd name="T24" fmla="*/ 0 w 47"/>
                    <a:gd name="T25" fmla="*/ 0 h 121"/>
                    <a:gd name="T26" fmla="*/ 0 w 47"/>
                    <a:gd name="T27" fmla="*/ 0 h 121"/>
                    <a:gd name="T28" fmla="*/ 0 w 47"/>
                    <a:gd name="T29" fmla="*/ 0 h 121"/>
                    <a:gd name="T30" fmla="*/ 0 w 47"/>
                    <a:gd name="T31" fmla="*/ 0 h 121"/>
                    <a:gd name="T32" fmla="*/ 0 w 47"/>
                    <a:gd name="T33" fmla="*/ 0 h 121"/>
                    <a:gd name="T34" fmla="*/ 0 w 47"/>
                    <a:gd name="T35" fmla="*/ 0 h 121"/>
                    <a:gd name="T36" fmla="*/ 0 w 47"/>
                    <a:gd name="T37" fmla="*/ 0 h 121"/>
                    <a:gd name="T38" fmla="*/ 0 w 47"/>
                    <a:gd name="T39" fmla="*/ 0 h 121"/>
                    <a:gd name="T40" fmla="*/ 0 w 47"/>
                    <a:gd name="T41" fmla="*/ 0 h 121"/>
                    <a:gd name="T42" fmla="*/ 0 w 47"/>
                    <a:gd name="T43" fmla="*/ 0 h 121"/>
                    <a:gd name="T44" fmla="*/ 0 w 47"/>
                    <a:gd name="T45" fmla="*/ 0 h 121"/>
                    <a:gd name="T46" fmla="*/ 0 w 47"/>
                    <a:gd name="T47" fmla="*/ 0 h 121"/>
                    <a:gd name="T48" fmla="*/ 0 w 47"/>
                    <a:gd name="T49" fmla="*/ 0 h 121"/>
                    <a:gd name="T50" fmla="*/ 0 w 47"/>
                    <a:gd name="T51" fmla="*/ 0 h 121"/>
                    <a:gd name="T52" fmla="*/ 0 w 47"/>
                    <a:gd name="T53" fmla="*/ 0 h 121"/>
                    <a:gd name="T54" fmla="*/ 0 w 47"/>
                    <a:gd name="T55" fmla="*/ 0 h 121"/>
                    <a:gd name="T56" fmla="*/ 0 w 47"/>
                    <a:gd name="T57" fmla="*/ 0 h 121"/>
                    <a:gd name="T58" fmla="*/ 0 w 47"/>
                    <a:gd name="T59" fmla="*/ 0 h 121"/>
                    <a:gd name="T60" fmla="*/ 0 w 47"/>
                    <a:gd name="T61" fmla="*/ 0 h 121"/>
                    <a:gd name="T62" fmla="*/ 0 w 47"/>
                    <a:gd name="T63" fmla="*/ 0 h 121"/>
                    <a:gd name="T64" fmla="*/ 0 w 47"/>
                    <a:gd name="T65" fmla="*/ 0 h 121"/>
                    <a:gd name="T66" fmla="*/ 0 w 47"/>
                    <a:gd name="T67" fmla="*/ 0 h 121"/>
                    <a:gd name="T68" fmla="*/ 0 w 47"/>
                    <a:gd name="T69" fmla="*/ 0 h 121"/>
                    <a:gd name="T70" fmla="*/ 0 w 47"/>
                    <a:gd name="T71" fmla="*/ 0 h 121"/>
                    <a:gd name="T72" fmla="*/ 0 w 47"/>
                    <a:gd name="T73" fmla="*/ 0 h 121"/>
                    <a:gd name="T74" fmla="*/ 0 w 47"/>
                    <a:gd name="T75" fmla="*/ 0 h 121"/>
                    <a:gd name="T76" fmla="*/ 0 w 47"/>
                    <a:gd name="T77" fmla="*/ 0 h 121"/>
                    <a:gd name="T78" fmla="*/ 0 w 47"/>
                    <a:gd name="T79" fmla="*/ 0 h 12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7"/>
                    <a:gd name="T121" fmla="*/ 0 h 121"/>
                    <a:gd name="T122" fmla="*/ 47 w 47"/>
                    <a:gd name="T123" fmla="*/ 121 h 12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7" h="121">
                      <a:moveTo>
                        <a:pt x="42" y="77"/>
                      </a:moveTo>
                      <a:lnTo>
                        <a:pt x="41" y="82"/>
                      </a:lnTo>
                      <a:lnTo>
                        <a:pt x="41" y="85"/>
                      </a:lnTo>
                      <a:lnTo>
                        <a:pt x="40" y="88"/>
                      </a:lnTo>
                      <a:lnTo>
                        <a:pt x="40" y="91"/>
                      </a:lnTo>
                      <a:lnTo>
                        <a:pt x="36" y="102"/>
                      </a:lnTo>
                      <a:lnTo>
                        <a:pt x="31" y="111"/>
                      </a:lnTo>
                      <a:lnTo>
                        <a:pt x="27" y="115"/>
                      </a:lnTo>
                      <a:lnTo>
                        <a:pt x="24" y="117"/>
                      </a:lnTo>
                      <a:lnTo>
                        <a:pt x="22" y="118"/>
                      </a:lnTo>
                      <a:lnTo>
                        <a:pt x="15" y="121"/>
                      </a:lnTo>
                      <a:lnTo>
                        <a:pt x="11" y="121"/>
                      </a:lnTo>
                      <a:lnTo>
                        <a:pt x="9" y="119"/>
                      </a:lnTo>
                      <a:lnTo>
                        <a:pt x="7" y="117"/>
                      </a:lnTo>
                      <a:lnTo>
                        <a:pt x="6" y="114"/>
                      </a:lnTo>
                      <a:lnTo>
                        <a:pt x="5" y="112"/>
                      </a:lnTo>
                      <a:lnTo>
                        <a:pt x="4" y="110"/>
                      </a:lnTo>
                      <a:lnTo>
                        <a:pt x="3" y="107"/>
                      </a:lnTo>
                      <a:lnTo>
                        <a:pt x="1" y="104"/>
                      </a:lnTo>
                      <a:lnTo>
                        <a:pt x="0" y="95"/>
                      </a:lnTo>
                      <a:lnTo>
                        <a:pt x="1" y="74"/>
                      </a:lnTo>
                      <a:lnTo>
                        <a:pt x="4" y="49"/>
                      </a:lnTo>
                      <a:lnTo>
                        <a:pt x="8" y="22"/>
                      </a:lnTo>
                      <a:lnTo>
                        <a:pt x="21" y="18"/>
                      </a:lnTo>
                      <a:lnTo>
                        <a:pt x="22" y="18"/>
                      </a:lnTo>
                      <a:lnTo>
                        <a:pt x="23" y="17"/>
                      </a:lnTo>
                      <a:lnTo>
                        <a:pt x="24" y="15"/>
                      </a:lnTo>
                      <a:lnTo>
                        <a:pt x="25" y="14"/>
                      </a:lnTo>
                      <a:lnTo>
                        <a:pt x="25" y="11"/>
                      </a:lnTo>
                      <a:lnTo>
                        <a:pt x="25" y="7"/>
                      </a:lnTo>
                      <a:lnTo>
                        <a:pt x="23" y="4"/>
                      </a:lnTo>
                      <a:lnTo>
                        <a:pt x="21" y="0"/>
                      </a:lnTo>
                      <a:lnTo>
                        <a:pt x="29" y="2"/>
                      </a:lnTo>
                      <a:lnTo>
                        <a:pt x="36" y="5"/>
                      </a:lnTo>
                      <a:lnTo>
                        <a:pt x="42" y="7"/>
                      </a:lnTo>
                      <a:lnTo>
                        <a:pt x="46" y="11"/>
                      </a:lnTo>
                      <a:lnTo>
                        <a:pt x="47" y="21"/>
                      </a:lnTo>
                      <a:lnTo>
                        <a:pt x="46" y="41"/>
                      </a:lnTo>
                      <a:lnTo>
                        <a:pt x="44" y="61"/>
                      </a:lnTo>
                      <a:lnTo>
                        <a:pt x="42" y="77"/>
                      </a:lnTo>
                      <a:close/>
                    </a:path>
                  </a:pathLst>
                </a:custGeom>
                <a:solidFill>
                  <a:srgbClr val="02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1" name="Freeform 739"/>
                <p:cNvSpPr>
                  <a:spLocks/>
                </p:cNvSpPr>
                <p:nvPr/>
              </p:nvSpPr>
              <p:spPr bwMode="auto">
                <a:xfrm>
                  <a:off x="4909" y="3377"/>
                  <a:ext cx="15" cy="5"/>
                </a:xfrm>
                <a:custGeom>
                  <a:avLst/>
                  <a:gdLst>
                    <a:gd name="T0" fmla="*/ 0 w 77"/>
                    <a:gd name="T1" fmla="*/ 0 h 26"/>
                    <a:gd name="T2" fmla="*/ 0 w 77"/>
                    <a:gd name="T3" fmla="*/ 0 h 26"/>
                    <a:gd name="T4" fmla="*/ 0 w 77"/>
                    <a:gd name="T5" fmla="*/ 0 h 26"/>
                    <a:gd name="T6" fmla="*/ 0 w 77"/>
                    <a:gd name="T7" fmla="*/ 0 h 26"/>
                    <a:gd name="T8" fmla="*/ 0 w 77"/>
                    <a:gd name="T9" fmla="*/ 0 h 26"/>
                    <a:gd name="T10" fmla="*/ 0 w 77"/>
                    <a:gd name="T11" fmla="*/ 0 h 26"/>
                    <a:gd name="T12" fmla="*/ 0 w 77"/>
                    <a:gd name="T13" fmla="*/ 0 h 26"/>
                    <a:gd name="T14" fmla="*/ 0 w 77"/>
                    <a:gd name="T15" fmla="*/ 0 h 26"/>
                    <a:gd name="T16" fmla="*/ 0 w 77"/>
                    <a:gd name="T17" fmla="*/ 0 h 26"/>
                    <a:gd name="T18" fmla="*/ 0 w 77"/>
                    <a:gd name="T19" fmla="*/ 0 h 26"/>
                    <a:gd name="T20" fmla="*/ 0 w 77"/>
                    <a:gd name="T21" fmla="*/ 0 h 26"/>
                    <a:gd name="T22" fmla="*/ 0 w 77"/>
                    <a:gd name="T23" fmla="*/ 0 h 26"/>
                    <a:gd name="T24" fmla="*/ 0 w 77"/>
                    <a:gd name="T25" fmla="*/ 0 h 26"/>
                    <a:gd name="T26" fmla="*/ 0 w 77"/>
                    <a:gd name="T27" fmla="*/ 0 h 26"/>
                    <a:gd name="T28" fmla="*/ 0 w 77"/>
                    <a:gd name="T29" fmla="*/ 0 h 26"/>
                    <a:gd name="T30" fmla="*/ 0 w 77"/>
                    <a:gd name="T31" fmla="*/ 0 h 26"/>
                    <a:gd name="T32" fmla="*/ 0 w 77"/>
                    <a:gd name="T33" fmla="*/ 0 h 26"/>
                    <a:gd name="T34" fmla="*/ 0 w 77"/>
                    <a:gd name="T35" fmla="*/ 0 h 26"/>
                    <a:gd name="T36" fmla="*/ 0 w 77"/>
                    <a:gd name="T37" fmla="*/ 0 h 26"/>
                    <a:gd name="T38" fmla="*/ 0 w 77"/>
                    <a:gd name="T39" fmla="*/ 0 h 2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26"/>
                    <a:gd name="T62" fmla="*/ 77 w 77"/>
                    <a:gd name="T63" fmla="*/ 26 h 2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26">
                      <a:moveTo>
                        <a:pt x="77" y="22"/>
                      </a:moveTo>
                      <a:lnTo>
                        <a:pt x="7" y="26"/>
                      </a:lnTo>
                      <a:lnTo>
                        <a:pt x="6" y="21"/>
                      </a:lnTo>
                      <a:lnTo>
                        <a:pt x="4" y="14"/>
                      </a:lnTo>
                      <a:lnTo>
                        <a:pt x="3" y="8"/>
                      </a:lnTo>
                      <a:lnTo>
                        <a:pt x="1" y="3"/>
                      </a:lnTo>
                      <a:lnTo>
                        <a:pt x="1" y="1"/>
                      </a:lnTo>
                      <a:lnTo>
                        <a:pt x="0" y="1"/>
                      </a:lnTo>
                      <a:lnTo>
                        <a:pt x="12" y="0"/>
                      </a:lnTo>
                      <a:lnTo>
                        <a:pt x="17" y="3"/>
                      </a:lnTo>
                      <a:lnTo>
                        <a:pt x="23" y="5"/>
                      </a:lnTo>
                      <a:lnTo>
                        <a:pt x="31" y="7"/>
                      </a:lnTo>
                      <a:lnTo>
                        <a:pt x="39" y="9"/>
                      </a:lnTo>
                      <a:lnTo>
                        <a:pt x="47" y="11"/>
                      </a:lnTo>
                      <a:lnTo>
                        <a:pt x="56" y="12"/>
                      </a:lnTo>
                      <a:lnTo>
                        <a:pt x="65" y="14"/>
                      </a:lnTo>
                      <a:lnTo>
                        <a:pt x="75" y="15"/>
                      </a:lnTo>
                      <a:lnTo>
                        <a:pt x="77" y="22"/>
                      </a:lnTo>
                      <a:close/>
                    </a:path>
                  </a:pathLst>
                </a:cu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2" name="Freeform 740"/>
                <p:cNvSpPr>
                  <a:spLocks/>
                </p:cNvSpPr>
                <p:nvPr/>
              </p:nvSpPr>
              <p:spPr bwMode="auto">
                <a:xfrm>
                  <a:off x="4912" y="3360"/>
                  <a:ext cx="32" cy="19"/>
                </a:xfrm>
                <a:custGeom>
                  <a:avLst/>
                  <a:gdLst>
                    <a:gd name="T0" fmla="*/ 0 w 160"/>
                    <a:gd name="T1" fmla="*/ 0 h 96"/>
                    <a:gd name="T2" fmla="*/ 0 w 160"/>
                    <a:gd name="T3" fmla="*/ 0 h 96"/>
                    <a:gd name="T4" fmla="*/ 0 w 160"/>
                    <a:gd name="T5" fmla="*/ 0 h 96"/>
                    <a:gd name="T6" fmla="*/ 0 w 160"/>
                    <a:gd name="T7" fmla="*/ 0 h 96"/>
                    <a:gd name="T8" fmla="*/ 0 w 160"/>
                    <a:gd name="T9" fmla="*/ 0 h 96"/>
                    <a:gd name="T10" fmla="*/ 0 w 160"/>
                    <a:gd name="T11" fmla="*/ 0 h 96"/>
                    <a:gd name="T12" fmla="*/ 0 w 160"/>
                    <a:gd name="T13" fmla="*/ 0 h 96"/>
                    <a:gd name="T14" fmla="*/ 0 w 160"/>
                    <a:gd name="T15" fmla="*/ 0 h 96"/>
                    <a:gd name="T16" fmla="*/ 0 w 160"/>
                    <a:gd name="T17" fmla="*/ 0 h 96"/>
                    <a:gd name="T18" fmla="*/ 0 w 160"/>
                    <a:gd name="T19" fmla="*/ 0 h 96"/>
                    <a:gd name="T20" fmla="*/ 0 w 160"/>
                    <a:gd name="T21" fmla="*/ 0 h 96"/>
                    <a:gd name="T22" fmla="*/ 0 w 160"/>
                    <a:gd name="T23" fmla="*/ 0 h 96"/>
                    <a:gd name="T24" fmla="*/ 0 w 160"/>
                    <a:gd name="T25" fmla="*/ 0 h 96"/>
                    <a:gd name="T26" fmla="*/ 0 w 160"/>
                    <a:gd name="T27" fmla="*/ 0 h 96"/>
                    <a:gd name="T28" fmla="*/ 0 w 160"/>
                    <a:gd name="T29" fmla="*/ 0 h 96"/>
                    <a:gd name="T30" fmla="*/ 0 w 160"/>
                    <a:gd name="T31" fmla="*/ 0 h 96"/>
                    <a:gd name="T32" fmla="*/ 0 w 160"/>
                    <a:gd name="T33" fmla="*/ 0 h 96"/>
                    <a:gd name="T34" fmla="*/ 0 w 160"/>
                    <a:gd name="T35" fmla="*/ 0 h 96"/>
                    <a:gd name="T36" fmla="*/ 0 w 160"/>
                    <a:gd name="T37" fmla="*/ 0 h 96"/>
                    <a:gd name="T38" fmla="*/ 0 w 160"/>
                    <a:gd name="T39" fmla="*/ 0 h 96"/>
                    <a:gd name="T40" fmla="*/ 0 w 160"/>
                    <a:gd name="T41" fmla="*/ 0 h 96"/>
                    <a:gd name="T42" fmla="*/ 0 w 160"/>
                    <a:gd name="T43" fmla="*/ 0 h 96"/>
                    <a:gd name="T44" fmla="*/ 0 w 160"/>
                    <a:gd name="T45" fmla="*/ 0 h 96"/>
                    <a:gd name="T46" fmla="*/ 0 w 160"/>
                    <a:gd name="T47" fmla="*/ 0 h 96"/>
                    <a:gd name="T48" fmla="*/ 0 w 160"/>
                    <a:gd name="T49" fmla="*/ 0 h 96"/>
                    <a:gd name="T50" fmla="*/ 0 w 160"/>
                    <a:gd name="T51" fmla="*/ 0 h 96"/>
                    <a:gd name="T52" fmla="*/ 0 w 160"/>
                    <a:gd name="T53" fmla="*/ 0 h 96"/>
                    <a:gd name="T54" fmla="*/ 0 w 160"/>
                    <a:gd name="T55" fmla="*/ 0 h 96"/>
                    <a:gd name="T56" fmla="*/ 0 w 160"/>
                    <a:gd name="T57" fmla="*/ 0 h 96"/>
                    <a:gd name="T58" fmla="*/ 0 w 160"/>
                    <a:gd name="T59" fmla="*/ 0 h 96"/>
                    <a:gd name="T60" fmla="*/ 0 w 160"/>
                    <a:gd name="T61" fmla="*/ 0 h 96"/>
                    <a:gd name="T62" fmla="*/ 0 w 160"/>
                    <a:gd name="T63" fmla="*/ 0 h 96"/>
                    <a:gd name="T64" fmla="*/ 0 w 160"/>
                    <a:gd name="T65" fmla="*/ 0 h 96"/>
                    <a:gd name="T66" fmla="*/ 0 w 160"/>
                    <a:gd name="T67" fmla="*/ 0 h 96"/>
                    <a:gd name="T68" fmla="*/ 0 w 160"/>
                    <a:gd name="T69" fmla="*/ 0 h 96"/>
                    <a:gd name="T70" fmla="*/ 0 w 160"/>
                    <a:gd name="T71" fmla="*/ 0 h 96"/>
                    <a:gd name="T72" fmla="*/ 0 w 160"/>
                    <a:gd name="T73" fmla="*/ 0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0"/>
                    <a:gd name="T112" fmla="*/ 0 h 96"/>
                    <a:gd name="T113" fmla="*/ 160 w 160"/>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0" h="96">
                      <a:moveTo>
                        <a:pt x="141" y="93"/>
                      </a:moveTo>
                      <a:lnTo>
                        <a:pt x="131" y="95"/>
                      </a:lnTo>
                      <a:lnTo>
                        <a:pt x="114" y="96"/>
                      </a:lnTo>
                      <a:lnTo>
                        <a:pt x="93" y="95"/>
                      </a:lnTo>
                      <a:lnTo>
                        <a:pt x="71" y="94"/>
                      </a:lnTo>
                      <a:lnTo>
                        <a:pt x="48" y="91"/>
                      </a:lnTo>
                      <a:lnTo>
                        <a:pt x="28" y="86"/>
                      </a:lnTo>
                      <a:lnTo>
                        <a:pt x="12" y="82"/>
                      </a:lnTo>
                      <a:lnTo>
                        <a:pt x="1" y="77"/>
                      </a:lnTo>
                      <a:lnTo>
                        <a:pt x="0" y="71"/>
                      </a:lnTo>
                      <a:lnTo>
                        <a:pt x="2" y="62"/>
                      </a:lnTo>
                      <a:lnTo>
                        <a:pt x="6" y="50"/>
                      </a:lnTo>
                      <a:lnTo>
                        <a:pt x="14" y="35"/>
                      </a:lnTo>
                      <a:lnTo>
                        <a:pt x="17" y="29"/>
                      </a:lnTo>
                      <a:lnTo>
                        <a:pt x="21" y="24"/>
                      </a:lnTo>
                      <a:lnTo>
                        <a:pt x="26" y="18"/>
                      </a:lnTo>
                      <a:lnTo>
                        <a:pt x="32" y="12"/>
                      </a:lnTo>
                      <a:lnTo>
                        <a:pt x="38" y="8"/>
                      </a:lnTo>
                      <a:lnTo>
                        <a:pt x="45" y="3"/>
                      </a:lnTo>
                      <a:lnTo>
                        <a:pt x="52" y="1"/>
                      </a:lnTo>
                      <a:lnTo>
                        <a:pt x="61" y="0"/>
                      </a:lnTo>
                      <a:lnTo>
                        <a:pt x="78" y="1"/>
                      </a:lnTo>
                      <a:lnTo>
                        <a:pt x="95" y="3"/>
                      </a:lnTo>
                      <a:lnTo>
                        <a:pt x="111" y="8"/>
                      </a:lnTo>
                      <a:lnTo>
                        <a:pt x="125" y="12"/>
                      </a:lnTo>
                      <a:lnTo>
                        <a:pt x="137" y="17"/>
                      </a:lnTo>
                      <a:lnTo>
                        <a:pt x="146" y="23"/>
                      </a:lnTo>
                      <a:lnTo>
                        <a:pt x="154" y="27"/>
                      </a:lnTo>
                      <a:lnTo>
                        <a:pt x="158" y="31"/>
                      </a:lnTo>
                      <a:lnTo>
                        <a:pt x="159" y="37"/>
                      </a:lnTo>
                      <a:lnTo>
                        <a:pt x="160" y="45"/>
                      </a:lnTo>
                      <a:lnTo>
                        <a:pt x="159" y="56"/>
                      </a:lnTo>
                      <a:lnTo>
                        <a:pt x="157" y="68"/>
                      </a:lnTo>
                      <a:lnTo>
                        <a:pt x="154" y="77"/>
                      </a:lnTo>
                      <a:lnTo>
                        <a:pt x="150" y="84"/>
                      </a:lnTo>
                      <a:lnTo>
                        <a:pt x="145" y="90"/>
                      </a:lnTo>
                      <a:lnTo>
                        <a:pt x="141" y="93"/>
                      </a:lnTo>
                      <a:close/>
                    </a:path>
                  </a:pathLst>
                </a:custGeom>
                <a:solidFill>
                  <a:srgbClr val="42424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3" name="Freeform 741"/>
                <p:cNvSpPr>
                  <a:spLocks/>
                </p:cNvSpPr>
                <p:nvPr/>
              </p:nvSpPr>
              <p:spPr bwMode="auto">
                <a:xfrm>
                  <a:off x="4848" y="3248"/>
                  <a:ext cx="400" cy="109"/>
                </a:xfrm>
                <a:custGeom>
                  <a:avLst/>
                  <a:gdLst>
                    <a:gd name="T0" fmla="*/ 1 w 1996"/>
                    <a:gd name="T1" fmla="*/ 0 h 544"/>
                    <a:gd name="T2" fmla="*/ 1 w 1996"/>
                    <a:gd name="T3" fmla="*/ 0 h 544"/>
                    <a:gd name="T4" fmla="*/ 1 w 1996"/>
                    <a:gd name="T5" fmla="*/ 0 h 544"/>
                    <a:gd name="T6" fmla="*/ 1 w 1996"/>
                    <a:gd name="T7" fmla="*/ 0 h 544"/>
                    <a:gd name="T8" fmla="*/ 1 w 1996"/>
                    <a:gd name="T9" fmla="*/ 0 h 544"/>
                    <a:gd name="T10" fmla="*/ 1 w 1996"/>
                    <a:gd name="T11" fmla="*/ 0 h 544"/>
                    <a:gd name="T12" fmla="*/ 1 w 1996"/>
                    <a:gd name="T13" fmla="*/ 0 h 544"/>
                    <a:gd name="T14" fmla="*/ 1 w 1996"/>
                    <a:gd name="T15" fmla="*/ 0 h 544"/>
                    <a:gd name="T16" fmla="*/ 1 w 1996"/>
                    <a:gd name="T17" fmla="*/ 0 h 544"/>
                    <a:gd name="T18" fmla="*/ 1 w 1996"/>
                    <a:gd name="T19" fmla="*/ 0 h 544"/>
                    <a:gd name="T20" fmla="*/ 1 w 1996"/>
                    <a:gd name="T21" fmla="*/ 0 h 544"/>
                    <a:gd name="T22" fmla="*/ 1 w 1996"/>
                    <a:gd name="T23" fmla="*/ 0 h 544"/>
                    <a:gd name="T24" fmla="*/ 0 w 1996"/>
                    <a:gd name="T25" fmla="*/ 0 h 544"/>
                    <a:gd name="T26" fmla="*/ 0 w 1996"/>
                    <a:gd name="T27" fmla="*/ 0 h 544"/>
                    <a:gd name="T28" fmla="*/ 0 w 1996"/>
                    <a:gd name="T29" fmla="*/ 0 h 544"/>
                    <a:gd name="T30" fmla="*/ 0 w 1996"/>
                    <a:gd name="T31" fmla="*/ 0 h 544"/>
                    <a:gd name="T32" fmla="*/ 1 w 1996"/>
                    <a:gd name="T33" fmla="*/ 0 h 544"/>
                    <a:gd name="T34" fmla="*/ 1 w 1996"/>
                    <a:gd name="T35" fmla="*/ 0 h 544"/>
                    <a:gd name="T36" fmla="*/ 0 w 1996"/>
                    <a:gd name="T37" fmla="*/ 0 h 544"/>
                    <a:gd name="T38" fmla="*/ 0 w 1996"/>
                    <a:gd name="T39" fmla="*/ 0 h 544"/>
                    <a:gd name="T40" fmla="*/ 0 w 1996"/>
                    <a:gd name="T41" fmla="*/ 0 h 544"/>
                    <a:gd name="T42" fmla="*/ 0 w 1996"/>
                    <a:gd name="T43" fmla="*/ 0 h 544"/>
                    <a:gd name="T44" fmla="*/ 0 w 1996"/>
                    <a:gd name="T45" fmla="*/ 0 h 544"/>
                    <a:gd name="T46" fmla="*/ 0 w 1996"/>
                    <a:gd name="T47" fmla="*/ 0 h 544"/>
                    <a:gd name="T48" fmla="*/ 0 w 1996"/>
                    <a:gd name="T49" fmla="*/ 0 h 544"/>
                    <a:gd name="T50" fmla="*/ 0 w 1996"/>
                    <a:gd name="T51" fmla="*/ 0 h 544"/>
                    <a:gd name="T52" fmla="*/ 0 w 1996"/>
                    <a:gd name="T53" fmla="*/ 0 h 544"/>
                    <a:gd name="T54" fmla="*/ 0 w 1996"/>
                    <a:gd name="T55" fmla="*/ 0 h 544"/>
                    <a:gd name="T56" fmla="*/ 0 w 1996"/>
                    <a:gd name="T57" fmla="*/ 0 h 544"/>
                    <a:gd name="T58" fmla="*/ 0 w 1996"/>
                    <a:gd name="T59" fmla="*/ 0 h 544"/>
                    <a:gd name="T60" fmla="*/ 0 w 1996"/>
                    <a:gd name="T61" fmla="*/ 0 h 544"/>
                    <a:gd name="T62" fmla="*/ 0 w 1996"/>
                    <a:gd name="T63" fmla="*/ 0 h 544"/>
                    <a:gd name="T64" fmla="*/ 0 w 1996"/>
                    <a:gd name="T65" fmla="*/ 0 h 544"/>
                    <a:gd name="T66" fmla="*/ 0 w 1996"/>
                    <a:gd name="T67" fmla="*/ 0 h 544"/>
                    <a:gd name="T68" fmla="*/ 0 w 1996"/>
                    <a:gd name="T69" fmla="*/ 0 h 544"/>
                    <a:gd name="T70" fmla="*/ 0 w 1996"/>
                    <a:gd name="T71" fmla="*/ 0 h 544"/>
                    <a:gd name="T72" fmla="*/ 0 w 1996"/>
                    <a:gd name="T73" fmla="*/ 0 h 544"/>
                    <a:gd name="T74" fmla="*/ 0 w 1996"/>
                    <a:gd name="T75" fmla="*/ 0 h 544"/>
                    <a:gd name="T76" fmla="*/ 0 w 1996"/>
                    <a:gd name="T77" fmla="*/ 0 h 544"/>
                    <a:gd name="T78" fmla="*/ 0 w 1996"/>
                    <a:gd name="T79" fmla="*/ 0 h 544"/>
                    <a:gd name="T80" fmla="*/ 0 w 1996"/>
                    <a:gd name="T81" fmla="*/ 0 h 544"/>
                    <a:gd name="T82" fmla="*/ 0 w 1996"/>
                    <a:gd name="T83" fmla="*/ 0 h 544"/>
                    <a:gd name="T84" fmla="*/ 0 w 1996"/>
                    <a:gd name="T85" fmla="*/ 0 h 544"/>
                    <a:gd name="T86" fmla="*/ 0 w 1996"/>
                    <a:gd name="T87" fmla="*/ 0 h 544"/>
                    <a:gd name="T88" fmla="*/ 0 w 1996"/>
                    <a:gd name="T89" fmla="*/ 0 h 544"/>
                    <a:gd name="T90" fmla="*/ 0 w 1996"/>
                    <a:gd name="T91" fmla="*/ 0 h 544"/>
                    <a:gd name="T92" fmla="*/ 0 w 1996"/>
                    <a:gd name="T93" fmla="*/ 0 h 544"/>
                    <a:gd name="T94" fmla="*/ 1 w 1996"/>
                    <a:gd name="T95" fmla="*/ 0 h 544"/>
                    <a:gd name="T96" fmla="*/ 1 w 1996"/>
                    <a:gd name="T97" fmla="*/ 0 h 544"/>
                    <a:gd name="T98" fmla="*/ 1 w 1996"/>
                    <a:gd name="T99" fmla="*/ 0 h 544"/>
                    <a:gd name="T100" fmla="*/ 1 w 1996"/>
                    <a:gd name="T101" fmla="*/ 0 h 544"/>
                    <a:gd name="T102" fmla="*/ 1 w 1996"/>
                    <a:gd name="T103" fmla="*/ 0 h 544"/>
                    <a:gd name="T104" fmla="*/ 1 w 1996"/>
                    <a:gd name="T105" fmla="*/ 0 h 544"/>
                    <a:gd name="T106" fmla="*/ 1 w 1996"/>
                    <a:gd name="T107" fmla="*/ 0 h 544"/>
                    <a:gd name="T108" fmla="*/ 1 w 1996"/>
                    <a:gd name="T109" fmla="*/ 0 h 544"/>
                    <a:gd name="T110" fmla="*/ 1 w 1996"/>
                    <a:gd name="T111" fmla="*/ 0 h 544"/>
                    <a:gd name="T112" fmla="*/ 1 w 1996"/>
                    <a:gd name="T113" fmla="*/ 0 h 544"/>
                    <a:gd name="T114" fmla="*/ 1 w 1996"/>
                    <a:gd name="T115" fmla="*/ 0 h 544"/>
                    <a:gd name="T116" fmla="*/ 1 w 1996"/>
                    <a:gd name="T117" fmla="*/ 0 h 544"/>
                    <a:gd name="T118" fmla="*/ 1 w 1996"/>
                    <a:gd name="T119" fmla="*/ 0 h 544"/>
                    <a:gd name="T120" fmla="*/ 1 w 1996"/>
                    <a:gd name="T121" fmla="*/ 0 h 544"/>
                    <a:gd name="T122" fmla="*/ 1 w 1996"/>
                    <a:gd name="T123" fmla="*/ 0 h 54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96"/>
                    <a:gd name="T187" fmla="*/ 0 h 544"/>
                    <a:gd name="T188" fmla="*/ 1996 w 1996"/>
                    <a:gd name="T189" fmla="*/ 544 h 54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96" h="544">
                      <a:moveTo>
                        <a:pt x="1989" y="465"/>
                      </a:moveTo>
                      <a:lnTo>
                        <a:pt x="1985" y="465"/>
                      </a:lnTo>
                      <a:lnTo>
                        <a:pt x="1985" y="460"/>
                      </a:lnTo>
                      <a:lnTo>
                        <a:pt x="1984" y="412"/>
                      </a:lnTo>
                      <a:lnTo>
                        <a:pt x="1983" y="357"/>
                      </a:lnTo>
                      <a:lnTo>
                        <a:pt x="1981" y="310"/>
                      </a:lnTo>
                      <a:lnTo>
                        <a:pt x="1978" y="282"/>
                      </a:lnTo>
                      <a:lnTo>
                        <a:pt x="1974" y="270"/>
                      </a:lnTo>
                      <a:lnTo>
                        <a:pt x="1972" y="262"/>
                      </a:lnTo>
                      <a:lnTo>
                        <a:pt x="1970" y="258"/>
                      </a:lnTo>
                      <a:lnTo>
                        <a:pt x="1970" y="257"/>
                      </a:lnTo>
                      <a:lnTo>
                        <a:pt x="1969" y="257"/>
                      </a:lnTo>
                      <a:lnTo>
                        <a:pt x="1969" y="256"/>
                      </a:lnTo>
                      <a:lnTo>
                        <a:pt x="1967" y="251"/>
                      </a:lnTo>
                      <a:lnTo>
                        <a:pt x="1960" y="239"/>
                      </a:lnTo>
                      <a:lnTo>
                        <a:pt x="1950" y="221"/>
                      </a:lnTo>
                      <a:lnTo>
                        <a:pt x="1936" y="200"/>
                      </a:lnTo>
                      <a:lnTo>
                        <a:pt x="1918" y="175"/>
                      </a:lnTo>
                      <a:lnTo>
                        <a:pt x="1898" y="149"/>
                      </a:lnTo>
                      <a:lnTo>
                        <a:pt x="1875" y="123"/>
                      </a:lnTo>
                      <a:lnTo>
                        <a:pt x="1849" y="99"/>
                      </a:lnTo>
                      <a:lnTo>
                        <a:pt x="1826" y="80"/>
                      </a:lnTo>
                      <a:lnTo>
                        <a:pt x="1805" y="65"/>
                      </a:lnTo>
                      <a:lnTo>
                        <a:pt x="1787" y="52"/>
                      </a:lnTo>
                      <a:lnTo>
                        <a:pt x="1772" y="42"/>
                      </a:lnTo>
                      <a:lnTo>
                        <a:pt x="1760" y="36"/>
                      </a:lnTo>
                      <a:lnTo>
                        <a:pt x="1751" y="30"/>
                      </a:lnTo>
                      <a:lnTo>
                        <a:pt x="1746" y="27"/>
                      </a:lnTo>
                      <a:lnTo>
                        <a:pt x="1743" y="26"/>
                      </a:lnTo>
                      <a:lnTo>
                        <a:pt x="1738" y="25"/>
                      </a:lnTo>
                      <a:lnTo>
                        <a:pt x="1732" y="24"/>
                      </a:lnTo>
                      <a:lnTo>
                        <a:pt x="1723" y="23"/>
                      </a:lnTo>
                      <a:lnTo>
                        <a:pt x="1712" y="21"/>
                      </a:lnTo>
                      <a:lnTo>
                        <a:pt x="1699" y="20"/>
                      </a:lnTo>
                      <a:lnTo>
                        <a:pt x="1683" y="18"/>
                      </a:lnTo>
                      <a:lnTo>
                        <a:pt x="1665" y="15"/>
                      </a:lnTo>
                      <a:lnTo>
                        <a:pt x="1642" y="13"/>
                      </a:lnTo>
                      <a:lnTo>
                        <a:pt x="1642" y="30"/>
                      </a:lnTo>
                      <a:lnTo>
                        <a:pt x="1662" y="32"/>
                      </a:lnTo>
                      <a:lnTo>
                        <a:pt x="1681" y="32"/>
                      </a:lnTo>
                      <a:lnTo>
                        <a:pt x="1697" y="33"/>
                      </a:lnTo>
                      <a:lnTo>
                        <a:pt x="1712" y="34"/>
                      </a:lnTo>
                      <a:lnTo>
                        <a:pt x="1725" y="35"/>
                      </a:lnTo>
                      <a:lnTo>
                        <a:pt x="1736" y="35"/>
                      </a:lnTo>
                      <a:lnTo>
                        <a:pt x="1743" y="36"/>
                      </a:lnTo>
                      <a:lnTo>
                        <a:pt x="1747" y="37"/>
                      </a:lnTo>
                      <a:lnTo>
                        <a:pt x="1755" y="41"/>
                      </a:lnTo>
                      <a:lnTo>
                        <a:pt x="1769" y="50"/>
                      </a:lnTo>
                      <a:lnTo>
                        <a:pt x="1788" y="62"/>
                      </a:lnTo>
                      <a:lnTo>
                        <a:pt x="1808" y="77"/>
                      </a:lnTo>
                      <a:lnTo>
                        <a:pt x="1831" y="95"/>
                      </a:lnTo>
                      <a:lnTo>
                        <a:pt x="1854" y="116"/>
                      </a:lnTo>
                      <a:lnTo>
                        <a:pt x="1874" y="137"/>
                      </a:lnTo>
                      <a:lnTo>
                        <a:pt x="1892" y="159"/>
                      </a:lnTo>
                      <a:lnTo>
                        <a:pt x="1911" y="185"/>
                      </a:lnTo>
                      <a:lnTo>
                        <a:pt x="1925" y="205"/>
                      </a:lnTo>
                      <a:lnTo>
                        <a:pt x="1934" y="222"/>
                      </a:lnTo>
                      <a:lnTo>
                        <a:pt x="1942" y="235"/>
                      </a:lnTo>
                      <a:lnTo>
                        <a:pt x="1946" y="246"/>
                      </a:lnTo>
                      <a:lnTo>
                        <a:pt x="1947" y="252"/>
                      </a:lnTo>
                      <a:lnTo>
                        <a:pt x="1948" y="258"/>
                      </a:lnTo>
                      <a:lnTo>
                        <a:pt x="1947" y="262"/>
                      </a:lnTo>
                      <a:lnTo>
                        <a:pt x="1945" y="266"/>
                      </a:lnTo>
                      <a:lnTo>
                        <a:pt x="1941" y="270"/>
                      </a:lnTo>
                      <a:lnTo>
                        <a:pt x="1936" y="272"/>
                      </a:lnTo>
                      <a:lnTo>
                        <a:pt x="1930" y="274"/>
                      </a:lnTo>
                      <a:lnTo>
                        <a:pt x="1925" y="275"/>
                      </a:lnTo>
                      <a:lnTo>
                        <a:pt x="1920" y="276"/>
                      </a:lnTo>
                      <a:lnTo>
                        <a:pt x="1916" y="277"/>
                      </a:lnTo>
                      <a:lnTo>
                        <a:pt x="1913" y="277"/>
                      </a:lnTo>
                      <a:lnTo>
                        <a:pt x="1508" y="294"/>
                      </a:lnTo>
                      <a:lnTo>
                        <a:pt x="1505" y="294"/>
                      </a:lnTo>
                      <a:lnTo>
                        <a:pt x="1501" y="294"/>
                      </a:lnTo>
                      <a:lnTo>
                        <a:pt x="1496" y="293"/>
                      </a:lnTo>
                      <a:lnTo>
                        <a:pt x="1489" y="290"/>
                      </a:lnTo>
                      <a:lnTo>
                        <a:pt x="1483" y="286"/>
                      </a:lnTo>
                      <a:lnTo>
                        <a:pt x="1479" y="282"/>
                      </a:lnTo>
                      <a:lnTo>
                        <a:pt x="1477" y="278"/>
                      </a:lnTo>
                      <a:lnTo>
                        <a:pt x="1477" y="276"/>
                      </a:lnTo>
                      <a:lnTo>
                        <a:pt x="1471" y="151"/>
                      </a:lnTo>
                      <a:lnTo>
                        <a:pt x="1463" y="80"/>
                      </a:lnTo>
                      <a:lnTo>
                        <a:pt x="1459" y="42"/>
                      </a:lnTo>
                      <a:lnTo>
                        <a:pt x="1457" y="27"/>
                      </a:lnTo>
                      <a:lnTo>
                        <a:pt x="1457" y="24"/>
                      </a:lnTo>
                      <a:lnTo>
                        <a:pt x="1458" y="24"/>
                      </a:lnTo>
                      <a:lnTo>
                        <a:pt x="1460" y="24"/>
                      </a:lnTo>
                      <a:lnTo>
                        <a:pt x="1462" y="24"/>
                      </a:lnTo>
                      <a:lnTo>
                        <a:pt x="1466" y="24"/>
                      </a:lnTo>
                      <a:lnTo>
                        <a:pt x="1472" y="25"/>
                      </a:lnTo>
                      <a:lnTo>
                        <a:pt x="1479" y="25"/>
                      </a:lnTo>
                      <a:lnTo>
                        <a:pt x="1488" y="25"/>
                      </a:lnTo>
                      <a:lnTo>
                        <a:pt x="1499" y="25"/>
                      </a:lnTo>
                      <a:lnTo>
                        <a:pt x="1511" y="26"/>
                      </a:lnTo>
                      <a:lnTo>
                        <a:pt x="1526" y="26"/>
                      </a:lnTo>
                      <a:lnTo>
                        <a:pt x="1544" y="27"/>
                      </a:lnTo>
                      <a:lnTo>
                        <a:pt x="1563" y="28"/>
                      </a:lnTo>
                      <a:lnTo>
                        <a:pt x="1587" y="28"/>
                      </a:lnTo>
                      <a:lnTo>
                        <a:pt x="1613" y="29"/>
                      </a:lnTo>
                      <a:lnTo>
                        <a:pt x="1642" y="30"/>
                      </a:lnTo>
                      <a:lnTo>
                        <a:pt x="1642" y="13"/>
                      </a:lnTo>
                      <a:lnTo>
                        <a:pt x="1629" y="12"/>
                      </a:lnTo>
                      <a:lnTo>
                        <a:pt x="1615" y="11"/>
                      </a:lnTo>
                      <a:lnTo>
                        <a:pt x="1599" y="10"/>
                      </a:lnTo>
                      <a:lnTo>
                        <a:pt x="1583" y="9"/>
                      </a:lnTo>
                      <a:lnTo>
                        <a:pt x="1565" y="8"/>
                      </a:lnTo>
                      <a:lnTo>
                        <a:pt x="1546" y="7"/>
                      </a:lnTo>
                      <a:lnTo>
                        <a:pt x="1528" y="6"/>
                      </a:lnTo>
                      <a:lnTo>
                        <a:pt x="1508" y="5"/>
                      </a:lnTo>
                      <a:lnTo>
                        <a:pt x="1482" y="3"/>
                      </a:lnTo>
                      <a:lnTo>
                        <a:pt x="1455" y="2"/>
                      </a:lnTo>
                      <a:lnTo>
                        <a:pt x="1429" y="1"/>
                      </a:lnTo>
                      <a:lnTo>
                        <a:pt x="1404" y="0"/>
                      </a:lnTo>
                      <a:lnTo>
                        <a:pt x="1379" y="0"/>
                      </a:lnTo>
                      <a:lnTo>
                        <a:pt x="1355" y="0"/>
                      </a:lnTo>
                      <a:lnTo>
                        <a:pt x="1333" y="0"/>
                      </a:lnTo>
                      <a:lnTo>
                        <a:pt x="1310" y="0"/>
                      </a:lnTo>
                      <a:lnTo>
                        <a:pt x="1290" y="1"/>
                      </a:lnTo>
                      <a:lnTo>
                        <a:pt x="1269" y="1"/>
                      </a:lnTo>
                      <a:lnTo>
                        <a:pt x="1249" y="2"/>
                      </a:lnTo>
                      <a:lnTo>
                        <a:pt x="1230" y="2"/>
                      </a:lnTo>
                      <a:lnTo>
                        <a:pt x="1213" y="3"/>
                      </a:lnTo>
                      <a:lnTo>
                        <a:pt x="1197" y="5"/>
                      </a:lnTo>
                      <a:lnTo>
                        <a:pt x="1181" y="5"/>
                      </a:lnTo>
                      <a:lnTo>
                        <a:pt x="1167" y="6"/>
                      </a:lnTo>
                      <a:lnTo>
                        <a:pt x="1128" y="8"/>
                      </a:lnTo>
                      <a:lnTo>
                        <a:pt x="1121" y="8"/>
                      </a:lnTo>
                      <a:lnTo>
                        <a:pt x="1115" y="9"/>
                      </a:lnTo>
                      <a:lnTo>
                        <a:pt x="1109" y="10"/>
                      </a:lnTo>
                      <a:lnTo>
                        <a:pt x="1104" y="11"/>
                      </a:lnTo>
                      <a:lnTo>
                        <a:pt x="1099" y="12"/>
                      </a:lnTo>
                      <a:lnTo>
                        <a:pt x="1094" y="13"/>
                      </a:lnTo>
                      <a:lnTo>
                        <a:pt x="1090" y="14"/>
                      </a:lnTo>
                      <a:lnTo>
                        <a:pt x="1087" y="15"/>
                      </a:lnTo>
                      <a:lnTo>
                        <a:pt x="773" y="297"/>
                      </a:lnTo>
                      <a:lnTo>
                        <a:pt x="771" y="297"/>
                      </a:lnTo>
                      <a:lnTo>
                        <a:pt x="769" y="297"/>
                      </a:lnTo>
                      <a:lnTo>
                        <a:pt x="764" y="297"/>
                      </a:lnTo>
                      <a:lnTo>
                        <a:pt x="757" y="298"/>
                      </a:lnTo>
                      <a:lnTo>
                        <a:pt x="747" y="298"/>
                      </a:lnTo>
                      <a:lnTo>
                        <a:pt x="735" y="299"/>
                      </a:lnTo>
                      <a:lnTo>
                        <a:pt x="722" y="299"/>
                      </a:lnTo>
                      <a:lnTo>
                        <a:pt x="707" y="299"/>
                      </a:lnTo>
                      <a:lnTo>
                        <a:pt x="690" y="299"/>
                      </a:lnTo>
                      <a:lnTo>
                        <a:pt x="673" y="299"/>
                      </a:lnTo>
                      <a:lnTo>
                        <a:pt x="653" y="298"/>
                      </a:lnTo>
                      <a:lnTo>
                        <a:pt x="635" y="296"/>
                      </a:lnTo>
                      <a:lnTo>
                        <a:pt x="616" y="293"/>
                      </a:lnTo>
                      <a:lnTo>
                        <a:pt x="595" y="291"/>
                      </a:lnTo>
                      <a:lnTo>
                        <a:pt x="576" y="287"/>
                      </a:lnTo>
                      <a:lnTo>
                        <a:pt x="557" y="283"/>
                      </a:lnTo>
                      <a:lnTo>
                        <a:pt x="539" y="277"/>
                      </a:lnTo>
                      <a:lnTo>
                        <a:pt x="522" y="271"/>
                      </a:lnTo>
                      <a:lnTo>
                        <a:pt x="508" y="265"/>
                      </a:lnTo>
                      <a:lnTo>
                        <a:pt x="497" y="260"/>
                      </a:lnTo>
                      <a:lnTo>
                        <a:pt x="489" y="255"/>
                      </a:lnTo>
                      <a:lnTo>
                        <a:pt x="485" y="250"/>
                      </a:lnTo>
                      <a:lnTo>
                        <a:pt x="482" y="247"/>
                      </a:lnTo>
                      <a:lnTo>
                        <a:pt x="481" y="243"/>
                      </a:lnTo>
                      <a:lnTo>
                        <a:pt x="481" y="239"/>
                      </a:lnTo>
                      <a:lnTo>
                        <a:pt x="481" y="238"/>
                      </a:lnTo>
                      <a:lnTo>
                        <a:pt x="453" y="245"/>
                      </a:lnTo>
                      <a:lnTo>
                        <a:pt x="421" y="251"/>
                      </a:lnTo>
                      <a:lnTo>
                        <a:pt x="387" y="260"/>
                      </a:lnTo>
                      <a:lnTo>
                        <a:pt x="351" y="268"/>
                      </a:lnTo>
                      <a:lnTo>
                        <a:pt x="314" y="277"/>
                      </a:lnTo>
                      <a:lnTo>
                        <a:pt x="276" y="286"/>
                      </a:lnTo>
                      <a:lnTo>
                        <a:pt x="238" y="294"/>
                      </a:lnTo>
                      <a:lnTo>
                        <a:pt x="201" y="304"/>
                      </a:lnTo>
                      <a:lnTo>
                        <a:pt x="166" y="313"/>
                      </a:lnTo>
                      <a:lnTo>
                        <a:pt x="132" y="322"/>
                      </a:lnTo>
                      <a:lnTo>
                        <a:pt x="101" y="331"/>
                      </a:lnTo>
                      <a:lnTo>
                        <a:pt x="74" y="339"/>
                      </a:lnTo>
                      <a:lnTo>
                        <a:pt x="50" y="346"/>
                      </a:lnTo>
                      <a:lnTo>
                        <a:pt x="32" y="353"/>
                      </a:lnTo>
                      <a:lnTo>
                        <a:pt x="18" y="359"/>
                      </a:lnTo>
                      <a:lnTo>
                        <a:pt x="11" y="363"/>
                      </a:lnTo>
                      <a:lnTo>
                        <a:pt x="8" y="366"/>
                      </a:lnTo>
                      <a:lnTo>
                        <a:pt x="5" y="369"/>
                      </a:lnTo>
                      <a:lnTo>
                        <a:pt x="3" y="372"/>
                      </a:lnTo>
                      <a:lnTo>
                        <a:pt x="0" y="374"/>
                      </a:lnTo>
                      <a:lnTo>
                        <a:pt x="2" y="377"/>
                      </a:lnTo>
                      <a:lnTo>
                        <a:pt x="4" y="382"/>
                      </a:lnTo>
                      <a:lnTo>
                        <a:pt x="8" y="387"/>
                      </a:lnTo>
                      <a:lnTo>
                        <a:pt x="15" y="393"/>
                      </a:lnTo>
                      <a:lnTo>
                        <a:pt x="25" y="397"/>
                      </a:lnTo>
                      <a:lnTo>
                        <a:pt x="35" y="402"/>
                      </a:lnTo>
                      <a:lnTo>
                        <a:pt x="50" y="407"/>
                      </a:lnTo>
                      <a:lnTo>
                        <a:pt x="69" y="411"/>
                      </a:lnTo>
                      <a:lnTo>
                        <a:pt x="74" y="412"/>
                      </a:lnTo>
                      <a:lnTo>
                        <a:pt x="80" y="412"/>
                      </a:lnTo>
                      <a:lnTo>
                        <a:pt x="84" y="413"/>
                      </a:lnTo>
                      <a:lnTo>
                        <a:pt x="89" y="414"/>
                      </a:lnTo>
                      <a:lnTo>
                        <a:pt x="94" y="415"/>
                      </a:lnTo>
                      <a:lnTo>
                        <a:pt x="99" y="415"/>
                      </a:lnTo>
                      <a:lnTo>
                        <a:pt x="103" y="416"/>
                      </a:lnTo>
                      <a:lnTo>
                        <a:pt x="109" y="416"/>
                      </a:lnTo>
                      <a:lnTo>
                        <a:pt x="124" y="418"/>
                      </a:lnTo>
                      <a:lnTo>
                        <a:pt x="137" y="421"/>
                      </a:lnTo>
                      <a:lnTo>
                        <a:pt x="150" y="423"/>
                      </a:lnTo>
                      <a:lnTo>
                        <a:pt x="163" y="426"/>
                      </a:lnTo>
                      <a:lnTo>
                        <a:pt x="173" y="428"/>
                      </a:lnTo>
                      <a:lnTo>
                        <a:pt x="184" y="431"/>
                      </a:lnTo>
                      <a:lnTo>
                        <a:pt x="194" y="436"/>
                      </a:lnTo>
                      <a:lnTo>
                        <a:pt x="203" y="440"/>
                      </a:lnTo>
                      <a:lnTo>
                        <a:pt x="206" y="438"/>
                      </a:lnTo>
                      <a:lnTo>
                        <a:pt x="209" y="436"/>
                      </a:lnTo>
                      <a:lnTo>
                        <a:pt x="212" y="435"/>
                      </a:lnTo>
                      <a:lnTo>
                        <a:pt x="215" y="432"/>
                      </a:lnTo>
                      <a:lnTo>
                        <a:pt x="235" y="424"/>
                      </a:lnTo>
                      <a:lnTo>
                        <a:pt x="262" y="414"/>
                      </a:lnTo>
                      <a:lnTo>
                        <a:pt x="295" y="403"/>
                      </a:lnTo>
                      <a:lnTo>
                        <a:pt x="334" y="393"/>
                      </a:lnTo>
                      <a:lnTo>
                        <a:pt x="378" y="382"/>
                      </a:lnTo>
                      <a:lnTo>
                        <a:pt x="425" y="371"/>
                      </a:lnTo>
                      <a:lnTo>
                        <a:pt x="473" y="360"/>
                      </a:lnTo>
                      <a:lnTo>
                        <a:pt x="523" y="350"/>
                      </a:lnTo>
                      <a:lnTo>
                        <a:pt x="571" y="341"/>
                      </a:lnTo>
                      <a:lnTo>
                        <a:pt x="619" y="331"/>
                      </a:lnTo>
                      <a:lnTo>
                        <a:pt x="662" y="324"/>
                      </a:lnTo>
                      <a:lnTo>
                        <a:pt x="702" y="316"/>
                      </a:lnTo>
                      <a:lnTo>
                        <a:pt x="736" y="310"/>
                      </a:lnTo>
                      <a:lnTo>
                        <a:pt x="763" y="305"/>
                      </a:lnTo>
                      <a:lnTo>
                        <a:pt x="783" y="302"/>
                      </a:lnTo>
                      <a:lnTo>
                        <a:pt x="793" y="300"/>
                      </a:lnTo>
                      <a:lnTo>
                        <a:pt x="802" y="291"/>
                      </a:lnTo>
                      <a:lnTo>
                        <a:pt x="816" y="279"/>
                      </a:lnTo>
                      <a:lnTo>
                        <a:pt x="833" y="263"/>
                      </a:lnTo>
                      <a:lnTo>
                        <a:pt x="854" y="244"/>
                      </a:lnTo>
                      <a:lnTo>
                        <a:pt x="877" y="222"/>
                      </a:lnTo>
                      <a:lnTo>
                        <a:pt x="901" y="199"/>
                      </a:lnTo>
                      <a:lnTo>
                        <a:pt x="927" y="175"/>
                      </a:lnTo>
                      <a:lnTo>
                        <a:pt x="954" y="150"/>
                      </a:lnTo>
                      <a:lnTo>
                        <a:pt x="981" y="125"/>
                      </a:lnTo>
                      <a:lnTo>
                        <a:pt x="1007" y="102"/>
                      </a:lnTo>
                      <a:lnTo>
                        <a:pt x="1031" y="80"/>
                      </a:lnTo>
                      <a:lnTo>
                        <a:pt x="1053" y="61"/>
                      </a:lnTo>
                      <a:lnTo>
                        <a:pt x="1073" y="43"/>
                      </a:lnTo>
                      <a:lnTo>
                        <a:pt x="1089" y="30"/>
                      </a:lnTo>
                      <a:lnTo>
                        <a:pt x="1101" y="22"/>
                      </a:lnTo>
                      <a:lnTo>
                        <a:pt x="1107" y="18"/>
                      </a:lnTo>
                      <a:lnTo>
                        <a:pt x="1111" y="16"/>
                      </a:lnTo>
                      <a:lnTo>
                        <a:pt x="1115" y="16"/>
                      </a:lnTo>
                      <a:lnTo>
                        <a:pt x="1121" y="15"/>
                      </a:lnTo>
                      <a:lnTo>
                        <a:pt x="1129" y="14"/>
                      </a:lnTo>
                      <a:lnTo>
                        <a:pt x="1138" y="14"/>
                      </a:lnTo>
                      <a:lnTo>
                        <a:pt x="1147" y="13"/>
                      </a:lnTo>
                      <a:lnTo>
                        <a:pt x="1158" y="12"/>
                      </a:lnTo>
                      <a:lnTo>
                        <a:pt x="1170" y="11"/>
                      </a:lnTo>
                      <a:lnTo>
                        <a:pt x="1182" y="11"/>
                      </a:lnTo>
                      <a:lnTo>
                        <a:pt x="1196" y="10"/>
                      </a:lnTo>
                      <a:lnTo>
                        <a:pt x="1209" y="9"/>
                      </a:lnTo>
                      <a:lnTo>
                        <a:pt x="1223" y="9"/>
                      </a:lnTo>
                      <a:lnTo>
                        <a:pt x="1237" y="8"/>
                      </a:lnTo>
                      <a:lnTo>
                        <a:pt x="1251" y="7"/>
                      </a:lnTo>
                      <a:lnTo>
                        <a:pt x="1266" y="7"/>
                      </a:lnTo>
                      <a:lnTo>
                        <a:pt x="1280" y="6"/>
                      </a:lnTo>
                      <a:lnTo>
                        <a:pt x="1332" y="5"/>
                      </a:lnTo>
                      <a:lnTo>
                        <a:pt x="1372" y="3"/>
                      </a:lnTo>
                      <a:lnTo>
                        <a:pt x="1401" y="3"/>
                      </a:lnTo>
                      <a:lnTo>
                        <a:pt x="1420" y="5"/>
                      </a:lnTo>
                      <a:lnTo>
                        <a:pt x="1432" y="6"/>
                      </a:lnTo>
                      <a:lnTo>
                        <a:pt x="1439" y="7"/>
                      </a:lnTo>
                      <a:lnTo>
                        <a:pt x="1442" y="9"/>
                      </a:lnTo>
                      <a:lnTo>
                        <a:pt x="1443" y="10"/>
                      </a:lnTo>
                      <a:lnTo>
                        <a:pt x="1451" y="60"/>
                      </a:lnTo>
                      <a:lnTo>
                        <a:pt x="1458" y="149"/>
                      </a:lnTo>
                      <a:lnTo>
                        <a:pt x="1461" y="242"/>
                      </a:lnTo>
                      <a:lnTo>
                        <a:pt x="1463" y="299"/>
                      </a:lnTo>
                      <a:lnTo>
                        <a:pt x="1479" y="308"/>
                      </a:lnTo>
                      <a:lnTo>
                        <a:pt x="1480" y="310"/>
                      </a:lnTo>
                      <a:lnTo>
                        <a:pt x="1484" y="333"/>
                      </a:lnTo>
                      <a:lnTo>
                        <a:pt x="1489" y="391"/>
                      </a:lnTo>
                      <a:lnTo>
                        <a:pt x="1492" y="467"/>
                      </a:lnTo>
                      <a:lnTo>
                        <a:pt x="1488" y="544"/>
                      </a:lnTo>
                      <a:lnTo>
                        <a:pt x="1628" y="535"/>
                      </a:lnTo>
                      <a:lnTo>
                        <a:pt x="1630" y="530"/>
                      </a:lnTo>
                      <a:lnTo>
                        <a:pt x="1633" y="524"/>
                      </a:lnTo>
                      <a:lnTo>
                        <a:pt x="1636" y="516"/>
                      </a:lnTo>
                      <a:lnTo>
                        <a:pt x="1640" y="509"/>
                      </a:lnTo>
                      <a:lnTo>
                        <a:pt x="1645" y="500"/>
                      </a:lnTo>
                      <a:lnTo>
                        <a:pt x="1652" y="492"/>
                      </a:lnTo>
                      <a:lnTo>
                        <a:pt x="1659" y="483"/>
                      </a:lnTo>
                      <a:lnTo>
                        <a:pt x="1668" y="475"/>
                      </a:lnTo>
                      <a:lnTo>
                        <a:pt x="1676" y="471"/>
                      </a:lnTo>
                      <a:lnTo>
                        <a:pt x="1685" y="468"/>
                      </a:lnTo>
                      <a:lnTo>
                        <a:pt x="1698" y="465"/>
                      </a:lnTo>
                      <a:lnTo>
                        <a:pt x="1713" y="461"/>
                      </a:lnTo>
                      <a:lnTo>
                        <a:pt x="1731" y="459"/>
                      </a:lnTo>
                      <a:lnTo>
                        <a:pt x="1749" y="457"/>
                      </a:lnTo>
                      <a:lnTo>
                        <a:pt x="1767" y="456"/>
                      </a:lnTo>
                      <a:lnTo>
                        <a:pt x="1787" y="455"/>
                      </a:lnTo>
                      <a:lnTo>
                        <a:pt x="1806" y="455"/>
                      </a:lnTo>
                      <a:lnTo>
                        <a:pt x="1826" y="455"/>
                      </a:lnTo>
                      <a:lnTo>
                        <a:pt x="1843" y="455"/>
                      </a:lnTo>
                      <a:lnTo>
                        <a:pt x="1860" y="456"/>
                      </a:lnTo>
                      <a:lnTo>
                        <a:pt x="1874" y="457"/>
                      </a:lnTo>
                      <a:lnTo>
                        <a:pt x="1886" y="458"/>
                      </a:lnTo>
                      <a:lnTo>
                        <a:pt x="1896" y="460"/>
                      </a:lnTo>
                      <a:lnTo>
                        <a:pt x="1902" y="463"/>
                      </a:lnTo>
                      <a:lnTo>
                        <a:pt x="1916" y="472"/>
                      </a:lnTo>
                      <a:lnTo>
                        <a:pt x="1923" y="481"/>
                      </a:lnTo>
                      <a:lnTo>
                        <a:pt x="1924" y="487"/>
                      </a:lnTo>
                      <a:lnTo>
                        <a:pt x="1924" y="491"/>
                      </a:lnTo>
                      <a:lnTo>
                        <a:pt x="1914" y="488"/>
                      </a:lnTo>
                      <a:lnTo>
                        <a:pt x="1914" y="487"/>
                      </a:lnTo>
                      <a:lnTo>
                        <a:pt x="1912" y="484"/>
                      </a:lnTo>
                      <a:lnTo>
                        <a:pt x="1906" y="479"/>
                      </a:lnTo>
                      <a:lnTo>
                        <a:pt x="1897" y="472"/>
                      </a:lnTo>
                      <a:lnTo>
                        <a:pt x="1891" y="470"/>
                      </a:lnTo>
                      <a:lnTo>
                        <a:pt x="1883" y="468"/>
                      </a:lnTo>
                      <a:lnTo>
                        <a:pt x="1871" y="467"/>
                      </a:lnTo>
                      <a:lnTo>
                        <a:pt x="1857" y="466"/>
                      </a:lnTo>
                      <a:lnTo>
                        <a:pt x="1842" y="466"/>
                      </a:lnTo>
                      <a:lnTo>
                        <a:pt x="1824" y="465"/>
                      </a:lnTo>
                      <a:lnTo>
                        <a:pt x="1806" y="465"/>
                      </a:lnTo>
                      <a:lnTo>
                        <a:pt x="1788" y="466"/>
                      </a:lnTo>
                      <a:lnTo>
                        <a:pt x="1769" y="467"/>
                      </a:lnTo>
                      <a:lnTo>
                        <a:pt x="1751" y="468"/>
                      </a:lnTo>
                      <a:lnTo>
                        <a:pt x="1734" y="469"/>
                      </a:lnTo>
                      <a:lnTo>
                        <a:pt x="1718" y="471"/>
                      </a:lnTo>
                      <a:lnTo>
                        <a:pt x="1703" y="474"/>
                      </a:lnTo>
                      <a:lnTo>
                        <a:pt x="1691" y="477"/>
                      </a:lnTo>
                      <a:lnTo>
                        <a:pt x="1681" y="480"/>
                      </a:lnTo>
                      <a:lnTo>
                        <a:pt x="1675" y="484"/>
                      </a:lnTo>
                      <a:lnTo>
                        <a:pt x="1669" y="489"/>
                      </a:lnTo>
                      <a:lnTo>
                        <a:pt x="1664" y="495"/>
                      </a:lnTo>
                      <a:lnTo>
                        <a:pt x="1659" y="500"/>
                      </a:lnTo>
                      <a:lnTo>
                        <a:pt x="1654" y="507"/>
                      </a:lnTo>
                      <a:lnTo>
                        <a:pt x="1658" y="502"/>
                      </a:lnTo>
                      <a:lnTo>
                        <a:pt x="1662" y="499"/>
                      </a:lnTo>
                      <a:lnTo>
                        <a:pt x="1665" y="497"/>
                      </a:lnTo>
                      <a:lnTo>
                        <a:pt x="1669" y="495"/>
                      </a:lnTo>
                      <a:lnTo>
                        <a:pt x="1679" y="491"/>
                      </a:lnTo>
                      <a:lnTo>
                        <a:pt x="1690" y="487"/>
                      </a:lnTo>
                      <a:lnTo>
                        <a:pt x="1702" y="484"/>
                      </a:lnTo>
                      <a:lnTo>
                        <a:pt x="1716" y="481"/>
                      </a:lnTo>
                      <a:lnTo>
                        <a:pt x="1730" y="479"/>
                      </a:lnTo>
                      <a:lnTo>
                        <a:pt x="1745" y="477"/>
                      </a:lnTo>
                      <a:lnTo>
                        <a:pt x="1761" y="474"/>
                      </a:lnTo>
                      <a:lnTo>
                        <a:pt x="1776" y="473"/>
                      </a:lnTo>
                      <a:lnTo>
                        <a:pt x="1792" y="473"/>
                      </a:lnTo>
                      <a:lnTo>
                        <a:pt x="1807" y="473"/>
                      </a:lnTo>
                      <a:lnTo>
                        <a:pt x="1823" y="473"/>
                      </a:lnTo>
                      <a:lnTo>
                        <a:pt x="1837" y="474"/>
                      </a:lnTo>
                      <a:lnTo>
                        <a:pt x="1851" y="477"/>
                      </a:lnTo>
                      <a:lnTo>
                        <a:pt x="1864" y="479"/>
                      </a:lnTo>
                      <a:lnTo>
                        <a:pt x="1876" y="482"/>
                      </a:lnTo>
                      <a:lnTo>
                        <a:pt x="1887" y="485"/>
                      </a:lnTo>
                      <a:lnTo>
                        <a:pt x="1895" y="489"/>
                      </a:lnTo>
                      <a:lnTo>
                        <a:pt x="1901" y="494"/>
                      </a:lnTo>
                      <a:lnTo>
                        <a:pt x="1906" y="499"/>
                      </a:lnTo>
                      <a:lnTo>
                        <a:pt x="1909" y="506"/>
                      </a:lnTo>
                      <a:lnTo>
                        <a:pt x="1910" y="508"/>
                      </a:lnTo>
                      <a:lnTo>
                        <a:pt x="1910" y="509"/>
                      </a:lnTo>
                      <a:lnTo>
                        <a:pt x="1910" y="511"/>
                      </a:lnTo>
                      <a:lnTo>
                        <a:pt x="1911" y="513"/>
                      </a:lnTo>
                      <a:lnTo>
                        <a:pt x="1977" y="501"/>
                      </a:lnTo>
                      <a:lnTo>
                        <a:pt x="1978" y="494"/>
                      </a:lnTo>
                      <a:lnTo>
                        <a:pt x="1979" y="488"/>
                      </a:lnTo>
                      <a:lnTo>
                        <a:pt x="1980" y="485"/>
                      </a:lnTo>
                      <a:lnTo>
                        <a:pt x="1980" y="484"/>
                      </a:lnTo>
                      <a:lnTo>
                        <a:pt x="1996" y="479"/>
                      </a:lnTo>
                      <a:lnTo>
                        <a:pt x="1996" y="477"/>
                      </a:lnTo>
                      <a:lnTo>
                        <a:pt x="1995" y="473"/>
                      </a:lnTo>
                      <a:lnTo>
                        <a:pt x="1993" y="469"/>
                      </a:lnTo>
                      <a:lnTo>
                        <a:pt x="1989" y="465"/>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4" name="Freeform 742"/>
                <p:cNvSpPr>
                  <a:spLocks/>
                </p:cNvSpPr>
                <p:nvPr/>
              </p:nvSpPr>
              <p:spPr bwMode="auto">
                <a:xfrm>
                  <a:off x="5232" y="3536"/>
                  <a:ext cx="138" cy="116"/>
                </a:xfrm>
                <a:custGeom>
                  <a:avLst/>
                  <a:gdLst>
                    <a:gd name="T0" fmla="*/ 0 w 692"/>
                    <a:gd name="T1" fmla="*/ 0 h 581"/>
                    <a:gd name="T2" fmla="*/ 0 w 692"/>
                    <a:gd name="T3" fmla="*/ 0 h 581"/>
                    <a:gd name="T4" fmla="*/ 0 w 692"/>
                    <a:gd name="T5" fmla="*/ 0 h 581"/>
                    <a:gd name="T6" fmla="*/ 0 w 692"/>
                    <a:gd name="T7" fmla="*/ 0 h 581"/>
                    <a:gd name="T8" fmla="*/ 0 w 692"/>
                    <a:gd name="T9" fmla="*/ 0 h 581"/>
                    <a:gd name="T10" fmla="*/ 0 w 692"/>
                    <a:gd name="T11" fmla="*/ 0 h 581"/>
                    <a:gd name="T12" fmla="*/ 0 w 692"/>
                    <a:gd name="T13" fmla="*/ 0 h 581"/>
                    <a:gd name="T14" fmla="*/ 0 w 692"/>
                    <a:gd name="T15" fmla="*/ 0 h 581"/>
                    <a:gd name="T16" fmla="*/ 0 w 692"/>
                    <a:gd name="T17" fmla="*/ 0 h 581"/>
                    <a:gd name="T18" fmla="*/ 0 w 692"/>
                    <a:gd name="T19" fmla="*/ 0 h 581"/>
                    <a:gd name="T20" fmla="*/ 0 w 692"/>
                    <a:gd name="T21" fmla="*/ 0 h 581"/>
                    <a:gd name="T22" fmla="*/ 0 w 692"/>
                    <a:gd name="T23" fmla="*/ 0 h 581"/>
                    <a:gd name="T24" fmla="*/ 0 w 692"/>
                    <a:gd name="T25" fmla="*/ 0 h 581"/>
                    <a:gd name="T26" fmla="*/ 0 w 692"/>
                    <a:gd name="T27" fmla="*/ 0 h 581"/>
                    <a:gd name="T28" fmla="*/ 0 w 692"/>
                    <a:gd name="T29" fmla="*/ 0 h 581"/>
                    <a:gd name="T30" fmla="*/ 0 w 692"/>
                    <a:gd name="T31" fmla="*/ 0 h 581"/>
                    <a:gd name="T32" fmla="*/ 0 w 692"/>
                    <a:gd name="T33" fmla="*/ 0 h 581"/>
                    <a:gd name="T34" fmla="*/ 0 w 692"/>
                    <a:gd name="T35" fmla="*/ 0 h 581"/>
                    <a:gd name="T36" fmla="*/ 0 w 692"/>
                    <a:gd name="T37" fmla="*/ 0 h 581"/>
                    <a:gd name="T38" fmla="*/ 0 w 692"/>
                    <a:gd name="T39" fmla="*/ 0 h 581"/>
                    <a:gd name="T40" fmla="*/ 0 w 692"/>
                    <a:gd name="T41" fmla="*/ 0 h 581"/>
                    <a:gd name="T42" fmla="*/ 0 w 692"/>
                    <a:gd name="T43" fmla="*/ 0 h 581"/>
                    <a:gd name="T44" fmla="*/ 0 w 692"/>
                    <a:gd name="T45" fmla="*/ 0 h 581"/>
                    <a:gd name="T46" fmla="*/ 0 w 692"/>
                    <a:gd name="T47" fmla="*/ 0 h 581"/>
                    <a:gd name="T48" fmla="*/ 0 w 692"/>
                    <a:gd name="T49" fmla="*/ 0 h 581"/>
                    <a:gd name="T50" fmla="*/ 0 w 692"/>
                    <a:gd name="T51" fmla="*/ 0 h 581"/>
                    <a:gd name="T52" fmla="*/ 0 w 692"/>
                    <a:gd name="T53" fmla="*/ 0 h 581"/>
                    <a:gd name="T54" fmla="*/ 0 w 692"/>
                    <a:gd name="T55" fmla="*/ 0 h 581"/>
                    <a:gd name="T56" fmla="*/ 0 w 692"/>
                    <a:gd name="T57" fmla="*/ 0 h 581"/>
                    <a:gd name="T58" fmla="*/ 0 w 692"/>
                    <a:gd name="T59" fmla="*/ 0 h 581"/>
                    <a:gd name="T60" fmla="*/ 0 w 692"/>
                    <a:gd name="T61" fmla="*/ 0 h 581"/>
                    <a:gd name="T62" fmla="*/ 0 w 692"/>
                    <a:gd name="T63" fmla="*/ 0 h 581"/>
                    <a:gd name="T64" fmla="*/ 0 w 692"/>
                    <a:gd name="T65" fmla="*/ 0 h 581"/>
                    <a:gd name="T66" fmla="*/ 0 w 692"/>
                    <a:gd name="T67" fmla="*/ 0 h 581"/>
                    <a:gd name="T68" fmla="*/ 0 w 692"/>
                    <a:gd name="T69" fmla="*/ 0 h 581"/>
                    <a:gd name="T70" fmla="*/ 0 w 692"/>
                    <a:gd name="T71" fmla="*/ 0 h 581"/>
                    <a:gd name="T72" fmla="*/ 0 w 692"/>
                    <a:gd name="T73" fmla="*/ 0 h 581"/>
                    <a:gd name="T74" fmla="*/ 0 w 692"/>
                    <a:gd name="T75" fmla="*/ 0 h 581"/>
                    <a:gd name="T76" fmla="*/ 0 w 692"/>
                    <a:gd name="T77" fmla="*/ 0 h 581"/>
                    <a:gd name="T78" fmla="*/ 0 w 692"/>
                    <a:gd name="T79" fmla="*/ 0 h 581"/>
                    <a:gd name="T80" fmla="*/ 0 w 692"/>
                    <a:gd name="T81" fmla="*/ 0 h 581"/>
                    <a:gd name="T82" fmla="*/ 0 w 692"/>
                    <a:gd name="T83" fmla="*/ 0 h 581"/>
                    <a:gd name="T84" fmla="*/ 0 w 692"/>
                    <a:gd name="T85" fmla="*/ 0 h 581"/>
                    <a:gd name="T86" fmla="*/ 0 w 692"/>
                    <a:gd name="T87" fmla="*/ 0 h 581"/>
                    <a:gd name="T88" fmla="*/ 0 w 692"/>
                    <a:gd name="T89" fmla="*/ 0 h 581"/>
                    <a:gd name="T90" fmla="*/ 0 w 692"/>
                    <a:gd name="T91" fmla="*/ 0 h 581"/>
                    <a:gd name="T92" fmla="*/ 0 w 692"/>
                    <a:gd name="T93" fmla="*/ 0 h 581"/>
                    <a:gd name="T94" fmla="*/ 0 w 692"/>
                    <a:gd name="T95" fmla="*/ 0 h 581"/>
                    <a:gd name="T96" fmla="*/ 0 w 692"/>
                    <a:gd name="T97" fmla="*/ 0 h 581"/>
                    <a:gd name="T98" fmla="*/ 0 w 692"/>
                    <a:gd name="T99" fmla="*/ 0 h 5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92"/>
                    <a:gd name="T151" fmla="*/ 0 h 581"/>
                    <a:gd name="T152" fmla="*/ 692 w 692"/>
                    <a:gd name="T153" fmla="*/ 581 h 5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92" h="581">
                      <a:moveTo>
                        <a:pt x="680" y="302"/>
                      </a:moveTo>
                      <a:lnTo>
                        <a:pt x="663" y="292"/>
                      </a:lnTo>
                      <a:lnTo>
                        <a:pt x="663" y="290"/>
                      </a:lnTo>
                      <a:lnTo>
                        <a:pt x="660" y="218"/>
                      </a:lnTo>
                      <a:lnTo>
                        <a:pt x="656" y="127"/>
                      </a:lnTo>
                      <a:lnTo>
                        <a:pt x="651" y="46"/>
                      </a:lnTo>
                      <a:lnTo>
                        <a:pt x="643" y="3"/>
                      </a:lnTo>
                      <a:lnTo>
                        <a:pt x="639" y="2"/>
                      </a:lnTo>
                      <a:lnTo>
                        <a:pt x="631" y="1"/>
                      </a:lnTo>
                      <a:lnTo>
                        <a:pt x="622" y="1"/>
                      </a:lnTo>
                      <a:lnTo>
                        <a:pt x="609" y="0"/>
                      </a:lnTo>
                      <a:lnTo>
                        <a:pt x="594" y="0"/>
                      </a:lnTo>
                      <a:lnTo>
                        <a:pt x="576" y="0"/>
                      </a:lnTo>
                      <a:lnTo>
                        <a:pt x="558" y="1"/>
                      </a:lnTo>
                      <a:lnTo>
                        <a:pt x="539" y="1"/>
                      </a:lnTo>
                      <a:lnTo>
                        <a:pt x="539" y="11"/>
                      </a:lnTo>
                      <a:lnTo>
                        <a:pt x="556" y="11"/>
                      </a:lnTo>
                      <a:lnTo>
                        <a:pt x="572" y="11"/>
                      </a:lnTo>
                      <a:lnTo>
                        <a:pt x="587" y="11"/>
                      </a:lnTo>
                      <a:lnTo>
                        <a:pt x="600" y="11"/>
                      </a:lnTo>
                      <a:lnTo>
                        <a:pt x="611" y="11"/>
                      </a:lnTo>
                      <a:lnTo>
                        <a:pt x="620" y="11"/>
                      </a:lnTo>
                      <a:lnTo>
                        <a:pt x="626" y="12"/>
                      </a:lnTo>
                      <a:lnTo>
                        <a:pt x="629" y="12"/>
                      </a:lnTo>
                      <a:lnTo>
                        <a:pt x="637" y="16"/>
                      </a:lnTo>
                      <a:lnTo>
                        <a:pt x="641" y="29"/>
                      </a:lnTo>
                      <a:lnTo>
                        <a:pt x="642" y="50"/>
                      </a:lnTo>
                      <a:lnTo>
                        <a:pt x="642" y="78"/>
                      </a:lnTo>
                      <a:lnTo>
                        <a:pt x="642" y="91"/>
                      </a:lnTo>
                      <a:lnTo>
                        <a:pt x="642" y="105"/>
                      </a:lnTo>
                      <a:lnTo>
                        <a:pt x="642" y="119"/>
                      </a:lnTo>
                      <a:lnTo>
                        <a:pt x="642" y="134"/>
                      </a:lnTo>
                      <a:lnTo>
                        <a:pt x="641" y="223"/>
                      </a:lnTo>
                      <a:lnTo>
                        <a:pt x="640" y="269"/>
                      </a:lnTo>
                      <a:lnTo>
                        <a:pt x="640" y="288"/>
                      </a:lnTo>
                      <a:lnTo>
                        <a:pt x="640" y="291"/>
                      </a:lnTo>
                      <a:lnTo>
                        <a:pt x="220" y="306"/>
                      </a:lnTo>
                      <a:lnTo>
                        <a:pt x="217" y="311"/>
                      </a:lnTo>
                      <a:lnTo>
                        <a:pt x="213" y="317"/>
                      </a:lnTo>
                      <a:lnTo>
                        <a:pt x="209" y="322"/>
                      </a:lnTo>
                      <a:lnTo>
                        <a:pt x="203" y="325"/>
                      </a:lnTo>
                      <a:lnTo>
                        <a:pt x="198" y="327"/>
                      </a:lnTo>
                      <a:lnTo>
                        <a:pt x="192" y="328"/>
                      </a:lnTo>
                      <a:lnTo>
                        <a:pt x="184" y="329"/>
                      </a:lnTo>
                      <a:lnTo>
                        <a:pt x="175" y="329"/>
                      </a:lnTo>
                      <a:lnTo>
                        <a:pt x="165" y="329"/>
                      </a:lnTo>
                      <a:lnTo>
                        <a:pt x="155" y="329"/>
                      </a:lnTo>
                      <a:lnTo>
                        <a:pt x="144" y="328"/>
                      </a:lnTo>
                      <a:lnTo>
                        <a:pt x="132" y="327"/>
                      </a:lnTo>
                      <a:lnTo>
                        <a:pt x="135" y="342"/>
                      </a:lnTo>
                      <a:lnTo>
                        <a:pt x="44" y="347"/>
                      </a:lnTo>
                      <a:lnTo>
                        <a:pt x="44" y="343"/>
                      </a:lnTo>
                      <a:lnTo>
                        <a:pt x="41" y="337"/>
                      </a:lnTo>
                      <a:lnTo>
                        <a:pt x="40" y="330"/>
                      </a:lnTo>
                      <a:lnTo>
                        <a:pt x="38" y="322"/>
                      </a:lnTo>
                      <a:lnTo>
                        <a:pt x="36" y="317"/>
                      </a:lnTo>
                      <a:lnTo>
                        <a:pt x="34" y="313"/>
                      </a:lnTo>
                      <a:lnTo>
                        <a:pt x="33" y="309"/>
                      </a:lnTo>
                      <a:lnTo>
                        <a:pt x="33" y="308"/>
                      </a:lnTo>
                      <a:lnTo>
                        <a:pt x="33" y="307"/>
                      </a:lnTo>
                      <a:lnTo>
                        <a:pt x="33" y="303"/>
                      </a:lnTo>
                      <a:lnTo>
                        <a:pt x="48" y="301"/>
                      </a:lnTo>
                      <a:lnTo>
                        <a:pt x="48" y="294"/>
                      </a:lnTo>
                      <a:lnTo>
                        <a:pt x="49" y="288"/>
                      </a:lnTo>
                      <a:lnTo>
                        <a:pt x="50" y="281"/>
                      </a:lnTo>
                      <a:lnTo>
                        <a:pt x="52" y="275"/>
                      </a:lnTo>
                      <a:lnTo>
                        <a:pt x="55" y="266"/>
                      </a:lnTo>
                      <a:lnTo>
                        <a:pt x="60" y="258"/>
                      </a:lnTo>
                      <a:lnTo>
                        <a:pt x="66" y="248"/>
                      </a:lnTo>
                      <a:lnTo>
                        <a:pt x="73" y="238"/>
                      </a:lnTo>
                      <a:lnTo>
                        <a:pt x="81" y="230"/>
                      </a:lnTo>
                      <a:lnTo>
                        <a:pt x="90" y="222"/>
                      </a:lnTo>
                      <a:lnTo>
                        <a:pt x="101" y="217"/>
                      </a:lnTo>
                      <a:lnTo>
                        <a:pt x="112" y="213"/>
                      </a:lnTo>
                      <a:lnTo>
                        <a:pt x="116" y="209"/>
                      </a:lnTo>
                      <a:lnTo>
                        <a:pt x="123" y="203"/>
                      </a:lnTo>
                      <a:lnTo>
                        <a:pt x="134" y="193"/>
                      </a:lnTo>
                      <a:lnTo>
                        <a:pt x="147" y="181"/>
                      </a:lnTo>
                      <a:lnTo>
                        <a:pt x="161" y="167"/>
                      </a:lnTo>
                      <a:lnTo>
                        <a:pt x="177" y="153"/>
                      </a:lnTo>
                      <a:lnTo>
                        <a:pt x="195" y="137"/>
                      </a:lnTo>
                      <a:lnTo>
                        <a:pt x="213" y="121"/>
                      </a:lnTo>
                      <a:lnTo>
                        <a:pt x="230" y="105"/>
                      </a:lnTo>
                      <a:lnTo>
                        <a:pt x="247" y="88"/>
                      </a:lnTo>
                      <a:lnTo>
                        <a:pt x="265" y="73"/>
                      </a:lnTo>
                      <a:lnTo>
                        <a:pt x="280" y="59"/>
                      </a:lnTo>
                      <a:lnTo>
                        <a:pt x="294" y="47"/>
                      </a:lnTo>
                      <a:lnTo>
                        <a:pt x="305" y="38"/>
                      </a:lnTo>
                      <a:lnTo>
                        <a:pt x="314" y="29"/>
                      </a:lnTo>
                      <a:lnTo>
                        <a:pt x="320" y="25"/>
                      </a:lnTo>
                      <a:lnTo>
                        <a:pt x="325" y="23"/>
                      </a:lnTo>
                      <a:lnTo>
                        <a:pt x="335" y="19"/>
                      </a:lnTo>
                      <a:lnTo>
                        <a:pt x="349" y="17"/>
                      </a:lnTo>
                      <a:lnTo>
                        <a:pt x="367" y="16"/>
                      </a:lnTo>
                      <a:lnTo>
                        <a:pt x="389" y="14"/>
                      </a:lnTo>
                      <a:lnTo>
                        <a:pt x="415" y="13"/>
                      </a:lnTo>
                      <a:lnTo>
                        <a:pt x="445" y="12"/>
                      </a:lnTo>
                      <a:lnTo>
                        <a:pt x="478" y="11"/>
                      </a:lnTo>
                      <a:lnTo>
                        <a:pt x="486" y="11"/>
                      </a:lnTo>
                      <a:lnTo>
                        <a:pt x="493" y="11"/>
                      </a:lnTo>
                      <a:lnTo>
                        <a:pt x="501" y="11"/>
                      </a:lnTo>
                      <a:lnTo>
                        <a:pt x="510" y="11"/>
                      </a:lnTo>
                      <a:lnTo>
                        <a:pt x="517" y="11"/>
                      </a:lnTo>
                      <a:lnTo>
                        <a:pt x="525" y="11"/>
                      </a:lnTo>
                      <a:lnTo>
                        <a:pt x="532" y="11"/>
                      </a:lnTo>
                      <a:lnTo>
                        <a:pt x="539" y="11"/>
                      </a:lnTo>
                      <a:lnTo>
                        <a:pt x="539" y="1"/>
                      </a:lnTo>
                      <a:lnTo>
                        <a:pt x="522" y="1"/>
                      </a:lnTo>
                      <a:lnTo>
                        <a:pt x="505" y="2"/>
                      </a:lnTo>
                      <a:lnTo>
                        <a:pt x="487" y="2"/>
                      </a:lnTo>
                      <a:lnTo>
                        <a:pt x="470" y="3"/>
                      </a:lnTo>
                      <a:lnTo>
                        <a:pt x="451" y="4"/>
                      </a:lnTo>
                      <a:lnTo>
                        <a:pt x="434" y="4"/>
                      </a:lnTo>
                      <a:lnTo>
                        <a:pt x="417" y="5"/>
                      </a:lnTo>
                      <a:lnTo>
                        <a:pt x="401" y="7"/>
                      </a:lnTo>
                      <a:lnTo>
                        <a:pt x="385" y="8"/>
                      </a:lnTo>
                      <a:lnTo>
                        <a:pt x="370" y="9"/>
                      </a:lnTo>
                      <a:lnTo>
                        <a:pt x="357" y="9"/>
                      </a:lnTo>
                      <a:lnTo>
                        <a:pt x="346" y="10"/>
                      </a:lnTo>
                      <a:lnTo>
                        <a:pt x="336" y="11"/>
                      </a:lnTo>
                      <a:lnTo>
                        <a:pt x="327" y="12"/>
                      </a:lnTo>
                      <a:lnTo>
                        <a:pt x="321" y="13"/>
                      </a:lnTo>
                      <a:lnTo>
                        <a:pt x="316" y="14"/>
                      </a:lnTo>
                      <a:lnTo>
                        <a:pt x="311" y="17"/>
                      </a:lnTo>
                      <a:lnTo>
                        <a:pt x="304" y="23"/>
                      </a:lnTo>
                      <a:lnTo>
                        <a:pt x="292" y="32"/>
                      </a:lnTo>
                      <a:lnTo>
                        <a:pt x="278" y="44"/>
                      </a:lnTo>
                      <a:lnTo>
                        <a:pt x="261" y="59"/>
                      </a:lnTo>
                      <a:lnTo>
                        <a:pt x="242" y="75"/>
                      </a:lnTo>
                      <a:lnTo>
                        <a:pt x="222" y="94"/>
                      </a:lnTo>
                      <a:lnTo>
                        <a:pt x="199" y="114"/>
                      </a:lnTo>
                      <a:lnTo>
                        <a:pt x="176" y="136"/>
                      </a:lnTo>
                      <a:lnTo>
                        <a:pt x="151" y="158"/>
                      </a:lnTo>
                      <a:lnTo>
                        <a:pt x="127" y="181"/>
                      </a:lnTo>
                      <a:lnTo>
                        <a:pt x="102" y="204"/>
                      </a:lnTo>
                      <a:lnTo>
                        <a:pt x="77" y="227"/>
                      </a:lnTo>
                      <a:lnTo>
                        <a:pt x="53" y="250"/>
                      </a:lnTo>
                      <a:lnTo>
                        <a:pt x="30" y="272"/>
                      </a:lnTo>
                      <a:lnTo>
                        <a:pt x="7" y="293"/>
                      </a:lnTo>
                      <a:lnTo>
                        <a:pt x="8" y="305"/>
                      </a:lnTo>
                      <a:lnTo>
                        <a:pt x="10" y="330"/>
                      </a:lnTo>
                      <a:lnTo>
                        <a:pt x="10" y="373"/>
                      </a:lnTo>
                      <a:lnTo>
                        <a:pt x="9" y="439"/>
                      </a:lnTo>
                      <a:lnTo>
                        <a:pt x="7" y="475"/>
                      </a:lnTo>
                      <a:lnTo>
                        <a:pt x="5" y="511"/>
                      </a:lnTo>
                      <a:lnTo>
                        <a:pt x="3" y="546"/>
                      </a:lnTo>
                      <a:lnTo>
                        <a:pt x="0" y="581"/>
                      </a:lnTo>
                      <a:lnTo>
                        <a:pt x="687" y="535"/>
                      </a:lnTo>
                      <a:lnTo>
                        <a:pt x="692" y="461"/>
                      </a:lnTo>
                      <a:lnTo>
                        <a:pt x="690" y="390"/>
                      </a:lnTo>
                      <a:lnTo>
                        <a:pt x="684" y="332"/>
                      </a:lnTo>
                      <a:lnTo>
                        <a:pt x="680" y="302"/>
                      </a:lnTo>
                      <a:close/>
                    </a:path>
                  </a:pathLst>
                </a:custGeom>
                <a:solidFill>
                  <a:srgbClr val="96C1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5" name="Freeform 743"/>
                <p:cNvSpPr>
                  <a:spLocks/>
                </p:cNvSpPr>
                <p:nvPr/>
              </p:nvSpPr>
              <p:spPr bwMode="auto">
                <a:xfrm>
                  <a:off x="5124" y="3415"/>
                  <a:ext cx="12" cy="4"/>
                </a:xfrm>
                <a:custGeom>
                  <a:avLst/>
                  <a:gdLst>
                    <a:gd name="T0" fmla="*/ 0 w 61"/>
                    <a:gd name="T1" fmla="*/ 0 h 18"/>
                    <a:gd name="T2" fmla="*/ 0 w 61"/>
                    <a:gd name="T3" fmla="*/ 0 h 18"/>
                    <a:gd name="T4" fmla="*/ 0 w 61"/>
                    <a:gd name="T5" fmla="*/ 0 h 18"/>
                    <a:gd name="T6" fmla="*/ 0 w 61"/>
                    <a:gd name="T7" fmla="*/ 0 h 18"/>
                    <a:gd name="T8" fmla="*/ 0 w 61"/>
                    <a:gd name="T9" fmla="*/ 0 h 18"/>
                    <a:gd name="T10" fmla="*/ 0 w 61"/>
                    <a:gd name="T11" fmla="*/ 0 h 18"/>
                    <a:gd name="T12" fmla="*/ 0 w 61"/>
                    <a:gd name="T13" fmla="*/ 0 h 18"/>
                    <a:gd name="T14" fmla="*/ 0 w 61"/>
                    <a:gd name="T15" fmla="*/ 0 h 18"/>
                    <a:gd name="T16" fmla="*/ 0 w 61"/>
                    <a:gd name="T17" fmla="*/ 0 h 18"/>
                    <a:gd name="T18" fmla="*/ 0 w 61"/>
                    <a:gd name="T19" fmla="*/ 0 h 18"/>
                    <a:gd name="T20" fmla="*/ 0 w 61"/>
                    <a:gd name="T21" fmla="*/ 0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1"/>
                    <a:gd name="T34" fmla="*/ 0 h 18"/>
                    <a:gd name="T35" fmla="*/ 61 w 61"/>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1" h="18">
                      <a:moveTo>
                        <a:pt x="0" y="11"/>
                      </a:moveTo>
                      <a:lnTo>
                        <a:pt x="61" y="0"/>
                      </a:lnTo>
                      <a:lnTo>
                        <a:pt x="61" y="2"/>
                      </a:lnTo>
                      <a:lnTo>
                        <a:pt x="61" y="4"/>
                      </a:lnTo>
                      <a:lnTo>
                        <a:pt x="61" y="7"/>
                      </a:lnTo>
                      <a:lnTo>
                        <a:pt x="60" y="9"/>
                      </a:lnTo>
                      <a:lnTo>
                        <a:pt x="0" y="18"/>
                      </a:lnTo>
                      <a:lnTo>
                        <a:pt x="0" y="16"/>
                      </a:lnTo>
                      <a:lnTo>
                        <a:pt x="0" y="15"/>
                      </a:lnTo>
                      <a:lnTo>
                        <a:pt x="0" y="13"/>
                      </a:lnTo>
                      <a:lnTo>
                        <a:pt x="0" y="11"/>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6" name="Freeform 744"/>
                <p:cNvSpPr>
                  <a:spLocks/>
                </p:cNvSpPr>
                <p:nvPr/>
              </p:nvSpPr>
              <p:spPr bwMode="auto">
                <a:xfrm>
                  <a:off x="4817" y="3427"/>
                  <a:ext cx="26" cy="56"/>
                </a:xfrm>
                <a:custGeom>
                  <a:avLst/>
                  <a:gdLst>
                    <a:gd name="T0" fmla="*/ 0 w 131"/>
                    <a:gd name="T1" fmla="*/ 0 h 280"/>
                    <a:gd name="T2" fmla="*/ 0 w 131"/>
                    <a:gd name="T3" fmla="*/ 0 h 280"/>
                    <a:gd name="T4" fmla="*/ 0 w 131"/>
                    <a:gd name="T5" fmla="*/ 0 h 280"/>
                    <a:gd name="T6" fmla="*/ 0 w 131"/>
                    <a:gd name="T7" fmla="*/ 0 h 280"/>
                    <a:gd name="T8" fmla="*/ 0 w 131"/>
                    <a:gd name="T9" fmla="*/ 0 h 280"/>
                    <a:gd name="T10" fmla="*/ 0 w 131"/>
                    <a:gd name="T11" fmla="*/ 0 h 280"/>
                    <a:gd name="T12" fmla="*/ 0 w 131"/>
                    <a:gd name="T13" fmla="*/ 0 h 280"/>
                    <a:gd name="T14" fmla="*/ 0 w 131"/>
                    <a:gd name="T15" fmla="*/ 0 h 280"/>
                    <a:gd name="T16" fmla="*/ 0 w 131"/>
                    <a:gd name="T17" fmla="*/ 0 h 280"/>
                    <a:gd name="T18" fmla="*/ 0 w 131"/>
                    <a:gd name="T19" fmla="*/ 0 h 280"/>
                    <a:gd name="T20" fmla="*/ 0 w 131"/>
                    <a:gd name="T21" fmla="*/ 0 h 280"/>
                    <a:gd name="T22" fmla="*/ 0 w 131"/>
                    <a:gd name="T23" fmla="*/ 0 h 280"/>
                    <a:gd name="T24" fmla="*/ 0 w 131"/>
                    <a:gd name="T25" fmla="*/ 0 h 280"/>
                    <a:gd name="T26" fmla="*/ 0 w 131"/>
                    <a:gd name="T27" fmla="*/ 0 h 280"/>
                    <a:gd name="T28" fmla="*/ 0 w 131"/>
                    <a:gd name="T29" fmla="*/ 0 h 280"/>
                    <a:gd name="T30" fmla="*/ 0 w 131"/>
                    <a:gd name="T31" fmla="*/ 0 h 280"/>
                    <a:gd name="T32" fmla="*/ 0 w 131"/>
                    <a:gd name="T33" fmla="*/ 0 h 280"/>
                    <a:gd name="T34" fmla="*/ 0 w 131"/>
                    <a:gd name="T35" fmla="*/ 0 h 280"/>
                    <a:gd name="T36" fmla="*/ 0 w 131"/>
                    <a:gd name="T37" fmla="*/ 0 h 280"/>
                    <a:gd name="T38" fmla="*/ 0 w 131"/>
                    <a:gd name="T39" fmla="*/ 0 h 280"/>
                    <a:gd name="T40" fmla="*/ 0 w 131"/>
                    <a:gd name="T41" fmla="*/ 0 h 280"/>
                    <a:gd name="T42" fmla="*/ 0 w 131"/>
                    <a:gd name="T43" fmla="*/ 0 h 280"/>
                    <a:gd name="T44" fmla="*/ 0 w 131"/>
                    <a:gd name="T45" fmla="*/ 0 h 280"/>
                    <a:gd name="T46" fmla="*/ 0 w 131"/>
                    <a:gd name="T47" fmla="*/ 0 h 280"/>
                    <a:gd name="T48" fmla="*/ 0 w 131"/>
                    <a:gd name="T49" fmla="*/ 0 h 280"/>
                    <a:gd name="T50" fmla="*/ 0 w 131"/>
                    <a:gd name="T51" fmla="*/ 0 h 280"/>
                    <a:gd name="T52" fmla="*/ 0 w 131"/>
                    <a:gd name="T53" fmla="*/ 0 h 280"/>
                    <a:gd name="T54" fmla="*/ 0 w 131"/>
                    <a:gd name="T55" fmla="*/ 0 h 280"/>
                    <a:gd name="T56" fmla="*/ 0 w 131"/>
                    <a:gd name="T57" fmla="*/ 0 h 280"/>
                    <a:gd name="T58" fmla="*/ 0 w 131"/>
                    <a:gd name="T59" fmla="*/ 0 h 280"/>
                    <a:gd name="T60" fmla="*/ 0 w 131"/>
                    <a:gd name="T61" fmla="*/ 0 h 280"/>
                    <a:gd name="T62" fmla="*/ 0 w 131"/>
                    <a:gd name="T63" fmla="*/ 0 h 280"/>
                    <a:gd name="T64" fmla="*/ 0 w 131"/>
                    <a:gd name="T65" fmla="*/ 0 h 280"/>
                    <a:gd name="T66" fmla="*/ 0 w 131"/>
                    <a:gd name="T67" fmla="*/ 0 h 280"/>
                    <a:gd name="T68" fmla="*/ 0 w 131"/>
                    <a:gd name="T69" fmla="*/ 0 h 280"/>
                    <a:gd name="T70" fmla="*/ 0 w 131"/>
                    <a:gd name="T71" fmla="*/ 0 h 280"/>
                    <a:gd name="T72" fmla="*/ 0 w 131"/>
                    <a:gd name="T73" fmla="*/ 0 h 280"/>
                    <a:gd name="T74" fmla="*/ 0 w 131"/>
                    <a:gd name="T75" fmla="*/ 0 h 280"/>
                    <a:gd name="T76" fmla="*/ 0 w 131"/>
                    <a:gd name="T77" fmla="*/ 0 h 280"/>
                    <a:gd name="T78" fmla="*/ 0 w 131"/>
                    <a:gd name="T79" fmla="*/ 0 h 280"/>
                    <a:gd name="T80" fmla="*/ 0 w 131"/>
                    <a:gd name="T81" fmla="*/ 0 h 28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1"/>
                    <a:gd name="T124" fmla="*/ 0 h 280"/>
                    <a:gd name="T125" fmla="*/ 131 w 131"/>
                    <a:gd name="T126" fmla="*/ 280 h 28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1" h="280">
                      <a:moveTo>
                        <a:pt x="22" y="280"/>
                      </a:moveTo>
                      <a:lnTo>
                        <a:pt x="12" y="255"/>
                      </a:lnTo>
                      <a:lnTo>
                        <a:pt x="5" y="229"/>
                      </a:lnTo>
                      <a:lnTo>
                        <a:pt x="0" y="202"/>
                      </a:lnTo>
                      <a:lnTo>
                        <a:pt x="0" y="174"/>
                      </a:lnTo>
                      <a:lnTo>
                        <a:pt x="3" y="153"/>
                      </a:lnTo>
                      <a:lnTo>
                        <a:pt x="7" y="134"/>
                      </a:lnTo>
                      <a:lnTo>
                        <a:pt x="12" y="116"/>
                      </a:lnTo>
                      <a:lnTo>
                        <a:pt x="20" y="97"/>
                      </a:lnTo>
                      <a:lnTo>
                        <a:pt x="28" y="81"/>
                      </a:lnTo>
                      <a:lnTo>
                        <a:pt x="38" y="65"/>
                      </a:lnTo>
                      <a:lnTo>
                        <a:pt x="51" y="50"/>
                      </a:lnTo>
                      <a:lnTo>
                        <a:pt x="64" y="37"/>
                      </a:lnTo>
                      <a:lnTo>
                        <a:pt x="72" y="31"/>
                      </a:lnTo>
                      <a:lnTo>
                        <a:pt x="79" y="24"/>
                      </a:lnTo>
                      <a:lnTo>
                        <a:pt x="88" y="19"/>
                      </a:lnTo>
                      <a:lnTo>
                        <a:pt x="96" y="14"/>
                      </a:lnTo>
                      <a:lnTo>
                        <a:pt x="104" y="10"/>
                      </a:lnTo>
                      <a:lnTo>
                        <a:pt x="114" y="6"/>
                      </a:lnTo>
                      <a:lnTo>
                        <a:pt x="122" y="3"/>
                      </a:lnTo>
                      <a:lnTo>
                        <a:pt x="131" y="0"/>
                      </a:lnTo>
                      <a:lnTo>
                        <a:pt x="122" y="3"/>
                      </a:lnTo>
                      <a:lnTo>
                        <a:pt x="114" y="6"/>
                      </a:lnTo>
                      <a:lnTo>
                        <a:pt x="106" y="10"/>
                      </a:lnTo>
                      <a:lnTo>
                        <a:pt x="99" y="14"/>
                      </a:lnTo>
                      <a:lnTo>
                        <a:pt x="90" y="19"/>
                      </a:lnTo>
                      <a:lnTo>
                        <a:pt x="82" y="24"/>
                      </a:lnTo>
                      <a:lnTo>
                        <a:pt x="76" y="30"/>
                      </a:lnTo>
                      <a:lnTo>
                        <a:pt x="68" y="36"/>
                      </a:lnTo>
                      <a:lnTo>
                        <a:pt x="54" y="50"/>
                      </a:lnTo>
                      <a:lnTo>
                        <a:pt x="42" y="65"/>
                      </a:lnTo>
                      <a:lnTo>
                        <a:pt x="32" y="81"/>
                      </a:lnTo>
                      <a:lnTo>
                        <a:pt x="22" y="99"/>
                      </a:lnTo>
                      <a:lnTo>
                        <a:pt x="14" y="118"/>
                      </a:lnTo>
                      <a:lnTo>
                        <a:pt x="9" y="137"/>
                      </a:lnTo>
                      <a:lnTo>
                        <a:pt x="5" y="158"/>
                      </a:lnTo>
                      <a:lnTo>
                        <a:pt x="3" y="178"/>
                      </a:lnTo>
                      <a:lnTo>
                        <a:pt x="3" y="205"/>
                      </a:lnTo>
                      <a:lnTo>
                        <a:pt x="6" y="231"/>
                      </a:lnTo>
                      <a:lnTo>
                        <a:pt x="12" y="256"/>
                      </a:lnTo>
                      <a:lnTo>
                        <a:pt x="22" y="28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7" name="Freeform 745"/>
                <p:cNvSpPr>
                  <a:spLocks/>
                </p:cNvSpPr>
                <p:nvPr/>
              </p:nvSpPr>
              <p:spPr bwMode="auto">
                <a:xfrm>
                  <a:off x="4812" y="3457"/>
                  <a:ext cx="16" cy="39"/>
                </a:xfrm>
                <a:custGeom>
                  <a:avLst/>
                  <a:gdLst>
                    <a:gd name="T0" fmla="*/ 0 w 80"/>
                    <a:gd name="T1" fmla="*/ 0 h 193"/>
                    <a:gd name="T2" fmla="*/ 0 w 80"/>
                    <a:gd name="T3" fmla="*/ 0 h 193"/>
                    <a:gd name="T4" fmla="*/ 0 w 80"/>
                    <a:gd name="T5" fmla="*/ 0 h 193"/>
                    <a:gd name="T6" fmla="*/ 0 w 80"/>
                    <a:gd name="T7" fmla="*/ 0 h 193"/>
                    <a:gd name="T8" fmla="*/ 0 w 80"/>
                    <a:gd name="T9" fmla="*/ 0 h 193"/>
                    <a:gd name="T10" fmla="*/ 0 w 80"/>
                    <a:gd name="T11" fmla="*/ 0 h 193"/>
                    <a:gd name="T12" fmla="*/ 0 w 80"/>
                    <a:gd name="T13" fmla="*/ 0 h 193"/>
                    <a:gd name="T14" fmla="*/ 0 w 80"/>
                    <a:gd name="T15" fmla="*/ 0 h 193"/>
                    <a:gd name="T16" fmla="*/ 0 w 80"/>
                    <a:gd name="T17" fmla="*/ 0 h 193"/>
                    <a:gd name="T18" fmla="*/ 0 w 80"/>
                    <a:gd name="T19" fmla="*/ 0 h 193"/>
                    <a:gd name="T20" fmla="*/ 0 w 80"/>
                    <a:gd name="T21" fmla="*/ 0 h 193"/>
                    <a:gd name="T22" fmla="*/ 0 w 80"/>
                    <a:gd name="T23" fmla="*/ 0 h 193"/>
                    <a:gd name="T24" fmla="*/ 0 w 80"/>
                    <a:gd name="T25" fmla="*/ 0 h 193"/>
                    <a:gd name="T26" fmla="*/ 0 w 80"/>
                    <a:gd name="T27" fmla="*/ 0 h 193"/>
                    <a:gd name="T28" fmla="*/ 0 w 80"/>
                    <a:gd name="T29" fmla="*/ 0 h 193"/>
                    <a:gd name="T30" fmla="*/ 0 w 80"/>
                    <a:gd name="T31" fmla="*/ 0 h 193"/>
                    <a:gd name="T32" fmla="*/ 0 w 80"/>
                    <a:gd name="T33" fmla="*/ 0 h 193"/>
                    <a:gd name="T34" fmla="*/ 0 w 80"/>
                    <a:gd name="T35" fmla="*/ 0 h 193"/>
                    <a:gd name="T36" fmla="*/ 0 w 80"/>
                    <a:gd name="T37" fmla="*/ 0 h 193"/>
                    <a:gd name="T38" fmla="*/ 0 w 80"/>
                    <a:gd name="T39" fmla="*/ 0 h 193"/>
                    <a:gd name="T40" fmla="*/ 0 w 80"/>
                    <a:gd name="T41" fmla="*/ 0 h 193"/>
                    <a:gd name="T42" fmla="*/ 0 w 80"/>
                    <a:gd name="T43" fmla="*/ 0 h 193"/>
                    <a:gd name="T44" fmla="*/ 0 w 80"/>
                    <a:gd name="T45" fmla="*/ 0 h 193"/>
                    <a:gd name="T46" fmla="*/ 0 w 80"/>
                    <a:gd name="T47" fmla="*/ 0 h 193"/>
                    <a:gd name="T48" fmla="*/ 0 w 80"/>
                    <a:gd name="T49" fmla="*/ 0 h 193"/>
                    <a:gd name="T50" fmla="*/ 0 w 80"/>
                    <a:gd name="T51" fmla="*/ 0 h 193"/>
                    <a:gd name="T52" fmla="*/ 0 w 80"/>
                    <a:gd name="T53" fmla="*/ 0 h 193"/>
                    <a:gd name="T54" fmla="*/ 0 w 80"/>
                    <a:gd name="T55" fmla="*/ 0 h 193"/>
                    <a:gd name="T56" fmla="*/ 0 w 80"/>
                    <a:gd name="T57" fmla="*/ 0 h 193"/>
                    <a:gd name="T58" fmla="*/ 0 w 80"/>
                    <a:gd name="T59" fmla="*/ 0 h 1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0"/>
                    <a:gd name="T91" fmla="*/ 0 h 193"/>
                    <a:gd name="T92" fmla="*/ 80 w 80"/>
                    <a:gd name="T93" fmla="*/ 193 h 19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0" h="193">
                      <a:moveTo>
                        <a:pt x="80" y="193"/>
                      </a:moveTo>
                      <a:lnTo>
                        <a:pt x="62" y="179"/>
                      </a:lnTo>
                      <a:lnTo>
                        <a:pt x="46" y="162"/>
                      </a:lnTo>
                      <a:lnTo>
                        <a:pt x="32" y="142"/>
                      </a:lnTo>
                      <a:lnTo>
                        <a:pt x="20" y="121"/>
                      </a:lnTo>
                      <a:lnTo>
                        <a:pt x="10" y="98"/>
                      </a:lnTo>
                      <a:lnTo>
                        <a:pt x="5" y="75"/>
                      </a:lnTo>
                      <a:lnTo>
                        <a:pt x="0" y="49"/>
                      </a:lnTo>
                      <a:lnTo>
                        <a:pt x="0" y="23"/>
                      </a:lnTo>
                      <a:lnTo>
                        <a:pt x="1" y="20"/>
                      </a:lnTo>
                      <a:lnTo>
                        <a:pt x="1" y="16"/>
                      </a:lnTo>
                      <a:lnTo>
                        <a:pt x="1" y="14"/>
                      </a:lnTo>
                      <a:lnTo>
                        <a:pt x="1" y="11"/>
                      </a:lnTo>
                      <a:lnTo>
                        <a:pt x="4" y="9"/>
                      </a:lnTo>
                      <a:lnTo>
                        <a:pt x="5" y="6"/>
                      </a:lnTo>
                      <a:lnTo>
                        <a:pt x="7" y="3"/>
                      </a:lnTo>
                      <a:lnTo>
                        <a:pt x="8" y="0"/>
                      </a:lnTo>
                      <a:lnTo>
                        <a:pt x="7" y="6"/>
                      </a:lnTo>
                      <a:lnTo>
                        <a:pt x="7" y="12"/>
                      </a:lnTo>
                      <a:lnTo>
                        <a:pt x="6" y="17"/>
                      </a:lnTo>
                      <a:lnTo>
                        <a:pt x="5" y="24"/>
                      </a:lnTo>
                      <a:lnTo>
                        <a:pt x="5" y="49"/>
                      </a:lnTo>
                      <a:lnTo>
                        <a:pt x="8" y="73"/>
                      </a:lnTo>
                      <a:lnTo>
                        <a:pt x="14" y="97"/>
                      </a:lnTo>
                      <a:lnTo>
                        <a:pt x="23" y="120"/>
                      </a:lnTo>
                      <a:lnTo>
                        <a:pt x="34" y="141"/>
                      </a:lnTo>
                      <a:lnTo>
                        <a:pt x="47" y="161"/>
                      </a:lnTo>
                      <a:lnTo>
                        <a:pt x="63" y="178"/>
                      </a:lnTo>
                      <a:lnTo>
                        <a:pt x="80" y="193"/>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8" name="Freeform 746"/>
                <p:cNvSpPr>
                  <a:spLocks/>
                </p:cNvSpPr>
                <p:nvPr/>
              </p:nvSpPr>
              <p:spPr bwMode="auto">
                <a:xfrm>
                  <a:off x="4817" y="3429"/>
                  <a:ext cx="17" cy="17"/>
                </a:xfrm>
                <a:custGeom>
                  <a:avLst/>
                  <a:gdLst>
                    <a:gd name="T0" fmla="*/ 0 w 84"/>
                    <a:gd name="T1" fmla="*/ 0 h 86"/>
                    <a:gd name="T2" fmla="*/ 0 w 84"/>
                    <a:gd name="T3" fmla="*/ 0 h 86"/>
                    <a:gd name="T4" fmla="*/ 0 w 84"/>
                    <a:gd name="T5" fmla="*/ 0 h 86"/>
                    <a:gd name="T6" fmla="*/ 0 w 84"/>
                    <a:gd name="T7" fmla="*/ 0 h 86"/>
                    <a:gd name="T8" fmla="*/ 0 w 84"/>
                    <a:gd name="T9" fmla="*/ 0 h 86"/>
                    <a:gd name="T10" fmla="*/ 0 w 84"/>
                    <a:gd name="T11" fmla="*/ 0 h 86"/>
                    <a:gd name="T12" fmla="*/ 0 w 84"/>
                    <a:gd name="T13" fmla="*/ 0 h 86"/>
                    <a:gd name="T14" fmla="*/ 0 w 84"/>
                    <a:gd name="T15" fmla="*/ 0 h 86"/>
                    <a:gd name="T16" fmla="*/ 0 w 84"/>
                    <a:gd name="T17" fmla="*/ 0 h 86"/>
                    <a:gd name="T18" fmla="*/ 0 w 84"/>
                    <a:gd name="T19" fmla="*/ 0 h 86"/>
                    <a:gd name="T20" fmla="*/ 0 w 84"/>
                    <a:gd name="T21" fmla="*/ 0 h 86"/>
                    <a:gd name="T22" fmla="*/ 0 w 84"/>
                    <a:gd name="T23" fmla="*/ 0 h 86"/>
                    <a:gd name="T24" fmla="*/ 0 w 84"/>
                    <a:gd name="T25" fmla="*/ 0 h 86"/>
                    <a:gd name="T26" fmla="*/ 0 w 84"/>
                    <a:gd name="T27" fmla="*/ 0 h 86"/>
                    <a:gd name="T28" fmla="*/ 0 w 84"/>
                    <a:gd name="T29" fmla="*/ 0 h 86"/>
                    <a:gd name="T30" fmla="*/ 0 w 84"/>
                    <a:gd name="T31" fmla="*/ 0 h 86"/>
                    <a:gd name="T32" fmla="*/ 0 w 84"/>
                    <a:gd name="T33" fmla="*/ 0 h 86"/>
                    <a:gd name="T34" fmla="*/ 0 w 84"/>
                    <a:gd name="T35" fmla="*/ 0 h 86"/>
                    <a:gd name="T36" fmla="*/ 0 w 84"/>
                    <a:gd name="T37" fmla="*/ 0 h 86"/>
                    <a:gd name="T38" fmla="*/ 0 w 84"/>
                    <a:gd name="T39" fmla="*/ 0 h 86"/>
                    <a:gd name="T40" fmla="*/ 0 w 84"/>
                    <a:gd name="T41" fmla="*/ 0 h 8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6"/>
                    <a:gd name="T65" fmla="*/ 84 w 84"/>
                    <a:gd name="T66" fmla="*/ 86 h 8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6">
                      <a:moveTo>
                        <a:pt x="1" y="76"/>
                      </a:moveTo>
                      <a:lnTo>
                        <a:pt x="9" y="63"/>
                      </a:lnTo>
                      <a:lnTo>
                        <a:pt x="19" y="50"/>
                      </a:lnTo>
                      <a:lnTo>
                        <a:pt x="28" y="40"/>
                      </a:lnTo>
                      <a:lnTo>
                        <a:pt x="38" y="30"/>
                      </a:lnTo>
                      <a:lnTo>
                        <a:pt x="49" y="20"/>
                      </a:lnTo>
                      <a:lnTo>
                        <a:pt x="61" y="13"/>
                      </a:lnTo>
                      <a:lnTo>
                        <a:pt x="72" y="5"/>
                      </a:lnTo>
                      <a:lnTo>
                        <a:pt x="84" y="0"/>
                      </a:lnTo>
                      <a:lnTo>
                        <a:pt x="71" y="7"/>
                      </a:lnTo>
                      <a:lnTo>
                        <a:pt x="58" y="15"/>
                      </a:lnTo>
                      <a:lnTo>
                        <a:pt x="48" y="25"/>
                      </a:lnTo>
                      <a:lnTo>
                        <a:pt x="36" y="34"/>
                      </a:lnTo>
                      <a:lnTo>
                        <a:pt x="26" y="46"/>
                      </a:lnTo>
                      <a:lnTo>
                        <a:pt x="16" y="59"/>
                      </a:lnTo>
                      <a:lnTo>
                        <a:pt x="8" y="72"/>
                      </a:lnTo>
                      <a:lnTo>
                        <a:pt x="0" y="86"/>
                      </a:lnTo>
                      <a:lnTo>
                        <a:pt x="1" y="84"/>
                      </a:lnTo>
                      <a:lnTo>
                        <a:pt x="1" y="82"/>
                      </a:lnTo>
                      <a:lnTo>
                        <a:pt x="1" y="80"/>
                      </a:lnTo>
                      <a:lnTo>
                        <a:pt x="1" y="76"/>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299" name="Freeform 747"/>
                <p:cNvSpPr>
                  <a:spLocks/>
                </p:cNvSpPr>
                <p:nvPr/>
              </p:nvSpPr>
              <p:spPr bwMode="auto">
                <a:xfrm>
                  <a:off x="4810" y="3461"/>
                  <a:ext cx="6" cy="24"/>
                </a:xfrm>
                <a:custGeom>
                  <a:avLst/>
                  <a:gdLst>
                    <a:gd name="T0" fmla="*/ 0 w 30"/>
                    <a:gd name="T1" fmla="*/ 0 h 122"/>
                    <a:gd name="T2" fmla="*/ 0 w 30"/>
                    <a:gd name="T3" fmla="*/ 0 h 122"/>
                    <a:gd name="T4" fmla="*/ 0 w 30"/>
                    <a:gd name="T5" fmla="*/ 0 h 122"/>
                    <a:gd name="T6" fmla="*/ 0 w 30"/>
                    <a:gd name="T7" fmla="*/ 0 h 122"/>
                    <a:gd name="T8" fmla="*/ 0 w 30"/>
                    <a:gd name="T9" fmla="*/ 0 h 122"/>
                    <a:gd name="T10" fmla="*/ 0 w 30"/>
                    <a:gd name="T11" fmla="*/ 0 h 122"/>
                    <a:gd name="T12" fmla="*/ 0 w 30"/>
                    <a:gd name="T13" fmla="*/ 0 h 122"/>
                    <a:gd name="T14" fmla="*/ 0 w 30"/>
                    <a:gd name="T15" fmla="*/ 0 h 122"/>
                    <a:gd name="T16" fmla="*/ 0 w 30"/>
                    <a:gd name="T17" fmla="*/ 0 h 122"/>
                    <a:gd name="T18" fmla="*/ 0 w 30"/>
                    <a:gd name="T19" fmla="*/ 0 h 122"/>
                    <a:gd name="T20" fmla="*/ 0 w 30"/>
                    <a:gd name="T21" fmla="*/ 0 h 122"/>
                    <a:gd name="T22" fmla="*/ 0 w 30"/>
                    <a:gd name="T23" fmla="*/ 0 h 122"/>
                    <a:gd name="T24" fmla="*/ 0 w 30"/>
                    <a:gd name="T25" fmla="*/ 0 h 122"/>
                    <a:gd name="T26" fmla="*/ 0 w 30"/>
                    <a:gd name="T27" fmla="*/ 0 h 122"/>
                    <a:gd name="T28" fmla="*/ 0 w 30"/>
                    <a:gd name="T29" fmla="*/ 0 h 122"/>
                    <a:gd name="T30" fmla="*/ 0 w 30"/>
                    <a:gd name="T31" fmla="*/ 0 h 122"/>
                    <a:gd name="T32" fmla="*/ 0 w 30"/>
                    <a:gd name="T33" fmla="*/ 0 h 12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122"/>
                    <a:gd name="T53" fmla="*/ 30 w 30"/>
                    <a:gd name="T54" fmla="*/ 122 h 12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122">
                      <a:moveTo>
                        <a:pt x="0" y="4"/>
                      </a:moveTo>
                      <a:lnTo>
                        <a:pt x="1" y="3"/>
                      </a:lnTo>
                      <a:lnTo>
                        <a:pt x="2" y="1"/>
                      </a:lnTo>
                      <a:lnTo>
                        <a:pt x="3" y="1"/>
                      </a:lnTo>
                      <a:lnTo>
                        <a:pt x="4" y="0"/>
                      </a:lnTo>
                      <a:lnTo>
                        <a:pt x="4" y="33"/>
                      </a:lnTo>
                      <a:lnTo>
                        <a:pt x="8" y="64"/>
                      </a:lnTo>
                      <a:lnTo>
                        <a:pt x="17" y="94"/>
                      </a:lnTo>
                      <a:lnTo>
                        <a:pt x="30" y="122"/>
                      </a:lnTo>
                      <a:lnTo>
                        <a:pt x="23" y="109"/>
                      </a:lnTo>
                      <a:lnTo>
                        <a:pt x="16" y="95"/>
                      </a:lnTo>
                      <a:lnTo>
                        <a:pt x="11" y="81"/>
                      </a:lnTo>
                      <a:lnTo>
                        <a:pt x="6" y="66"/>
                      </a:lnTo>
                      <a:lnTo>
                        <a:pt x="3" y="51"/>
                      </a:lnTo>
                      <a:lnTo>
                        <a:pt x="1" y="36"/>
                      </a:lnTo>
                      <a:lnTo>
                        <a:pt x="0" y="20"/>
                      </a:lnTo>
                      <a:lnTo>
                        <a:pt x="0" y="4"/>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0" name="Freeform 748"/>
                <p:cNvSpPr>
                  <a:spLocks/>
                </p:cNvSpPr>
                <p:nvPr/>
              </p:nvSpPr>
              <p:spPr bwMode="auto">
                <a:xfrm>
                  <a:off x="4814" y="3429"/>
                  <a:ext cx="21" cy="67"/>
                </a:xfrm>
                <a:custGeom>
                  <a:avLst/>
                  <a:gdLst>
                    <a:gd name="T0" fmla="*/ 0 w 104"/>
                    <a:gd name="T1" fmla="*/ 0 h 336"/>
                    <a:gd name="T2" fmla="*/ 0 w 104"/>
                    <a:gd name="T3" fmla="*/ 0 h 336"/>
                    <a:gd name="T4" fmla="*/ 0 w 104"/>
                    <a:gd name="T5" fmla="*/ 0 h 336"/>
                    <a:gd name="T6" fmla="*/ 0 w 104"/>
                    <a:gd name="T7" fmla="*/ 0 h 336"/>
                    <a:gd name="T8" fmla="*/ 0 w 104"/>
                    <a:gd name="T9" fmla="*/ 0 h 336"/>
                    <a:gd name="T10" fmla="*/ 0 w 104"/>
                    <a:gd name="T11" fmla="*/ 0 h 336"/>
                    <a:gd name="T12" fmla="*/ 0 w 104"/>
                    <a:gd name="T13" fmla="*/ 0 h 336"/>
                    <a:gd name="T14" fmla="*/ 0 w 104"/>
                    <a:gd name="T15" fmla="*/ 0 h 336"/>
                    <a:gd name="T16" fmla="*/ 0 w 104"/>
                    <a:gd name="T17" fmla="*/ 0 h 336"/>
                    <a:gd name="T18" fmla="*/ 0 w 104"/>
                    <a:gd name="T19" fmla="*/ 0 h 336"/>
                    <a:gd name="T20" fmla="*/ 0 w 104"/>
                    <a:gd name="T21" fmla="*/ 0 h 336"/>
                    <a:gd name="T22" fmla="*/ 0 w 104"/>
                    <a:gd name="T23" fmla="*/ 0 h 336"/>
                    <a:gd name="T24" fmla="*/ 0 w 104"/>
                    <a:gd name="T25" fmla="*/ 0 h 336"/>
                    <a:gd name="T26" fmla="*/ 0 w 104"/>
                    <a:gd name="T27" fmla="*/ 0 h 336"/>
                    <a:gd name="T28" fmla="*/ 0 w 104"/>
                    <a:gd name="T29" fmla="*/ 0 h 336"/>
                    <a:gd name="T30" fmla="*/ 0 w 104"/>
                    <a:gd name="T31" fmla="*/ 0 h 336"/>
                    <a:gd name="T32" fmla="*/ 0 w 104"/>
                    <a:gd name="T33" fmla="*/ 0 h 336"/>
                    <a:gd name="T34" fmla="*/ 0 w 104"/>
                    <a:gd name="T35" fmla="*/ 0 h 336"/>
                    <a:gd name="T36" fmla="*/ 0 w 104"/>
                    <a:gd name="T37" fmla="*/ 0 h 336"/>
                    <a:gd name="T38" fmla="*/ 0 w 104"/>
                    <a:gd name="T39" fmla="*/ 0 h 336"/>
                    <a:gd name="T40" fmla="*/ 0 w 104"/>
                    <a:gd name="T41" fmla="*/ 0 h 336"/>
                    <a:gd name="T42" fmla="*/ 0 w 104"/>
                    <a:gd name="T43" fmla="*/ 0 h 336"/>
                    <a:gd name="T44" fmla="*/ 0 w 104"/>
                    <a:gd name="T45" fmla="*/ 0 h 336"/>
                    <a:gd name="T46" fmla="*/ 0 w 104"/>
                    <a:gd name="T47" fmla="*/ 0 h 336"/>
                    <a:gd name="T48" fmla="*/ 0 w 104"/>
                    <a:gd name="T49" fmla="*/ 0 h 336"/>
                    <a:gd name="T50" fmla="*/ 0 w 104"/>
                    <a:gd name="T51" fmla="*/ 0 h 336"/>
                    <a:gd name="T52" fmla="*/ 0 w 104"/>
                    <a:gd name="T53" fmla="*/ 0 h 336"/>
                    <a:gd name="T54" fmla="*/ 0 w 104"/>
                    <a:gd name="T55" fmla="*/ 0 h 336"/>
                    <a:gd name="T56" fmla="*/ 0 w 104"/>
                    <a:gd name="T57" fmla="*/ 0 h 336"/>
                    <a:gd name="T58" fmla="*/ 0 w 104"/>
                    <a:gd name="T59" fmla="*/ 0 h 336"/>
                    <a:gd name="T60" fmla="*/ 0 w 104"/>
                    <a:gd name="T61" fmla="*/ 0 h 336"/>
                    <a:gd name="T62" fmla="*/ 0 w 104"/>
                    <a:gd name="T63" fmla="*/ 0 h 336"/>
                    <a:gd name="T64" fmla="*/ 0 w 104"/>
                    <a:gd name="T65" fmla="*/ 0 h 336"/>
                    <a:gd name="T66" fmla="*/ 0 w 104"/>
                    <a:gd name="T67" fmla="*/ 0 h 336"/>
                    <a:gd name="T68" fmla="*/ 0 w 104"/>
                    <a:gd name="T69" fmla="*/ 0 h 336"/>
                    <a:gd name="T70" fmla="*/ 0 w 104"/>
                    <a:gd name="T71" fmla="*/ 0 h 336"/>
                    <a:gd name="T72" fmla="*/ 0 w 104"/>
                    <a:gd name="T73" fmla="*/ 0 h 336"/>
                    <a:gd name="T74" fmla="*/ 0 w 104"/>
                    <a:gd name="T75" fmla="*/ 0 h 336"/>
                    <a:gd name="T76" fmla="*/ 0 w 104"/>
                    <a:gd name="T77" fmla="*/ 0 h 336"/>
                    <a:gd name="T78" fmla="*/ 0 w 104"/>
                    <a:gd name="T79" fmla="*/ 0 h 336"/>
                    <a:gd name="T80" fmla="*/ 0 w 104"/>
                    <a:gd name="T81" fmla="*/ 0 h 336"/>
                    <a:gd name="T82" fmla="*/ 0 w 104"/>
                    <a:gd name="T83" fmla="*/ 0 h 336"/>
                    <a:gd name="T84" fmla="*/ 0 w 104"/>
                    <a:gd name="T85" fmla="*/ 0 h 336"/>
                    <a:gd name="T86" fmla="*/ 0 w 104"/>
                    <a:gd name="T87" fmla="*/ 0 h 336"/>
                    <a:gd name="T88" fmla="*/ 0 w 104"/>
                    <a:gd name="T89" fmla="*/ 0 h 336"/>
                    <a:gd name="T90" fmla="*/ 0 w 104"/>
                    <a:gd name="T91" fmla="*/ 0 h 336"/>
                    <a:gd name="T92" fmla="*/ 0 w 104"/>
                    <a:gd name="T93" fmla="*/ 0 h 336"/>
                    <a:gd name="T94" fmla="*/ 0 w 104"/>
                    <a:gd name="T95" fmla="*/ 0 h 336"/>
                    <a:gd name="T96" fmla="*/ 0 w 104"/>
                    <a:gd name="T97" fmla="*/ 0 h 3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04"/>
                    <a:gd name="T148" fmla="*/ 0 h 336"/>
                    <a:gd name="T149" fmla="*/ 104 w 104"/>
                    <a:gd name="T150" fmla="*/ 336 h 3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04" h="336">
                      <a:moveTo>
                        <a:pt x="0" y="165"/>
                      </a:moveTo>
                      <a:lnTo>
                        <a:pt x="1" y="153"/>
                      </a:lnTo>
                      <a:lnTo>
                        <a:pt x="2" y="141"/>
                      </a:lnTo>
                      <a:lnTo>
                        <a:pt x="4" y="129"/>
                      </a:lnTo>
                      <a:lnTo>
                        <a:pt x="8" y="117"/>
                      </a:lnTo>
                      <a:lnTo>
                        <a:pt x="9" y="115"/>
                      </a:lnTo>
                      <a:lnTo>
                        <a:pt x="10" y="112"/>
                      </a:lnTo>
                      <a:lnTo>
                        <a:pt x="10" y="110"/>
                      </a:lnTo>
                      <a:lnTo>
                        <a:pt x="11" y="108"/>
                      </a:lnTo>
                      <a:lnTo>
                        <a:pt x="18" y="89"/>
                      </a:lnTo>
                      <a:lnTo>
                        <a:pt x="27" y="72"/>
                      </a:lnTo>
                      <a:lnTo>
                        <a:pt x="37" y="57"/>
                      </a:lnTo>
                      <a:lnTo>
                        <a:pt x="49" y="42"/>
                      </a:lnTo>
                      <a:lnTo>
                        <a:pt x="61" y="29"/>
                      </a:lnTo>
                      <a:lnTo>
                        <a:pt x="75" y="18"/>
                      </a:lnTo>
                      <a:lnTo>
                        <a:pt x="89" y="9"/>
                      </a:lnTo>
                      <a:lnTo>
                        <a:pt x="104" y="0"/>
                      </a:lnTo>
                      <a:lnTo>
                        <a:pt x="99" y="2"/>
                      </a:lnTo>
                      <a:lnTo>
                        <a:pt x="95" y="5"/>
                      </a:lnTo>
                      <a:lnTo>
                        <a:pt x="91" y="9"/>
                      </a:lnTo>
                      <a:lnTo>
                        <a:pt x="86" y="11"/>
                      </a:lnTo>
                      <a:lnTo>
                        <a:pt x="82" y="14"/>
                      </a:lnTo>
                      <a:lnTo>
                        <a:pt x="78" y="17"/>
                      </a:lnTo>
                      <a:lnTo>
                        <a:pt x="73" y="22"/>
                      </a:lnTo>
                      <a:lnTo>
                        <a:pt x="69" y="25"/>
                      </a:lnTo>
                      <a:lnTo>
                        <a:pt x="55" y="39"/>
                      </a:lnTo>
                      <a:lnTo>
                        <a:pt x="43" y="54"/>
                      </a:lnTo>
                      <a:lnTo>
                        <a:pt x="32" y="70"/>
                      </a:lnTo>
                      <a:lnTo>
                        <a:pt x="23" y="87"/>
                      </a:lnTo>
                      <a:lnTo>
                        <a:pt x="15" y="106"/>
                      </a:lnTo>
                      <a:lnTo>
                        <a:pt x="10" y="125"/>
                      </a:lnTo>
                      <a:lnTo>
                        <a:pt x="7" y="144"/>
                      </a:lnTo>
                      <a:lnTo>
                        <a:pt x="4" y="165"/>
                      </a:lnTo>
                      <a:lnTo>
                        <a:pt x="4" y="191"/>
                      </a:lnTo>
                      <a:lnTo>
                        <a:pt x="8" y="216"/>
                      </a:lnTo>
                      <a:lnTo>
                        <a:pt x="13" y="239"/>
                      </a:lnTo>
                      <a:lnTo>
                        <a:pt x="22" y="263"/>
                      </a:lnTo>
                      <a:lnTo>
                        <a:pt x="34" y="284"/>
                      </a:lnTo>
                      <a:lnTo>
                        <a:pt x="46" y="304"/>
                      </a:lnTo>
                      <a:lnTo>
                        <a:pt x="63" y="321"/>
                      </a:lnTo>
                      <a:lnTo>
                        <a:pt x="80" y="336"/>
                      </a:lnTo>
                      <a:lnTo>
                        <a:pt x="62" y="322"/>
                      </a:lnTo>
                      <a:lnTo>
                        <a:pt x="44" y="305"/>
                      </a:lnTo>
                      <a:lnTo>
                        <a:pt x="30" y="286"/>
                      </a:lnTo>
                      <a:lnTo>
                        <a:pt x="18" y="264"/>
                      </a:lnTo>
                      <a:lnTo>
                        <a:pt x="10" y="240"/>
                      </a:lnTo>
                      <a:lnTo>
                        <a:pt x="3" y="217"/>
                      </a:lnTo>
                      <a:lnTo>
                        <a:pt x="0" y="191"/>
                      </a:lnTo>
                      <a:lnTo>
                        <a:pt x="0" y="165"/>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1" name="Freeform 749"/>
                <p:cNvSpPr>
                  <a:spLocks/>
                </p:cNvSpPr>
                <p:nvPr/>
              </p:nvSpPr>
              <p:spPr bwMode="auto">
                <a:xfrm>
                  <a:off x="4816" y="3429"/>
                  <a:ext cx="20" cy="67"/>
                </a:xfrm>
                <a:custGeom>
                  <a:avLst/>
                  <a:gdLst>
                    <a:gd name="T0" fmla="*/ 0 w 104"/>
                    <a:gd name="T1" fmla="*/ 0 h 335"/>
                    <a:gd name="T2" fmla="*/ 0 w 104"/>
                    <a:gd name="T3" fmla="*/ 0 h 335"/>
                    <a:gd name="T4" fmla="*/ 0 w 104"/>
                    <a:gd name="T5" fmla="*/ 0 h 335"/>
                    <a:gd name="T6" fmla="*/ 0 w 104"/>
                    <a:gd name="T7" fmla="*/ 0 h 335"/>
                    <a:gd name="T8" fmla="*/ 0 w 104"/>
                    <a:gd name="T9" fmla="*/ 0 h 335"/>
                    <a:gd name="T10" fmla="*/ 0 w 104"/>
                    <a:gd name="T11" fmla="*/ 0 h 335"/>
                    <a:gd name="T12" fmla="*/ 0 w 104"/>
                    <a:gd name="T13" fmla="*/ 0 h 335"/>
                    <a:gd name="T14" fmla="*/ 0 w 104"/>
                    <a:gd name="T15" fmla="*/ 0 h 335"/>
                    <a:gd name="T16" fmla="*/ 0 w 104"/>
                    <a:gd name="T17" fmla="*/ 0 h 335"/>
                    <a:gd name="T18" fmla="*/ 0 w 104"/>
                    <a:gd name="T19" fmla="*/ 0 h 335"/>
                    <a:gd name="T20" fmla="*/ 0 w 104"/>
                    <a:gd name="T21" fmla="*/ 0 h 335"/>
                    <a:gd name="T22" fmla="*/ 0 w 104"/>
                    <a:gd name="T23" fmla="*/ 0 h 335"/>
                    <a:gd name="T24" fmla="*/ 0 w 104"/>
                    <a:gd name="T25" fmla="*/ 0 h 335"/>
                    <a:gd name="T26" fmla="*/ 0 w 104"/>
                    <a:gd name="T27" fmla="*/ 0 h 335"/>
                    <a:gd name="T28" fmla="*/ 0 w 104"/>
                    <a:gd name="T29" fmla="*/ 0 h 335"/>
                    <a:gd name="T30" fmla="*/ 0 w 104"/>
                    <a:gd name="T31" fmla="*/ 0 h 335"/>
                    <a:gd name="T32" fmla="*/ 0 w 104"/>
                    <a:gd name="T33" fmla="*/ 0 h 335"/>
                    <a:gd name="T34" fmla="*/ 0 w 104"/>
                    <a:gd name="T35" fmla="*/ 0 h 335"/>
                    <a:gd name="T36" fmla="*/ 0 w 104"/>
                    <a:gd name="T37" fmla="*/ 0 h 335"/>
                    <a:gd name="T38" fmla="*/ 0 w 104"/>
                    <a:gd name="T39" fmla="*/ 0 h 335"/>
                    <a:gd name="T40" fmla="*/ 0 w 104"/>
                    <a:gd name="T41" fmla="*/ 0 h 335"/>
                    <a:gd name="T42" fmla="*/ 0 w 104"/>
                    <a:gd name="T43" fmla="*/ 0 h 335"/>
                    <a:gd name="T44" fmla="*/ 0 w 104"/>
                    <a:gd name="T45" fmla="*/ 0 h 335"/>
                    <a:gd name="T46" fmla="*/ 0 w 104"/>
                    <a:gd name="T47" fmla="*/ 0 h 335"/>
                    <a:gd name="T48" fmla="*/ 0 w 104"/>
                    <a:gd name="T49" fmla="*/ 0 h 335"/>
                    <a:gd name="T50" fmla="*/ 0 w 104"/>
                    <a:gd name="T51" fmla="*/ 0 h 335"/>
                    <a:gd name="T52" fmla="*/ 0 w 104"/>
                    <a:gd name="T53" fmla="*/ 0 h 335"/>
                    <a:gd name="T54" fmla="*/ 0 w 104"/>
                    <a:gd name="T55" fmla="*/ 0 h 335"/>
                    <a:gd name="T56" fmla="*/ 0 w 104"/>
                    <a:gd name="T57" fmla="*/ 0 h 335"/>
                    <a:gd name="T58" fmla="*/ 0 w 104"/>
                    <a:gd name="T59" fmla="*/ 0 h 335"/>
                    <a:gd name="T60" fmla="*/ 0 w 104"/>
                    <a:gd name="T61" fmla="*/ 0 h 335"/>
                    <a:gd name="T62" fmla="*/ 0 w 104"/>
                    <a:gd name="T63" fmla="*/ 0 h 335"/>
                    <a:gd name="T64" fmla="*/ 0 w 104"/>
                    <a:gd name="T65" fmla="*/ 0 h 335"/>
                    <a:gd name="T66" fmla="*/ 0 w 104"/>
                    <a:gd name="T67" fmla="*/ 0 h 335"/>
                    <a:gd name="T68" fmla="*/ 0 w 104"/>
                    <a:gd name="T69" fmla="*/ 0 h 335"/>
                    <a:gd name="T70" fmla="*/ 0 w 104"/>
                    <a:gd name="T71" fmla="*/ 0 h 335"/>
                    <a:gd name="T72" fmla="*/ 0 w 104"/>
                    <a:gd name="T73" fmla="*/ 0 h 335"/>
                    <a:gd name="T74" fmla="*/ 0 w 104"/>
                    <a:gd name="T75" fmla="*/ 0 h 335"/>
                    <a:gd name="T76" fmla="*/ 0 w 104"/>
                    <a:gd name="T77" fmla="*/ 0 h 335"/>
                    <a:gd name="T78" fmla="*/ 0 w 104"/>
                    <a:gd name="T79" fmla="*/ 0 h 335"/>
                    <a:gd name="T80" fmla="*/ 0 w 104"/>
                    <a:gd name="T81" fmla="*/ 0 h 335"/>
                    <a:gd name="T82" fmla="*/ 0 w 104"/>
                    <a:gd name="T83" fmla="*/ 0 h 335"/>
                    <a:gd name="T84" fmla="*/ 0 w 104"/>
                    <a:gd name="T85" fmla="*/ 0 h 335"/>
                    <a:gd name="T86" fmla="*/ 0 w 104"/>
                    <a:gd name="T87" fmla="*/ 0 h 335"/>
                    <a:gd name="T88" fmla="*/ 0 w 104"/>
                    <a:gd name="T89" fmla="*/ 0 h 335"/>
                    <a:gd name="T90" fmla="*/ 0 w 104"/>
                    <a:gd name="T91" fmla="*/ 0 h 335"/>
                    <a:gd name="T92" fmla="*/ 0 w 104"/>
                    <a:gd name="T93" fmla="*/ 0 h 335"/>
                    <a:gd name="T94" fmla="*/ 0 w 104"/>
                    <a:gd name="T95" fmla="*/ 0 h 335"/>
                    <a:gd name="T96" fmla="*/ 0 w 104"/>
                    <a:gd name="T97" fmla="*/ 0 h 3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04"/>
                    <a:gd name="T148" fmla="*/ 0 h 335"/>
                    <a:gd name="T149" fmla="*/ 104 w 104"/>
                    <a:gd name="T150" fmla="*/ 335 h 33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04" h="335">
                      <a:moveTo>
                        <a:pt x="0" y="165"/>
                      </a:moveTo>
                      <a:lnTo>
                        <a:pt x="2" y="144"/>
                      </a:lnTo>
                      <a:lnTo>
                        <a:pt x="5" y="125"/>
                      </a:lnTo>
                      <a:lnTo>
                        <a:pt x="11" y="107"/>
                      </a:lnTo>
                      <a:lnTo>
                        <a:pt x="18" y="88"/>
                      </a:lnTo>
                      <a:lnTo>
                        <a:pt x="27" y="71"/>
                      </a:lnTo>
                      <a:lnTo>
                        <a:pt x="37" y="55"/>
                      </a:lnTo>
                      <a:lnTo>
                        <a:pt x="49" y="40"/>
                      </a:lnTo>
                      <a:lnTo>
                        <a:pt x="62" y="27"/>
                      </a:lnTo>
                      <a:lnTo>
                        <a:pt x="68" y="23"/>
                      </a:lnTo>
                      <a:lnTo>
                        <a:pt x="72" y="18"/>
                      </a:lnTo>
                      <a:lnTo>
                        <a:pt x="77" y="15"/>
                      </a:lnTo>
                      <a:lnTo>
                        <a:pt x="83" y="12"/>
                      </a:lnTo>
                      <a:lnTo>
                        <a:pt x="88" y="9"/>
                      </a:lnTo>
                      <a:lnTo>
                        <a:pt x="94" y="5"/>
                      </a:lnTo>
                      <a:lnTo>
                        <a:pt x="99" y="2"/>
                      </a:lnTo>
                      <a:lnTo>
                        <a:pt x="104" y="0"/>
                      </a:lnTo>
                      <a:lnTo>
                        <a:pt x="100" y="2"/>
                      </a:lnTo>
                      <a:lnTo>
                        <a:pt x="95" y="5"/>
                      </a:lnTo>
                      <a:lnTo>
                        <a:pt x="90" y="8"/>
                      </a:lnTo>
                      <a:lnTo>
                        <a:pt x="86" y="11"/>
                      </a:lnTo>
                      <a:lnTo>
                        <a:pt x="82" y="14"/>
                      </a:lnTo>
                      <a:lnTo>
                        <a:pt x="77" y="17"/>
                      </a:lnTo>
                      <a:lnTo>
                        <a:pt x="73" y="21"/>
                      </a:lnTo>
                      <a:lnTo>
                        <a:pt x="69" y="25"/>
                      </a:lnTo>
                      <a:lnTo>
                        <a:pt x="55" y="38"/>
                      </a:lnTo>
                      <a:lnTo>
                        <a:pt x="43" y="53"/>
                      </a:lnTo>
                      <a:lnTo>
                        <a:pt x="32" y="69"/>
                      </a:lnTo>
                      <a:lnTo>
                        <a:pt x="23" y="86"/>
                      </a:lnTo>
                      <a:lnTo>
                        <a:pt x="16" y="106"/>
                      </a:lnTo>
                      <a:lnTo>
                        <a:pt x="11" y="125"/>
                      </a:lnTo>
                      <a:lnTo>
                        <a:pt x="6" y="144"/>
                      </a:lnTo>
                      <a:lnTo>
                        <a:pt x="4" y="165"/>
                      </a:lnTo>
                      <a:lnTo>
                        <a:pt x="4" y="191"/>
                      </a:lnTo>
                      <a:lnTo>
                        <a:pt x="7" y="216"/>
                      </a:lnTo>
                      <a:lnTo>
                        <a:pt x="14" y="239"/>
                      </a:lnTo>
                      <a:lnTo>
                        <a:pt x="22" y="262"/>
                      </a:lnTo>
                      <a:lnTo>
                        <a:pt x="33" y="283"/>
                      </a:lnTo>
                      <a:lnTo>
                        <a:pt x="46" y="303"/>
                      </a:lnTo>
                      <a:lnTo>
                        <a:pt x="62" y="320"/>
                      </a:lnTo>
                      <a:lnTo>
                        <a:pt x="80" y="335"/>
                      </a:lnTo>
                      <a:lnTo>
                        <a:pt x="61" y="321"/>
                      </a:lnTo>
                      <a:lnTo>
                        <a:pt x="44" y="304"/>
                      </a:lnTo>
                      <a:lnTo>
                        <a:pt x="30" y="285"/>
                      </a:lnTo>
                      <a:lnTo>
                        <a:pt x="18" y="263"/>
                      </a:lnTo>
                      <a:lnTo>
                        <a:pt x="9" y="240"/>
                      </a:lnTo>
                      <a:lnTo>
                        <a:pt x="3" y="217"/>
                      </a:lnTo>
                      <a:lnTo>
                        <a:pt x="0" y="191"/>
                      </a:lnTo>
                      <a:lnTo>
                        <a:pt x="0" y="165"/>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2" name="Freeform 750"/>
                <p:cNvSpPr>
                  <a:spLocks/>
                </p:cNvSpPr>
                <p:nvPr/>
              </p:nvSpPr>
              <p:spPr bwMode="auto">
                <a:xfrm>
                  <a:off x="4817" y="3427"/>
                  <a:ext cx="19" cy="15"/>
                </a:xfrm>
                <a:custGeom>
                  <a:avLst/>
                  <a:gdLst>
                    <a:gd name="T0" fmla="*/ 0 w 96"/>
                    <a:gd name="T1" fmla="*/ 0 h 76"/>
                    <a:gd name="T2" fmla="*/ 0 w 96"/>
                    <a:gd name="T3" fmla="*/ 0 h 76"/>
                    <a:gd name="T4" fmla="*/ 0 w 96"/>
                    <a:gd name="T5" fmla="*/ 0 h 76"/>
                    <a:gd name="T6" fmla="*/ 0 w 96"/>
                    <a:gd name="T7" fmla="*/ 0 h 76"/>
                    <a:gd name="T8" fmla="*/ 0 w 96"/>
                    <a:gd name="T9" fmla="*/ 0 h 76"/>
                    <a:gd name="T10" fmla="*/ 0 w 96"/>
                    <a:gd name="T11" fmla="*/ 0 h 76"/>
                    <a:gd name="T12" fmla="*/ 0 w 96"/>
                    <a:gd name="T13" fmla="*/ 0 h 76"/>
                    <a:gd name="T14" fmla="*/ 0 w 96"/>
                    <a:gd name="T15" fmla="*/ 0 h 76"/>
                    <a:gd name="T16" fmla="*/ 0 w 96"/>
                    <a:gd name="T17" fmla="*/ 0 h 76"/>
                    <a:gd name="T18" fmla="*/ 0 w 96"/>
                    <a:gd name="T19" fmla="*/ 0 h 76"/>
                    <a:gd name="T20" fmla="*/ 0 w 96"/>
                    <a:gd name="T21" fmla="*/ 0 h 76"/>
                    <a:gd name="T22" fmla="*/ 0 w 96"/>
                    <a:gd name="T23" fmla="*/ 0 h 76"/>
                    <a:gd name="T24" fmla="*/ 0 w 96"/>
                    <a:gd name="T25" fmla="*/ 0 h 76"/>
                    <a:gd name="T26" fmla="*/ 0 w 96"/>
                    <a:gd name="T27" fmla="*/ 0 h 76"/>
                    <a:gd name="T28" fmla="*/ 0 w 96"/>
                    <a:gd name="T29" fmla="*/ 0 h 76"/>
                    <a:gd name="T30" fmla="*/ 0 w 96"/>
                    <a:gd name="T31" fmla="*/ 0 h 76"/>
                    <a:gd name="T32" fmla="*/ 0 w 96"/>
                    <a:gd name="T33" fmla="*/ 0 h 76"/>
                    <a:gd name="T34" fmla="*/ 0 w 96"/>
                    <a:gd name="T35" fmla="*/ 0 h 76"/>
                    <a:gd name="T36" fmla="*/ 0 w 96"/>
                    <a:gd name="T37" fmla="*/ 0 h 76"/>
                    <a:gd name="T38" fmla="*/ 0 w 96"/>
                    <a:gd name="T39" fmla="*/ 0 h 76"/>
                    <a:gd name="T40" fmla="*/ 0 w 96"/>
                    <a:gd name="T41" fmla="*/ 0 h 7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76"/>
                    <a:gd name="T65" fmla="*/ 96 w 96"/>
                    <a:gd name="T66" fmla="*/ 76 h 7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76">
                      <a:moveTo>
                        <a:pt x="0" y="76"/>
                      </a:moveTo>
                      <a:lnTo>
                        <a:pt x="0" y="73"/>
                      </a:lnTo>
                      <a:lnTo>
                        <a:pt x="0" y="72"/>
                      </a:lnTo>
                      <a:lnTo>
                        <a:pt x="0" y="70"/>
                      </a:lnTo>
                      <a:lnTo>
                        <a:pt x="0" y="69"/>
                      </a:lnTo>
                      <a:lnTo>
                        <a:pt x="10" y="56"/>
                      </a:lnTo>
                      <a:lnTo>
                        <a:pt x="21" y="44"/>
                      </a:lnTo>
                      <a:lnTo>
                        <a:pt x="32" y="34"/>
                      </a:lnTo>
                      <a:lnTo>
                        <a:pt x="44" y="24"/>
                      </a:lnTo>
                      <a:lnTo>
                        <a:pt x="56" y="16"/>
                      </a:lnTo>
                      <a:lnTo>
                        <a:pt x="69" y="10"/>
                      </a:lnTo>
                      <a:lnTo>
                        <a:pt x="82" y="4"/>
                      </a:lnTo>
                      <a:lnTo>
                        <a:pt x="96" y="0"/>
                      </a:lnTo>
                      <a:lnTo>
                        <a:pt x="82" y="4"/>
                      </a:lnTo>
                      <a:lnTo>
                        <a:pt x="68" y="11"/>
                      </a:lnTo>
                      <a:lnTo>
                        <a:pt x="55" y="18"/>
                      </a:lnTo>
                      <a:lnTo>
                        <a:pt x="44" y="28"/>
                      </a:lnTo>
                      <a:lnTo>
                        <a:pt x="32" y="38"/>
                      </a:lnTo>
                      <a:lnTo>
                        <a:pt x="20" y="50"/>
                      </a:lnTo>
                      <a:lnTo>
                        <a:pt x="10" y="62"/>
                      </a:lnTo>
                      <a:lnTo>
                        <a:pt x="0" y="76"/>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3" name="Freeform 751"/>
                <p:cNvSpPr>
                  <a:spLocks/>
                </p:cNvSpPr>
                <p:nvPr/>
              </p:nvSpPr>
              <p:spPr bwMode="auto">
                <a:xfrm>
                  <a:off x="5038" y="3422"/>
                  <a:ext cx="29" cy="4"/>
                </a:xfrm>
                <a:custGeom>
                  <a:avLst/>
                  <a:gdLst>
                    <a:gd name="T0" fmla="*/ 0 w 142"/>
                    <a:gd name="T1" fmla="*/ 0 h 20"/>
                    <a:gd name="T2" fmla="*/ 0 w 142"/>
                    <a:gd name="T3" fmla="*/ 0 h 20"/>
                    <a:gd name="T4" fmla="*/ 0 w 142"/>
                    <a:gd name="T5" fmla="*/ 0 h 20"/>
                    <a:gd name="T6" fmla="*/ 0 w 142"/>
                    <a:gd name="T7" fmla="*/ 0 h 20"/>
                    <a:gd name="T8" fmla="*/ 0 w 142"/>
                    <a:gd name="T9" fmla="*/ 0 h 20"/>
                    <a:gd name="T10" fmla="*/ 0 w 142"/>
                    <a:gd name="T11" fmla="*/ 0 h 20"/>
                    <a:gd name="T12" fmla="*/ 0 w 142"/>
                    <a:gd name="T13" fmla="*/ 0 h 20"/>
                    <a:gd name="T14" fmla="*/ 0 w 142"/>
                    <a:gd name="T15" fmla="*/ 0 h 20"/>
                    <a:gd name="T16" fmla="*/ 0 w 142"/>
                    <a:gd name="T17" fmla="*/ 0 h 20"/>
                    <a:gd name="T18" fmla="*/ 0 w 142"/>
                    <a:gd name="T19" fmla="*/ 0 h 20"/>
                    <a:gd name="T20" fmla="*/ 0 w 142"/>
                    <a:gd name="T21" fmla="*/ 0 h 20"/>
                    <a:gd name="T22" fmla="*/ 0 w 14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2"/>
                    <a:gd name="T37" fmla="*/ 0 h 20"/>
                    <a:gd name="T38" fmla="*/ 142 w 14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2" h="20">
                      <a:moveTo>
                        <a:pt x="142" y="0"/>
                      </a:moveTo>
                      <a:lnTo>
                        <a:pt x="142" y="1"/>
                      </a:lnTo>
                      <a:lnTo>
                        <a:pt x="142" y="3"/>
                      </a:lnTo>
                      <a:lnTo>
                        <a:pt x="142" y="4"/>
                      </a:lnTo>
                      <a:lnTo>
                        <a:pt x="141" y="6"/>
                      </a:lnTo>
                      <a:lnTo>
                        <a:pt x="141" y="9"/>
                      </a:lnTo>
                      <a:lnTo>
                        <a:pt x="0" y="20"/>
                      </a:lnTo>
                      <a:lnTo>
                        <a:pt x="0" y="19"/>
                      </a:lnTo>
                      <a:lnTo>
                        <a:pt x="1" y="17"/>
                      </a:lnTo>
                      <a:lnTo>
                        <a:pt x="1" y="14"/>
                      </a:lnTo>
                      <a:lnTo>
                        <a:pt x="2" y="9"/>
                      </a:lnTo>
                      <a:lnTo>
                        <a:pt x="142"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4" name="Freeform 752"/>
                <p:cNvSpPr>
                  <a:spLocks/>
                </p:cNvSpPr>
                <p:nvPr/>
              </p:nvSpPr>
              <p:spPr bwMode="auto">
                <a:xfrm>
                  <a:off x="4900" y="3424"/>
                  <a:ext cx="137" cy="12"/>
                </a:xfrm>
                <a:custGeom>
                  <a:avLst/>
                  <a:gdLst>
                    <a:gd name="T0" fmla="*/ 0 w 688"/>
                    <a:gd name="T1" fmla="*/ 0 h 61"/>
                    <a:gd name="T2" fmla="*/ 0 w 688"/>
                    <a:gd name="T3" fmla="*/ 0 h 61"/>
                    <a:gd name="T4" fmla="*/ 0 w 688"/>
                    <a:gd name="T5" fmla="*/ 0 h 61"/>
                    <a:gd name="T6" fmla="*/ 0 w 688"/>
                    <a:gd name="T7" fmla="*/ 0 h 61"/>
                    <a:gd name="T8" fmla="*/ 0 w 688"/>
                    <a:gd name="T9" fmla="*/ 0 h 61"/>
                    <a:gd name="T10" fmla="*/ 0 w 688"/>
                    <a:gd name="T11" fmla="*/ 0 h 61"/>
                    <a:gd name="T12" fmla="*/ 0 w 688"/>
                    <a:gd name="T13" fmla="*/ 0 h 61"/>
                    <a:gd name="T14" fmla="*/ 0 w 688"/>
                    <a:gd name="T15" fmla="*/ 0 h 61"/>
                    <a:gd name="T16" fmla="*/ 0 w 688"/>
                    <a:gd name="T17" fmla="*/ 0 h 61"/>
                    <a:gd name="T18" fmla="*/ 0 w 688"/>
                    <a:gd name="T19" fmla="*/ 0 h 61"/>
                    <a:gd name="T20" fmla="*/ 0 w 688"/>
                    <a:gd name="T21" fmla="*/ 0 h 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88"/>
                    <a:gd name="T34" fmla="*/ 0 h 61"/>
                    <a:gd name="T35" fmla="*/ 688 w 688"/>
                    <a:gd name="T36" fmla="*/ 61 h 6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88" h="61">
                      <a:moveTo>
                        <a:pt x="686" y="11"/>
                      </a:moveTo>
                      <a:lnTo>
                        <a:pt x="0" y="61"/>
                      </a:lnTo>
                      <a:lnTo>
                        <a:pt x="0" y="57"/>
                      </a:lnTo>
                      <a:lnTo>
                        <a:pt x="1" y="54"/>
                      </a:lnTo>
                      <a:lnTo>
                        <a:pt x="1" y="51"/>
                      </a:lnTo>
                      <a:lnTo>
                        <a:pt x="1" y="47"/>
                      </a:lnTo>
                      <a:lnTo>
                        <a:pt x="688" y="0"/>
                      </a:lnTo>
                      <a:lnTo>
                        <a:pt x="687" y="3"/>
                      </a:lnTo>
                      <a:lnTo>
                        <a:pt x="687" y="7"/>
                      </a:lnTo>
                      <a:lnTo>
                        <a:pt x="686" y="9"/>
                      </a:lnTo>
                      <a:lnTo>
                        <a:pt x="686" y="11"/>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5" name="Freeform 753"/>
                <p:cNvSpPr>
                  <a:spLocks/>
                </p:cNvSpPr>
                <p:nvPr/>
              </p:nvSpPr>
              <p:spPr bwMode="auto">
                <a:xfrm>
                  <a:off x="4887" y="3434"/>
                  <a:ext cx="11" cy="4"/>
                </a:xfrm>
                <a:custGeom>
                  <a:avLst/>
                  <a:gdLst>
                    <a:gd name="T0" fmla="*/ 0 w 58"/>
                    <a:gd name="T1" fmla="*/ 0 h 23"/>
                    <a:gd name="T2" fmla="*/ 0 w 58"/>
                    <a:gd name="T3" fmla="*/ 0 h 23"/>
                    <a:gd name="T4" fmla="*/ 0 w 58"/>
                    <a:gd name="T5" fmla="*/ 0 h 23"/>
                    <a:gd name="T6" fmla="*/ 0 w 58"/>
                    <a:gd name="T7" fmla="*/ 0 h 23"/>
                    <a:gd name="T8" fmla="*/ 0 w 58"/>
                    <a:gd name="T9" fmla="*/ 0 h 23"/>
                    <a:gd name="T10" fmla="*/ 0 w 58"/>
                    <a:gd name="T11" fmla="*/ 0 h 23"/>
                    <a:gd name="T12" fmla="*/ 0 w 58"/>
                    <a:gd name="T13" fmla="*/ 0 h 23"/>
                    <a:gd name="T14" fmla="*/ 0 w 58"/>
                    <a:gd name="T15" fmla="*/ 0 h 23"/>
                    <a:gd name="T16" fmla="*/ 0 w 58"/>
                    <a:gd name="T17" fmla="*/ 0 h 23"/>
                    <a:gd name="T18" fmla="*/ 0 w 58"/>
                    <a:gd name="T19" fmla="*/ 0 h 23"/>
                    <a:gd name="T20" fmla="*/ 0 w 58"/>
                    <a:gd name="T21" fmla="*/ 0 h 23"/>
                    <a:gd name="T22" fmla="*/ 0 w 58"/>
                    <a:gd name="T23" fmla="*/ 0 h 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8"/>
                    <a:gd name="T37" fmla="*/ 0 h 23"/>
                    <a:gd name="T38" fmla="*/ 58 w 58"/>
                    <a:gd name="T39" fmla="*/ 23 h 2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8" h="23">
                      <a:moveTo>
                        <a:pt x="57" y="14"/>
                      </a:moveTo>
                      <a:lnTo>
                        <a:pt x="4" y="17"/>
                      </a:lnTo>
                      <a:lnTo>
                        <a:pt x="4" y="23"/>
                      </a:lnTo>
                      <a:lnTo>
                        <a:pt x="3" y="18"/>
                      </a:lnTo>
                      <a:lnTo>
                        <a:pt x="2" y="14"/>
                      </a:lnTo>
                      <a:lnTo>
                        <a:pt x="1" y="8"/>
                      </a:lnTo>
                      <a:lnTo>
                        <a:pt x="0" y="3"/>
                      </a:lnTo>
                      <a:lnTo>
                        <a:pt x="58" y="0"/>
                      </a:lnTo>
                      <a:lnTo>
                        <a:pt x="58" y="3"/>
                      </a:lnTo>
                      <a:lnTo>
                        <a:pt x="58" y="6"/>
                      </a:lnTo>
                      <a:lnTo>
                        <a:pt x="57" y="9"/>
                      </a:lnTo>
                      <a:lnTo>
                        <a:pt x="57" y="14"/>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6" name="Freeform 754"/>
                <p:cNvSpPr>
                  <a:spLocks/>
                </p:cNvSpPr>
                <p:nvPr/>
              </p:nvSpPr>
              <p:spPr bwMode="auto">
                <a:xfrm>
                  <a:off x="4888" y="3452"/>
                  <a:ext cx="172" cy="16"/>
                </a:xfrm>
                <a:custGeom>
                  <a:avLst/>
                  <a:gdLst>
                    <a:gd name="T0" fmla="*/ 0 w 863"/>
                    <a:gd name="T1" fmla="*/ 0 h 80"/>
                    <a:gd name="T2" fmla="*/ 0 w 863"/>
                    <a:gd name="T3" fmla="*/ 0 h 80"/>
                    <a:gd name="T4" fmla="*/ 0 w 863"/>
                    <a:gd name="T5" fmla="*/ 0 h 80"/>
                    <a:gd name="T6" fmla="*/ 0 w 863"/>
                    <a:gd name="T7" fmla="*/ 0 h 80"/>
                    <a:gd name="T8" fmla="*/ 0 w 863"/>
                    <a:gd name="T9" fmla="*/ 0 h 80"/>
                    <a:gd name="T10" fmla="*/ 0 w 863"/>
                    <a:gd name="T11" fmla="*/ 0 h 80"/>
                    <a:gd name="T12" fmla="*/ 0 w 863"/>
                    <a:gd name="T13" fmla="*/ 0 h 80"/>
                    <a:gd name="T14" fmla="*/ 0 w 863"/>
                    <a:gd name="T15" fmla="*/ 0 h 80"/>
                    <a:gd name="T16" fmla="*/ 0 w 863"/>
                    <a:gd name="T17" fmla="*/ 0 h 80"/>
                    <a:gd name="T18" fmla="*/ 0 w 863"/>
                    <a:gd name="T19" fmla="*/ 0 h 80"/>
                    <a:gd name="T20" fmla="*/ 0 w 863"/>
                    <a:gd name="T21" fmla="*/ 0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3"/>
                    <a:gd name="T34" fmla="*/ 0 h 80"/>
                    <a:gd name="T35" fmla="*/ 863 w 863"/>
                    <a:gd name="T36" fmla="*/ 80 h 8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3" h="80">
                      <a:moveTo>
                        <a:pt x="1" y="70"/>
                      </a:moveTo>
                      <a:lnTo>
                        <a:pt x="863" y="0"/>
                      </a:lnTo>
                      <a:lnTo>
                        <a:pt x="862" y="1"/>
                      </a:lnTo>
                      <a:lnTo>
                        <a:pt x="861" y="2"/>
                      </a:lnTo>
                      <a:lnTo>
                        <a:pt x="860" y="3"/>
                      </a:lnTo>
                      <a:lnTo>
                        <a:pt x="858" y="3"/>
                      </a:lnTo>
                      <a:lnTo>
                        <a:pt x="0" y="80"/>
                      </a:lnTo>
                      <a:lnTo>
                        <a:pt x="0" y="78"/>
                      </a:lnTo>
                      <a:lnTo>
                        <a:pt x="0" y="76"/>
                      </a:lnTo>
                      <a:lnTo>
                        <a:pt x="0" y="73"/>
                      </a:lnTo>
                      <a:lnTo>
                        <a:pt x="1" y="7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7" name="Freeform 755"/>
                <p:cNvSpPr>
                  <a:spLocks/>
                </p:cNvSpPr>
                <p:nvPr/>
              </p:nvSpPr>
              <p:spPr bwMode="auto">
                <a:xfrm>
                  <a:off x="5061" y="3454"/>
                  <a:ext cx="9" cy="14"/>
                </a:xfrm>
                <a:custGeom>
                  <a:avLst/>
                  <a:gdLst>
                    <a:gd name="T0" fmla="*/ 0 w 46"/>
                    <a:gd name="T1" fmla="*/ 0 h 70"/>
                    <a:gd name="T2" fmla="*/ 0 w 46"/>
                    <a:gd name="T3" fmla="*/ 0 h 70"/>
                    <a:gd name="T4" fmla="*/ 0 w 46"/>
                    <a:gd name="T5" fmla="*/ 0 h 70"/>
                    <a:gd name="T6" fmla="*/ 0 w 46"/>
                    <a:gd name="T7" fmla="*/ 0 h 70"/>
                    <a:gd name="T8" fmla="*/ 0 w 46"/>
                    <a:gd name="T9" fmla="*/ 0 h 70"/>
                    <a:gd name="T10" fmla="*/ 0 w 46"/>
                    <a:gd name="T11" fmla="*/ 0 h 70"/>
                    <a:gd name="T12" fmla="*/ 0 w 46"/>
                    <a:gd name="T13" fmla="*/ 0 h 70"/>
                    <a:gd name="T14" fmla="*/ 0 w 46"/>
                    <a:gd name="T15" fmla="*/ 0 h 70"/>
                    <a:gd name="T16" fmla="*/ 0 w 46"/>
                    <a:gd name="T17" fmla="*/ 0 h 70"/>
                    <a:gd name="T18" fmla="*/ 0 w 46"/>
                    <a:gd name="T19" fmla="*/ 0 h 70"/>
                    <a:gd name="T20" fmla="*/ 0 w 46"/>
                    <a:gd name="T21" fmla="*/ 0 h 70"/>
                    <a:gd name="T22" fmla="*/ 0 w 46"/>
                    <a:gd name="T23" fmla="*/ 0 h 70"/>
                    <a:gd name="T24" fmla="*/ 0 w 46"/>
                    <a:gd name="T25" fmla="*/ 0 h 70"/>
                    <a:gd name="T26" fmla="*/ 0 w 46"/>
                    <a:gd name="T27" fmla="*/ 0 h 70"/>
                    <a:gd name="T28" fmla="*/ 0 w 46"/>
                    <a:gd name="T29" fmla="*/ 0 h 70"/>
                    <a:gd name="T30" fmla="*/ 0 w 46"/>
                    <a:gd name="T31" fmla="*/ 0 h 70"/>
                    <a:gd name="T32" fmla="*/ 0 w 46"/>
                    <a:gd name="T33" fmla="*/ 0 h 70"/>
                    <a:gd name="T34" fmla="*/ 0 w 46"/>
                    <a:gd name="T35" fmla="*/ 0 h 70"/>
                    <a:gd name="T36" fmla="*/ 0 w 46"/>
                    <a:gd name="T37" fmla="*/ 0 h 70"/>
                    <a:gd name="T38" fmla="*/ 0 w 46"/>
                    <a:gd name="T39" fmla="*/ 0 h 70"/>
                    <a:gd name="T40" fmla="*/ 0 w 46"/>
                    <a:gd name="T41" fmla="*/ 0 h 7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6"/>
                    <a:gd name="T64" fmla="*/ 0 h 70"/>
                    <a:gd name="T65" fmla="*/ 46 w 46"/>
                    <a:gd name="T66" fmla="*/ 70 h 7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6" h="70">
                      <a:moveTo>
                        <a:pt x="2" y="0"/>
                      </a:moveTo>
                      <a:lnTo>
                        <a:pt x="5" y="10"/>
                      </a:lnTo>
                      <a:lnTo>
                        <a:pt x="10" y="19"/>
                      </a:lnTo>
                      <a:lnTo>
                        <a:pt x="15" y="29"/>
                      </a:lnTo>
                      <a:lnTo>
                        <a:pt x="20" y="38"/>
                      </a:lnTo>
                      <a:lnTo>
                        <a:pt x="26" y="47"/>
                      </a:lnTo>
                      <a:lnTo>
                        <a:pt x="32" y="55"/>
                      </a:lnTo>
                      <a:lnTo>
                        <a:pt x="39" y="62"/>
                      </a:lnTo>
                      <a:lnTo>
                        <a:pt x="46" y="70"/>
                      </a:lnTo>
                      <a:lnTo>
                        <a:pt x="39" y="64"/>
                      </a:lnTo>
                      <a:lnTo>
                        <a:pt x="32" y="56"/>
                      </a:lnTo>
                      <a:lnTo>
                        <a:pt x="25" y="48"/>
                      </a:lnTo>
                      <a:lnTo>
                        <a:pt x="19" y="40"/>
                      </a:lnTo>
                      <a:lnTo>
                        <a:pt x="14" y="30"/>
                      </a:lnTo>
                      <a:lnTo>
                        <a:pt x="9" y="21"/>
                      </a:lnTo>
                      <a:lnTo>
                        <a:pt x="4" y="12"/>
                      </a:lnTo>
                      <a:lnTo>
                        <a:pt x="0" y="1"/>
                      </a:lnTo>
                      <a:lnTo>
                        <a:pt x="1" y="0"/>
                      </a:lnTo>
                      <a:lnTo>
                        <a:pt x="2"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8" name="Freeform 756"/>
                <p:cNvSpPr>
                  <a:spLocks/>
                </p:cNvSpPr>
                <p:nvPr/>
              </p:nvSpPr>
              <p:spPr bwMode="auto">
                <a:xfrm>
                  <a:off x="5062" y="3453"/>
                  <a:ext cx="9" cy="14"/>
                </a:xfrm>
                <a:custGeom>
                  <a:avLst/>
                  <a:gdLst>
                    <a:gd name="T0" fmla="*/ 0 w 47"/>
                    <a:gd name="T1" fmla="*/ 0 h 73"/>
                    <a:gd name="T2" fmla="*/ 0 w 47"/>
                    <a:gd name="T3" fmla="*/ 0 h 73"/>
                    <a:gd name="T4" fmla="*/ 0 w 47"/>
                    <a:gd name="T5" fmla="*/ 0 h 73"/>
                    <a:gd name="T6" fmla="*/ 0 w 47"/>
                    <a:gd name="T7" fmla="*/ 0 h 73"/>
                    <a:gd name="T8" fmla="*/ 0 w 47"/>
                    <a:gd name="T9" fmla="*/ 0 h 73"/>
                    <a:gd name="T10" fmla="*/ 0 w 47"/>
                    <a:gd name="T11" fmla="*/ 0 h 73"/>
                    <a:gd name="T12" fmla="*/ 0 w 47"/>
                    <a:gd name="T13" fmla="*/ 0 h 73"/>
                    <a:gd name="T14" fmla="*/ 0 w 47"/>
                    <a:gd name="T15" fmla="*/ 0 h 73"/>
                    <a:gd name="T16" fmla="*/ 0 w 47"/>
                    <a:gd name="T17" fmla="*/ 0 h 73"/>
                    <a:gd name="T18" fmla="*/ 0 w 47"/>
                    <a:gd name="T19" fmla="*/ 0 h 73"/>
                    <a:gd name="T20" fmla="*/ 0 w 47"/>
                    <a:gd name="T21" fmla="*/ 0 h 73"/>
                    <a:gd name="T22" fmla="*/ 0 w 47"/>
                    <a:gd name="T23" fmla="*/ 0 h 73"/>
                    <a:gd name="T24" fmla="*/ 0 w 47"/>
                    <a:gd name="T25" fmla="*/ 0 h 73"/>
                    <a:gd name="T26" fmla="*/ 0 w 47"/>
                    <a:gd name="T27" fmla="*/ 0 h 73"/>
                    <a:gd name="T28" fmla="*/ 0 w 47"/>
                    <a:gd name="T29" fmla="*/ 0 h 73"/>
                    <a:gd name="T30" fmla="*/ 0 w 47"/>
                    <a:gd name="T31" fmla="*/ 0 h 73"/>
                    <a:gd name="T32" fmla="*/ 0 w 47"/>
                    <a:gd name="T33" fmla="*/ 0 h 73"/>
                    <a:gd name="T34" fmla="*/ 0 w 47"/>
                    <a:gd name="T35" fmla="*/ 0 h 73"/>
                    <a:gd name="T36" fmla="*/ 0 w 47"/>
                    <a:gd name="T37" fmla="*/ 0 h 73"/>
                    <a:gd name="T38" fmla="*/ 0 w 47"/>
                    <a:gd name="T39" fmla="*/ 0 h 73"/>
                    <a:gd name="T40" fmla="*/ 0 w 47"/>
                    <a:gd name="T41" fmla="*/ 0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73"/>
                    <a:gd name="T65" fmla="*/ 47 w 47"/>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73">
                      <a:moveTo>
                        <a:pt x="0" y="2"/>
                      </a:moveTo>
                      <a:lnTo>
                        <a:pt x="1" y="1"/>
                      </a:lnTo>
                      <a:lnTo>
                        <a:pt x="2" y="0"/>
                      </a:lnTo>
                      <a:lnTo>
                        <a:pt x="6" y="10"/>
                      </a:lnTo>
                      <a:lnTo>
                        <a:pt x="10" y="20"/>
                      </a:lnTo>
                      <a:lnTo>
                        <a:pt x="14" y="31"/>
                      </a:lnTo>
                      <a:lnTo>
                        <a:pt x="20" y="39"/>
                      </a:lnTo>
                      <a:lnTo>
                        <a:pt x="26" y="49"/>
                      </a:lnTo>
                      <a:lnTo>
                        <a:pt x="33" y="58"/>
                      </a:lnTo>
                      <a:lnTo>
                        <a:pt x="39" y="65"/>
                      </a:lnTo>
                      <a:lnTo>
                        <a:pt x="47" y="73"/>
                      </a:lnTo>
                      <a:lnTo>
                        <a:pt x="39" y="65"/>
                      </a:lnTo>
                      <a:lnTo>
                        <a:pt x="33" y="58"/>
                      </a:lnTo>
                      <a:lnTo>
                        <a:pt x="25" y="50"/>
                      </a:lnTo>
                      <a:lnTo>
                        <a:pt x="20" y="40"/>
                      </a:lnTo>
                      <a:lnTo>
                        <a:pt x="14" y="32"/>
                      </a:lnTo>
                      <a:lnTo>
                        <a:pt x="9" y="22"/>
                      </a:lnTo>
                      <a:lnTo>
                        <a:pt x="5" y="12"/>
                      </a:lnTo>
                      <a:lnTo>
                        <a:pt x="0" y="2"/>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09" name="Freeform 757"/>
                <p:cNvSpPr>
                  <a:spLocks/>
                </p:cNvSpPr>
                <p:nvPr/>
              </p:nvSpPr>
              <p:spPr bwMode="auto">
                <a:xfrm>
                  <a:off x="5059" y="3454"/>
                  <a:ext cx="10" cy="13"/>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w 46"/>
                    <a:gd name="T35" fmla="*/ 0 h 6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
                    <a:gd name="T55" fmla="*/ 0 h 65"/>
                    <a:gd name="T56" fmla="*/ 46 w 46"/>
                    <a:gd name="T57" fmla="*/ 65 h 6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 h="65">
                      <a:moveTo>
                        <a:pt x="3" y="0"/>
                      </a:moveTo>
                      <a:lnTo>
                        <a:pt x="7" y="10"/>
                      </a:lnTo>
                      <a:lnTo>
                        <a:pt x="11" y="18"/>
                      </a:lnTo>
                      <a:lnTo>
                        <a:pt x="16" y="28"/>
                      </a:lnTo>
                      <a:lnTo>
                        <a:pt x="21" y="36"/>
                      </a:lnTo>
                      <a:lnTo>
                        <a:pt x="26" y="44"/>
                      </a:lnTo>
                      <a:lnTo>
                        <a:pt x="32" y="52"/>
                      </a:lnTo>
                      <a:lnTo>
                        <a:pt x="38" y="58"/>
                      </a:lnTo>
                      <a:lnTo>
                        <a:pt x="46" y="65"/>
                      </a:lnTo>
                      <a:lnTo>
                        <a:pt x="38" y="58"/>
                      </a:lnTo>
                      <a:lnTo>
                        <a:pt x="32" y="52"/>
                      </a:lnTo>
                      <a:lnTo>
                        <a:pt x="25" y="44"/>
                      </a:lnTo>
                      <a:lnTo>
                        <a:pt x="19" y="36"/>
                      </a:lnTo>
                      <a:lnTo>
                        <a:pt x="13" y="28"/>
                      </a:lnTo>
                      <a:lnTo>
                        <a:pt x="9" y="18"/>
                      </a:lnTo>
                      <a:lnTo>
                        <a:pt x="5" y="10"/>
                      </a:lnTo>
                      <a:lnTo>
                        <a:pt x="0" y="0"/>
                      </a:lnTo>
                      <a:lnTo>
                        <a:pt x="3"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0" name="Freeform 758"/>
                <p:cNvSpPr>
                  <a:spLocks/>
                </p:cNvSpPr>
                <p:nvPr/>
              </p:nvSpPr>
              <p:spPr bwMode="auto">
                <a:xfrm>
                  <a:off x="5072" y="3412"/>
                  <a:ext cx="8" cy="6"/>
                </a:xfrm>
                <a:custGeom>
                  <a:avLst/>
                  <a:gdLst>
                    <a:gd name="T0" fmla="*/ 0 w 41"/>
                    <a:gd name="T1" fmla="*/ 0 h 29"/>
                    <a:gd name="T2" fmla="*/ 0 w 41"/>
                    <a:gd name="T3" fmla="*/ 0 h 29"/>
                    <a:gd name="T4" fmla="*/ 0 w 41"/>
                    <a:gd name="T5" fmla="*/ 0 h 29"/>
                    <a:gd name="T6" fmla="*/ 0 w 41"/>
                    <a:gd name="T7" fmla="*/ 0 h 29"/>
                    <a:gd name="T8" fmla="*/ 0 w 41"/>
                    <a:gd name="T9" fmla="*/ 0 h 29"/>
                    <a:gd name="T10" fmla="*/ 0 w 41"/>
                    <a:gd name="T11" fmla="*/ 0 h 29"/>
                    <a:gd name="T12" fmla="*/ 0 w 41"/>
                    <a:gd name="T13" fmla="*/ 0 h 29"/>
                    <a:gd name="T14" fmla="*/ 0 w 41"/>
                    <a:gd name="T15" fmla="*/ 0 h 29"/>
                    <a:gd name="T16" fmla="*/ 0 w 41"/>
                    <a:gd name="T17" fmla="*/ 0 h 29"/>
                    <a:gd name="T18" fmla="*/ 0 w 41"/>
                    <a:gd name="T19" fmla="*/ 0 h 29"/>
                    <a:gd name="T20" fmla="*/ 0 w 41"/>
                    <a:gd name="T21" fmla="*/ 0 h 29"/>
                    <a:gd name="T22" fmla="*/ 0 w 41"/>
                    <a:gd name="T23" fmla="*/ 0 h 29"/>
                    <a:gd name="T24" fmla="*/ 0 w 41"/>
                    <a:gd name="T25" fmla="*/ 0 h 29"/>
                    <a:gd name="T26" fmla="*/ 0 w 41"/>
                    <a:gd name="T27" fmla="*/ 0 h 29"/>
                    <a:gd name="T28" fmla="*/ 0 w 41"/>
                    <a:gd name="T29" fmla="*/ 0 h 29"/>
                    <a:gd name="T30" fmla="*/ 0 w 41"/>
                    <a:gd name="T31" fmla="*/ 0 h 29"/>
                    <a:gd name="T32" fmla="*/ 0 w 41"/>
                    <a:gd name="T33" fmla="*/ 0 h 2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1"/>
                    <a:gd name="T52" fmla="*/ 0 h 29"/>
                    <a:gd name="T53" fmla="*/ 41 w 41"/>
                    <a:gd name="T54" fmla="*/ 29 h 2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1" h="29">
                      <a:moveTo>
                        <a:pt x="41" y="0"/>
                      </a:moveTo>
                      <a:lnTo>
                        <a:pt x="36" y="3"/>
                      </a:lnTo>
                      <a:lnTo>
                        <a:pt x="30" y="6"/>
                      </a:lnTo>
                      <a:lnTo>
                        <a:pt x="25" y="10"/>
                      </a:lnTo>
                      <a:lnTo>
                        <a:pt x="19" y="13"/>
                      </a:lnTo>
                      <a:lnTo>
                        <a:pt x="15" y="16"/>
                      </a:lnTo>
                      <a:lnTo>
                        <a:pt x="10" y="20"/>
                      </a:lnTo>
                      <a:lnTo>
                        <a:pt x="5" y="25"/>
                      </a:lnTo>
                      <a:lnTo>
                        <a:pt x="0" y="29"/>
                      </a:lnTo>
                      <a:lnTo>
                        <a:pt x="5" y="23"/>
                      </a:lnTo>
                      <a:lnTo>
                        <a:pt x="10" y="16"/>
                      </a:lnTo>
                      <a:lnTo>
                        <a:pt x="15" y="12"/>
                      </a:lnTo>
                      <a:lnTo>
                        <a:pt x="22" y="7"/>
                      </a:lnTo>
                      <a:lnTo>
                        <a:pt x="26" y="5"/>
                      </a:lnTo>
                      <a:lnTo>
                        <a:pt x="30" y="4"/>
                      </a:lnTo>
                      <a:lnTo>
                        <a:pt x="36" y="2"/>
                      </a:lnTo>
                      <a:lnTo>
                        <a:pt x="41"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1" name="Freeform 759"/>
                <p:cNvSpPr>
                  <a:spLocks/>
                </p:cNvSpPr>
                <p:nvPr/>
              </p:nvSpPr>
              <p:spPr bwMode="auto">
                <a:xfrm>
                  <a:off x="4780" y="3477"/>
                  <a:ext cx="5" cy="2"/>
                </a:xfrm>
                <a:custGeom>
                  <a:avLst/>
                  <a:gdLst>
                    <a:gd name="T0" fmla="*/ 0 w 26"/>
                    <a:gd name="T1" fmla="*/ 0 h 9"/>
                    <a:gd name="T2" fmla="*/ 0 w 26"/>
                    <a:gd name="T3" fmla="*/ 0 h 9"/>
                    <a:gd name="T4" fmla="*/ 0 w 26"/>
                    <a:gd name="T5" fmla="*/ 0 h 9"/>
                    <a:gd name="T6" fmla="*/ 0 w 26"/>
                    <a:gd name="T7" fmla="*/ 0 h 9"/>
                    <a:gd name="T8" fmla="*/ 0 w 26"/>
                    <a:gd name="T9" fmla="*/ 0 h 9"/>
                    <a:gd name="T10" fmla="*/ 0 w 26"/>
                    <a:gd name="T11" fmla="*/ 0 h 9"/>
                    <a:gd name="T12" fmla="*/ 0 w 26"/>
                    <a:gd name="T13" fmla="*/ 0 h 9"/>
                    <a:gd name="T14" fmla="*/ 0 w 26"/>
                    <a:gd name="T15" fmla="*/ 0 h 9"/>
                    <a:gd name="T16" fmla="*/ 0 w 26"/>
                    <a:gd name="T17" fmla="*/ 0 h 9"/>
                    <a:gd name="T18" fmla="*/ 0 w 26"/>
                    <a:gd name="T19" fmla="*/ 0 h 9"/>
                    <a:gd name="T20" fmla="*/ 0 w 26"/>
                    <a:gd name="T21" fmla="*/ 0 h 9"/>
                    <a:gd name="T22" fmla="*/ 0 w 26"/>
                    <a:gd name="T23" fmla="*/ 0 h 9"/>
                    <a:gd name="T24" fmla="*/ 0 w 26"/>
                    <a:gd name="T25" fmla="*/ 0 h 9"/>
                    <a:gd name="T26" fmla="*/ 0 w 26"/>
                    <a:gd name="T27" fmla="*/ 0 h 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6"/>
                    <a:gd name="T43" fmla="*/ 0 h 9"/>
                    <a:gd name="T44" fmla="*/ 26 w 26"/>
                    <a:gd name="T45" fmla="*/ 9 h 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6" h="9">
                      <a:moveTo>
                        <a:pt x="3" y="3"/>
                      </a:moveTo>
                      <a:lnTo>
                        <a:pt x="2" y="2"/>
                      </a:lnTo>
                      <a:lnTo>
                        <a:pt x="2" y="1"/>
                      </a:lnTo>
                      <a:lnTo>
                        <a:pt x="1" y="1"/>
                      </a:lnTo>
                      <a:lnTo>
                        <a:pt x="0" y="0"/>
                      </a:lnTo>
                      <a:lnTo>
                        <a:pt x="4" y="0"/>
                      </a:lnTo>
                      <a:lnTo>
                        <a:pt x="7" y="0"/>
                      </a:lnTo>
                      <a:lnTo>
                        <a:pt x="11" y="0"/>
                      </a:lnTo>
                      <a:lnTo>
                        <a:pt x="14" y="0"/>
                      </a:lnTo>
                      <a:lnTo>
                        <a:pt x="17" y="2"/>
                      </a:lnTo>
                      <a:lnTo>
                        <a:pt x="20" y="5"/>
                      </a:lnTo>
                      <a:lnTo>
                        <a:pt x="22" y="7"/>
                      </a:lnTo>
                      <a:lnTo>
                        <a:pt x="26" y="9"/>
                      </a:lnTo>
                      <a:lnTo>
                        <a:pt x="3" y="3"/>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2" name="Freeform 760"/>
                <p:cNvSpPr>
                  <a:spLocks/>
                </p:cNvSpPr>
                <p:nvPr/>
              </p:nvSpPr>
              <p:spPr bwMode="auto">
                <a:xfrm>
                  <a:off x="4785" y="3462"/>
                  <a:ext cx="27" cy="20"/>
                </a:xfrm>
                <a:custGeom>
                  <a:avLst/>
                  <a:gdLst>
                    <a:gd name="T0" fmla="*/ 0 w 135"/>
                    <a:gd name="T1" fmla="*/ 0 h 100"/>
                    <a:gd name="T2" fmla="*/ 0 w 135"/>
                    <a:gd name="T3" fmla="*/ 0 h 100"/>
                    <a:gd name="T4" fmla="*/ 0 w 135"/>
                    <a:gd name="T5" fmla="*/ 0 h 100"/>
                    <a:gd name="T6" fmla="*/ 0 w 135"/>
                    <a:gd name="T7" fmla="*/ 0 h 100"/>
                    <a:gd name="T8" fmla="*/ 0 w 135"/>
                    <a:gd name="T9" fmla="*/ 0 h 100"/>
                    <a:gd name="T10" fmla="*/ 0 w 135"/>
                    <a:gd name="T11" fmla="*/ 0 h 100"/>
                    <a:gd name="T12" fmla="*/ 0 w 135"/>
                    <a:gd name="T13" fmla="*/ 0 h 100"/>
                    <a:gd name="T14" fmla="*/ 0 w 135"/>
                    <a:gd name="T15" fmla="*/ 0 h 100"/>
                    <a:gd name="T16" fmla="*/ 0 w 135"/>
                    <a:gd name="T17" fmla="*/ 0 h 100"/>
                    <a:gd name="T18" fmla="*/ 0 w 135"/>
                    <a:gd name="T19" fmla="*/ 0 h 100"/>
                    <a:gd name="T20" fmla="*/ 0 w 135"/>
                    <a:gd name="T21" fmla="*/ 0 h 100"/>
                    <a:gd name="T22" fmla="*/ 0 w 135"/>
                    <a:gd name="T23" fmla="*/ 0 h 100"/>
                    <a:gd name="T24" fmla="*/ 0 w 135"/>
                    <a:gd name="T25" fmla="*/ 0 h 100"/>
                    <a:gd name="T26" fmla="*/ 0 w 135"/>
                    <a:gd name="T27" fmla="*/ 0 h 100"/>
                    <a:gd name="T28" fmla="*/ 0 w 135"/>
                    <a:gd name="T29" fmla="*/ 0 h 100"/>
                    <a:gd name="T30" fmla="*/ 0 w 135"/>
                    <a:gd name="T31" fmla="*/ 0 h 100"/>
                    <a:gd name="T32" fmla="*/ 0 w 135"/>
                    <a:gd name="T33" fmla="*/ 0 h 100"/>
                    <a:gd name="T34" fmla="*/ 0 w 135"/>
                    <a:gd name="T35" fmla="*/ 0 h 100"/>
                    <a:gd name="T36" fmla="*/ 0 w 135"/>
                    <a:gd name="T37" fmla="*/ 0 h 100"/>
                    <a:gd name="T38" fmla="*/ 0 w 135"/>
                    <a:gd name="T39" fmla="*/ 0 h 100"/>
                    <a:gd name="T40" fmla="*/ 0 w 135"/>
                    <a:gd name="T41" fmla="*/ 0 h 100"/>
                    <a:gd name="T42" fmla="*/ 0 w 135"/>
                    <a:gd name="T43" fmla="*/ 0 h 100"/>
                    <a:gd name="T44" fmla="*/ 0 w 135"/>
                    <a:gd name="T45" fmla="*/ 0 h 100"/>
                    <a:gd name="T46" fmla="*/ 0 w 135"/>
                    <a:gd name="T47" fmla="*/ 0 h 100"/>
                    <a:gd name="T48" fmla="*/ 0 w 135"/>
                    <a:gd name="T49" fmla="*/ 0 h 100"/>
                    <a:gd name="T50" fmla="*/ 0 w 135"/>
                    <a:gd name="T51" fmla="*/ 0 h 100"/>
                    <a:gd name="T52" fmla="*/ 0 w 135"/>
                    <a:gd name="T53" fmla="*/ 0 h 100"/>
                    <a:gd name="T54" fmla="*/ 0 w 135"/>
                    <a:gd name="T55" fmla="*/ 0 h 100"/>
                    <a:gd name="T56" fmla="*/ 0 w 135"/>
                    <a:gd name="T57" fmla="*/ 0 h 100"/>
                    <a:gd name="T58" fmla="*/ 0 w 135"/>
                    <a:gd name="T59" fmla="*/ 0 h 100"/>
                    <a:gd name="T60" fmla="*/ 0 w 135"/>
                    <a:gd name="T61" fmla="*/ 0 h 100"/>
                    <a:gd name="T62" fmla="*/ 0 w 135"/>
                    <a:gd name="T63" fmla="*/ 0 h 100"/>
                    <a:gd name="T64" fmla="*/ 0 w 135"/>
                    <a:gd name="T65" fmla="*/ 0 h 100"/>
                    <a:gd name="T66" fmla="*/ 0 w 135"/>
                    <a:gd name="T67" fmla="*/ 0 h 100"/>
                    <a:gd name="T68" fmla="*/ 0 w 135"/>
                    <a:gd name="T69" fmla="*/ 0 h 100"/>
                    <a:gd name="T70" fmla="*/ 0 w 135"/>
                    <a:gd name="T71" fmla="*/ 0 h 100"/>
                    <a:gd name="T72" fmla="*/ 0 w 135"/>
                    <a:gd name="T73" fmla="*/ 0 h 10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35"/>
                    <a:gd name="T112" fmla="*/ 0 h 100"/>
                    <a:gd name="T113" fmla="*/ 135 w 135"/>
                    <a:gd name="T114" fmla="*/ 100 h 10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35" h="100">
                      <a:moveTo>
                        <a:pt x="72" y="100"/>
                      </a:moveTo>
                      <a:lnTo>
                        <a:pt x="69" y="100"/>
                      </a:lnTo>
                      <a:lnTo>
                        <a:pt x="65" y="99"/>
                      </a:lnTo>
                      <a:lnTo>
                        <a:pt x="62" y="99"/>
                      </a:lnTo>
                      <a:lnTo>
                        <a:pt x="59" y="98"/>
                      </a:lnTo>
                      <a:lnTo>
                        <a:pt x="30" y="89"/>
                      </a:lnTo>
                      <a:lnTo>
                        <a:pt x="22" y="86"/>
                      </a:lnTo>
                      <a:lnTo>
                        <a:pt x="15" y="82"/>
                      </a:lnTo>
                      <a:lnTo>
                        <a:pt x="7" y="77"/>
                      </a:lnTo>
                      <a:lnTo>
                        <a:pt x="0" y="71"/>
                      </a:lnTo>
                      <a:lnTo>
                        <a:pt x="19" y="70"/>
                      </a:lnTo>
                      <a:lnTo>
                        <a:pt x="37" y="68"/>
                      </a:lnTo>
                      <a:lnTo>
                        <a:pt x="54" y="66"/>
                      </a:lnTo>
                      <a:lnTo>
                        <a:pt x="68" y="63"/>
                      </a:lnTo>
                      <a:lnTo>
                        <a:pt x="78" y="60"/>
                      </a:lnTo>
                      <a:lnTo>
                        <a:pt x="88" y="58"/>
                      </a:lnTo>
                      <a:lnTo>
                        <a:pt x="93" y="57"/>
                      </a:lnTo>
                      <a:lnTo>
                        <a:pt x="97" y="56"/>
                      </a:lnTo>
                      <a:lnTo>
                        <a:pt x="100" y="55"/>
                      </a:lnTo>
                      <a:lnTo>
                        <a:pt x="115" y="3"/>
                      </a:lnTo>
                      <a:lnTo>
                        <a:pt x="116" y="2"/>
                      </a:lnTo>
                      <a:lnTo>
                        <a:pt x="117" y="1"/>
                      </a:lnTo>
                      <a:lnTo>
                        <a:pt x="118" y="1"/>
                      </a:lnTo>
                      <a:lnTo>
                        <a:pt x="119" y="0"/>
                      </a:lnTo>
                      <a:lnTo>
                        <a:pt x="120" y="23"/>
                      </a:lnTo>
                      <a:lnTo>
                        <a:pt x="124" y="44"/>
                      </a:lnTo>
                      <a:lnTo>
                        <a:pt x="128" y="65"/>
                      </a:lnTo>
                      <a:lnTo>
                        <a:pt x="135" y="85"/>
                      </a:lnTo>
                      <a:lnTo>
                        <a:pt x="128" y="89"/>
                      </a:lnTo>
                      <a:lnTo>
                        <a:pt x="120" y="93"/>
                      </a:lnTo>
                      <a:lnTo>
                        <a:pt x="112" y="95"/>
                      </a:lnTo>
                      <a:lnTo>
                        <a:pt x="104" y="97"/>
                      </a:lnTo>
                      <a:lnTo>
                        <a:pt x="96" y="99"/>
                      </a:lnTo>
                      <a:lnTo>
                        <a:pt x="88" y="100"/>
                      </a:lnTo>
                      <a:lnTo>
                        <a:pt x="79" y="100"/>
                      </a:lnTo>
                      <a:lnTo>
                        <a:pt x="72" y="10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3" name="Freeform 761"/>
                <p:cNvSpPr>
                  <a:spLocks/>
                </p:cNvSpPr>
                <p:nvPr/>
              </p:nvSpPr>
              <p:spPr bwMode="auto">
                <a:xfrm>
                  <a:off x="4833" y="3497"/>
                  <a:ext cx="1" cy="1"/>
                </a:xfrm>
                <a:custGeom>
                  <a:avLst/>
                  <a:gdLst>
                    <a:gd name="T0" fmla="*/ 0 w 3"/>
                    <a:gd name="T1" fmla="*/ 1 h 2"/>
                    <a:gd name="T2" fmla="*/ 0 w 3"/>
                    <a:gd name="T3" fmla="*/ 0 h 2"/>
                    <a:gd name="T4" fmla="*/ 0 w 3"/>
                    <a:gd name="T5" fmla="*/ 1 h 2"/>
                    <a:gd name="T6" fmla="*/ 0 w 3"/>
                    <a:gd name="T7" fmla="*/ 1 h 2"/>
                    <a:gd name="T8" fmla="*/ 0 w 3"/>
                    <a:gd name="T9" fmla="*/ 1 h 2"/>
                    <a:gd name="T10" fmla="*/ 0 w 3"/>
                    <a:gd name="T11" fmla="*/ 1 h 2"/>
                    <a:gd name="T12" fmla="*/ 0 w 3"/>
                    <a:gd name="T13" fmla="*/ 1 h 2"/>
                    <a:gd name="T14" fmla="*/ 0 w 3"/>
                    <a:gd name="T15" fmla="*/ 1 h 2"/>
                    <a:gd name="T16" fmla="*/ 0 w 3"/>
                    <a:gd name="T17" fmla="*/ 1 h 2"/>
                    <a:gd name="T18" fmla="*/ 0 w 3"/>
                    <a:gd name="T19" fmla="*/ 1 h 2"/>
                    <a:gd name="T20" fmla="*/ 0 w 3"/>
                    <a:gd name="T21" fmla="*/ 1 h 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2"/>
                    <a:gd name="T35" fmla="*/ 3 w 3"/>
                    <a:gd name="T36" fmla="*/ 2 h 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2">
                      <a:moveTo>
                        <a:pt x="0" y="1"/>
                      </a:moveTo>
                      <a:lnTo>
                        <a:pt x="1" y="0"/>
                      </a:lnTo>
                      <a:lnTo>
                        <a:pt x="2" y="1"/>
                      </a:lnTo>
                      <a:lnTo>
                        <a:pt x="3" y="2"/>
                      </a:lnTo>
                      <a:lnTo>
                        <a:pt x="0" y="1"/>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4" name="Freeform 762"/>
                <p:cNvSpPr>
                  <a:spLocks/>
                </p:cNvSpPr>
                <p:nvPr/>
              </p:nvSpPr>
              <p:spPr bwMode="auto">
                <a:xfrm>
                  <a:off x="4819" y="3428"/>
                  <a:ext cx="64" cy="74"/>
                </a:xfrm>
                <a:custGeom>
                  <a:avLst/>
                  <a:gdLst>
                    <a:gd name="T0" fmla="*/ 0 w 320"/>
                    <a:gd name="T1" fmla="*/ 0 h 369"/>
                    <a:gd name="T2" fmla="*/ 0 w 320"/>
                    <a:gd name="T3" fmla="*/ 0 h 369"/>
                    <a:gd name="T4" fmla="*/ 0 w 320"/>
                    <a:gd name="T5" fmla="*/ 0 h 369"/>
                    <a:gd name="T6" fmla="*/ 0 w 320"/>
                    <a:gd name="T7" fmla="*/ 0 h 369"/>
                    <a:gd name="T8" fmla="*/ 0 w 320"/>
                    <a:gd name="T9" fmla="*/ 0 h 369"/>
                    <a:gd name="T10" fmla="*/ 0 w 320"/>
                    <a:gd name="T11" fmla="*/ 0 h 369"/>
                    <a:gd name="T12" fmla="*/ 0 w 320"/>
                    <a:gd name="T13" fmla="*/ 0 h 369"/>
                    <a:gd name="T14" fmla="*/ 0 w 320"/>
                    <a:gd name="T15" fmla="*/ 0 h 369"/>
                    <a:gd name="T16" fmla="*/ 0 w 320"/>
                    <a:gd name="T17" fmla="*/ 0 h 369"/>
                    <a:gd name="T18" fmla="*/ 0 w 320"/>
                    <a:gd name="T19" fmla="*/ 0 h 369"/>
                    <a:gd name="T20" fmla="*/ 0 w 320"/>
                    <a:gd name="T21" fmla="*/ 0 h 369"/>
                    <a:gd name="T22" fmla="*/ 0 w 320"/>
                    <a:gd name="T23" fmla="*/ 0 h 369"/>
                    <a:gd name="T24" fmla="*/ 0 w 320"/>
                    <a:gd name="T25" fmla="*/ 0 h 369"/>
                    <a:gd name="T26" fmla="*/ 0 w 320"/>
                    <a:gd name="T27" fmla="*/ 0 h 369"/>
                    <a:gd name="T28" fmla="*/ 0 w 320"/>
                    <a:gd name="T29" fmla="*/ 0 h 369"/>
                    <a:gd name="T30" fmla="*/ 0 w 320"/>
                    <a:gd name="T31" fmla="*/ 0 h 369"/>
                    <a:gd name="T32" fmla="*/ 0 w 320"/>
                    <a:gd name="T33" fmla="*/ 0 h 369"/>
                    <a:gd name="T34" fmla="*/ 0 w 320"/>
                    <a:gd name="T35" fmla="*/ 0 h 369"/>
                    <a:gd name="T36" fmla="*/ 0 w 320"/>
                    <a:gd name="T37" fmla="*/ 0 h 369"/>
                    <a:gd name="T38" fmla="*/ 0 w 320"/>
                    <a:gd name="T39" fmla="*/ 0 h 369"/>
                    <a:gd name="T40" fmla="*/ 0 w 320"/>
                    <a:gd name="T41" fmla="*/ 0 h 369"/>
                    <a:gd name="T42" fmla="*/ 0 w 320"/>
                    <a:gd name="T43" fmla="*/ 0 h 369"/>
                    <a:gd name="T44" fmla="*/ 0 w 320"/>
                    <a:gd name="T45" fmla="*/ 0 h 369"/>
                    <a:gd name="T46" fmla="*/ 0 w 320"/>
                    <a:gd name="T47" fmla="*/ 0 h 369"/>
                    <a:gd name="T48" fmla="*/ 0 w 320"/>
                    <a:gd name="T49" fmla="*/ 0 h 369"/>
                    <a:gd name="T50" fmla="*/ 0 w 320"/>
                    <a:gd name="T51" fmla="*/ 0 h 369"/>
                    <a:gd name="T52" fmla="*/ 0 w 320"/>
                    <a:gd name="T53" fmla="*/ 0 h 369"/>
                    <a:gd name="T54" fmla="*/ 0 w 320"/>
                    <a:gd name="T55" fmla="*/ 0 h 369"/>
                    <a:gd name="T56" fmla="*/ 0 w 320"/>
                    <a:gd name="T57" fmla="*/ 0 h 369"/>
                    <a:gd name="T58" fmla="*/ 0 w 320"/>
                    <a:gd name="T59" fmla="*/ 0 h 369"/>
                    <a:gd name="T60" fmla="*/ 0 w 320"/>
                    <a:gd name="T61" fmla="*/ 0 h 369"/>
                    <a:gd name="T62" fmla="*/ 0 w 320"/>
                    <a:gd name="T63" fmla="*/ 0 h 369"/>
                    <a:gd name="T64" fmla="*/ 0 w 320"/>
                    <a:gd name="T65" fmla="*/ 0 h 369"/>
                    <a:gd name="T66" fmla="*/ 0 w 320"/>
                    <a:gd name="T67" fmla="*/ 0 h 369"/>
                    <a:gd name="T68" fmla="*/ 0 w 320"/>
                    <a:gd name="T69" fmla="*/ 0 h 369"/>
                    <a:gd name="T70" fmla="*/ 0 w 320"/>
                    <a:gd name="T71" fmla="*/ 0 h 369"/>
                    <a:gd name="T72" fmla="*/ 0 w 320"/>
                    <a:gd name="T73" fmla="*/ 0 h 369"/>
                    <a:gd name="T74" fmla="*/ 0 w 320"/>
                    <a:gd name="T75" fmla="*/ 0 h 369"/>
                    <a:gd name="T76" fmla="*/ 0 w 320"/>
                    <a:gd name="T77" fmla="*/ 0 h 369"/>
                    <a:gd name="T78" fmla="*/ 0 w 320"/>
                    <a:gd name="T79" fmla="*/ 0 h 369"/>
                    <a:gd name="T80" fmla="*/ 0 w 320"/>
                    <a:gd name="T81" fmla="*/ 0 h 369"/>
                    <a:gd name="T82" fmla="*/ 0 w 320"/>
                    <a:gd name="T83" fmla="*/ 0 h 369"/>
                    <a:gd name="T84" fmla="*/ 0 w 320"/>
                    <a:gd name="T85" fmla="*/ 0 h 369"/>
                    <a:gd name="T86" fmla="*/ 0 w 320"/>
                    <a:gd name="T87" fmla="*/ 0 h 369"/>
                    <a:gd name="T88" fmla="*/ 0 w 320"/>
                    <a:gd name="T89" fmla="*/ 0 h 369"/>
                    <a:gd name="T90" fmla="*/ 0 w 320"/>
                    <a:gd name="T91" fmla="*/ 0 h 369"/>
                    <a:gd name="T92" fmla="*/ 0 w 320"/>
                    <a:gd name="T93" fmla="*/ 0 h 369"/>
                    <a:gd name="T94" fmla="*/ 0 w 320"/>
                    <a:gd name="T95" fmla="*/ 0 h 369"/>
                    <a:gd name="T96" fmla="*/ 0 w 320"/>
                    <a:gd name="T97" fmla="*/ 0 h 369"/>
                    <a:gd name="T98" fmla="*/ 0 w 320"/>
                    <a:gd name="T99" fmla="*/ 0 h 369"/>
                    <a:gd name="T100" fmla="*/ 0 w 320"/>
                    <a:gd name="T101" fmla="*/ 0 h 369"/>
                    <a:gd name="T102" fmla="*/ 0 w 320"/>
                    <a:gd name="T103" fmla="*/ 0 h 369"/>
                    <a:gd name="T104" fmla="*/ 0 w 320"/>
                    <a:gd name="T105" fmla="*/ 0 h 369"/>
                    <a:gd name="T106" fmla="*/ 0 w 320"/>
                    <a:gd name="T107" fmla="*/ 0 h 369"/>
                    <a:gd name="T108" fmla="*/ 0 w 320"/>
                    <a:gd name="T109" fmla="*/ 0 h 3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20"/>
                    <a:gd name="T166" fmla="*/ 0 h 369"/>
                    <a:gd name="T167" fmla="*/ 320 w 320"/>
                    <a:gd name="T168" fmla="*/ 369 h 3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20" h="369">
                      <a:moveTo>
                        <a:pt x="320" y="194"/>
                      </a:moveTo>
                      <a:lnTo>
                        <a:pt x="315" y="230"/>
                      </a:lnTo>
                      <a:lnTo>
                        <a:pt x="304" y="265"/>
                      </a:lnTo>
                      <a:lnTo>
                        <a:pt x="288" y="295"/>
                      </a:lnTo>
                      <a:lnTo>
                        <a:pt x="266" y="321"/>
                      </a:lnTo>
                      <a:lnTo>
                        <a:pt x="242" y="342"/>
                      </a:lnTo>
                      <a:lnTo>
                        <a:pt x="214" y="357"/>
                      </a:lnTo>
                      <a:lnTo>
                        <a:pt x="183" y="367"/>
                      </a:lnTo>
                      <a:lnTo>
                        <a:pt x="151" y="369"/>
                      </a:lnTo>
                      <a:lnTo>
                        <a:pt x="147" y="369"/>
                      </a:lnTo>
                      <a:lnTo>
                        <a:pt x="144" y="368"/>
                      </a:lnTo>
                      <a:lnTo>
                        <a:pt x="139" y="368"/>
                      </a:lnTo>
                      <a:lnTo>
                        <a:pt x="136" y="368"/>
                      </a:lnTo>
                      <a:lnTo>
                        <a:pt x="101" y="357"/>
                      </a:lnTo>
                      <a:lnTo>
                        <a:pt x="79" y="345"/>
                      </a:lnTo>
                      <a:lnTo>
                        <a:pt x="58" y="329"/>
                      </a:lnTo>
                      <a:lnTo>
                        <a:pt x="41" y="310"/>
                      </a:lnTo>
                      <a:lnTo>
                        <a:pt x="26" y="287"/>
                      </a:lnTo>
                      <a:lnTo>
                        <a:pt x="14" y="262"/>
                      </a:lnTo>
                      <a:lnTo>
                        <a:pt x="5" y="236"/>
                      </a:lnTo>
                      <a:lnTo>
                        <a:pt x="1" y="206"/>
                      </a:lnTo>
                      <a:lnTo>
                        <a:pt x="0" y="176"/>
                      </a:lnTo>
                      <a:lnTo>
                        <a:pt x="2" y="156"/>
                      </a:lnTo>
                      <a:lnTo>
                        <a:pt x="7" y="136"/>
                      </a:lnTo>
                      <a:lnTo>
                        <a:pt x="12" y="118"/>
                      </a:lnTo>
                      <a:lnTo>
                        <a:pt x="18" y="100"/>
                      </a:lnTo>
                      <a:lnTo>
                        <a:pt x="27" y="84"/>
                      </a:lnTo>
                      <a:lnTo>
                        <a:pt x="38" y="67"/>
                      </a:lnTo>
                      <a:lnTo>
                        <a:pt x="50" y="52"/>
                      </a:lnTo>
                      <a:lnTo>
                        <a:pt x="63" y="39"/>
                      </a:lnTo>
                      <a:lnTo>
                        <a:pt x="74" y="30"/>
                      </a:lnTo>
                      <a:lnTo>
                        <a:pt x="87" y="22"/>
                      </a:lnTo>
                      <a:lnTo>
                        <a:pt x="100" y="15"/>
                      </a:lnTo>
                      <a:lnTo>
                        <a:pt x="113" y="9"/>
                      </a:lnTo>
                      <a:lnTo>
                        <a:pt x="127" y="5"/>
                      </a:lnTo>
                      <a:lnTo>
                        <a:pt x="141" y="2"/>
                      </a:lnTo>
                      <a:lnTo>
                        <a:pt x="156" y="0"/>
                      </a:lnTo>
                      <a:lnTo>
                        <a:pt x="170" y="0"/>
                      </a:lnTo>
                      <a:lnTo>
                        <a:pt x="184" y="1"/>
                      </a:lnTo>
                      <a:lnTo>
                        <a:pt x="200" y="4"/>
                      </a:lnTo>
                      <a:lnTo>
                        <a:pt x="213" y="8"/>
                      </a:lnTo>
                      <a:lnTo>
                        <a:pt x="227" y="15"/>
                      </a:lnTo>
                      <a:lnTo>
                        <a:pt x="238" y="22"/>
                      </a:lnTo>
                      <a:lnTo>
                        <a:pt x="251" y="31"/>
                      </a:lnTo>
                      <a:lnTo>
                        <a:pt x="262" y="40"/>
                      </a:lnTo>
                      <a:lnTo>
                        <a:pt x="273" y="51"/>
                      </a:lnTo>
                      <a:lnTo>
                        <a:pt x="285" y="65"/>
                      </a:lnTo>
                      <a:lnTo>
                        <a:pt x="294" y="81"/>
                      </a:lnTo>
                      <a:lnTo>
                        <a:pt x="303" y="99"/>
                      </a:lnTo>
                      <a:lnTo>
                        <a:pt x="311" y="116"/>
                      </a:lnTo>
                      <a:lnTo>
                        <a:pt x="316" y="134"/>
                      </a:lnTo>
                      <a:lnTo>
                        <a:pt x="319" y="154"/>
                      </a:lnTo>
                      <a:lnTo>
                        <a:pt x="320" y="173"/>
                      </a:lnTo>
                      <a:lnTo>
                        <a:pt x="320" y="194"/>
                      </a:lnTo>
                      <a:close/>
                    </a:path>
                  </a:pathLst>
                </a:custGeom>
                <a:solidFill>
                  <a:srgbClr val="4F472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5" name="Freeform 763"/>
                <p:cNvSpPr>
                  <a:spLocks/>
                </p:cNvSpPr>
                <p:nvPr/>
              </p:nvSpPr>
              <p:spPr bwMode="auto">
                <a:xfrm>
                  <a:off x="5058" y="3455"/>
                  <a:ext cx="1" cy="1"/>
                </a:xfrm>
                <a:custGeom>
                  <a:avLst/>
                  <a:gdLst>
                    <a:gd name="T0" fmla="*/ 0 w 4"/>
                    <a:gd name="T1" fmla="*/ 0 h 9"/>
                    <a:gd name="T2" fmla="*/ 0 w 4"/>
                    <a:gd name="T3" fmla="*/ 0 h 9"/>
                    <a:gd name="T4" fmla="*/ 0 w 4"/>
                    <a:gd name="T5" fmla="*/ 0 h 9"/>
                    <a:gd name="T6" fmla="*/ 0 w 4"/>
                    <a:gd name="T7" fmla="*/ 0 h 9"/>
                    <a:gd name="T8" fmla="*/ 0 w 4"/>
                    <a:gd name="T9" fmla="*/ 0 h 9"/>
                    <a:gd name="T10" fmla="*/ 0 w 4"/>
                    <a:gd name="T11" fmla="*/ 0 h 9"/>
                    <a:gd name="T12" fmla="*/ 0 w 4"/>
                    <a:gd name="T13" fmla="*/ 0 h 9"/>
                    <a:gd name="T14" fmla="*/ 0 w 4"/>
                    <a:gd name="T15" fmla="*/ 0 h 9"/>
                    <a:gd name="T16" fmla="*/ 0 w 4"/>
                    <a:gd name="T17" fmla="*/ 0 h 9"/>
                    <a:gd name="T18" fmla="*/ 0 w 4"/>
                    <a:gd name="T19" fmla="*/ 0 h 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
                    <a:gd name="T31" fmla="*/ 0 h 9"/>
                    <a:gd name="T32" fmla="*/ 4 w 4"/>
                    <a:gd name="T33" fmla="*/ 9 h 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 h="9">
                      <a:moveTo>
                        <a:pt x="1" y="0"/>
                      </a:moveTo>
                      <a:lnTo>
                        <a:pt x="1" y="2"/>
                      </a:lnTo>
                      <a:lnTo>
                        <a:pt x="2" y="5"/>
                      </a:lnTo>
                      <a:lnTo>
                        <a:pt x="3" y="7"/>
                      </a:lnTo>
                      <a:lnTo>
                        <a:pt x="4" y="9"/>
                      </a:lnTo>
                      <a:lnTo>
                        <a:pt x="3" y="7"/>
                      </a:lnTo>
                      <a:lnTo>
                        <a:pt x="2" y="5"/>
                      </a:lnTo>
                      <a:lnTo>
                        <a:pt x="1" y="2"/>
                      </a:lnTo>
                      <a:lnTo>
                        <a:pt x="0" y="0"/>
                      </a:lnTo>
                      <a:lnTo>
                        <a:pt x="1" y="0"/>
                      </a:lnTo>
                      <a:close/>
                    </a:path>
                  </a:pathLst>
                </a:custGeom>
                <a:solidFill>
                  <a:srgbClr val="0F11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6" name="Freeform 764"/>
                <p:cNvSpPr>
                  <a:spLocks/>
                </p:cNvSpPr>
                <p:nvPr/>
              </p:nvSpPr>
              <p:spPr bwMode="auto">
                <a:xfrm>
                  <a:off x="5064" y="3411"/>
                  <a:ext cx="54" cy="63"/>
                </a:xfrm>
                <a:custGeom>
                  <a:avLst/>
                  <a:gdLst>
                    <a:gd name="T0" fmla="*/ 0 w 270"/>
                    <a:gd name="T1" fmla="*/ 0 h 314"/>
                    <a:gd name="T2" fmla="*/ 0 w 270"/>
                    <a:gd name="T3" fmla="*/ 0 h 314"/>
                    <a:gd name="T4" fmla="*/ 0 w 270"/>
                    <a:gd name="T5" fmla="*/ 0 h 314"/>
                    <a:gd name="T6" fmla="*/ 0 w 270"/>
                    <a:gd name="T7" fmla="*/ 0 h 314"/>
                    <a:gd name="T8" fmla="*/ 0 w 270"/>
                    <a:gd name="T9" fmla="*/ 0 h 314"/>
                    <a:gd name="T10" fmla="*/ 0 w 270"/>
                    <a:gd name="T11" fmla="*/ 0 h 314"/>
                    <a:gd name="T12" fmla="*/ 0 w 270"/>
                    <a:gd name="T13" fmla="*/ 0 h 314"/>
                    <a:gd name="T14" fmla="*/ 0 w 270"/>
                    <a:gd name="T15" fmla="*/ 0 h 314"/>
                    <a:gd name="T16" fmla="*/ 0 w 270"/>
                    <a:gd name="T17" fmla="*/ 0 h 314"/>
                    <a:gd name="T18" fmla="*/ 0 w 270"/>
                    <a:gd name="T19" fmla="*/ 0 h 314"/>
                    <a:gd name="T20" fmla="*/ 0 w 270"/>
                    <a:gd name="T21" fmla="*/ 0 h 314"/>
                    <a:gd name="T22" fmla="*/ 0 w 270"/>
                    <a:gd name="T23" fmla="*/ 0 h 314"/>
                    <a:gd name="T24" fmla="*/ 0 w 270"/>
                    <a:gd name="T25" fmla="*/ 0 h 314"/>
                    <a:gd name="T26" fmla="*/ 0 w 270"/>
                    <a:gd name="T27" fmla="*/ 0 h 314"/>
                    <a:gd name="T28" fmla="*/ 0 w 270"/>
                    <a:gd name="T29" fmla="*/ 0 h 314"/>
                    <a:gd name="T30" fmla="*/ 0 w 270"/>
                    <a:gd name="T31" fmla="*/ 0 h 314"/>
                    <a:gd name="T32" fmla="*/ 0 w 270"/>
                    <a:gd name="T33" fmla="*/ 0 h 314"/>
                    <a:gd name="T34" fmla="*/ 0 w 270"/>
                    <a:gd name="T35" fmla="*/ 0 h 314"/>
                    <a:gd name="T36" fmla="*/ 0 w 270"/>
                    <a:gd name="T37" fmla="*/ 0 h 314"/>
                    <a:gd name="T38" fmla="*/ 0 w 270"/>
                    <a:gd name="T39" fmla="*/ 0 h 314"/>
                    <a:gd name="T40" fmla="*/ 0 w 270"/>
                    <a:gd name="T41" fmla="*/ 0 h 314"/>
                    <a:gd name="T42" fmla="*/ 0 w 270"/>
                    <a:gd name="T43" fmla="*/ 0 h 314"/>
                    <a:gd name="T44" fmla="*/ 0 w 270"/>
                    <a:gd name="T45" fmla="*/ 0 h 314"/>
                    <a:gd name="T46" fmla="*/ 0 w 270"/>
                    <a:gd name="T47" fmla="*/ 0 h 314"/>
                    <a:gd name="T48" fmla="*/ 0 w 270"/>
                    <a:gd name="T49" fmla="*/ 0 h 314"/>
                    <a:gd name="T50" fmla="*/ 0 w 270"/>
                    <a:gd name="T51" fmla="*/ 0 h 314"/>
                    <a:gd name="T52" fmla="*/ 0 w 270"/>
                    <a:gd name="T53" fmla="*/ 0 h 314"/>
                    <a:gd name="T54" fmla="*/ 0 w 270"/>
                    <a:gd name="T55" fmla="*/ 0 h 314"/>
                    <a:gd name="T56" fmla="*/ 0 w 270"/>
                    <a:gd name="T57" fmla="*/ 0 h 314"/>
                    <a:gd name="T58" fmla="*/ 0 w 270"/>
                    <a:gd name="T59" fmla="*/ 0 h 314"/>
                    <a:gd name="T60" fmla="*/ 0 w 270"/>
                    <a:gd name="T61" fmla="*/ 0 h 314"/>
                    <a:gd name="T62" fmla="*/ 0 w 270"/>
                    <a:gd name="T63" fmla="*/ 0 h 314"/>
                    <a:gd name="T64" fmla="*/ 0 w 270"/>
                    <a:gd name="T65" fmla="*/ 0 h 314"/>
                    <a:gd name="T66" fmla="*/ 0 w 270"/>
                    <a:gd name="T67" fmla="*/ 0 h 314"/>
                    <a:gd name="T68" fmla="*/ 0 w 270"/>
                    <a:gd name="T69" fmla="*/ 0 h 314"/>
                    <a:gd name="T70" fmla="*/ 0 w 270"/>
                    <a:gd name="T71" fmla="*/ 0 h 314"/>
                    <a:gd name="T72" fmla="*/ 0 w 270"/>
                    <a:gd name="T73" fmla="*/ 0 h 314"/>
                    <a:gd name="T74" fmla="*/ 0 w 270"/>
                    <a:gd name="T75" fmla="*/ 0 h 314"/>
                    <a:gd name="T76" fmla="*/ 0 w 270"/>
                    <a:gd name="T77" fmla="*/ 0 h 314"/>
                    <a:gd name="T78" fmla="*/ 0 w 270"/>
                    <a:gd name="T79" fmla="*/ 0 h 314"/>
                    <a:gd name="T80" fmla="*/ 0 w 270"/>
                    <a:gd name="T81" fmla="*/ 0 h 314"/>
                    <a:gd name="T82" fmla="*/ 0 w 270"/>
                    <a:gd name="T83" fmla="*/ 0 h 314"/>
                    <a:gd name="T84" fmla="*/ 0 w 270"/>
                    <a:gd name="T85" fmla="*/ 0 h 314"/>
                    <a:gd name="T86" fmla="*/ 0 w 270"/>
                    <a:gd name="T87" fmla="*/ 0 h 314"/>
                    <a:gd name="T88" fmla="*/ 0 w 270"/>
                    <a:gd name="T89" fmla="*/ 0 h 314"/>
                    <a:gd name="T90" fmla="*/ 0 w 270"/>
                    <a:gd name="T91" fmla="*/ 0 h 314"/>
                    <a:gd name="T92" fmla="*/ 0 w 270"/>
                    <a:gd name="T93" fmla="*/ 0 h 314"/>
                    <a:gd name="T94" fmla="*/ 0 w 270"/>
                    <a:gd name="T95" fmla="*/ 0 h 314"/>
                    <a:gd name="T96" fmla="*/ 0 w 270"/>
                    <a:gd name="T97" fmla="*/ 0 h 314"/>
                    <a:gd name="T98" fmla="*/ 0 w 270"/>
                    <a:gd name="T99" fmla="*/ 0 h 314"/>
                    <a:gd name="T100" fmla="*/ 0 w 270"/>
                    <a:gd name="T101" fmla="*/ 0 h 314"/>
                    <a:gd name="T102" fmla="*/ 0 w 270"/>
                    <a:gd name="T103" fmla="*/ 0 h 314"/>
                    <a:gd name="T104" fmla="*/ 0 w 270"/>
                    <a:gd name="T105" fmla="*/ 0 h 314"/>
                    <a:gd name="T106" fmla="*/ 0 w 270"/>
                    <a:gd name="T107" fmla="*/ 0 h 314"/>
                    <a:gd name="T108" fmla="*/ 0 w 270"/>
                    <a:gd name="T109" fmla="*/ 0 h 314"/>
                    <a:gd name="T110" fmla="*/ 0 w 270"/>
                    <a:gd name="T111" fmla="*/ 0 h 314"/>
                    <a:gd name="T112" fmla="*/ 0 w 270"/>
                    <a:gd name="T113" fmla="*/ 0 h 314"/>
                    <a:gd name="T114" fmla="*/ 0 w 270"/>
                    <a:gd name="T115" fmla="*/ 0 h 314"/>
                    <a:gd name="T116" fmla="*/ 0 w 270"/>
                    <a:gd name="T117" fmla="*/ 0 h 314"/>
                    <a:gd name="T118" fmla="*/ 0 w 270"/>
                    <a:gd name="T119" fmla="*/ 0 h 314"/>
                    <a:gd name="T120" fmla="*/ 0 w 270"/>
                    <a:gd name="T121" fmla="*/ 0 h 314"/>
                    <a:gd name="T122" fmla="*/ 0 w 270"/>
                    <a:gd name="T123" fmla="*/ 0 h 314"/>
                    <a:gd name="T124" fmla="*/ 0 w 270"/>
                    <a:gd name="T125" fmla="*/ 0 h 31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70"/>
                    <a:gd name="T190" fmla="*/ 0 h 314"/>
                    <a:gd name="T191" fmla="*/ 270 w 270"/>
                    <a:gd name="T192" fmla="*/ 314 h 31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70" h="314">
                      <a:moveTo>
                        <a:pt x="270" y="164"/>
                      </a:moveTo>
                      <a:lnTo>
                        <a:pt x="268" y="182"/>
                      </a:lnTo>
                      <a:lnTo>
                        <a:pt x="264" y="198"/>
                      </a:lnTo>
                      <a:lnTo>
                        <a:pt x="260" y="214"/>
                      </a:lnTo>
                      <a:lnTo>
                        <a:pt x="254" y="229"/>
                      </a:lnTo>
                      <a:lnTo>
                        <a:pt x="246" y="243"/>
                      </a:lnTo>
                      <a:lnTo>
                        <a:pt x="237" y="257"/>
                      </a:lnTo>
                      <a:lnTo>
                        <a:pt x="227" y="270"/>
                      </a:lnTo>
                      <a:lnTo>
                        <a:pt x="216" y="281"/>
                      </a:lnTo>
                      <a:lnTo>
                        <a:pt x="206" y="289"/>
                      </a:lnTo>
                      <a:lnTo>
                        <a:pt x="195" y="296"/>
                      </a:lnTo>
                      <a:lnTo>
                        <a:pt x="185" y="302"/>
                      </a:lnTo>
                      <a:lnTo>
                        <a:pt x="173" y="307"/>
                      </a:lnTo>
                      <a:lnTo>
                        <a:pt x="161" y="311"/>
                      </a:lnTo>
                      <a:lnTo>
                        <a:pt x="149" y="313"/>
                      </a:lnTo>
                      <a:lnTo>
                        <a:pt x="137" y="314"/>
                      </a:lnTo>
                      <a:lnTo>
                        <a:pt x="125" y="314"/>
                      </a:lnTo>
                      <a:lnTo>
                        <a:pt x="122" y="314"/>
                      </a:lnTo>
                      <a:lnTo>
                        <a:pt x="119" y="313"/>
                      </a:lnTo>
                      <a:lnTo>
                        <a:pt x="116" y="313"/>
                      </a:lnTo>
                      <a:lnTo>
                        <a:pt x="112" y="313"/>
                      </a:lnTo>
                      <a:lnTo>
                        <a:pt x="83" y="305"/>
                      </a:lnTo>
                      <a:lnTo>
                        <a:pt x="68" y="297"/>
                      </a:lnTo>
                      <a:lnTo>
                        <a:pt x="54" y="287"/>
                      </a:lnTo>
                      <a:lnTo>
                        <a:pt x="41" y="275"/>
                      </a:lnTo>
                      <a:lnTo>
                        <a:pt x="30" y="262"/>
                      </a:lnTo>
                      <a:lnTo>
                        <a:pt x="20" y="247"/>
                      </a:lnTo>
                      <a:lnTo>
                        <a:pt x="11" y="231"/>
                      </a:lnTo>
                      <a:lnTo>
                        <a:pt x="4" y="213"/>
                      </a:lnTo>
                      <a:lnTo>
                        <a:pt x="0" y="195"/>
                      </a:lnTo>
                      <a:lnTo>
                        <a:pt x="1" y="192"/>
                      </a:lnTo>
                      <a:lnTo>
                        <a:pt x="2" y="190"/>
                      </a:lnTo>
                      <a:lnTo>
                        <a:pt x="3" y="188"/>
                      </a:lnTo>
                      <a:lnTo>
                        <a:pt x="3" y="186"/>
                      </a:lnTo>
                      <a:lnTo>
                        <a:pt x="4" y="173"/>
                      </a:lnTo>
                      <a:lnTo>
                        <a:pt x="8" y="143"/>
                      </a:lnTo>
                      <a:lnTo>
                        <a:pt x="15" y="102"/>
                      </a:lnTo>
                      <a:lnTo>
                        <a:pt x="27" y="61"/>
                      </a:lnTo>
                      <a:lnTo>
                        <a:pt x="38" y="47"/>
                      </a:lnTo>
                      <a:lnTo>
                        <a:pt x="50" y="34"/>
                      </a:lnTo>
                      <a:lnTo>
                        <a:pt x="64" y="23"/>
                      </a:lnTo>
                      <a:lnTo>
                        <a:pt x="78" y="15"/>
                      </a:lnTo>
                      <a:lnTo>
                        <a:pt x="93" y="7"/>
                      </a:lnTo>
                      <a:lnTo>
                        <a:pt x="109" y="3"/>
                      </a:lnTo>
                      <a:lnTo>
                        <a:pt x="125" y="0"/>
                      </a:lnTo>
                      <a:lnTo>
                        <a:pt x="141" y="0"/>
                      </a:lnTo>
                      <a:lnTo>
                        <a:pt x="153" y="1"/>
                      </a:lnTo>
                      <a:lnTo>
                        <a:pt x="165" y="4"/>
                      </a:lnTo>
                      <a:lnTo>
                        <a:pt x="177" y="7"/>
                      </a:lnTo>
                      <a:lnTo>
                        <a:pt x="189" y="12"/>
                      </a:lnTo>
                      <a:lnTo>
                        <a:pt x="200" y="18"/>
                      </a:lnTo>
                      <a:lnTo>
                        <a:pt x="209" y="25"/>
                      </a:lnTo>
                      <a:lnTo>
                        <a:pt x="219" y="33"/>
                      </a:lnTo>
                      <a:lnTo>
                        <a:pt x="229" y="43"/>
                      </a:lnTo>
                      <a:lnTo>
                        <a:pt x="239" y="56"/>
                      </a:lnTo>
                      <a:lnTo>
                        <a:pt x="247" y="69"/>
                      </a:lnTo>
                      <a:lnTo>
                        <a:pt x="255" y="84"/>
                      </a:lnTo>
                      <a:lnTo>
                        <a:pt x="261" y="99"/>
                      </a:lnTo>
                      <a:lnTo>
                        <a:pt x="265" y="115"/>
                      </a:lnTo>
                      <a:lnTo>
                        <a:pt x="269" y="131"/>
                      </a:lnTo>
                      <a:lnTo>
                        <a:pt x="270" y="147"/>
                      </a:lnTo>
                      <a:lnTo>
                        <a:pt x="270" y="164"/>
                      </a:lnTo>
                      <a:close/>
                    </a:path>
                  </a:pathLst>
                </a:custGeom>
                <a:solidFill>
                  <a:srgbClr val="4F472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7" name="Freeform 765"/>
                <p:cNvSpPr>
                  <a:spLocks/>
                </p:cNvSpPr>
                <p:nvPr/>
              </p:nvSpPr>
              <p:spPr bwMode="auto">
                <a:xfrm>
                  <a:off x="4830" y="3440"/>
                  <a:ext cx="43" cy="49"/>
                </a:xfrm>
                <a:custGeom>
                  <a:avLst/>
                  <a:gdLst>
                    <a:gd name="T0" fmla="*/ 0 w 216"/>
                    <a:gd name="T1" fmla="*/ 0 h 247"/>
                    <a:gd name="T2" fmla="*/ 0 w 216"/>
                    <a:gd name="T3" fmla="*/ 0 h 247"/>
                    <a:gd name="T4" fmla="*/ 0 w 216"/>
                    <a:gd name="T5" fmla="*/ 0 h 247"/>
                    <a:gd name="T6" fmla="*/ 0 w 216"/>
                    <a:gd name="T7" fmla="*/ 0 h 247"/>
                    <a:gd name="T8" fmla="*/ 0 w 216"/>
                    <a:gd name="T9" fmla="*/ 0 h 247"/>
                    <a:gd name="T10" fmla="*/ 0 w 216"/>
                    <a:gd name="T11" fmla="*/ 0 h 247"/>
                    <a:gd name="T12" fmla="*/ 0 w 216"/>
                    <a:gd name="T13" fmla="*/ 0 h 247"/>
                    <a:gd name="T14" fmla="*/ 0 w 216"/>
                    <a:gd name="T15" fmla="*/ 0 h 247"/>
                    <a:gd name="T16" fmla="*/ 0 w 216"/>
                    <a:gd name="T17" fmla="*/ 0 h 247"/>
                    <a:gd name="T18" fmla="*/ 0 w 216"/>
                    <a:gd name="T19" fmla="*/ 0 h 247"/>
                    <a:gd name="T20" fmla="*/ 0 w 216"/>
                    <a:gd name="T21" fmla="*/ 0 h 247"/>
                    <a:gd name="T22" fmla="*/ 0 w 216"/>
                    <a:gd name="T23" fmla="*/ 0 h 247"/>
                    <a:gd name="T24" fmla="*/ 0 w 216"/>
                    <a:gd name="T25" fmla="*/ 0 h 247"/>
                    <a:gd name="T26" fmla="*/ 0 w 216"/>
                    <a:gd name="T27" fmla="*/ 0 h 247"/>
                    <a:gd name="T28" fmla="*/ 0 w 216"/>
                    <a:gd name="T29" fmla="*/ 0 h 247"/>
                    <a:gd name="T30" fmla="*/ 0 w 216"/>
                    <a:gd name="T31" fmla="*/ 0 h 247"/>
                    <a:gd name="T32" fmla="*/ 0 w 216"/>
                    <a:gd name="T33" fmla="*/ 0 h 247"/>
                    <a:gd name="T34" fmla="*/ 0 w 216"/>
                    <a:gd name="T35" fmla="*/ 0 h 247"/>
                    <a:gd name="T36" fmla="*/ 0 w 216"/>
                    <a:gd name="T37" fmla="*/ 0 h 247"/>
                    <a:gd name="T38" fmla="*/ 0 w 216"/>
                    <a:gd name="T39" fmla="*/ 0 h 247"/>
                    <a:gd name="T40" fmla="*/ 0 w 216"/>
                    <a:gd name="T41" fmla="*/ 0 h 247"/>
                    <a:gd name="T42" fmla="*/ 0 w 216"/>
                    <a:gd name="T43" fmla="*/ 0 h 247"/>
                    <a:gd name="T44" fmla="*/ 0 w 216"/>
                    <a:gd name="T45" fmla="*/ 0 h 247"/>
                    <a:gd name="T46" fmla="*/ 0 w 216"/>
                    <a:gd name="T47" fmla="*/ 0 h 247"/>
                    <a:gd name="T48" fmla="*/ 0 w 216"/>
                    <a:gd name="T49" fmla="*/ 0 h 247"/>
                    <a:gd name="T50" fmla="*/ 0 w 216"/>
                    <a:gd name="T51" fmla="*/ 0 h 247"/>
                    <a:gd name="T52" fmla="*/ 0 w 216"/>
                    <a:gd name="T53" fmla="*/ 0 h 247"/>
                    <a:gd name="T54" fmla="*/ 0 w 216"/>
                    <a:gd name="T55" fmla="*/ 0 h 247"/>
                    <a:gd name="T56" fmla="*/ 0 w 216"/>
                    <a:gd name="T57" fmla="*/ 0 h 247"/>
                    <a:gd name="T58" fmla="*/ 0 w 216"/>
                    <a:gd name="T59" fmla="*/ 0 h 247"/>
                    <a:gd name="T60" fmla="*/ 0 w 216"/>
                    <a:gd name="T61" fmla="*/ 0 h 247"/>
                    <a:gd name="T62" fmla="*/ 0 w 216"/>
                    <a:gd name="T63" fmla="*/ 0 h 247"/>
                    <a:gd name="T64" fmla="*/ 0 w 216"/>
                    <a:gd name="T65" fmla="*/ 0 h 247"/>
                    <a:gd name="T66" fmla="*/ 0 w 216"/>
                    <a:gd name="T67" fmla="*/ 0 h 247"/>
                    <a:gd name="T68" fmla="*/ 0 w 216"/>
                    <a:gd name="T69" fmla="*/ 0 h 247"/>
                    <a:gd name="T70" fmla="*/ 0 w 216"/>
                    <a:gd name="T71" fmla="*/ 0 h 247"/>
                    <a:gd name="T72" fmla="*/ 0 w 216"/>
                    <a:gd name="T73" fmla="*/ 0 h 247"/>
                    <a:gd name="T74" fmla="*/ 0 w 216"/>
                    <a:gd name="T75" fmla="*/ 0 h 247"/>
                    <a:gd name="T76" fmla="*/ 0 w 216"/>
                    <a:gd name="T77" fmla="*/ 0 h 247"/>
                    <a:gd name="T78" fmla="*/ 0 w 216"/>
                    <a:gd name="T79" fmla="*/ 0 h 247"/>
                    <a:gd name="T80" fmla="*/ 0 w 216"/>
                    <a:gd name="T81" fmla="*/ 0 h 247"/>
                    <a:gd name="T82" fmla="*/ 0 w 216"/>
                    <a:gd name="T83" fmla="*/ 0 h 247"/>
                    <a:gd name="T84" fmla="*/ 0 w 216"/>
                    <a:gd name="T85" fmla="*/ 0 h 247"/>
                    <a:gd name="T86" fmla="*/ 0 w 216"/>
                    <a:gd name="T87" fmla="*/ 0 h 247"/>
                    <a:gd name="T88" fmla="*/ 0 w 216"/>
                    <a:gd name="T89" fmla="*/ 0 h 247"/>
                    <a:gd name="T90" fmla="*/ 0 w 216"/>
                    <a:gd name="T91" fmla="*/ 0 h 247"/>
                    <a:gd name="T92" fmla="*/ 0 w 216"/>
                    <a:gd name="T93" fmla="*/ 0 h 247"/>
                    <a:gd name="T94" fmla="*/ 0 w 216"/>
                    <a:gd name="T95" fmla="*/ 0 h 247"/>
                    <a:gd name="T96" fmla="*/ 0 w 216"/>
                    <a:gd name="T97" fmla="*/ 0 h 24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16"/>
                    <a:gd name="T148" fmla="*/ 0 h 247"/>
                    <a:gd name="T149" fmla="*/ 216 w 216"/>
                    <a:gd name="T150" fmla="*/ 247 h 247"/>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16" h="247">
                      <a:moveTo>
                        <a:pt x="114" y="0"/>
                      </a:moveTo>
                      <a:lnTo>
                        <a:pt x="93" y="1"/>
                      </a:lnTo>
                      <a:lnTo>
                        <a:pt x="72" y="8"/>
                      </a:lnTo>
                      <a:lnTo>
                        <a:pt x="53" y="18"/>
                      </a:lnTo>
                      <a:lnTo>
                        <a:pt x="37" y="32"/>
                      </a:lnTo>
                      <a:lnTo>
                        <a:pt x="21" y="50"/>
                      </a:lnTo>
                      <a:lnTo>
                        <a:pt x="11" y="70"/>
                      </a:lnTo>
                      <a:lnTo>
                        <a:pt x="3" y="93"/>
                      </a:lnTo>
                      <a:lnTo>
                        <a:pt x="0" y="117"/>
                      </a:lnTo>
                      <a:lnTo>
                        <a:pt x="1" y="142"/>
                      </a:lnTo>
                      <a:lnTo>
                        <a:pt x="5" y="166"/>
                      </a:lnTo>
                      <a:lnTo>
                        <a:pt x="14" y="187"/>
                      </a:lnTo>
                      <a:lnTo>
                        <a:pt x="27" y="207"/>
                      </a:lnTo>
                      <a:lnTo>
                        <a:pt x="42" y="223"/>
                      </a:lnTo>
                      <a:lnTo>
                        <a:pt x="59" y="235"/>
                      </a:lnTo>
                      <a:lnTo>
                        <a:pt x="80" y="243"/>
                      </a:lnTo>
                      <a:lnTo>
                        <a:pt x="101" y="247"/>
                      </a:lnTo>
                      <a:lnTo>
                        <a:pt x="111" y="247"/>
                      </a:lnTo>
                      <a:lnTo>
                        <a:pt x="121" y="246"/>
                      </a:lnTo>
                      <a:lnTo>
                        <a:pt x="130" y="245"/>
                      </a:lnTo>
                      <a:lnTo>
                        <a:pt x="139" y="241"/>
                      </a:lnTo>
                      <a:lnTo>
                        <a:pt x="149" y="238"/>
                      </a:lnTo>
                      <a:lnTo>
                        <a:pt x="157" y="233"/>
                      </a:lnTo>
                      <a:lnTo>
                        <a:pt x="166" y="227"/>
                      </a:lnTo>
                      <a:lnTo>
                        <a:pt x="174" y="221"/>
                      </a:lnTo>
                      <a:lnTo>
                        <a:pt x="182" y="212"/>
                      </a:lnTo>
                      <a:lnTo>
                        <a:pt x="191" y="201"/>
                      </a:lnTo>
                      <a:lnTo>
                        <a:pt x="197" y="192"/>
                      </a:lnTo>
                      <a:lnTo>
                        <a:pt x="203" y="180"/>
                      </a:lnTo>
                      <a:lnTo>
                        <a:pt x="208" y="168"/>
                      </a:lnTo>
                      <a:lnTo>
                        <a:pt x="211" y="155"/>
                      </a:lnTo>
                      <a:lnTo>
                        <a:pt x="215" y="142"/>
                      </a:lnTo>
                      <a:lnTo>
                        <a:pt x="216" y="129"/>
                      </a:lnTo>
                      <a:lnTo>
                        <a:pt x="216" y="116"/>
                      </a:lnTo>
                      <a:lnTo>
                        <a:pt x="215" y="103"/>
                      </a:lnTo>
                      <a:lnTo>
                        <a:pt x="212" y="90"/>
                      </a:lnTo>
                      <a:lnTo>
                        <a:pt x="209" y="78"/>
                      </a:lnTo>
                      <a:lnTo>
                        <a:pt x="204" y="66"/>
                      </a:lnTo>
                      <a:lnTo>
                        <a:pt x="198" y="55"/>
                      </a:lnTo>
                      <a:lnTo>
                        <a:pt x="191" y="44"/>
                      </a:lnTo>
                      <a:lnTo>
                        <a:pt x="183" y="34"/>
                      </a:lnTo>
                      <a:lnTo>
                        <a:pt x="176" y="27"/>
                      </a:lnTo>
                      <a:lnTo>
                        <a:pt x="168" y="20"/>
                      </a:lnTo>
                      <a:lnTo>
                        <a:pt x="161" y="15"/>
                      </a:lnTo>
                      <a:lnTo>
                        <a:pt x="152" y="11"/>
                      </a:lnTo>
                      <a:lnTo>
                        <a:pt x="142" y="6"/>
                      </a:lnTo>
                      <a:lnTo>
                        <a:pt x="134" y="3"/>
                      </a:lnTo>
                      <a:lnTo>
                        <a:pt x="124" y="1"/>
                      </a:lnTo>
                      <a:lnTo>
                        <a:pt x="1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8" name="Freeform 766"/>
                <p:cNvSpPr>
                  <a:spLocks/>
                </p:cNvSpPr>
                <p:nvPr/>
              </p:nvSpPr>
              <p:spPr bwMode="auto">
                <a:xfrm>
                  <a:off x="4831" y="3442"/>
                  <a:ext cx="40" cy="46"/>
                </a:xfrm>
                <a:custGeom>
                  <a:avLst/>
                  <a:gdLst>
                    <a:gd name="T0" fmla="*/ 0 w 201"/>
                    <a:gd name="T1" fmla="*/ 0 h 232"/>
                    <a:gd name="T2" fmla="*/ 0 w 201"/>
                    <a:gd name="T3" fmla="*/ 0 h 232"/>
                    <a:gd name="T4" fmla="*/ 0 w 201"/>
                    <a:gd name="T5" fmla="*/ 0 h 232"/>
                    <a:gd name="T6" fmla="*/ 0 w 201"/>
                    <a:gd name="T7" fmla="*/ 0 h 232"/>
                    <a:gd name="T8" fmla="*/ 0 w 201"/>
                    <a:gd name="T9" fmla="*/ 0 h 232"/>
                    <a:gd name="T10" fmla="*/ 0 w 201"/>
                    <a:gd name="T11" fmla="*/ 0 h 232"/>
                    <a:gd name="T12" fmla="*/ 0 w 201"/>
                    <a:gd name="T13" fmla="*/ 0 h 232"/>
                    <a:gd name="T14" fmla="*/ 0 w 201"/>
                    <a:gd name="T15" fmla="*/ 0 h 232"/>
                    <a:gd name="T16" fmla="*/ 0 w 201"/>
                    <a:gd name="T17" fmla="*/ 0 h 232"/>
                    <a:gd name="T18" fmla="*/ 0 w 201"/>
                    <a:gd name="T19" fmla="*/ 0 h 232"/>
                    <a:gd name="T20" fmla="*/ 0 w 201"/>
                    <a:gd name="T21" fmla="*/ 0 h 232"/>
                    <a:gd name="T22" fmla="*/ 0 w 201"/>
                    <a:gd name="T23" fmla="*/ 0 h 232"/>
                    <a:gd name="T24" fmla="*/ 0 w 201"/>
                    <a:gd name="T25" fmla="*/ 0 h 232"/>
                    <a:gd name="T26" fmla="*/ 0 w 201"/>
                    <a:gd name="T27" fmla="*/ 0 h 232"/>
                    <a:gd name="T28" fmla="*/ 0 w 201"/>
                    <a:gd name="T29" fmla="*/ 0 h 232"/>
                    <a:gd name="T30" fmla="*/ 0 w 201"/>
                    <a:gd name="T31" fmla="*/ 0 h 232"/>
                    <a:gd name="T32" fmla="*/ 0 w 201"/>
                    <a:gd name="T33" fmla="*/ 0 h 232"/>
                    <a:gd name="T34" fmla="*/ 0 w 201"/>
                    <a:gd name="T35" fmla="*/ 0 h 232"/>
                    <a:gd name="T36" fmla="*/ 0 w 201"/>
                    <a:gd name="T37" fmla="*/ 0 h 232"/>
                    <a:gd name="T38" fmla="*/ 0 w 201"/>
                    <a:gd name="T39" fmla="*/ 0 h 232"/>
                    <a:gd name="T40" fmla="*/ 0 w 201"/>
                    <a:gd name="T41" fmla="*/ 0 h 232"/>
                    <a:gd name="T42" fmla="*/ 0 w 201"/>
                    <a:gd name="T43" fmla="*/ 0 h 232"/>
                    <a:gd name="T44" fmla="*/ 0 w 201"/>
                    <a:gd name="T45" fmla="*/ 0 h 232"/>
                    <a:gd name="T46" fmla="*/ 0 w 201"/>
                    <a:gd name="T47" fmla="*/ 0 h 232"/>
                    <a:gd name="T48" fmla="*/ 0 w 201"/>
                    <a:gd name="T49" fmla="*/ 0 h 232"/>
                    <a:gd name="T50" fmla="*/ 0 w 201"/>
                    <a:gd name="T51" fmla="*/ 0 h 232"/>
                    <a:gd name="T52" fmla="*/ 0 w 201"/>
                    <a:gd name="T53" fmla="*/ 0 h 232"/>
                    <a:gd name="T54" fmla="*/ 0 w 201"/>
                    <a:gd name="T55" fmla="*/ 0 h 232"/>
                    <a:gd name="T56" fmla="*/ 0 w 201"/>
                    <a:gd name="T57" fmla="*/ 0 h 232"/>
                    <a:gd name="T58" fmla="*/ 0 w 201"/>
                    <a:gd name="T59" fmla="*/ 0 h 232"/>
                    <a:gd name="T60" fmla="*/ 0 w 201"/>
                    <a:gd name="T61" fmla="*/ 0 h 232"/>
                    <a:gd name="T62" fmla="*/ 0 w 201"/>
                    <a:gd name="T63" fmla="*/ 0 h 232"/>
                    <a:gd name="T64" fmla="*/ 0 w 201"/>
                    <a:gd name="T65" fmla="*/ 0 h 232"/>
                    <a:gd name="T66" fmla="*/ 0 w 201"/>
                    <a:gd name="T67" fmla="*/ 0 h 232"/>
                    <a:gd name="T68" fmla="*/ 0 w 201"/>
                    <a:gd name="T69" fmla="*/ 0 h 232"/>
                    <a:gd name="T70" fmla="*/ 0 w 201"/>
                    <a:gd name="T71" fmla="*/ 0 h 232"/>
                    <a:gd name="T72" fmla="*/ 0 w 201"/>
                    <a:gd name="T73" fmla="*/ 0 h 232"/>
                    <a:gd name="T74" fmla="*/ 0 w 201"/>
                    <a:gd name="T75" fmla="*/ 0 h 232"/>
                    <a:gd name="T76" fmla="*/ 0 w 201"/>
                    <a:gd name="T77" fmla="*/ 0 h 232"/>
                    <a:gd name="T78" fmla="*/ 0 w 201"/>
                    <a:gd name="T79" fmla="*/ 0 h 232"/>
                    <a:gd name="T80" fmla="*/ 0 w 201"/>
                    <a:gd name="T81" fmla="*/ 0 h 232"/>
                    <a:gd name="T82" fmla="*/ 0 w 201"/>
                    <a:gd name="T83" fmla="*/ 0 h 232"/>
                    <a:gd name="T84" fmla="*/ 0 w 201"/>
                    <a:gd name="T85" fmla="*/ 0 h 232"/>
                    <a:gd name="T86" fmla="*/ 0 w 201"/>
                    <a:gd name="T87" fmla="*/ 0 h 232"/>
                    <a:gd name="T88" fmla="*/ 0 w 201"/>
                    <a:gd name="T89" fmla="*/ 0 h 232"/>
                    <a:gd name="T90" fmla="*/ 0 w 201"/>
                    <a:gd name="T91" fmla="*/ 0 h 232"/>
                    <a:gd name="T92" fmla="*/ 0 w 201"/>
                    <a:gd name="T93" fmla="*/ 0 h 232"/>
                    <a:gd name="T94" fmla="*/ 0 w 201"/>
                    <a:gd name="T95" fmla="*/ 0 h 232"/>
                    <a:gd name="T96" fmla="*/ 0 w 201"/>
                    <a:gd name="T97" fmla="*/ 0 h 23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01"/>
                    <a:gd name="T148" fmla="*/ 0 h 232"/>
                    <a:gd name="T149" fmla="*/ 201 w 201"/>
                    <a:gd name="T150" fmla="*/ 232 h 23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01" h="232">
                      <a:moveTo>
                        <a:pt x="201" y="121"/>
                      </a:moveTo>
                      <a:lnTo>
                        <a:pt x="200" y="134"/>
                      </a:lnTo>
                      <a:lnTo>
                        <a:pt x="197" y="146"/>
                      </a:lnTo>
                      <a:lnTo>
                        <a:pt x="194" y="158"/>
                      </a:lnTo>
                      <a:lnTo>
                        <a:pt x="189" y="169"/>
                      </a:lnTo>
                      <a:lnTo>
                        <a:pt x="184" y="179"/>
                      </a:lnTo>
                      <a:lnTo>
                        <a:pt x="177" y="189"/>
                      </a:lnTo>
                      <a:lnTo>
                        <a:pt x="170" y="198"/>
                      </a:lnTo>
                      <a:lnTo>
                        <a:pt x="162" y="206"/>
                      </a:lnTo>
                      <a:lnTo>
                        <a:pt x="155" y="213"/>
                      </a:lnTo>
                      <a:lnTo>
                        <a:pt x="147" y="218"/>
                      </a:lnTo>
                      <a:lnTo>
                        <a:pt x="139" y="223"/>
                      </a:lnTo>
                      <a:lnTo>
                        <a:pt x="130" y="227"/>
                      </a:lnTo>
                      <a:lnTo>
                        <a:pt x="121" y="229"/>
                      </a:lnTo>
                      <a:lnTo>
                        <a:pt x="113" y="231"/>
                      </a:lnTo>
                      <a:lnTo>
                        <a:pt x="104" y="232"/>
                      </a:lnTo>
                      <a:lnTo>
                        <a:pt x="94" y="232"/>
                      </a:lnTo>
                      <a:lnTo>
                        <a:pt x="74" y="229"/>
                      </a:lnTo>
                      <a:lnTo>
                        <a:pt x="55" y="220"/>
                      </a:lnTo>
                      <a:lnTo>
                        <a:pt x="39" y="209"/>
                      </a:lnTo>
                      <a:lnTo>
                        <a:pt x="25" y="193"/>
                      </a:lnTo>
                      <a:lnTo>
                        <a:pt x="13" y="176"/>
                      </a:lnTo>
                      <a:lnTo>
                        <a:pt x="6" y="156"/>
                      </a:lnTo>
                      <a:lnTo>
                        <a:pt x="0" y="134"/>
                      </a:lnTo>
                      <a:lnTo>
                        <a:pt x="0" y="110"/>
                      </a:lnTo>
                      <a:lnTo>
                        <a:pt x="4" y="87"/>
                      </a:lnTo>
                      <a:lnTo>
                        <a:pt x="10" y="65"/>
                      </a:lnTo>
                      <a:lnTo>
                        <a:pt x="21" y="46"/>
                      </a:lnTo>
                      <a:lnTo>
                        <a:pt x="34" y="30"/>
                      </a:lnTo>
                      <a:lnTo>
                        <a:pt x="50" y="16"/>
                      </a:lnTo>
                      <a:lnTo>
                        <a:pt x="67" y="6"/>
                      </a:lnTo>
                      <a:lnTo>
                        <a:pt x="87" y="1"/>
                      </a:lnTo>
                      <a:lnTo>
                        <a:pt x="107" y="0"/>
                      </a:lnTo>
                      <a:lnTo>
                        <a:pt x="116" y="1"/>
                      </a:lnTo>
                      <a:lnTo>
                        <a:pt x="124" y="3"/>
                      </a:lnTo>
                      <a:lnTo>
                        <a:pt x="133" y="5"/>
                      </a:lnTo>
                      <a:lnTo>
                        <a:pt x="142" y="9"/>
                      </a:lnTo>
                      <a:lnTo>
                        <a:pt x="149" y="14"/>
                      </a:lnTo>
                      <a:lnTo>
                        <a:pt x="157" y="19"/>
                      </a:lnTo>
                      <a:lnTo>
                        <a:pt x="164" y="25"/>
                      </a:lnTo>
                      <a:lnTo>
                        <a:pt x="171" y="32"/>
                      </a:lnTo>
                      <a:lnTo>
                        <a:pt x="178" y="40"/>
                      </a:lnTo>
                      <a:lnTo>
                        <a:pt x="185" y="50"/>
                      </a:lnTo>
                      <a:lnTo>
                        <a:pt x="190" y="61"/>
                      </a:lnTo>
                      <a:lnTo>
                        <a:pt x="195" y="73"/>
                      </a:lnTo>
                      <a:lnTo>
                        <a:pt x="198" y="85"/>
                      </a:lnTo>
                      <a:lnTo>
                        <a:pt x="200" y="96"/>
                      </a:lnTo>
                      <a:lnTo>
                        <a:pt x="201" y="108"/>
                      </a:lnTo>
                      <a:lnTo>
                        <a:pt x="201" y="121"/>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19" name="Freeform 767"/>
                <p:cNvSpPr>
                  <a:spLocks/>
                </p:cNvSpPr>
                <p:nvPr/>
              </p:nvSpPr>
              <p:spPr bwMode="auto">
                <a:xfrm>
                  <a:off x="4833" y="3443"/>
                  <a:ext cx="37" cy="43"/>
                </a:xfrm>
                <a:custGeom>
                  <a:avLst/>
                  <a:gdLst>
                    <a:gd name="T0" fmla="*/ 0 w 186"/>
                    <a:gd name="T1" fmla="*/ 0 h 212"/>
                    <a:gd name="T2" fmla="*/ 0 w 186"/>
                    <a:gd name="T3" fmla="*/ 0 h 212"/>
                    <a:gd name="T4" fmla="*/ 0 w 186"/>
                    <a:gd name="T5" fmla="*/ 0 h 212"/>
                    <a:gd name="T6" fmla="*/ 0 w 186"/>
                    <a:gd name="T7" fmla="*/ 0 h 212"/>
                    <a:gd name="T8" fmla="*/ 0 w 186"/>
                    <a:gd name="T9" fmla="*/ 0 h 212"/>
                    <a:gd name="T10" fmla="*/ 0 w 186"/>
                    <a:gd name="T11" fmla="*/ 0 h 212"/>
                    <a:gd name="T12" fmla="*/ 0 w 186"/>
                    <a:gd name="T13" fmla="*/ 0 h 212"/>
                    <a:gd name="T14" fmla="*/ 0 w 186"/>
                    <a:gd name="T15" fmla="*/ 0 h 212"/>
                    <a:gd name="T16" fmla="*/ 0 w 186"/>
                    <a:gd name="T17" fmla="*/ 0 h 212"/>
                    <a:gd name="T18" fmla="*/ 0 w 186"/>
                    <a:gd name="T19" fmla="*/ 0 h 212"/>
                    <a:gd name="T20" fmla="*/ 0 w 186"/>
                    <a:gd name="T21" fmla="*/ 0 h 212"/>
                    <a:gd name="T22" fmla="*/ 0 w 186"/>
                    <a:gd name="T23" fmla="*/ 0 h 212"/>
                    <a:gd name="T24" fmla="*/ 0 w 186"/>
                    <a:gd name="T25" fmla="*/ 0 h 212"/>
                    <a:gd name="T26" fmla="*/ 0 w 186"/>
                    <a:gd name="T27" fmla="*/ 0 h 212"/>
                    <a:gd name="T28" fmla="*/ 0 w 186"/>
                    <a:gd name="T29" fmla="*/ 0 h 212"/>
                    <a:gd name="T30" fmla="*/ 0 w 186"/>
                    <a:gd name="T31" fmla="*/ 0 h 212"/>
                    <a:gd name="T32" fmla="*/ 0 w 186"/>
                    <a:gd name="T33" fmla="*/ 0 h 212"/>
                    <a:gd name="T34" fmla="*/ 0 w 186"/>
                    <a:gd name="T35" fmla="*/ 0 h 212"/>
                    <a:gd name="T36" fmla="*/ 0 w 186"/>
                    <a:gd name="T37" fmla="*/ 0 h 212"/>
                    <a:gd name="T38" fmla="*/ 0 w 186"/>
                    <a:gd name="T39" fmla="*/ 0 h 212"/>
                    <a:gd name="T40" fmla="*/ 0 w 186"/>
                    <a:gd name="T41" fmla="*/ 0 h 212"/>
                    <a:gd name="T42" fmla="*/ 0 w 186"/>
                    <a:gd name="T43" fmla="*/ 0 h 212"/>
                    <a:gd name="T44" fmla="*/ 0 w 186"/>
                    <a:gd name="T45" fmla="*/ 0 h 212"/>
                    <a:gd name="T46" fmla="*/ 0 w 186"/>
                    <a:gd name="T47" fmla="*/ 0 h 212"/>
                    <a:gd name="T48" fmla="*/ 0 w 186"/>
                    <a:gd name="T49" fmla="*/ 0 h 212"/>
                    <a:gd name="T50" fmla="*/ 0 w 186"/>
                    <a:gd name="T51" fmla="*/ 0 h 212"/>
                    <a:gd name="T52" fmla="*/ 0 w 186"/>
                    <a:gd name="T53" fmla="*/ 0 h 212"/>
                    <a:gd name="T54" fmla="*/ 0 w 186"/>
                    <a:gd name="T55" fmla="*/ 0 h 212"/>
                    <a:gd name="T56" fmla="*/ 0 w 186"/>
                    <a:gd name="T57" fmla="*/ 0 h 212"/>
                    <a:gd name="T58" fmla="*/ 0 w 186"/>
                    <a:gd name="T59" fmla="*/ 0 h 212"/>
                    <a:gd name="T60" fmla="*/ 0 w 186"/>
                    <a:gd name="T61" fmla="*/ 0 h 212"/>
                    <a:gd name="T62" fmla="*/ 0 w 186"/>
                    <a:gd name="T63" fmla="*/ 0 h 212"/>
                    <a:gd name="T64" fmla="*/ 0 w 186"/>
                    <a:gd name="T65" fmla="*/ 0 h 212"/>
                    <a:gd name="T66" fmla="*/ 0 w 186"/>
                    <a:gd name="T67" fmla="*/ 0 h 212"/>
                    <a:gd name="T68" fmla="*/ 0 w 186"/>
                    <a:gd name="T69" fmla="*/ 0 h 212"/>
                    <a:gd name="T70" fmla="*/ 0 w 186"/>
                    <a:gd name="T71" fmla="*/ 0 h 212"/>
                    <a:gd name="T72" fmla="*/ 0 w 186"/>
                    <a:gd name="T73" fmla="*/ 0 h 2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6"/>
                    <a:gd name="T112" fmla="*/ 0 h 212"/>
                    <a:gd name="T113" fmla="*/ 186 w 186"/>
                    <a:gd name="T114" fmla="*/ 212 h 2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6" h="212">
                      <a:moveTo>
                        <a:pt x="98" y="0"/>
                      </a:moveTo>
                      <a:lnTo>
                        <a:pt x="80" y="1"/>
                      </a:lnTo>
                      <a:lnTo>
                        <a:pt x="61" y="7"/>
                      </a:lnTo>
                      <a:lnTo>
                        <a:pt x="45" y="16"/>
                      </a:lnTo>
                      <a:lnTo>
                        <a:pt x="31" y="28"/>
                      </a:lnTo>
                      <a:lnTo>
                        <a:pt x="19" y="43"/>
                      </a:lnTo>
                      <a:lnTo>
                        <a:pt x="10" y="61"/>
                      </a:lnTo>
                      <a:lnTo>
                        <a:pt x="3" y="80"/>
                      </a:lnTo>
                      <a:lnTo>
                        <a:pt x="0" y="101"/>
                      </a:lnTo>
                      <a:lnTo>
                        <a:pt x="1" y="123"/>
                      </a:lnTo>
                      <a:lnTo>
                        <a:pt x="5" y="144"/>
                      </a:lnTo>
                      <a:lnTo>
                        <a:pt x="13" y="162"/>
                      </a:lnTo>
                      <a:lnTo>
                        <a:pt x="23" y="178"/>
                      </a:lnTo>
                      <a:lnTo>
                        <a:pt x="36" y="192"/>
                      </a:lnTo>
                      <a:lnTo>
                        <a:pt x="52" y="203"/>
                      </a:lnTo>
                      <a:lnTo>
                        <a:pt x="69" y="209"/>
                      </a:lnTo>
                      <a:lnTo>
                        <a:pt x="87" y="212"/>
                      </a:lnTo>
                      <a:lnTo>
                        <a:pt x="106" y="211"/>
                      </a:lnTo>
                      <a:lnTo>
                        <a:pt x="124" y="206"/>
                      </a:lnTo>
                      <a:lnTo>
                        <a:pt x="140" y="197"/>
                      </a:lnTo>
                      <a:lnTo>
                        <a:pt x="154" y="186"/>
                      </a:lnTo>
                      <a:lnTo>
                        <a:pt x="166" y="170"/>
                      </a:lnTo>
                      <a:lnTo>
                        <a:pt x="176" y="152"/>
                      </a:lnTo>
                      <a:lnTo>
                        <a:pt x="182" y="133"/>
                      </a:lnTo>
                      <a:lnTo>
                        <a:pt x="186" y="111"/>
                      </a:lnTo>
                      <a:lnTo>
                        <a:pt x="184" y="89"/>
                      </a:lnTo>
                      <a:lnTo>
                        <a:pt x="179" y="67"/>
                      </a:lnTo>
                      <a:lnTo>
                        <a:pt x="170" y="48"/>
                      </a:lnTo>
                      <a:lnTo>
                        <a:pt x="157" y="30"/>
                      </a:lnTo>
                      <a:lnTo>
                        <a:pt x="151" y="24"/>
                      </a:lnTo>
                      <a:lnTo>
                        <a:pt x="145" y="19"/>
                      </a:lnTo>
                      <a:lnTo>
                        <a:pt x="138" y="13"/>
                      </a:lnTo>
                      <a:lnTo>
                        <a:pt x="131" y="9"/>
                      </a:lnTo>
                      <a:lnTo>
                        <a:pt x="123" y="6"/>
                      </a:lnTo>
                      <a:lnTo>
                        <a:pt x="114" y="3"/>
                      </a:lnTo>
                      <a:lnTo>
                        <a:pt x="107" y="1"/>
                      </a:lnTo>
                      <a:lnTo>
                        <a:pt x="9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0" name="Freeform 768"/>
                <p:cNvSpPr>
                  <a:spLocks/>
                </p:cNvSpPr>
                <p:nvPr/>
              </p:nvSpPr>
              <p:spPr bwMode="auto">
                <a:xfrm>
                  <a:off x="4835" y="3445"/>
                  <a:ext cx="33" cy="19"/>
                </a:xfrm>
                <a:custGeom>
                  <a:avLst/>
                  <a:gdLst>
                    <a:gd name="T0" fmla="*/ 0 w 169"/>
                    <a:gd name="T1" fmla="*/ 0 h 95"/>
                    <a:gd name="T2" fmla="*/ 0 w 169"/>
                    <a:gd name="T3" fmla="*/ 0 h 95"/>
                    <a:gd name="T4" fmla="*/ 0 w 169"/>
                    <a:gd name="T5" fmla="*/ 0 h 95"/>
                    <a:gd name="T6" fmla="*/ 0 w 169"/>
                    <a:gd name="T7" fmla="*/ 0 h 95"/>
                    <a:gd name="T8" fmla="*/ 0 w 169"/>
                    <a:gd name="T9" fmla="*/ 0 h 95"/>
                    <a:gd name="T10" fmla="*/ 0 w 169"/>
                    <a:gd name="T11" fmla="*/ 0 h 95"/>
                    <a:gd name="T12" fmla="*/ 0 w 169"/>
                    <a:gd name="T13" fmla="*/ 0 h 95"/>
                    <a:gd name="T14" fmla="*/ 0 w 169"/>
                    <a:gd name="T15" fmla="*/ 0 h 95"/>
                    <a:gd name="T16" fmla="*/ 0 w 169"/>
                    <a:gd name="T17" fmla="*/ 0 h 95"/>
                    <a:gd name="T18" fmla="*/ 0 w 169"/>
                    <a:gd name="T19" fmla="*/ 0 h 95"/>
                    <a:gd name="T20" fmla="*/ 0 w 169"/>
                    <a:gd name="T21" fmla="*/ 0 h 95"/>
                    <a:gd name="T22" fmla="*/ 0 w 169"/>
                    <a:gd name="T23" fmla="*/ 0 h 95"/>
                    <a:gd name="T24" fmla="*/ 0 w 169"/>
                    <a:gd name="T25" fmla="*/ 0 h 95"/>
                    <a:gd name="T26" fmla="*/ 0 w 169"/>
                    <a:gd name="T27" fmla="*/ 0 h 95"/>
                    <a:gd name="T28" fmla="*/ 0 w 169"/>
                    <a:gd name="T29" fmla="*/ 0 h 95"/>
                    <a:gd name="T30" fmla="*/ 0 w 169"/>
                    <a:gd name="T31" fmla="*/ 0 h 95"/>
                    <a:gd name="T32" fmla="*/ 0 w 169"/>
                    <a:gd name="T33" fmla="*/ 0 h 95"/>
                    <a:gd name="T34" fmla="*/ 0 w 169"/>
                    <a:gd name="T35" fmla="*/ 0 h 95"/>
                    <a:gd name="T36" fmla="*/ 0 w 169"/>
                    <a:gd name="T37" fmla="*/ 0 h 95"/>
                    <a:gd name="T38" fmla="*/ 0 w 169"/>
                    <a:gd name="T39" fmla="*/ 0 h 95"/>
                    <a:gd name="T40" fmla="*/ 0 w 169"/>
                    <a:gd name="T41" fmla="*/ 0 h 95"/>
                    <a:gd name="T42" fmla="*/ 0 w 169"/>
                    <a:gd name="T43" fmla="*/ 0 h 95"/>
                    <a:gd name="T44" fmla="*/ 0 w 169"/>
                    <a:gd name="T45" fmla="*/ 0 h 95"/>
                    <a:gd name="T46" fmla="*/ 0 w 169"/>
                    <a:gd name="T47" fmla="*/ 0 h 95"/>
                    <a:gd name="T48" fmla="*/ 0 w 169"/>
                    <a:gd name="T49" fmla="*/ 0 h 95"/>
                    <a:gd name="T50" fmla="*/ 0 w 169"/>
                    <a:gd name="T51" fmla="*/ 0 h 95"/>
                    <a:gd name="T52" fmla="*/ 0 w 169"/>
                    <a:gd name="T53" fmla="*/ 0 h 95"/>
                    <a:gd name="T54" fmla="*/ 0 w 169"/>
                    <a:gd name="T55" fmla="*/ 0 h 95"/>
                    <a:gd name="T56" fmla="*/ 0 w 169"/>
                    <a:gd name="T57" fmla="*/ 0 h 95"/>
                    <a:gd name="T58" fmla="*/ 0 w 169"/>
                    <a:gd name="T59" fmla="*/ 0 h 95"/>
                    <a:gd name="T60" fmla="*/ 0 w 169"/>
                    <a:gd name="T61" fmla="*/ 0 h 95"/>
                    <a:gd name="T62" fmla="*/ 0 w 169"/>
                    <a:gd name="T63" fmla="*/ 0 h 95"/>
                    <a:gd name="T64" fmla="*/ 0 w 169"/>
                    <a:gd name="T65" fmla="*/ 0 h 95"/>
                    <a:gd name="T66" fmla="*/ 0 w 169"/>
                    <a:gd name="T67" fmla="*/ 0 h 95"/>
                    <a:gd name="T68" fmla="*/ 0 w 169"/>
                    <a:gd name="T69" fmla="*/ 0 h 95"/>
                    <a:gd name="T70" fmla="*/ 0 w 169"/>
                    <a:gd name="T71" fmla="*/ 0 h 95"/>
                    <a:gd name="T72" fmla="*/ 0 w 169"/>
                    <a:gd name="T73" fmla="*/ 0 h 95"/>
                    <a:gd name="T74" fmla="*/ 0 w 169"/>
                    <a:gd name="T75" fmla="*/ 0 h 95"/>
                    <a:gd name="T76" fmla="*/ 0 w 169"/>
                    <a:gd name="T77" fmla="*/ 0 h 95"/>
                    <a:gd name="T78" fmla="*/ 0 w 169"/>
                    <a:gd name="T79" fmla="*/ 0 h 95"/>
                    <a:gd name="T80" fmla="*/ 0 w 169"/>
                    <a:gd name="T81" fmla="*/ 0 h 95"/>
                    <a:gd name="T82" fmla="*/ 0 w 169"/>
                    <a:gd name="T83" fmla="*/ 0 h 95"/>
                    <a:gd name="T84" fmla="*/ 0 w 169"/>
                    <a:gd name="T85" fmla="*/ 0 h 95"/>
                    <a:gd name="T86" fmla="*/ 0 w 169"/>
                    <a:gd name="T87" fmla="*/ 0 h 95"/>
                    <a:gd name="T88" fmla="*/ 0 w 169"/>
                    <a:gd name="T89" fmla="*/ 0 h 95"/>
                    <a:gd name="T90" fmla="*/ 0 w 169"/>
                    <a:gd name="T91" fmla="*/ 0 h 95"/>
                    <a:gd name="T92" fmla="*/ 0 w 169"/>
                    <a:gd name="T93" fmla="*/ 0 h 95"/>
                    <a:gd name="T94" fmla="*/ 0 w 169"/>
                    <a:gd name="T95" fmla="*/ 0 h 95"/>
                    <a:gd name="T96" fmla="*/ 0 w 169"/>
                    <a:gd name="T97" fmla="*/ 0 h 95"/>
                    <a:gd name="T98" fmla="*/ 0 w 169"/>
                    <a:gd name="T99" fmla="*/ 0 h 95"/>
                    <a:gd name="T100" fmla="*/ 0 w 169"/>
                    <a:gd name="T101" fmla="*/ 0 h 95"/>
                    <a:gd name="T102" fmla="*/ 0 w 169"/>
                    <a:gd name="T103" fmla="*/ 0 h 95"/>
                    <a:gd name="T104" fmla="*/ 0 w 169"/>
                    <a:gd name="T105" fmla="*/ 0 h 95"/>
                    <a:gd name="T106" fmla="*/ 0 w 169"/>
                    <a:gd name="T107" fmla="*/ 0 h 95"/>
                    <a:gd name="T108" fmla="*/ 0 w 169"/>
                    <a:gd name="T109" fmla="*/ 0 h 95"/>
                    <a:gd name="T110" fmla="*/ 0 w 169"/>
                    <a:gd name="T111" fmla="*/ 0 h 95"/>
                    <a:gd name="T112" fmla="*/ 0 w 169"/>
                    <a:gd name="T113" fmla="*/ 0 h 95"/>
                    <a:gd name="T114" fmla="*/ 0 w 169"/>
                    <a:gd name="T115" fmla="*/ 0 h 95"/>
                    <a:gd name="T116" fmla="*/ 0 w 169"/>
                    <a:gd name="T117" fmla="*/ 0 h 95"/>
                    <a:gd name="T118" fmla="*/ 0 w 169"/>
                    <a:gd name="T119" fmla="*/ 0 h 95"/>
                    <a:gd name="T120" fmla="*/ 0 w 169"/>
                    <a:gd name="T121" fmla="*/ 0 h 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9"/>
                    <a:gd name="T184" fmla="*/ 0 h 95"/>
                    <a:gd name="T185" fmla="*/ 169 w 169"/>
                    <a:gd name="T186" fmla="*/ 95 h 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9" h="95">
                      <a:moveTo>
                        <a:pt x="89" y="0"/>
                      </a:moveTo>
                      <a:lnTo>
                        <a:pt x="97" y="1"/>
                      </a:lnTo>
                      <a:lnTo>
                        <a:pt x="104" y="2"/>
                      </a:lnTo>
                      <a:lnTo>
                        <a:pt x="112" y="4"/>
                      </a:lnTo>
                      <a:lnTo>
                        <a:pt x="118" y="7"/>
                      </a:lnTo>
                      <a:lnTo>
                        <a:pt x="125" y="12"/>
                      </a:lnTo>
                      <a:lnTo>
                        <a:pt x="131" y="16"/>
                      </a:lnTo>
                      <a:lnTo>
                        <a:pt x="138" y="21"/>
                      </a:lnTo>
                      <a:lnTo>
                        <a:pt x="143" y="27"/>
                      </a:lnTo>
                      <a:lnTo>
                        <a:pt x="153" y="41"/>
                      </a:lnTo>
                      <a:lnTo>
                        <a:pt x="161" y="56"/>
                      </a:lnTo>
                      <a:lnTo>
                        <a:pt x="166" y="72"/>
                      </a:lnTo>
                      <a:lnTo>
                        <a:pt x="169" y="89"/>
                      </a:lnTo>
                      <a:lnTo>
                        <a:pt x="166" y="88"/>
                      </a:lnTo>
                      <a:lnTo>
                        <a:pt x="161" y="88"/>
                      </a:lnTo>
                      <a:lnTo>
                        <a:pt x="156" y="88"/>
                      </a:lnTo>
                      <a:lnTo>
                        <a:pt x="151" y="88"/>
                      </a:lnTo>
                      <a:lnTo>
                        <a:pt x="146" y="89"/>
                      </a:lnTo>
                      <a:lnTo>
                        <a:pt x="143" y="90"/>
                      </a:lnTo>
                      <a:lnTo>
                        <a:pt x="139" y="92"/>
                      </a:lnTo>
                      <a:lnTo>
                        <a:pt x="136" y="95"/>
                      </a:lnTo>
                      <a:lnTo>
                        <a:pt x="134" y="84"/>
                      </a:lnTo>
                      <a:lnTo>
                        <a:pt x="131" y="73"/>
                      </a:lnTo>
                      <a:lnTo>
                        <a:pt x="126" y="64"/>
                      </a:lnTo>
                      <a:lnTo>
                        <a:pt x="120" y="56"/>
                      </a:lnTo>
                      <a:lnTo>
                        <a:pt x="117" y="53"/>
                      </a:lnTo>
                      <a:lnTo>
                        <a:pt x="113" y="49"/>
                      </a:lnTo>
                      <a:lnTo>
                        <a:pt x="110" y="46"/>
                      </a:lnTo>
                      <a:lnTo>
                        <a:pt x="105" y="44"/>
                      </a:lnTo>
                      <a:lnTo>
                        <a:pt x="101" y="42"/>
                      </a:lnTo>
                      <a:lnTo>
                        <a:pt x="96" y="41"/>
                      </a:lnTo>
                      <a:lnTo>
                        <a:pt x="91" y="40"/>
                      </a:lnTo>
                      <a:lnTo>
                        <a:pt x="87" y="40"/>
                      </a:lnTo>
                      <a:lnTo>
                        <a:pt x="83" y="40"/>
                      </a:lnTo>
                      <a:lnTo>
                        <a:pt x="77" y="40"/>
                      </a:lnTo>
                      <a:lnTo>
                        <a:pt x="73" y="41"/>
                      </a:lnTo>
                      <a:lnTo>
                        <a:pt x="68" y="42"/>
                      </a:lnTo>
                      <a:lnTo>
                        <a:pt x="63" y="44"/>
                      </a:lnTo>
                      <a:lnTo>
                        <a:pt x="59" y="46"/>
                      </a:lnTo>
                      <a:lnTo>
                        <a:pt x="56" y="49"/>
                      </a:lnTo>
                      <a:lnTo>
                        <a:pt x="51" y="53"/>
                      </a:lnTo>
                      <a:lnTo>
                        <a:pt x="44" y="61"/>
                      </a:lnTo>
                      <a:lnTo>
                        <a:pt x="38" y="71"/>
                      </a:lnTo>
                      <a:lnTo>
                        <a:pt x="34" y="82"/>
                      </a:lnTo>
                      <a:lnTo>
                        <a:pt x="32" y="93"/>
                      </a:lnTo>
                      <a:lnTo>
                        <a:pt x="29" y="91"/>
                      </a:lnTo>
                      <a:lnTo>
                        <a:pt x="26" y="89"/>
                      </a:lnTo>
                      <a:lnTo>
                        <a:pt x="21" y="87"/>
                      </a:lnTo>
                      <a:lnTo>
                        <a:pt x="18" y="85"/>
                      </a:lnTo>
                      <a:lnTo>
                        <a:pt x="14" y="83"/>
                      </a:lnTo>
                      <a:lnTo>
                        <a:pt x="9" y="82"/>
                      </a:lnTo>
                      <a:lnTo>
                        <a:pt x="4" y="81"/>
                      </a:lnTo>
                      <a:lnTo>
                        <a:pt x="0" y="82"/>
                      </a:lnTo>
                      <a:lnTo>
                        <a:pt x="4" y="64"/>
                      </a:lnTo>
                      <a:lnTo>
                        <a:pt x="10" y="48"/>
                      </a:lnTo>
                      <a:lnTo>
                        <a:pt x="20" y="34"/>
                      </a:lnTo>
                      <a:lnTo>
                        <a:pt x="31" y="21"/>
                      </a:lnTo>
                      <a:lnTo>
                        <a:pt x="44" y="12"/>
                      </a:lnTo>
                      <a:lnTo>
                        <a:pt x="58" y="5"/>
                      </a:lnTo>
                      <a:lnTo>
                        <a:pt x="73" y="1"/>
                      </a:lnTo>
                      <a:lnTo>
                        <a:pt x="89" y="0"/>
                      </a:lnTo>
                      <a:close/>
                    </a:path>
                  </a:pathLst>
                </a:custGeom>
                <a:solidFill>
                  <a:srgbClr val="AAB7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1" name="Freeform 769"/>
                <p:cNvSpPr>
                  <a:spLocks/>
                </p:cNvSpPr>
                <p:nvPr/>
              </p:nvSpPr>
              <p:spPr bwMode="auto">
                <a:xfrm>
                  <a:off x="4842" y="3454"/>
                  <a:ext cx="18" cy="21"/>
                </a:xfrm>
                <a:custGeom>
                  <a:avLst/>
                  <a:gdLst>
                    <a:gd name="T0" fmla="*/ 0 w 90"/>
                    <a:gd name="T1" fmla="*/ 0 h 104"/>
                    <a:gd name="T2" fmla="*/ 0 w 90"/>
                    <a:gd name="T3" fmla="*/ 0 h 104"/>
                    <a:gd name="T4" fmla="*/ 0 w 90"/>
                    <a:gd name="T5" fmla="*/ 0 h 104"/>
                    <a:gd name="T6" fmla="*/ 0 w 90"/>
                    <a:gd name="T7" fmla="*/ 0 h 104"/>
                    <a:gd name="T8" fmla="*/ 0 w 90"/>
                    <a:gd name="T9" fmla="*/ 0 h 104"/>
                    <a:gd name="T10" fmla="*/ 0 w 90"/>
                    <a:gd name="T11" fmla="*/ 0 h 104"/>
                    <a:gd name="T12" fmla="*/ 0 w 90"/>
                    <a:gd name="T13" fmla="*/ 0 h 104"/>
                    <a:gd name="T14" fmla="*/ 0 w 90"/>
                    <a:gd name="T15" fmla="*/ 0 h 104"/>
                    <a:gd name="T16" fmla="*/ 0 w 90"/>
                    <a:gd name="T17" fmla="*/ 0 h 104"/>
                    <a:gd name="T18" fmla="*/ 0 w 90"/>
                    <a:gd name="T19" fmla="*/ 0 h 104"/>
                    <a:gd name="T20" fmla="*/ 0 w 90"/>
                    <a:gd name="T21" fmla="*/ 0 h 104"/>
                    <a:gd name="T22" fmla="*/ 0 w 90"/>
                    <a:gd name="T23" fmla="*/ 0 h 104"/>
                    <a:gd name="T24" fmla="*/ 0 w 90"/>
                    <a:gd name="T25" fmla="*/ 0 h 104"/>
                    <a:gd name="T26" fmla="*/ 0 w 90"/>
                    <a:gd name="T27" fmla="*/ 0 h 104"/>
                    <a:gd name="T28" fmla="*/ 0 w 90"/>
                    <a:gd name="T29" fmla="*/ 0 h 104"/>
                    <a:gd name="T30" fmla="*/ 0 w 90"/>
                    <a:gd name="T31" fmla="*/ 0 h 104"/>
                    <a:gd name="T32" fmla="*/ 0 w 90"/>
                    <a:gd name="T33" fmla="*/ 0 h 104"/>
                    <a:gd name="T34" fmla="*/ 0 w 90"/>
                    <a:gd name="T35" fmla="*/ 0 h 104"/>
                    <a:gd name="T36" fmla="*/ 0 w 90"/>
                    <a:gd name="T37" fmla="*/ 0 h 104"/>
                    <a:gd name="T38" fmla="*/ 0 w 90"/>
                    <a:gd name="T39" fmla="*/ 0 h 104"/>
                    <a:gd name="T40" fmla="*/ 0 w 90"/>
                    <a:gd name="T41" fmla="*/ 0 h 104"/>
                    <a:gd name="T42" fmla="*/ 0 w 90"/>
                    <a:gd name="T43" fmla="*/ 0 h 104"/>
                    <a:gd name="T44" fmla="*/ 0 w 90"/>
                    <a:gd name="T45" fmla="*/ 0 h 104"/>
                    <a:gd name="T46" fmla="*/ 0 w 90"/>
                    <a:gd name="T47" fmla="*/ 0 h 104"/>
                    <a:gd name="T48" fmla="*/ 0 w 90"/>
                    <a:gd name="T49" fmla="*/ 0 h 104"/>
                    <a:gd name="T50" fmla="*/ 0 w 90"/>
                    <a:gd name="T51" fmla="*/ 0 h 104"/>
                    <a:gd name="T52" fmla="*/ 0 w 90"/>
                    <a:gd name="T53" fmla="*/ 0 h 104"/>
                    <a:gd name="T54" fmla="*/ 0 w 90"/>
                    <a:gd name="T55" fmla="*/ 0 h 104"/>
                    <a:gd name="T56" fmla="*/ 0 w 90"/>
                    <a:gd name="T57" fmla="*/ 0 h 104"/>
                    <a:gd name="T58" fmla="*/ 0 w 90"/>
                    <a:gd name="T59" fmla="*/ 0 h 104"/>
                    <a:gd name="T60" fmla="*/ 0 w 90"/>
                    <a:gd name="T61" fmla="*/ 0 h 104"/>
                    <a:gd name="T62" fmla="*/ 0 w 90"/>
                    <a:gd name="T63" fmla="*/ 0 h 104"/>
                    <a:gd name="T64" fmla="*/ 0 w 90"/>
                    <a:gd name="T65" fmla="*/ 0 h 1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0"/>
                    <a:gd name="T100" fmla="*/ 0 h 104"/>
                    <a:gd name="T101" fmla="*/ 90 w 90"/>
                    <a:gd name="T102" fmla="*/ 104 h 10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0" h="104">
                      <a:moveTo>
                        <a:pt x="90" y="54"/>
                      </a:moveTo>
                      <a:lnTo>
                        <a:pt x="88" y="65"/>
                      </a:lnTo>
                      <a:lnTo>
                        <a:pt x="85" y="76"/>
                      </a:lnTo>
                      <a:lnTo>
                        <a:pt x="79" y="85"/>
                      </a:lnTo>
                      <a:lnTo>
                        <a:pt x="73" y="93"/>
                      </a:lnTo>
                      <a:lnTo>
                        <a:pt x="66" y="98"/>
                      </a:lnTo>
                      <a:lnTo>
                        <a:pt x="59" y="101"/>
                      </a:lnTo>
                      <a:lnTo>
                        <a:pt x="50" y="103"/>
                      </a:lnTo>
                      <a:lnTo>
                        <a:pt x="43" y="104"/>
                      </a:lnTo>
                      <a:lnTo>
                        <a:pt x="34" y="103"/>
                      </a:lnTo>
                      <a:lnTo>
                        <a:pt x="25" y="98"/>
                      </a:lnTo>
                      <a:lnTo>
                        <a:pt x="18" y="94"/>
                      </a:lnTo>
                      <a:lnTo>
                        <a:pt x="12" y="86"/>
                      </a:lnTo>
                      <a:lnTo>
                        <a:pt x="7" y="79"/>
                      </a:lnTo>
                      <a:lnTo>
                        <a:pt x="3" y="70"/>
                      </a:lnTo>
                      <a:lnTo>
                        <a:pt x="0" y="61"/>
                      </a:lnTo>
                      <a:lnTo>
                        <a:pt x="0" y="50"/>
                      </a:lnTo>
                      <a:lnTo>
                        <a:pt x="3" y="39"/>
                      </a:lnTo>
                      <a:lnTo>
                        <a:pt x="6" y="28"/>
                      </a:lnTo>
                      <a:lnTo>
                        <a:pt x="11" y="18"/>
                      </a:lnTo>
                      <a:lnTo>
                        <a:pt x="19" y="11"/>
                      </a:lnTo>
                      <a:lnTo>
                        <a:pt x="25" y="6"/>
                      </a:lnTo>
                      <a:lnTo>
                        <a:pt x="33" y="2"/>
                      </a:lnTo>
                      <a:lnTo>
                        <a:pt x="40" y="0"/>
                      </a:lnTo>
                      <a:lnTo>
                        <a:pt x="48" y="0"/>
                      </a:lnTo>
                      <a:lnTo>
                        <a:pt x="55" y="1"/>
                      </a:lnTo>
                      <a:lnTo>
                        <a:pt x="64" y="3"/>
                      </a:lnTo>
                      <a:lnTo>
                        <a:pt x="71" y="9"/>
                      </a:lnTo>
                      <a:lnTo>
                        <a:pt x="77" y="14"/>
                      </a:lnTo>
                      <a:lnTo>
                        <a:pt x="82" y="23"/>
                      </a:lnTo>
                      <a:lnTo>
                        <a:pt x="87" y="32"/>
                      </a:lnTo>
                      <a:lnTo>
                        <a:pt x="90" y="43"/>
                      </a:lnTo>
                      <a:lnTo>
                        <a:pt x="90" y="54"/>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2" name="Freeform 770"/>
                <p:cNvSpPr>
                  <a:spLocks/>
                </p:cNvSpPr>
                <p:nvPr/>
              </p:nvSpPr>
              <p:spPr bwMode="auto">
                <a:xfrm>
                  <a:off x="4834" y="3463"/>
                  <a:ext cx="34" cy="21"/>
                </a:xfrm>
                <a:custGeom>
                  <a:avLst/>
                  <a:gdLst>
                    <a:gd name="T0" fmla="*/ 0 w 170"/>
                    <a:gd name="T1" fmla="*/ 0 h 109"/>
                    <a:gd name="T2" fmla="*/ 0 w 170"/>
                    <a:gd name="T3" fmla="*/ 0 h 109"/>
                    <a:gd name="T4" fmla="*/ 0 w 170"/>
                    <a:gd name="T5" fmla="*/ 0 h 109"/>
                    <a:gd name="T6" fmla="*/ 0 w 170"/>
                    <a:gd name="T7" fmla="*/ 0 h 109"/>
                    <a:gd name="T8" fmla="*/ 0 w 170"/>
                    <a:gd name="T9" fmla="*/ 0 h 109"/>
                    <a:gd name="T10" fmla="*/ 0 w 170"/>
                    <a:gd name="T11" fmla="*/ 0 h 109"/>
                    <a:gd name="T12" fmla="*/ 0 w 170"/>
                    <a:gd name="T13" fmla="*/ 0 h 109"/>
                    <a:gd name="T14" fmla="*/ 0 w 170"/>
                    <a:gd name="T15" fmla="*/ 0 h 109"/>
                    <a:gd name="T16" fmla="*/ 0 w 170"/>
                    <a:gd name="T17" fmla="*/ 0 h 109"/>
                    <a:gd name="T18" fmla="*/ 0 w 170"/>
                    <a:gd name="T19" fmla="*/ 0 h 109"/>
                    <a:gd name="T20" fmla="*/ 0 w 170"/>
                    <a:gd name="T21" fmla="*/ 0 h 109"/>
                    <a:gd name="T22" fmla="*/ 0 w 170"/>
                    <a:gd name="T23" fmla="*/ 0 h 109"/>
                    <a:gd name="T24" fmla="*/ 0 w 170"/>
                    <a:gd name="T25" fmla="*/ 0 h 109"/>
                    <a:gd name="T26" fmla="*/ 0 w 170"/>
                    <a:gd name="T27" fmla="*/ 0 h 109"/>
                    <a:gd name="T28" fmla="*/ 0 w 170"/>
                    <a:gd name="T29" fmla="*/ 0 h 109"/>
                    <a:gd name="T30" fmla="*/ 0 w 170"/>
                    <a:gd name="T31" fmla="*/ 0 h 109"/>
                    <a:gd name="T32" fmla="*/ 0 w 170"/>
                    <a:gd name="T33" fmla="*/ 0 h 109"/>
                    <a:gd name="T34" fmla="*/ 0 w 170"/>
                    <a:gd name="T35" fmla="*/ 0 h 109"/>
                    <a:gd name="T36" fmla="*/ 0 w 170"/>
                    <a:gd name="T37" fmla="*/ 0 h 109"/>
                    <a:gd name="T38" fmla="*/ 0 w 170"/>
                    <a:gd name="T39" fmla="*/ 0 h 109"/>
                    <a:gd name="T40" fmla="*/ 0 w 170"/>
                    <a:gd name="T41" fmla="*/ 0 h 109"/>
                    <a:gd name="T42" fmla="*/ 0 w 170"/>
                    <a:gd name="T43" fmla="*/ 0 h 109"/>
                    <a:gd name="T44" fmla="*/ 0 w 170"/>
                    <a:gd name="T45" fmla="*/ 0 h 109"/>
                    <a:gd name="T46" fmla="*/ 0 w 170"/>
                    <a:gd name="T47" fmla="*/ 0 h 109"/>
                    <a:gd name="T48" fmla="*/ 0 w 170"/>
                    <a:gd name="T49" fmla="*/ 0 h 109"/>
                    <a:gd name="T50" fmla="*/ 0 w 170"/>
                    <a:gd name="T51" fmla="*/ 0 h 109"/>
                    <a:gd name="T52" fmla="*/ 0 w 170"/>
                    <a:gd name="T53" fmla="*/ 0 h 109"/>
                    <a:gd name="T54" fmla="*/ 0 w 170"/>
                    <a:gd name="T55" fmla="*/ 0 h 109"/>
                    <a:gd name="T56" fmla="*/ 0 w 170"/>
                    <a:gd name="T57" fmla="*/ 0 h 109"/>
                    <a:gd name="T58" fmla="*/ 0 w 170"/>
                    <a:gd name="T59" fmla="*/ 0 h 109"/>
                    <a:gd name="T60" fmla="*/ 0 w 170"/>
                    <a:gd name="T61" fmla="*/ 0 h 109"/>
                    <a:gd name="T62" fmla="*/ 0 w 170"/>
                    <a:gd name="T63" fmla="*/ 0 h 109"/>
                    <a:gd name="T64" fmla="*/ 0 w 170"/>
                    <a:gd name="T65" fmla="*/ 0 h 109"/>
                    <a:gd name="T66" fmla="*/ 0 w 170"/>
                    <a:gd name="T67" fmla="*/ 0 h 109"/>
                    <a:gd name="T68" fmla="*/ 0 w 170"/>
                    <a:gd name="T69" fmla="*/ 0 h 109"/>
                    <a:gd name="T70" fmla="*/ 0 w 170"/>
                    <a:gd name="T71" fmla="*/ 0 h 109"/>
                    <a:gd name="T72" fmla="*/ 0 w 170"/>
                    <a:gd name="T73" fmla="*/ 0 h 109"/>
                    <a:gd name="T74" fmla="*/ 0 w 170"/>
                    <a:gd name="T75" fmla="*/ 0 h 109"/>
                    <a:gd name="T76" fmla="*/ 0 w 170"/>
                    <a:gd name="T77" fmla="*/ 0 h 109"/>
                    <a:gd name="T78" fmla="*/ 0 w 170"/>
                    <a:gd name="T79" fmla="*/ 0 h 109"/>
                    <a:gd name="T80" fmla="*/ 0 w 170"/>
                    <a:gd name="T81" fmla="*/ 0 h 109"/>
                    <a:gd name="T82" fmla="*/ 0 w 170"/>
                    <a:gd name="T83" fmla="*/ 0 h 109"/>
                    <a:gd name="T84" fmla="*/ 0 w 170"/>
                    <a:gd name="T85" fmla="*/ 0 h 109"/>
                    <a:gd name="T86" fmla="*/ 0 w 170"/>
                    <a:gd name="T87" fmla="*/ 0 h 109"/>
                    <a:gd name="T88" fmla="*/ 0 w 170"/>
                    <a:gd name="T89" fmla="*/ 0 h 109"/>
                    <a:gd name="T90" fmla="*/ 0 w 170"/>
                    <a:gd name="T91" fmla="*/ 0 h 109"/>
                    <a:gd name="T92" fmla="*/ 0 w 170"/>
                    <a:gd name="T93" fmla="*/ 0 h 109"/>
                    <a:gd name="T94" fmla="*/ 0 w 170"/>
                    <a:gd name="T95" fmla="*/ 0 h 109"/>
                    <a:gd name="T96" fmla="*/ 0 w 170"/>
                    <a:gd name="T97" fmla="*/ 0 h 109"/>
                    <a:gd name="T98" fmla="*/ 0 w 170"/>
                    <a:gd name="T99" fmla="*/ 0 h 109"/>
                    <a:gd name="T100" fmla="*/ 0 w 170"/>
                    <a:gd name="T101" fmla="*/ 0 h 109"/>
                    <a:gd name="T102" fmla="*/ 0 w 170"/>
                    <a:gd name="T103" fmla="*/ 0 h 109"/>
                    <a:gd name="T104" fmla="*/ 0 w 170"/>
                    <a:gd name="T105" fmla="*/ 0 h 109"/>
                    <a:gd name="T106" fmla="*/ 0 w 170"/>
                    <a:gd name="T107" fmla="*/ 0 h 109"/>
                    <a:gd name="T108" fmla="*/ 0 w 170"/>
                    <a:gd name="T109" fmla="*/ 0 h 109"/>
                    <a:gd name="T110" fmla="*/ 0 w 170"/>
                    <a:gd name="T111" fmla="*/ 0 h 109"/>
                    <a:gd name="T112" fmla="*/ 0 w 170"/>
                    <a:gd name="T113" fmla="*/ 0 h 109"/>
                    <a:gd name="T114" fmla="*/ 0 w 170"/>
                    <a:gd name="T115" fmla="*/ 0 h 109"/>
                    <a:gd name="T116" fmla="*/ 0 w 170"/>
                    <a:gd name="T117" fmla="*/ 0 h 109"/>
                    <a:gd name="T118" fmla="*/ 0 w 170"/>
                    <a:gd name="T119" fmla="*/ 0 h 109"/>
                    <a:gd name="T120" fmla="*/ 0 w 170"/>
                    <a:gd name="T121" fmla="*/ 0 h 10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70"/>
                    <a:gd name="T184" fmla="*/ 0 h 109"/>
                    <a:gd name="T185" fmla="*/ 170 w 170"/>
                    <a:gd name="T186" fmla="*/ 109 h 10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70" h="109">
                      <a:moveTo>
                        <a:pt x="79" y="109"/>
                      </a:moveTo>
                      <a:lnTo>
                        <a:pt x="62" y="106"/>
                      </a:lnTo>
                      <a:lnTo>
                        <a:pt x="46" y="99"/>
                      </a:lnTo>
                      <a:lnTo>
                        <a:pt x="32" y="90"/>
                      </a:lnTo>
                      <a:lnTo>
                        <a:pt x="20" y="77"/>
                      </a:lnTo>
                      <a:lnTo>
                        <a:pt x="10" y="63"/>
                      </a:lnTo>
                      <a:lnTo>
                        <a:pt x="4" y="45"/>
                      </a:lnTo>
                      <a:lnTo>
                        <a:pt x="1" y="26"/>
                      </a:lnTo>
                      <a:lnTo>
                        <a:pt x="0" y="7"/>
                      </a:lnTo>
                      <a:lnTo>
                        <a:pt x="0" y="5"/>
                      </a:lnTo>
                      <a:lnTo>
                        <a:pt x="0" y="4"/>
                      </a:lnTo>
                      <a:lnTo>
                        <a:pt x="0" y="3"/>
                      </a:lnTo>
                      <a:lnTo>
                        <a:pt x="0" y="2"/>
                      </a:lnTo>
                      <a:lnTo>
                        <a:pt x="3" y="1"/>
                      </a:lnTo>
                      <a:lnTo>
                        <a:pt x="7" y="0"/>
                      </a:lnTo>
                      <a:lnTo>
                        <a:pt x="11" y="0"/>
                      </a:lnTo>
                      <a:lnTo>
                        <a:pt x="15" y="2"/>
                      </a:lnTo>
                      <a:lnTo>
                        <a:pt x="19" y="5"/>
                      </a:lnTo>
                      <a:lnTo>
                        <a:pt x="24" y="9"/>
                      </a:lnTo>
                      <a:lnTo>
                        <a:pt x="29" y="11"/>
                      </a:lnTo>
                      <a:lnTo>
                        <a:pt x="33" y="13"/>
                      </a:lnTo>
                      <a:lnTo>
                        <a:pt x="34" y="24"/>
                      </a:lnTo>
                      <a:lnTo>
                        <a:pt x="37" y="35"/>
                      </a:lnTo>
                      <a:lnTo>
                        <a:pt x="42" y="44"/>
                      </a:lnTo>
                      <a:lnTo>
                        <a:pt x="47" y="52"/>
                      </a:lnTo>
                      <a:lnTo>
                        <a:pt x="55" y="59"/>
                      </a:lnTo>
                      <a:lnTo>
                        <a:pt x="62" y="65"/>
                      </a:lnTo>
                      <a:lnTo>
                        <a:pt x="72" y="68"/>
                      </a:lnTo>
                      <a:lnTo>
                        <a:pt x="82" y="70"/>
                      </a:lnTo>
                      <a:lnTo>
                        <a:pt x="86" y="70"/>
                      </a:lnTo>
                      <a:lnTo>
                        <a:pt x="91" y="69"/>
                      </a:lnTo>
                      <a:lnTo>
                        <a:pt x="96" y="68"/>
                      </a:lnTo>
                      <a:lnTo>
                        <a:pt x="100" y="67"/>
                      </a:lnTo>
                      <a:lnTo>
                        <a:pt x="104" y="65"/>
                      </a:lnTo>
                      <a:lnTo>
                        <a:pt x="108" y="63"/>
                      </a:lnTo>
                      <a:lnTo>
                        <a:pt x="113" y="60"/>
                      </a:lnTo>
                      <a:lnTo>
                        <a:pt x="116" y="57"/>
                      </a:lnTo>
                      <a:lnTo>
                        <a:pt x="124" y="49"/>
                      </a:lnTo>
                      <a:lnTo>
                        <a:pt x="130" y="38"/>
                      </a:lnTo>
                      <a:lnTo>
                        <a:pt x="134" y="27"/>
                      </a:lnTo>
                      <a:lnTo>
                        <a:pt x="137" y="15"/>
                      </a:lnTo>
                      <a:lnTo>
                        <a:pt x="139" y="13"/>
                      </a:lnTo>
                      <a:lnTo>
                        <a:pt x="143" y="11"/>
                      </a:lnTo>
                      <a:lnTo>
                        <a:pt x="147" y="8"/>
                      </a:lnTo>
                      <a:lnTo>
                        <a:pt x="153" y="7"/>
                      </a:lnTo>
                      <a:lnTo>
                        <a:pt x="158" y="7"/>
                      </a:lnTo>
                      <a:lnTo>
                        <a:pt x="163" y="8"/>
                      </a:lnTo>
                      <a:lnTo>
                        <a:pt x="168" y="8"/>
                      </a:lnTo>
                      <a:lnTo>
                        <a:pt x="170" y="9"/>
                      </a:lnTo>
                      <a:lnTo>
                        <a:pt x="170" y="10"/>
                      </a:lnTo>
                      <a:lnTo>
                        <a:pt x="170" y="12"/>
                      </a:lnTo>
                      <a:lnTo>
                        <a:pt x="170" y="13"/>
                      </a:lnTo>
                      <a:lnTo>
                        <a:pt x="170" y="15"/>
                      </a:lnTo>
                      <a:lnTo>
                        <a:pt x="167" y="35"/>
                      </a:lnTo>
                      <a:lnTo>
                        <a:pt x="161" y="53"/>
                      </a:lnTo>
                      <a:lnTo>
                        <a:pt x="153" y="69"/>
                      </a:lnTo>
                      <a:lnTo>
                        <a:pt x="141" y="83"/>
                      </a:lnTo>
                      <a:lnTo>
                        <a:pt x="128" y="95"/>
                      </a:lnTo>
                      <a:lnTo>
                        <a:pt x="113" y="104"/>
                      </a:lnTo>
                      <a:lnTo>
                        <a:pt x="97" y="108"/>
                      </a:lnTo>
                      <a:lnTo>
                        <a:pt x="79" y="10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3" name="Freeform 771"/>
                <p:cNvSpPr>
                  <a:spLocks/>
                </p:cNvSpPr>
                <p:nvPr/>
              </p:nvSpPr>
              <p:spPr bwMode="auto">
                <a:xfrm>
                  <a:off x="4843" y="3455"/>
                  <a:ext cx="17" cy="19"/>
                </a:xfrm>
                <a:custGeom>
                  <a:avLst/>
                  <a:gdLst>
                    <a:gd name="T0" fmla="*/ 0 w 82"/>
                    <a:gd name="T1" fmla="*/ 0 h 94"/>
                    <a:gd name="T2" fmla="*/ 0 w 82"/>
                    <a:gd name="T3" fmla="*/ 0 h 94"/>
                    <a:gd name="T4" fmla="*/ 0 w 82"/>
                    <a:gd name="T5" fmla="*/ 0 h 94"/>
                    <a:gd name="T6" fmla="*/ 0 w 82"/>
                    <a:gd name="T7" fmla="*/ 0 h 94"/>
                    <a:gd name="T8" fmla="*/ 0 w 82"/>
                    <a:gd name="T9" fmla="*/ 0 h 94"/>
                    <a:gd name="T10" fmla="*/ 0 w 82"/>
                    <a:gd name="T11" fmla="*/ 0 h 94"/>
                    <a:gd name="T12" fmla="*/ 0 w 82"/>
                    <a:gd name="T13" fmla="*/ 0 h 94"/>
                    <a:gd name="T14" fmla="*/ 0 w 82"/>
                    <a:gd name="T15" fmla="*/ 0 h 94"/>
                    <a:gd name="T16" fmla="*/ 0 w 82"/>
                    <a:gd name="T17" fmla="*/ 0 h 94"/>
                    <a:gd name="T18" fmla="*/ 0 w 82"/>
                    <a:gd name="T19" fmla="*/ 0 h 94"/>
                    <a:gd name="T20" fmla="*/ 0 w 82"/>
                    <a:gd name="T21" fmla="*/ 0 h 94"/>
                    <a:gd name="T22" fmla="*/ 0 w 82"/>
                    <a:gd name="T23" fmla="*/ 0 h 94"/>
                    <a:gd name="T24" fmla="*/ 0 w 82"/>
                    <a:gd name="T25" fmla="*/ 0 h 94"/>
                    <a:gd name="T26" fmla="*/ 0 w 82"/>
                    <a:gd name="T27" fmla="*/ 0 h 94"/>
                    <a:gd name="T28" fmla="*/ 0 w 82"/>
                    <a:gd name="T29" fmla="*/ 0 h 94"/>
                    <a:gd name="T30" fmla="*/ 0 w 82"/>
                    <a:gd name="T31" fmla="*/ 0 h 94"/>
                    <a:gd name="T32" fmla="*/ 0 w 82"/>
                    <a:gd name="T33" fmla="*/ 0 h 94"/>
                    <a:gd name="T34" fmla="*/ 0 w 82"/>
                    <a:gd name="T35" fmla="*/ 0 h 94"/>
                    <a:gd name="T36" fmla="*/ 0 w 82"/>
                    <a:gd name="T37" fmla="*/ 0 h 94"/>
                    <a:gd name="T38" fmla="*/ 0 w 82"/>
                    <a:gd name="T39" fmla="*/ 0 h 94"/>
                    <a:gd name="T40" fmla="*/ 0 w 82"/>
                    <a:gd name="T41" fmla="*/ 0 h 94"/>
                    <a:gd name="T42" fmla="*/ 0 w 82"/>
                    <a:gd name="T43" fmla="*/ 0 h 94"/>
                    <a:gd name="T44" fmla="*/ 0 w 82"/>
                    <a:gd name="T45" fmla="*/ 0 h 94"/>
                    <a:gd name="T46" fmla="*/ 0 w 82"/>
                    <a:gd name="T47" fmla="*/ 0 h 94"/>
                    <a:gd name="T48" fmla="*/ 0 w 82"/>
                    <a:gd name="T49" fmla="*/ 0 h 94"/>
                    <a:gd name="T50" fmla="*/ 0 w 82"/>
                    <a:gd name="T51" fmla="*/ 0 h 94"/>
                    <a:gd name="T52" fmla="*/ 0 w 82"/>
                    <a:gd name="T53" fmla="*/ 0 h 94"/>
                    <a:gd name="T54" fmla="*/ 0 w 82"/>
                    <a:gd name="T55" fmla="*/ 0 h 94"/>
                    <a:gd name="T56" fmla="*/ 0 w 82"/>
                    <a:gd name="T57" fmla="*/ 0 h 94"/>
                    <a:gd name="T58" fmla="*/ 0 w 82"/>
                    <a:gd name="T59" fmla="*/ 0 h 94"/>
                    <a:gd name="T60" fmla="*/ 0 w 82"/>
                    <a:gd name="T61" fmla="*/ 0 h 94"/>
                    <a:gd name="T62" fmla="*/ 0 w 82"/>
                    <a:gd name="T63" fmla="*/ 0 h 94"/>
                    <a:gd name="T64" fmla="*/ 0 w 82"/>
                    <a:gd name="T65" fmla="*/ 0 h 9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2"/>
                    <a:gd name="T100" fmla="*/ 0 h 94"/>
                    <a:gd name="T101" fmla="*/ 82 w 82"/>
                    <a:gd name="T102" fmla="*/ 94 h 9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2" h="94">
                      <a:moveTo>
                        <a:pt x="43" y="0"/>
                      </a:moveTo>
                      <a:lnTo>
                        <a:pt x="34" y="2"/>
                      </a:lnTo>
                      <a:lnTo>
                        <a:pt x="27" y="4"/>
                      </a:lnTo>
                      <a:lnTo>
                        <a:pt x="19" y="8"/>
                      </a:lnTo>
                      <a:lnTo>
                        <a:pt x="14" y="13"/>
                      </a:lnTo>
                      <a:lnTo>
                        <a:pt x="8" y="20"/>
                      </a:lnTo>
                      <a:lnTo>
                        <a:pt x="4" y="27"/>
                      </a:lnTo>
                      <a:lnTo>
                        <a:pt x="1" y="36"/>
                      </a:lnTo>
                      <a:lnTo>
                        <a:pt x="0" y="46"/>
                      </a:lnTo>
                      <a:lnTo>
                        <a:pt x="0" y="55"/>
                      </a:lnTo>
                      <a:lnTo>
                        <a:pt x="2" y="64"/>
                      </a:lnTo>
                      <a:lnTo>
                        <a:pt x="5" y="73"/>
                      </a:lnTo>
                      <a:lnTo>
                        <a:pt x="9" y="79"/>
                      </a:lnTo>
                      <a:lnTo>
                        <a:pt x="15" y="86"/>
                      </a:lnTo>
                      <a:lnTo>
                        <a:pt x="21" y="90"/>
                      </a:lnTo>
                      <a:lnTo>
                        <a:pt x="29" y="93"/>
                      </a:lnTo>
                      <a:lnTo>
                        <a:pt x="38" y="94"/>
                      </a:lnTo>
                      <a:lnTo>
                        <a:pt x="46" y="94"/>
                      </a:lnTo>
                      <a:lnTo>
                        <a:pt x="55" y="91"/>
                      </a:lnTo>
                      <a:lnTo>
                        <a:pt x="61" y="88"/>
                      </a:lnTo>
                      <a:lnTo>
                        <a:pt x="68" y="82"/>
                      </a:lnTo>
                      <a:lnTo>
                        <a:pt x="73" y="76"/>
                      </a:lnTo>
                      <a:lnTo>
                        <a:pt x="77" y="68"/>
                      </a:lnTo>
                      <a:lnTo>
                        <a:pt x="81" y="60"/>
                      </a:lnTo>
                      <a:lnTo>
                        <a:pt x="82" y="50"/>
                      </a:lnTo>
                      <a:lnTo>
                        <a:pt x="82" y="39"/>
                      </a:lnTo>
                      <a:lnTo>
                        <a:pt x="80" y="31"/>
                      </a:lnTo>
                      <a:lnTo>
                        <a:pt x="75" y="22"/>
                      </a:lnTo>
                      <a:lnTo>
                        <a:pt x="70" y="14"/>
                      </a:lnTo>
                      <a:lnTo>
                        <a:pt x="63" y="9"/>
                      </a:lnTo>
                      <a:lnTo>
                        <a:pt x="57" y="5"/>
                      </a:lnTo>
                      <a:lnTo>
                        <a:pt x="50" y="2"/>
                      </a:lnTo>
                      <a:lnTo>
                        <a:pt x="4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4" name="Freeform 772"/>
                <p:cNvSpPr>
                  <a:spLocks/>
                </p:cNvSpPr>
                <p:nvPr/>
              </p:nvSpPr>
              <p:spPr bwMode="auto">
                <a:xfrm>
                  <a:off x="4844" y="3456"/>
                  <a:ext cx="14" cy="15"/>
                </a:xfrm>
                <a:custGeom>
                  <a:avLst/>
                  <a:gdLst>
                    <a:gd name="T0" fmla="*/ 0 w 68"/>
                    <a:gd name="T1" fmla="*/ 0 h 78"/>
                    <a:gd name="T2" fmla="*/ 0 w 68"/>
                    <a:gd name="T3" fmla="*/ 0 h 78"/>
                    <a:gd name="T4" fmla="*/ 0 w 68"/>
                    <a:gd name="T5" fmla="*/ 0 h 78"/>
                    <a:gd name="T6" fmla="*/ 0 w 68"/>
                    <a:gd name="T7" fmla="*/ 0 h 78"/>
                    <a:gd name="T8" fmla="*/ 0 w 68"/>
                    <a:gd name="T9" fmla="*/ 0 h 78"/>
                    <a:gd name="T10" fmla="*/ 0 w 68"/>
                    <a:gd name="T11" fmla="*/ 0 h 78"/>
                    <a:gd name="T12" fmla="*/ 0 w 68"/>
                    <a:gd name="T13" fmla="*/ 0 h 78"/>
                    <a:gd name="T14" fmla="*/ 0 w 68"/>
                    <a:gd name="T15" fmla="*/ 0 h 78"/>
                    <a:gd name="T16" fmla="*/ 0 w 68"/>
                    <a:gd name="T17" fmla="*/ 0 h 78"/>
                    <a:gd name="T18" fmla="*/ 0 w 68"/>
                    <a:gd name="T19" fmla="*/ 0 h 78"/>
                    <a:gd name="T20" fmla="*/ 0 w 68"/>
                    <a:gd name="T21" fmla="*/ 0 h 78"/>
                    <a:gd name="T22" fmla="*/ 0 w 68"/>
                    <a:gd name="T23" fmla="*/ 0 h 78"/>
                    <a:gd name="T24" fmla="*/ 0 w 68"/>
                    <a:gd name="T25" fmla="*/ 0 h 78"/>
                    <a:gd name="T26" fmla="*/ 0 w 68"/>
                    <a:gd name="T27" fmla="*/ 0 h 78"/>
                    <a:gd name="T28" fmla="*/ 0 w 68"/>
                    <a:gd name="T29" fmla="*/ 0 h 78"/>
                    <a:gd name="T30" fmla="*/ 0 w 68"/>
                    <a:gd name="T31" fmla="*/ 0 h 78"/>
                    <a:gd name="T32" fmla="*/ 0 w 68"/>
                    <a:gd name="T33" fmla="*/ 0 h 78"/>
                    <a:gd name="T34" fmla="*/ 0 w 68"/>
                    <a:gd name="T35" fmla="*/ 0 h 78"/>
                    <a:gd name="T36" fmla="*/ 0 w 68"/>
                    <a:gd name="T37" fmla="*/ 0 h 78"/>
                    <a:gd name="T38" fmla="*/ 0 w 68"/>
                    <a:gd name="T39" fmla="*/ 0 h 78"/>
                    <a:gd name="T40" fmla="*/ 0 w 68"/>
                    <a:gd name="T41" fmla="*/ 0 h 78"/>
                    <a:gd name="T42" fmla="*/ 0 w 68"/>
                    <a:gd name="T43" fmla="*/ 0 h 78"/>
                    <a:gd name="T44" fmla="*/ 0 w 68"/>
                    <a:gd name="T45" fmla="*/ 0 h 78"/>
                    <a:gd name="T46" fmla="*/ 0 w 68"/>
                    <a:gd name="T47" fmla="*/ 0 h 78"/>
                    <a:gd name="T48" fmla="*/ 0 w 68"/>
                    <a:gd name="T49" fmla="*/ 0 h 78"/>
                    <a:gd name="T50" fmla="*/ 0 w 68"/>
                    <a:gd name="T51" fmla="*/ 0 h 78"/>
                    <a:gd name="T52" fmla="*/ 0 w 68"/>
                    <a:gd name="T53" fmla="*/ 0 h 78"/>
                    <a:gd name="T54" fmla="*/ 0 w 68"/>
                    <a:gd name="T55" fmla="*/ 0 h 78"/>
                    <a:gd name="T56" fmla="*/ 0 w 68"/>
                    <a:gd name="T57" fmla="*/ 0 h 78"/>
                    <a:gd name="T58" fmla="*/ 0 w 68"/>
                    <a:gd name="T59" fmla="*/ 0 h 78"/>
                    <a:gd name="T60" fmla="*/ 0 w 68"/>
                    <a:gd name="T61" fmla="*/ 0 h 78"/>
                    <a:gd name="T62" fmla="*/ 0 w 68"/>
                    <a:gd name="T63" fmla="*/ 0 h 78"/>
                    <a:gd name="T64" fmla="*/ 0 w 6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8"/>
                    <a:gd name="T100" fmla="*/ 0 h 78"/>
                    <a:gd name="T101" fmla="*/ 68 w 6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8" h="78">
                      <a:moveTo>
                        <a:pt x="33" y="78"/>
                      </a:moveTo>
                      <a:lnTo>
                        <a:pt x="26" y="77"/>
                      </a:lnTo>
                      <a:lnTo>
                        <a:pt x="20" y="74"/>
                      </a:lnTo>
                      <a:lnTo>
                        <a:pt x="14" y="71"/>
                      </a:lnTo>
                      <a:lnTo>
                        <a:pt x="9" y="65"/>
                      </a:lnTo>
                      <a:lnTo>
                        <a:pt x="6" y="60"/>
                      </a:lnTo>
                      <a:lnTo>
                        <a:pt x="2" y="52"/>
                      </a:lnTo>
                      <a:lnTo>
                        <a:pt x="0" y="45"/>
                      </a:lnTo>
                      <a:lnTo>
                        <a:pt x="0" y="37"/>
                      </a:lnTo>
                      <a:lnTo>
                        <a:pt x="1" y="30"/>
                      </a:lnTo>
                      <a:lnTo>
                        <a:pt x="5" y="22"/>
                      </a:lnTo>
                      <a:lnTo>
                        <a:pt x="8" y="16"/>
                      </a:lnTo>
                      <a:lnTo>
                        <a:pt x="12" y="10"/>
                      </a:lnTo>
                      <a:lnTo>
                        <a:pt x="18" y="5"/>
                      </a:lnTo>
                      <a:lnTo>
                        <a:pt x="23" y="2"/>
                      </a:lnTo>
                      <a:lnTo>
                        <a:pt x="29" y="0"/>
                      </a:lnTo>
                      <a:lnTo>
                        <a:pt x="37" y="0"/>
                      </a:lnTo>
                      <a:lnTo>
                        <a:pt x="42" y="1"/>
                      </a:lnTo>
                      <a:lnTo>
                        <a:pt x="48" y="3"/>
                      </a:lnTo>
                      <a:lnTo>
                        <a:pt x="53" y="6"/>
                      </a:lnTo>
                      <a:lnTo>
                        <a:pt x="58" y="10"/>
                      </a:lnTo>
                      <a:lnTo>
                        <a:pt x="63" y="17"/>
                      </a:lnTo>
                      <a:lnTo>
                        <a:pt x="66" y="24"/>
                      </a:lnTo>
                      <a:lnTo>
                        <a:pt x="68" y="32"/>
                      </a:lnTo>
                      <a:lnTo>
                        <a:pt x="68" y="40"/>
                      </a:lnTo>
                      <a:lnTo>
                        <a:pt x="67" y="49"/>
                      </a:lnTo>
                      <a:lnTo>
                        <a:pt x="65" y="56"/>
                      </a:lnTo>
                      <a:lnTo>
                        <a:pt x="62" y="63"/>
                      </a:lnTo>
                      <a:lnTo>
                        <a:pt x="57" y="69"/>
                      </a:lnTo>
                      <a:lnTo>
                        <a:pt x="52" y="73"/>
                      </a:lnTo>
                      <a:lnTo>
                        <a:pt x="46" y="76"/>
                      </a:lnTo>
                      <a:lnTo>
                        <a:pt x="39" y="78"/>
                      </a:lnTo>
                      <a:lnTo>
                        <a:pt x="33" y="78"/>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5" name="Freeform 773"/>
                <p:cNvSpPr>
                  <a:spLocks/>
                </p:cNvSpPr>
                <p:nvPr/>
              </p:nvSpPr>
              <p:spPr bwMode="auto">
                <a:xfrm>
                  <a:off x="5073" y="3421"/>
                  <a:ext cx="36" cy="43"/>
                </a:xfrm>
                <a:custGeom>
                  <a:avLst/>
                  <a:gdLst>
                    <a:gd name="T0" fmla="*/ 0 w 184"/>
                    <a:gd name="T1" fmla="*/ 0 h 213"/>
                    <a:gd name="T2" fmla="*/ 0 w 184"/>
                    <a:gd name="T3" fmla="*/ 0 h 213"/>
                    <a:gd name="T4" fmla="*/ 0 w 184"/>
                    <a:gd name="T5" fmla="*/ 0 h 213"/>
                    <a:gd name="T6" fmla="*/ 0 w 184"/>
                    <a:gd name="T7" fmla="*/ 0 h 213"/>
                    <a:gd name="T8" fmla="*/ 0 w 184"/>
                    <a:gd name="T9" fmla="*/ 0 h 213"/>
                    <a:gd name="T10" fmla="*/ 0 w 184"/>
                    <a:gd name="T11" fmla="*/ 0 h 213"/>
                    <a:gd name="T12" fmla="*/ 0 w 184"/>
                    <a:gd name="T13" fmla="*/ 0 h 213"/>
                    <a:gd name="T14" fmla="*/ 0 w 184"/>
                    <a:gd name="T15" fmla="*/ 0 h 213"/>
                    <a:gd name="T16" fmla="*/ 0 w 184"/>
                    <a:gd name="T17" fmla="*/ 0 h 213"/>
                    <a:gd name="T18" fmla="*/ 0 w 184"/>
                    <a:gd name="T19" fmla="*/ 0 h 213"/>
                    <a:gd name="T20" fmla="*/ 0 w 184"/>
                    <a:gd name="T21" fmla="*/ 0 h 213"/>
                    <a:gd name="T22" fmla="*/ 0 w 184"/>
                    <a:gd name="T23" fmla="*/ 0 h 213"/>
                    <a:gd name="T24" fmla="*/ 0 w 184"/>
                    <a:gd name="T25" fmla="*/ 0 h 213"/>
                    <a:gd name="T26" fmla="*/ 0 w 184"/>
                    <a:gd name="T27" fmla="*/ 0 h 213"/>
                    <a:gd name="T28" fmla="*/ 0 w 184"/>
                    <a:gd name="T29" fmla="*/ 0 h 213"/>
                    <a:gd name="T30" fmla="*/ 0 w 184"/>
                    <a:gd name="T31" fmla="*/ 0 h 213"/>
                    <a:gd name="T32" fmla="*/ 0 w 184"/>
                    <a:gd name="T33" fmla="*/ 0 h 213"/>
                    <a:gd name="T34" fmla="*/ 0 w 184"/>
                    <a:gd name="T35" fmla="*/ 0 h 213"/>
                    <a:gd name="T36" fmla="*/ 0 w 184"/>
                    <a:gd name="T37" fmla="*/ 0 h 213"/>
                    <a:gd name="T38" fmla="*/ 0 w 184"/>
                    <a:gd name="T39" fmla="*/ 0 h 213"/>
                    <a:gd name="T40" fmla="*/ 0 w 184"/>
                    <a:gd name="T41" fmla="*/ 0 h 213"/>
                    <a:gd name="T42" fmla="*/ 0 w 184"/>
                    <a:gd name="T43" fmla="*/ 0 h 213"/>
                    <a:gd name="T44" fmla="*/ 0 w 184"/>
                    <a:gd name="T45" fmla="*/ 0 h 213"/>
                    <a:gd name="T46" fmla="*/ 0 w 184"/>
                    <a:gd name="T47" fmla="*/ 0 h 213"/>
                    <a:gd name="T48" fmla="*/ 0 w 184"/>
                    <a:gd name="T49" fmla="*/ 0 h 213"/>
                    <a:gd name="T50" fmla="*/ 0 w 184"/>
                    <a:gd name="T51" fmla="*/ 0 h 213"/>
                    <a:gd name="T52" fmla="*/ 0 w 184"/>
                    <a:gd name="T53" fmla="*/ 0 h 213"/>
                    <a:gd name="T54" fmla="*/ 0 w 184"/>
                    <a:gd name="T55" fmla="*/ 0 h 213"/>
                    <a:gd name="T56" fmla="*/ 0 w 184"/>
                    <a:gd name="T57" fmla="*/ 0 h 213"/>
                    <a:gd name="T58" fmla="*/ 0 w 184"/>
                    <a:gd name="T59" fmla="*/ 0 h 213"/>
                    <a:gd name="T60" fmla="*/ 0 w 184"/>
                    <a:gd name="T61" fmla="*/ 0 h 213"/>
                    <a:gd name="T62" fmla="*/ 0 w 184"/>
                    <a:gd name="T63" fmla="*/ 0 h 213"/>
                    <a:gd name="T64" fmla="*/ 0 w 184"/>
                    <a:gd name="T65" fmla="*/ 0 h 213"/>
                    <a:gd name="T66" fmla="*/ 0 w 184"/>
                    <a:gd name="T67" fmla="*/ 0 h 213"/>
                    <a:gd name="T68" fmla="*/ 0 w 184"/>
                    <a:gd name="T69" fmla="*/ 0 h 213"/>
                    <a:gd name="T70" fmla="*/ 0 w 184"/>
                    <a:gd name="T71" fmla="*/ 0 h 213"/>
                    <a:gd name="T72" fmla="*/ 0 w 184"/>
                    <a:gd name="T73" fmla="*/ 0 h 213"/>
                    <a:gd name="T74" fmla="*/ 0 w 184"/>
                    <a:gd name="T75" fmla="*/ 0 h 213"/>
                    <a:gd name="T76" fmla="*/ 0 w 184"/>
                    <a:gd name="T77" fmla="*/ 0 h 213"/>
                    <a:gd name="T78" fmla="*/ 0 w 184"/>
                    <a:gd name="T79" fmla="*/ 0 h 213"/>
                    <a:gd name="T80" fmla="*/ 0 w 184"/>
                    <a:gd name="T81" fmla="*/ 0 h 213"/>
                    <a:gd name="T82" fmla="*/ 0 w 184"/>
                    <a:gd name="T83" fmla="*/ 0 h 213"/>
                    <a:gd name="T84" fmla="*/ 0 w 184"/>
                    <a:gd name="T85" fmla="*/ 0 h 213"/>
                    <a:gd name="T86" fmla="*/ 0 w 184"/>
                    <a:gd name="T87" fmla="*/ 0 h 213"/>
                    <a:gd name="T88" fmla="*/ 0 w 184"/>
                    <a:gd name="T89" fmla="*/ 0 h 2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84"/>
                    <a:gd name="T136" fmla="*/ 0 h 213"/>
                    <a:gd name="T137" fmla="*/ 184 w 184"/>
                    <a:gd name="T138" fmla="*/ 213 h 213"/>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84" h="213">
                      <a:moveTo>
                        <a:pt x="97" y="0"/>
                      </a:moveTo>
                      <a:lnTo>
                        <a:pt x="79" y="1"/>
                      </a:lnTo>
                      <a:lnTo>
                        <a:pt x="62" y="7"/>
                      </a:lnTo>
                      <a:lnTo>
                        <a:pt x="46" y="15"/>
                      </a:lnTo>
                      <a:lnTo>
                        <a:pt x="32" y="28"/>
                      </a:lnTo>
                      <a:lnTo>
                        <a:pt x="19" y="43"/>
                      </a:lnTo>
                      <a:lnTo>
                        <a:pt x="10" y="61"/>
                      </a:lnTo>
                      <a:lnTo>
                        <a:pt x="3" y="80"/>
                      </a:lnTo>
                      <a:lnTo>
                        <a:pt x="0" y="102"/>
                      </a:lnTo>
                      <a:lnTo>
                        <a:pt x="1" y="123"/>
                      </a:lnTo>
                      <a:lnTo>
                        <a:pt x="6" y="144"/>
                      </a:lnTo>
                      <a:lnTo>
                        <a:pt x="13" y="162"/>
                      </a:lnTo>
                      <a:lnTo>
                        <a:pt x="23" y="178"/>
                      </a:lnTo>
                      <a:lnTo>
                        <a:pt x="36" y="192"/>
                      </a:lnTo>
                      <a:lnTo>
                        <a:pt x="51" y="203"/>
                      </a:lnTo>
                      <a:lnTo>
                        <a:pt x="68" y="209"/>
                      </a:lnTo>
                      <a:lnTo>
                        <a:pt x="87" y="213"/>
                      </a:lnTo>
                      <a:lnTo>
                        <a:pt x="95" y="213"/>
                      </a:lnTo>
                      <a:lnTo>
                        <a:pt x="103" y="213"/>
                      </a:lnTo>
                      <a:lnTo>
                        <a:pt x="111" y="210"/>
                      </a:lnTo>
                      <a:lnTo>
                        <a:pt x="119" y="208"/>
                      </a:lnTo>
                      <a:lnTo>
                        <a:pt x="126" y="205"/>
                      </a:lnTo>
                      <a:lnTo>
                        <a:pt x="134" y="201"/>
                      </a:lnTo>
                      <a:lnTo>
                        <a:pt x="142" y="195"/>
                      </a:lnTo>
                      <a:lnTo>
                        <a:pt x="148" y="190"/>
                      </a:lnTo>
                      <a:lnTo>
                        <a:pt x="156" y="182"/>
                      </a:lnTo>
                      <a:lnTo>
                        <a:pt x="162" y="174"/>
                      </a:lnTo>
                      <a:lnTo>
                        <a:pt x="167" y="165"/>
                      </a:lnTo>
                      <a:lnTo>
                        <a:pt x="173" y="155"/>
                      </a:lnTo>
                      <a:lnTo>
                        <a:pt x="177" y="145"/>
                      </a:lnTo>
                      <a:lnTo>
                        <a:pt x="180" y="134"/>
                      </a:lnTo>
                      <a:lnTo>
                        <a:pt x="182" y="123"/>
                      </a:lnTo>
                      <a:lnTo>
                        <a:pt x="184" y="111"/>
                      </a:lnTo>
                      <a:lnTo>
                        <a:pt x="182" y="89"/>
                      </a:lnTo>
                      <a:lnTo>
                        <a:pt x="177" y="67"/>
                      </a:lnTo>
                      <a:lnTo>
                        <a:pt x="168" y="47"/>
                      </a:lnTo>
                      <a:lnTo>
                        <a:pt x="157" y="29"/>
                      </a:lnTo>
                      <a:lnTo>
                        <a:pt x="150" y="23"/>
                      </a:lnTo>
                      <a:lnTo>
                        <a:pt x="144" y="18"/>
                      </a:lnTo>
                      <a:lnTo>
                        <a:pt x="137" y="13"/>
                      </a:lnTo>
                      <a:lnTo>
                        <a:pt x="130" y="9"/>
                      </a:lnTo>
                      <a:lnTo>
                        <a:pt x="122" y="6"/>
                      </a:lnTo>
                      <a:lnTo>
                        <a:pt x="113" y="2"/>
                      </a:lnTo>
                      <a:lnTo>
                        <a:pt x="106" y="1"/>
                      </a:lnTo>
                      <a:lnTo>
                        <a:pt x="9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6" name="Freeform 774"/>
                <p:cNvSpPr>
                  <a:spLocks/>
                </p:cNvSpPr>
                <p:nvPr/>
              </p:nvSpPr>
              <p:spPr bwMode="auto">
                <a:xfrm>
                  <a:off x="5074" y="3423"/>
                  <a:ext cx="34" cy="40"/>
                </a:xfrm>
                <a:custGeom>
                  <a:avLst/>
                  <a:gdLst>
                    <a:gd name="T0" fmla="*/ 0 w 170"/>
                    <a:gd name="T1" fmla="*/ 0 h 199"/>
                    <a:gd name="T2" fmla="*/ 0 w 170"/>
                    <a:gd name="T3" fmla="*/ 0 h 199"/>
                    <a:gd name="T4" fmla="*/ 0 w 170"/>
                    <a:gd name="T5" fmla="*/ 0 h 199"/>
                    <a:gd name="T6" fmla="*/ 0 w 170"/>
                    <a:gd name="T7" fmla="*/ 0 h 199"/>
                    <a:gd name="T8" fmla="*/ 0 w 170"/>
                    <a:gd name="T9" fmla="*/ 0 h 199"/>
                    <a:gd name="T10" fmla="*/ 0 w 170"/>
                    <a:gd name="T11" fmla="*/ 0 h 199"/>
                    <a:gd name="T12" fmla="*/ 0 w 170"/>
                    <a:gd name="T13" fmla="*/ 0 h 199"/>
                    <a:gd name="T14" fmla="*/ 0 w 170"/>
                    <a:gd name="T15" fmla="*/ 0 h 199"/>
                    <a:gd name="T16" fmla="*/ 0 w 170"/>
                    <a:gd name="T17" fmla="*/ 0 h 199"/>
                    <a:gd name="T18" fmla="*/ 0 w 170"/>
                    <a:gd name="T19" fmla="*/ 0 h 199"/>
                    <a:gd name="T20" fmla="*/ 0 w 170"/>
                    <a:gd name="T21" fmla="*/ 0 h 199"/>
                    <a:gd name="T22" fmla="*/ 0 w 170"/>
                    <a:gd name="T23" fmla="*/ 0 h 199"/>
                    <a:gd name="T24" fmla="*/ 0 w 170"/>
                    <a:gd name="T25" fmla="*/ 0 h 199"/>
                    <a:gd name="T26" fmla="*/ 0 w 170"/>
                    <a:gd name="T27" fmla="*/ 0 h 199"/>
                    <a:gd name="T28" fmla="*/ 0 w 170"/>
                    <a:gd name="T29" fmla="*/ 0 h 199"/>
                    <a:gd name="T30" fmla="*/ 0 w 170"/>
                    <a:gd name="T31" fmla="*/ 0 h 199"/>
                    <a:gd name="T32" fmla="*/ 0 w 170"/>
                    <a:gd name="T33" fmla="*/ 0 h 199"/>
                    <a:gd name="T34" fmla="*/ 0 w 170"/>
                    <a:gd name="T35" fmla="*/ 0 h 199"/>
                    <a:gd name="T36" fmla="*/ 0 w 170"/>
                    <a:gd name="T37" fmla="*/ 0 h 199"/>
                    <a:gd name="T38" fmla="*/ 0 w 170"/>
                    <a:gd name="T39" fmla="*/ 0 h 199"/>
                    <a:gd name="T40" fmla="*/ 0 w 170"/>
                    <a:gd name="T41" fmla="*/ 0 h 199"/>
                    <a:gd name="T42" fmla="*/ 0 w 170"/>
                    <a:gd name="T43" fmla="*/ 0 h 199"/>
                    <a:gd name="T44" fmla="*/ 0 w 170"/>
                    <a:gd name="T45" fmla="*/ 0 h 199"/>
                    <a:gd name="T46" fmla="*/ 0 w 170"/>
                    <a:gd name="T47" fmla="*/ 0 h 199"/>
                    <a:gd name="T48" fmla="*/ 0 w 170"/>
                    <a:gd name="T49" fmla="*/ 0 h 199"/>
                    <a:gd name="T50" fmla="*/ 0 w 170"/>
                    <a:gd name="T51" fmla="*/ 0 h 199"/>
                    <a:gd name="T52" fmla="*/ 0 w 170"/>
                    <a:gd name="T53" fmla="*/ 0 h 199"/>
                    <a:gd name="T54" fmla="*/ 0 w 170"/>
                    <a:gd name="T55" fmla="*/ 0 h 199"/>
                    <a:gd name="T56" fmla="*/ 0 w 170"/>
                    <a:gd name="T57" fmla="*/ 0 h 199"/>
                    <a:gd name="T58" fmla="*/ 0 w 170"/>
                    <a:gd name="T59" fmla="*/ 0 h 199"/>
                    <a:gd name="T60" fmla="*/ 0 w 170"/>
                    <a:gd name="T61" fmla="*/ 0 h 199"/>
                    <a:gd name="T62" fmla="*/ 0 w 170"/>
                    <a:gd name="T63" fmla="*/ 0 h 199"/>
                    <a:gd name="T64" fmla="*/ 0 w 170"/>
                    <a:gd name="T65" fmla="*/ 0 h 199"/>
                    <a:gd name="T66" fmla="*/ 0 w 170"/>
                    <a:gd name="T67" fmla="*/ 0 h 199"/>
                    <a:gd name="T68" fmla="*/ 0 w 170"/>
                    <a:gd name="T69" fmla="*/ 0 h 199"/>
                    <a:gd name="T70" fmla="*/ 0 w 170"/>
                    <a:gd name="T71" fmla="*/ 0 h 199"/>
                    <a:gd name="T72" fmla="*/ 0 w 170"/>
                    <a:gd name="T73" fmla="*/ 0 h 199"/>
                    <a:gd name="T74" fmla="*/ 0 w 170"/>
                    <a:gd name="T75" fmla="*/ 0 h 199"/>
                    <a:gd name="T76" fmla="*/ 0 w 170"/>
                    <a:gd name="T77" fmla="*/ 0 h 199"/>
                    <a:gd name="T78" fmla="*/ 0 w 170"/>
                    <a:gd name="T79" fmla="*/ 0 h 199"/>
                    <a:gd name="T80" fmla="*/ 0 w 170"/>
                    <a:gd name="T81" fmla="*/ 0 h 199"/>
                    <a:gd name="T82" fmla="*/ 0 w 170"/>
                    <a:gd name="T83" fmla="*/ 0 h 199"/>
                    <a:gd name="T84" fmla="*/ 0 w 170"/>
                    <a:gd name="T85" fmla="*/ 0 h 199"/>
                    <a:gd name="T86" fmla="*/ 0 w 170"/>
                    <a:gd name="T87" fmla="*/ 0 h 199"/>
                    <a:gd name="T88" fmla="*/ 0 w 170"/>
                    <a:gd name="T89" fmla="*/ 0 h 199"/>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70"/>
                    <a:gd name="T136" fmla="*/ 0 h 199"/>
                    <a:gd name="T137" fmla="*/ 170 w 170"/>
                    <a:gd name="T138" fmla="*/ 199 h 199"/>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70" h="199">
                      <a:moveTo>
                        <a:pt x="170" y="104"/>
                      </a:moveTo>
                      <a:lnTo>
                        <a:pt x="169" y="115"/>
                      </a:lnTo>
                      <a:lnTo>
                        <a:pt x="167" y="126"/>
                      </a:lnTo>
                      <a:lnTo>
                        <a:pt x="164" y="136"/>
                      </a:lnTo>
                      <a:lnTo>
                        <a:pt x="160" y="145"/>
                      </a:lnTo>
                      <a:lnTo>
                        <a:pt x="155" y="155"/>
                      </a:lnTo>
                      <a:lnTo>
                        <a:pt x="150" y="164"/>
                      </a:lnTo>
                      <a:lnTo>
                        <a:pt x="143" y="171"/>
                      </a:lnTo>
                      <a:lnTo>
                        <a:pt x="137" y="179"/>
                      </a:lnTo>
                      <a:lnTo>
                        <a:pt x="130" y="184"/>
                      </a:lnTo>
                      <a:lnTo>
                        <a:pt x="124" y="188"/>
                      </a:lnTo>
                      <a:lnTo>
                        <a:pt x="117" y="192"/>
                      </a:lnTo>
                      <a:lnTo>
                        <a:pt x="110" y="195"/>
                      </a:lnTo>
                      <a:lnTo>
                        <a:pt x="102" y="197"/>
                      </a:lnTo>
                      <a:lnTo>
                        <a:pt x="95" y="199"/>
                      </a:lnTo>
                      <a:lnTo>
                        <a:pt x="87" y="199"/>
                      </a:lnTo>
                      <a:lnTo>
                        <a:pt x="80" y="199"/>
                      </a:lnTo>
                      <a:lnTo>
                        <a:pt x="62" y="196"/>
                      </a:lnTo>
                      <a:lnTo>
                        <a:pt x="47" y="189"/>
                      </a:lnTo>
                      <a:lnTo>
                        <a:pt x="33" y="180"/>
                      </a:lnTo>
                      <a:lnTo>
                        <a:pt x="21" y="167"/>
                      </a:lnTo>
                      <a:lnTo>
                        <a:pt x="12" y="152"/>
                      </a:lnTo>
                      <a:lnTo>
                        <a:pt x="4" y="134"/>
                      </a:lnTo>
                      <a:lnTo>
                        <a:pt x="1" y="115"/>
                      </a:lnTo>
                      <a:lnTo>
                        <a:pt x="0" y="95"/>
                      </a:lnTo>
                      <a:lnTo>
                        <a:pt x="3" y="74"/>
                      </a:lnTo>
                      <a:lnTo>
                        <a:pt x="8" y="56"/>
                      </a:lnTo>
                      <a:lnTo>
                        <a:pt x="17" y="40"/>
                      </a:lnTo>
                      <a:lnTo>
                        <a:pt x="29" y="26"/>
                      </a:lnTo>
                      <a:lnTo>
                        <a:pt x="42" y="14"/>
                      </a:lnTo>
                      <a:lnTo>
                        <a:pt x="57" y="5"/>
                      </a:lnTo>
                      <a:lnTo>
                        <a:pt x="73" y="1"/>
                      </a:lnTo>
                      <a:lnTo>
                        <a:pt x="90" y="0"/>
                      </a:lnTo>
                      <a:lnTo>
                        <a:pt x="98" y="1"/>
                      </a:lnTo>
                      <a:lnTo>
                        <a:pt x="105" y="2"/>
                      </a:lnTo>
                      <a:lnTo>
                        <a:pt x="113" y="4"/>
                      </a:lnTo>
                      <a:lnTo>
                        <a:pt x="119" y="7"/>
                      </a:lnTo>
                      <a:lnTo>
                        <a:pt x="126" y="12"/>
                      </a:lnTo>
                      <a:lnTo>
                        <a:pt x="132" y="16"/>
                      </a:lnTo>
                      <a:lnTo>
                        <a:pt x="139" y="21"/>
                      </a:lnTo>
                      <a:lnTo>
                        <a:pt x="144" y="27"/>
                      </a:lnTo>
                      <a:lnTo>
                        <a:pt x="156" y="43"/>
                      </a:lnTo>
                      <a:lnTo>
                        <a:pt x="165" y="62"/>
                      </a:lnTo>
                      <a:lnTo>
                        <a:pt x="169" y="83"/>
                      </a:lnTo>
                      <a:lnTo>
                        <a:pt x="170" y="104"/>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7" name="Freeform 775"/>
                <p:cNvSpPr>
                  <a:spLocks/>
                </p:cNvSpPr>
                <p:nvPr/>
              </p:nvSpPr>
              <p:spPr bwMode="auto">
                <a:xfrm>
                  <a:off x="5075" y="3424"/>
                  <a:ext cx="32" cy="37"/>
                </a:xfrm>
                <a:custGeom>
                  <a:avLst/>
                  <a:gdLst>
                    <a:gd name="T0" fmla="*/ 0 w 158"/>
                    <a:gd name="T1" fmla="*/ 0 h 182"/>
                    <a:gd name="T2" fmla="*/ 0 w 158"/>
                    <a:gd name="T3" fmla="*/ 0 h 182"/>
                    <a:gd name="T4" fmla="*/ 0 w 158"/>
                    <a:gd name="T5" fmla="*/ 0 h 182"/>
                    <a:gd name="T6" fmla="*/ 0 w 158"/>
                    <a:gd name="T7" fmla="*/ 0 h 182"/>
                    <a:gd name="T8" fmla="*/ 0 w 158"/>
                    <a:gd name="T9" fmla="*/ 0 h 182"/>
                    <a:gd name="T10" fmla="*/ 0 w 158"/>
                    <a:gd name="T11" fmla="*/ 0 h 182"/>
                    <a:gd name="T12" fmla="*/ 0 w 158"/>
                    <a:gd name="T13" fmla="*/ 0 h 182"/>
                    <a:gd name="T14" fmla="*/ 0 w 158"/>
                    <a:gd name="T15" fmla="*/ 0 h 182"/>
                    <a:gd name="T16" fmla="*/ 0 w 158"/>
                    <a:gd name="T17" fmla="*/ 0 h 182"/>
                    <a:gd name="T18" fmla="*/ 0 w 158"/>
                    <a:gd name="T19" fmla="*/ 0 h 182"/>
                    <a:gd name="T20" fmla="*/ 0 w 158"/>
                    <a:gd name="T21" fmla="*/ 0 h 182"/>
                    <a:gd name="T22" fmla="*/ 0 w 158"/>
                    <a:gd name="T23" fmla="*/ 0 h 182"/>
                    <a:gd name="T24" fmla="*/ 0 w 158"/>
                    <a:gd name="T25" fmla="*/ 0 h 182"/>
                    <a:gd name="T26" fmla="*/ 0 w 158"/>
                    <a:gd name="T27" fmla="*/ 0 h 182"/>
                    <a:gd name="T28" fmla="*/ 0 w 158"/>
                    <a:gd name="T29" fmla="*/ 0 h 182"/>
                    <a:gd name="T30" fmla="*/ 0 w 158"/>
                    <a:gd name="T31" fmla="*/ 0 h 182"/>
                    <a:gd name="T32" fmla="*/ 0 w 158"/>
                    <a:gd name="T33" fmla="*/ 0 h 182"/>
                    <a:gd name="T34" fmla="*/ 0 w 158"/>
                    <a:gd name="T35" fmla="*/ 0 h 182"/>
                    <a:gd name="T36" fmla="*/ 0 w 158"/>
                    <a:gd name="T37" fmla="*/ 0 h 182"/>
                    <a:gd name="T38" fmla="*/ 0 w 158"/>
                    <a:gd name="T39" fmla="*/ 0 h 182"/>
                    <a:gd name="T40" fmla="*/ 0 w 158"/>
                    <a:gd name="T41" fmla="*/ 0 h 182"/>
                    <a:gd name="T42" fmla="*/ 0 w 158"/>
                    <a:gd name="T43" fmla="*/ 0 h 182"/>
                    <a:gd name="T44" fmla="*/ 0 w 158"/>
                    <a:gd name="T45" fmla="*/ 0 h 182"/>
                    <a:gd name="T46" fmla="*/ 0 w 158"/>
                    <a:gd name="T47" fmla="*/ 0 h 182"/>
                    <a:gd name="T48" fmla="*/ 0 w 158"/>
                    <a:gd name="T49" fmla="*/ 0 h 182"/>
                    <a:gd name="T50" fmla="*/ 0 w 158"/>
                    <a:gd name="T51" fmla="*/ 0 h 182"/>
                    <a:gd name="T52" fmla="*/ 0 w 158"/>
                    <a:gd name="T53" fmla="*/ 0 h 182"/>
                    <a:gd name="T54" fmla="*/ 0 w 158"/>
                    <a:gd name="T55" fmla="*/ 0 h 182"/>
                    <a:gd name="T56" fmla="*/ 0 w 158"/>
                    <a:gd name="T57" fmla="*/ 0 h 182"/>
                    <a:gd name="T58" fmla="*/ 0 w 158"/>
                    <a:gd name="T59" fmla="*/ 0 h 182"/>
                    <a:gd name="T60" fmla="*/ 0 w 158"/>
                    <a:gd name="T61" fmla="*/ 0 h 182"/>
                    <a:gd name="T62" fmla="*/ 0 w 158"/>
                    <a:gd name="T63" fmla="*/ 0 h 182"/>
                    <a:gd name="T64" fmla="*/ 0 w 158"/>
                    <a:gd name="T65" fmla="*/ 0 h 182"/>
                    <a:gd name="T66" fmla="*/ 0 w 158"/>
                    <a:gd name="T67" fmla="*/ 0 h 182"/>
                    <a:gd name="T68" fmla="*/ 0 w 158"/>
                    <a:gd name="T69" fmla="*/ 0 h 182"/>
                    <a:gd name="T70" fmla="*/ 0 w 158"/>
                    <a:gd name="T71" fmla="*/ 0 h 182"/>
                    <a:gd name="T72" fmla="*/ 0 w 158"/>
                    <a:gd name="T73" fmla="*/ 0 h 1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8"/>
                    <a:gd name="T112" fmla="*/ 0 h 182"/>
                    <a:gd name="T113" fmla="*/ 158 w 158"/>
                    <a:gd name="T114" fmla="*/ 182 h 1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8" h="182">
                      <a:moveTo>
                        <a:pt x="83" y="0"/>
                      </a:moveTo>
                      <a:lnTo>
                        <a:pt x="67" y="1"/>
                      </a:lnTo>
                      <a:lnTo>
                        <a:pt x="52" y="6"/>
                      </a:lnTo>
                      <a:lnTo>
                        <a:pt x="39" y="13"/>
                      </a:lnTo>
                      <a:lnTo>
                        <a:pt x="26" y="24"/>
                      </a:lnTo>
                      <a:lnTo>
                        <a:pt x="16" y="37"/>
                      </a:lnTo>
                      <a:lnTo>
                        <a:pt x="8" y="52"/>
                      </a:lnTo>
                      <a:lnTo>
                        <a:pt x="2" y="69"/>
                      </a:lnTo>
                      <a:lnTo>
                        <a:pt x="0" y="88"/>
                      </a:lnTo>
                      <a:lnTo>
                        <a:pt x="1" y="106"/>
                      </a:lnTo>
                      <a:lnTo>
                        <a:pt x="4" y="123"/>
                      </a:lnTo>
                      <a:lnTo>
                        <a:pt x="11" y="139"/>
                      </a:lnTo>
                      <a:lnTo>
                        <a:pt x="20" y="152"/>
                      </a:lnTo>
                      <a:lnTo>
                        <a:pt x="30" y="164"/>
                      </a:lnTo>
                      <a:lnTo>
                        <a:pt x="43" y="174"/>
                      </a:lnTo>
                      <a:lnTo>
                        <a:pt x="58" y="180"/>
                      </a:lnTo>
                      <a:lnTo>
                        <a:pt x="74" y="182"/>
                      </a:lnTo>
                      <a:lnTo>
                        <a:pt x="90" y="181"/>
                      </a:lnTo>
                      <a:lnTo>
                        <a:pt x="105" y="177"/>
                      </a:lnTo>
                      <a:lnTo>
                        <a:pt x="119" y="170"/>
                      </a:lnTo>
                      <a:lnTo>
                        <a:pt x="131" y="159"/>
                      </a:lnTo>
                      <a:lnTo>
                        <a:pt x="141" y="146"/>
                      </a:lnTo>
                      <a:lnTo>
                        <a:pt x="149" y="131"/>
                      </a:lnTo>
                      <a:lnTo>
                        <a:pt x="154" y="115"/>
                      </a:lnTo>
                      <a:lnTo>
                        <a:pt x="158" y="96"/>
                      </a:lnTo>
                      <a:lnTo>
                        <a:pt x="157" y="77"/>
                      </a:lnTo>
                      <a:lnTo>
                        <a:pt x="152" y="57"/>
                      </a:lnTo>
                      <a:lnTo>
                        <a:pt x="145" y="40"/>
                      </a:lnTo>
                      <a:lnTo>
                        <a:pt x="134" y="25"/>
                      </a:lnTo>
                      <a:lnTo>
                        <a:pt x="129" y="20"/>
                      </a:lnTo>
                      <a:lnTo>
                        <a:pt x="123" y="15"/>
                      </a:lnTo>
                      <a:lnTo>
                        <a:pt x="118" y="11"/>
                      </a:lnTo>
                      <a:lnTo>
                        <a:pt x="111" y="8"/>
                      </a:lnTo>
                      <a:lnTo>
                        <a:pt x="105" y="5"/>
                      </a:lnTo>
                      <a:lnTo>
                        <a:pt x="97" y="3"/>
                      </a:lnTo>
                      <a:lnTo>
                        <a:pt x="91" y="1"/>
                      </a:lnTo>
                      <a:lnTo>
                        <a:pt x="8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8" name="Freeform 776"/>
                <p:cNvSpPr>
                  <a:spLocks/>
                </p:cNvSpPr>
                <p:nvPr/>
              </p:nvSpPr>
              <p:spPr bwMode="auto">
                <a:xfrm>
                  <a:off x="5077" y="3426"/>
                  <a:ext cx="28" cy="16"/>
                </a:xfrm>
                <a:custGeom>
                  <a:avLst/>
                  <a:gdLst>
                    <a:gd name="T0" fmla="*/ 0 w 143"/>
                    <a:gd name="T1" fmla="*/ 0 h 81"/>
                    <a:gd name="T2" fmla="*/ 0 w 143"/>
                    <a:gd name="T3" fmla="*/ 0 h 81"/>
                    <a:gd name="T4" fmla="*/ 0 w 143"/>
                    <a:gd name="T5" fmla="*/ 0 h 81"/>
                    <a:gd name="T6" fmla="*/ 0 w 143"/>
                    <a:gd name="T7" fmla="*/ 0 h 81"/>
                    <a:gd name="T8" fmla="*/ 0 w 143"/>
                    <a:gd name="T9" fmla="*/ 0 h 81"/>
                    <a:gd name="T10" fmla="*/ 0 w 143"/>
                    <a:gd name="T11" fmla="*/ 0 h 81"/>
                    <a:gd name="T12" fmla="*/ 0 w 143"/>
                    <a:gd name="T13" fmla="*/ 0 h 81"/>
                    <a:gd name="T14" fmla="*/ 0 w 143"/>
                    <a:gd name="T15" fmla="*/ 0 h 81"/>
                    <a:gd name="T16" fmla="*/ 0 w 143"/>
                    <a:gd name="T17" fmla="*/ 0 h 81"/>
                    <a:gd name="T18" fmla="*/ 0 w 143"/>
                    <a:gd name="T19" fmla="*/ 0 h 81"/>
                    <a:gd name="T20" fmla="*/ 0 w 143"/>
                    <a:gd name="T21" fmla="*/ 0 h 81"/>
                    <a:gd name="T22" fmla="*/ 0 w 143"/>
                    <a:gd name="T23" fmla="*/ 0 h 81"/>
                    <a:gd name="T24" fmla="*/ 0 w 143"/>
                    <a:gd name="T25" fmla="*/ 0 h 81"/>
                    <a:gd name="T26" fmla="*/ 0 w 143"/>
                    <a:gd name="T27" fmla="*/ 0 h 81"/>
                    <a:gd name="T28" fmla="*/ 0 w 143"/>
                    <a:gd name="T29" fmla="*/ 0 h 81"/>
                    <a:gd name="T30" fmla="*/ 0 w 143"/>
                    <a:gd name="T31" fmla="*/ 0 h 81"/>
                    <a:gd name="T32" fmla="*/ 0 w 143"/>
                    <a:gd name="T33" fmla="*/ 0 h 81"/>
                    <a:gd name="T34" fmla="*/ 0 w 143"/>
                    <a:gd name="T35" fmla="*/ 0 h 81"/>
                    <a:gd name="T36" fmla="*/ 0 w 143"/>
                    <a:gd name="T37" fmla="*/ 0 h 81"/>
                    <a:gd name="T38" fmla="*/ 0 w 143"/>
                    <a:gd name="T39" fmla="*/ 0 h 81"/>
                    <a:gd name="T40" fmla="*/ 0 w 143"/>
                    <a:gd name="T41" fmla="*/ 0 h 81"/>
                    <a:gd name="T42" fmla="*/ 0 w 143"/>
                    <a:gd name="T43" fmla="*/ 0 h 81"/>
                    <a:gd name="T44" fmla="*/ 0 w 143"/>
                    <a:gd name="T45" fmla="*/ 0 h 81"/>
                    <a:gd name="T46" fmla="*/ 0 w 143"/>
                    <a:gd name="T47" fmla="*/ 0 h 81"/>
                    <a:gd name="T48" fmla="*/ 0 w 143"/>
                    <a:gd name="T49" fmla="*/ 0 h 81"/>
                    <a:gd name="T50" fmla="*/ 0 w 143"/>
                    <a:gd name="T51" fmla="*/ 0 h 81"/>
                    <a:gd name="T52" fmla="*/ 0 w 143"/>
                    <a:gd name="T53" fmla="*/ 0 h 81"/>
                    <a:gd name="T54" fmla="*/ 0 w 143"/>
                    <a:gd name="T55" fmla="*/ 0 h 81"/>
                    <a:gd name="T56" fmla="*/ 0 w 143"/>
                    <a:gd name="T57" fmla="*/ 0 h 81"/>
                    <a:gd name="T58" fmla="*/ 0 w 143"/>
                    <a:gd name="T59" fmla="*/ 0 h 81"/>
                    <a:gd name="T60" fmla="*/ 0 w 143"/>
                    <a:gd name="T61" fmla="*/ 0 h 81"/>
                    <a:gd name="T62" fmla="*/ 0 w 143"/>
                    <a:gd name="T63" fmla="*/ 0 h 81"/>
                    <a:gd name="T64" fmla="*/ 0 w 143"/>
                    <a:gd name="T65" fmla="*/ 0 h 81"/>
                    <a:gd name="T66" fmla="*/ 0 w 143"/>
                    <a:gd name="T67" fmla="*/ 0 h 81"/>
                    <a:gd name="T68" fmla="*/ 0 w 143"/>
                    <a:gd name="T69" fmla="*/ 0 h 81"/>
                    <a:gd name="T70" fmla="*/ 0 w 143"/>
                    <a:gd name="T71" fmla="*/ 0 h 81"/>
                    <a:gd name="T72" fmla="*/ 0 w 143"/>
                    <a:gd name="T73" fmla="*/ 0 h 81"/>
                    <a:gd name="T74" fmla="*/ 0 w 143"/>
                    <a:gd name="T75" fmla="*/ 0 h 81"/>
                    <a:gd name="T76" fmla="*/ 0 w 143"/>
                    <a:gd name="T77" fmla="*/ 0 h 81"/>
                    <a:gd name="T78" fmla="*/ 0 w 143"/>
                    <a:gd name="T79" fmla="*/ 0 h 81"/>
                    <a:gd name="T80" fmla="*/ 0 w 143"/>
                    <a:gd name="T81" fmla="*/ 0 h 81"/>
                    <a:gd name="T82" fmla="*/ 0 w 143"/>
                    <a:gd name="T83" fmla="*/ 0 h 81"/>
                    <a:gd name="T84" fmla="*/ 0 w 143"/>
                    <a:gd name="T85" fmla="*/ 0 h 81"/>
                    <a:gd name="T86" fmla="*/ 0 w 143"/>
                    <a:gd name="T87" fmla="*/ 0 h 81"/>
                    <a:gd name="T88" fmla="*/ 0 w 143"/>
                    <a:gd name="T89" fmla="*/ 0 h 81"/>
                    <a:gd name="T90" fmla="*/ 0 w 143"/>
                    <a:gd name="T91" fmla="*/ 0 h 81"/>
                    <a:gd name="T92" fmla="*/ 0 w 143"/>
                    <a:gd name="T93" fmla="*/ 0 h 81"/>
                    <a:gd name="T94" fmla="*/ 0 w 143"/>
                    <a:gd name="T95" fmla="*/ 0 h 81"/>
                    <a:gd name="T96" fmla="*/ 0 w 143"/>
                    <a:gd name="T97" fmla="*/ 0 h 81"/>
                    <a:gd name="T98" fmla="*/ 0 w 143"/>
                    <a:gd name="T99" fmla="*/ 0 h 81"/>
                    <a:gd name="T100" fmla="*/ 0 w 143"/>
                    <a:gd name="T101" fmla="*/ 0 h 81"/>
                    <a:gd name="T102" fmla="*/ 0 w 143"/>
                    <a:gd name="T103" fmla="*/ 0 h 81"/>
                    <a:gd name="T104" fmla="*/ 0 w 143"/>
                    <a:gd name="T105" fmla="*/ 0 h 8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3"/>
                    <a:gd name="T160" fmla="*/ 0 h 81"/>
                    <a:gd name="T161" fmla="*/ 143 w 143"/>
                    <a:gd name="T162" fmla="*/ 81 h 8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3" h="81">
                      <a:moveTo>
                        <a:pt x="75" y="0"/>
                      </a:moveTo>
                      <a:lnTo>
                        <a:pt x="82" y="1"/>
                      </a:lnTo>
                      <a:lnTo>
                        <a:pt x="88" y="2"/>
                      </a:lnTo>
                      <a:lnTo>
                        <a:pt x="94" y="4"/>
                      </a:lnTo>
                      <a:lnTo>
                        <a:pt x="100" y="6"/>
                      </a:lnTo>
                      <a:lnTo>
                        <a:pt x="105" y="10"/>
                      </a:lnTo>
                      <a:lnTo>
                        <a:pt x="111" y="13"/>
                      </a:lnTo>
                      <a:lnTo>
                        <a:pt x="116" y="17"/>
                      </a:lnTo>
                      <a:lnTo>
                        <a:pt x="122" y="22"/>
                      </a:lnTo>
                      <a:lnTo>
                        <a:pt x="130" y="34"/>
                      </a:lnTo>
                      <a:lnTo>
                        <a:pt x="137" y="47"/>
                      </a:lnTo>
                      <a:lnTo>
                        <a:pt x="141" y="61"/>
                      </a:lnTo>
                      <a:lnTo>
                        <a:pt x="143" y="76"/>
                      </a:lnTo>
                      <a:lnTo>
                        <a:pt x="140" y="75"/>
                      </a:lnTo>
                      <a:lnTo>
                        <a:pt x="137" y="75"/>
                      </a:lnTo>
                      <a:lnTo>
                        <a:pt x="132" y="75"/>
                      </a:lnTo>
                      <a:lnTo>
                        <a:pt x="128" y="75"/>
                      </a:lnTo>
                      <a:lnTo>
                        <a:pt x="124" y="75"/>
                      </a:lnTo>
                      <a:lnTo>
                        <a:pt x="121" y="77"/>
                      </a:lnTo>
                      <a:lnTo>
                        <a:pt x="117" y="79"/>
                      </a:lnTo>
                      <a:lnTo>
                        <a:pt x="115" y="81"/>
                      </a:lnTo>
                      <a:lnTo>
                        <a:pt x="114" y="71"/>
                      </a:lnTo>
                      <a:lnTo>
                        <a:pt x="111" y="62"/>
                      </a:lnTo>
                      <a:lnTo>
                        <a:pt x="108" y="55"/>
                      </a:lnTo>
                      <a:lnTo>
                        <a:pt x="102" y="47"/>
                      </a:lnTo>
                      <a:lnTo>
                        <a:pt x="96" y="42"/>
                      </a:lnTo>
                      <a:lnTo>
                        <a:pt x="89" y="38"/>
                      </a:lnTo>
                      <a:lnTo>
                        <a:pt x="81" y="34"/>
                      </a:lnTo>
                      <a:lnTo>
                        <a:pt x="73" y="33"/>
                      </a:lnTo>
                      <a:lnTo>
                        <a:pt x="66" y="34"/>
                      </a:lnTo>
                      <a:lnTo>
                        <a:pt x="58" y="35"/>
                      </a:lnTo>
                      <a:lnTo>
                        <a:pt x="50" y="40"/>
                      </a:lnTo>
                      <a:lnTo>
                        <a:pt x="44" y="45"/>
                      </a:lnTo>
                      <a:lnTo>
                        <a:pt x="37" y="53"/>
                      </a:lnTo>
                      <a:lnTo>
                        <a:pt x="32" y="60"/>
                      </a:lnTo>
                      <a:lnTo>
                        <a:pt x="29" y="70"/>
                      </a:lnTo>
                      <a:lnTo>
                        <a:pt x="27" y="80"/>
                      </a:lnTo>
                      <a:lnTo>
                        <a:pt x="25" y="79"/>
                      </a:lnTo>
                      <a:lnTo>
                        <a:pt x="21" y="76"/>
                      </a:lnTo>
                      <a:lnTo>
                        <a:pt x="18" y="74"/>
                      </a:lnTo>
                      <a:lnTo>
                        <a:pt x="15" y="72"/>
                      </a:lnTo>
                      <a:lnTo>
                        <a:pt x="12" y="70"/>
                      </a:lnTo>
                      <a:lnTo>
                        <a:pt x="7" y="69"/>
                      </a:lnTo>
                      <a:lnTo>
                        <a:pt x="3" y="69"/>
                      </a:lnTo>
                      <a:lnTo>
                        <a:pt x="0" y="70"/>
                      </a:lnTo>
                      <a:lnTo>
                        <a:pt x="3" y="55"/>
                      </a:lnTo>
                      <a:lnTo>
                        <a:pt x="9" y="42"/>
                      </a:lnTo>
                      <a:lnTo>
                        <a:pt x="17" y="29"/>
                      </a:lnTo>
                      <a:lnTo>
                        <a:pt x="27" y="18"/>
                      </a:lnTo>
                      <a:lnTo>
                        <a:pt x="36" y="11"/>
                      </a:lnTo>
                      <a:lnTo>
                        <a:pt x="49" y="4"/>
                      </a:lnTo>
                      <a:lnTo>
                        <a:pt x="61" y="1"/>
                      </a:lnTo>
                      <a:lnTo>
                        <a:pt x="75" y="0"/>
                      </a:lnTo>
                      <a:close/>
                    </a:path>
                  </a:pathLst>
                </a:custGeom>
                <a:solidFill>
                  <a:srgbClr val="AAB7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29" name="Freeform 777"/>
                <p:cNvSpPr>
                  <a:spLocks/>
                </p:cNvSpPr>
                <p:nvPr/>
              </p:nvSpPr>
              <p:spPr bwMode="auto">
                <a:xfrm>
                  <a:off x="5083" y="3434"/>
                  <a:ext cx="16" cy="18"/>
                </a:xfrm>
                <a:custGeom>
                  <a:avLst/>
                  <a:gdLst>
                    <a:gd name="T0" fmla="*/ 0 w 76"/>
                    <a:gd name="T1" fmla="*/ 0 h 89"/>
                    <a:gd name="T2" fmla="*/ 0 w 76"/>
                    <a:gd name="T3" fmla="*/ 0 h 89"/>
                    <a:gd name="T4" fmla="*/ 0 w 76"/>
                    <a:gd name="T5" fmla="*/ 0 h 89"/>
                    <a:gd name="T6" fmla="*/ 0 w 76"/>
                    <a:gd name="T7" fmla="*/ 0 h 89"/>
                    <a:gd name="T8" fmla="*/ 0 w 76"/>
                    <a:gd name="T9" fmla="*/ 0 h 89"/>
                    <a:gd name="T10" fmla="*/ 0 w 76"/>
                    <a:gd name="T11" fmla="*/ 0 h 89"/>
                    <a:gd name="T12" fmla="*/ 0 w 76"/>
                    <a:gd name="T13" fmla="*/ 0 h 89"/>
                    <a:gd name="T14" fmla="*/ 0 w 76"/>
                    <a:gd name="T15" fmla="*/ 0 h 89"/>
                    <a:gd name="T16" fmla="*/ 0 w 76"/>
                    <a:gd name="T17" fmla="*/ 0 h 89"/>
                    <a:gd name="T18" fmla="*/ 0 w 76"/>
                    <a:gd name="T19" fmla="*/ 0 h 89"/>
                    <a:gd name="T20" fmla="*/ 0 w 76"/>
                    <a:gd name="T21" fmla="*/ 0 h 89"/>
                    <a:gd name="T22" fmla="*/ 0 w 76"/>
                    <a:gd name="T23" fmla="*/ 0 h 89"/>
                    <a:gd name="T24" fmla="*/ 0 w 76"/>
                    <a:gd name="T25" fmla="*/ 0 h 89"/>
                    <a:gd name="T26" fmla="*/ 0 w 76"/>
                    <a:gd name="T27" fmla="*/ 0 h 89"/>
                    <a:gd name="T28" fmla="*/ 0 w 76"/>
                    <a:gd name="T29" fmla="*/ 0 h 89"/>
                    <a:gd name="T30" fmla="*/ 0 w 76"/>
                    <a:gd name="T31" fmla="*/ 0 h 89"/>
                    <a:gd name="T32" fmla="*/ 0 w 76"/>
                    <a:gd name="T33" fmla="*/ 0 h 89"/>
                    <a:gd name="T34" fmla="*/ 0 w 76"/>
                    <a:gd name="T35" fmla="*/ 0 h 89"/>
                    <a:gd name="T36" fmla="*/ 0 w 76"/>
                    <a:gd name="T37" fmla="*/ 0 h 89"/>
                    <a:gd name="T38" fmla="*/ 0 w 76"/>
                    <a:gd name="T39" fmla="*/ 0 h 89"/>
                    <a:gd name="T40" fmla="*/ 0 w 76"/>
                    <a:gd name="T41" fmla="*/ 0 h 89"/>
                    <a:gd name="T42" fmla="*/ 0 w 76"/>
                    <a:gd name="T43" fmla="*/ 0 h 89"/>
                    <a:gd name="T44" fmla="*/ 0 w 76"/>
                    <a:gd name="T45" fmla="*/ 0 h 89"/>
                    <a:gd name="T46" fmla="*/ 0 w 76"/>
                    <a:gd name="T47" fmla="*/ 0 h 89"/>
                    <a:gd name="T48" fmla="*/ 0 w 76"/>
                    <a:gd name="T49" fmla="*/ 0 h 89"/>
                    <a:gd name="T50" fmla="*/ 0 w 76"/>
                    <a:gd name="T51" fmla="*/ 0 h 89"/>
                    <a:gd name="T52" fmla="*/ 0 w 76"/>
                    <a:gd name="T53" fmla="*/ 0 h 89"/>
                    <a:gd name="T54" fmla="*/ 0 w 76"/>
                    <a:gd name="T55" fmla="*/ 0 h 89"/>
                    <a:gd name="T56" fmla="*/ 0 w 76"/>
                    <a:gd name="T57" fmla="*/ 0 h 89"/>
                    <a:gd name="T58" fmla="*/ 0 w 76"/>
                    <a:gd name="T59" fmla="*/ 0 h 89"/>
                    <a:gd name="T60" fmla="*/ 0 w 76"/>
                    <a:gd name="T61" fmla="*/ 0 h 89"/>
                    <a:gd name="T62" fmla="*/ 0 w 76"/>
                    <a:gd name="T63" fmla="*/ 0 h 89"/>
                    <a:gd name="T64" fmla="*/ 0 w 76"/>
                    <a:gd name="T65" fmla="*/ 0 h 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89"/>
                    <a:gd name="T101" fmla="*/ 76 w 76"/>
                    <a:gd name="T102" fmla="*/ 89 h 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89">
                      <a:moveTo>
                        <a:pt x="76" y="47"/>
                      </a:moveTo>
                      <a:lnTo>
                        <a:pt x="75" y="57"/>
                      </a:lnTo>
                      <a:lnTo>
                        <a:pt x="71" y="65"/>
                      </a:lnTo>
                      <a:lnTo>
                        <a:pt x="66" y="73"/>
                      </a:lnTo>
                      <a:lnTo>
                        <a:pt x="61" y="79"/>
                      </a:lnTo>
                      <a:lnTo>
                        <a:pt x="55" y="84"/>
                      </a:lnTo>
                      <a:lnTo>
                        <a:pt x="49" y="87"/>
                      </a:lnTo>
                      <a:lnTo>
                        <a:pt x="42" y="89"/>
                      </a:lnTo>
                      <a:lnTo>
                        <a:pt x="36" y="89"/>
                      </a:lnTo>
                      <a:lnTo>
                        <a:pt x="28" y="88"/>
                      </a:lnTo>
                      <a:lnTo>
                        <a:pt x="21" y="85"/>
                      </a:lnTo>
                      <a:lnTo>
                        <a:pt x="15" y="81"/>
                      </a:lnTo>
                      <a:lnTo>
                        <a:pt x="10" y="75"/>
                      </a:lnTo>
                      <a:lnTo>
                        <a:pt x="6" y="68"/>
                      </a:lnTo>
                      <a:lnTo>
                        <a:pt x="2" y="60"/>
                      </a:lnTo>
                      <a:lnTo>
                        <a:pt x="0" y="51"/>
                      </a:lnTo>
                      <a:lnTo>
                        <a:pt x="0" y="43"/>
                      </a:lnTo>
                      <a:lnTo>
                        <a:pt x="1" y="33"/>
                      </a:lnTo>
                      <a:lnTo>
                        <a:pt x="4" y="24"/>
                      </a:lnTo>
                      <a:lnTo>
                        <a:pt x="10" y="16"/>
                      </a:lnTo>
                      <a:lnTo>
                        <a:pt x="15" y="9"/>
                      </a:lnTo>
                      <a:lnTo>
                        <a:pt x="21" y="5"/>
                      </a:lnTo>
                      <a:lnTo>
                        <a:pt x="27" y="2"/>
                      </a:lnTo>
                      <a:lnTo>
                        <a:pt x="34" y="1"/>
                      </a:lnTo>
                      <a:lnTo>
                        <a:pt x="40" y="0"/>
                      </a:lnTo>
                      <a:lnTo>
                        <a:pt x="47" y="1"/>
                      </a:lnTo>
                      <a:lnTo>
                        <a:pt x="53" y="4"/>
                      </a:lnTo>
                      <a:lnTo>
                        <a:pt x="58" y="7"/>
                      </a:lnTo>
                      <a:lnTo>
                        <a:pt x="64" y="12"/>
                      </a:lnTo>
                      <a:lnTo>
                        <a:pt x="69" y="19"/>
                      </a:lnTo>
                      <a:lnTo>
                        <a:pt x="73" y="28"/>
                      </a:lnTo>
                      <a:lnTo>
                        <a:pt x="76" y="37"/>
                      </a:lnTo>
                      <a:lnTo>
                        <a:pt x="76" y="47"/>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0" name="Freeform 778"/>
                <p:cNvSpPr>
                  <a:spLocks/>
                </p:cNvSpPr>
                <p:nvPr/>
              </p:nvSpPr>
              <p:spPr bwMode="auto">
                <a:xfrm>
                  <a:off x="5077" y="3441"/>
                  <a:ext cx="28" cy="19"/>
                </a:xfrm>
                <a:custGeom>
                  <a:avLst/>
                  <a:gdLst>
                    <a:gd name="T0" fmla="*/ 0 w 144"/>
                    <a:gd name="T1" fmla="*/ 0 h 94"/>
                    <a:gd name="T2" fmla="*/ 0 w 144"/>
                    <a:gd name="T3" fmla="*/ 0 h 94"/>
                    <a:gd name="T4" fmla="*/ 0 w 144"/>
                    <a:gd name="T5" fmla="*/ 0 h 94"/>
                    <a:gd name="T6" fmla="*/ 0 w 144"/>
                    <a:gd name="T7" fmla="*/ 0 h 94"/>
                    <a:gd name="T8" fmla="*/ 0 w 144"/>
                    <a:gd name="T9" fmla="*/ 0 h 94"/>
                    <a:gd name="T10" fmla="*/ 0 w 144"/>
                    <a:gd name="T11" fmla="*/ 0 h 94"/>
                    <a:gd name="T12" fmla="*/ 0 w 144"/>
                    <a:gd name="T13" fmla="*/ 0 h 94"/>
                    <a:gd name="T14" fmla="*/ 0 w 144"/>
                    <a:gd name="T15" fmla="*/ 0 h 94"/>
                    <a:gd name="T16" fmla="*/ 0 w 144"/>
                    <a:gd name="T17" fmla="*/ 0 h 94"/>
                    <a:gd name="T18" fmla="*/ 0 w 144"/>
                    <a:gd name="T19" fmla="*/ 0 h 94"/>
                    <a:gd name="T20" fmla="*/ 0 w 144"/>
                    <a:gd name="T21" fmla="*/ 0 h 94"/>
                    <a:gd name="T22" fmla="*/ 0 w 144"/>
                    <a:gd name="T23" fmla="*/ 0 h 94"/>
                    <a:gd name="T24" fmla="*/ 0 w 144"/>
                    <a:gd name="T25" fmla="*/ 0 h 94"/>
                    <a:gd name="T26" fmla="*/ 0 w 144"/>
                    <a:gd name="T27" fmla="*/ 0 h 94"/>
                    <a:gd name="T28" fmla="*/ 0 w 144"/>
                    <a:gd name="T29" fmla="*/ 0 h 94"/>
                    <a:gd name="T30" fmla="*/ 0 w 144"/>
                    <a:gd name="T31" fmla="*/ 0 h 94"/>
                    <a:gd name="T32" fmla="*/ 0 w 144"/>
                    <a:gd name="T33" fmla="*/ 0 h 94"/>
                    <a:gd name="T34" fmla="*/ 0 w 144"/>
                    <a:gd name="T35" fmla="*/ 0 h 94"/>
                    <a:gd name="T36" fmla="*/ 0 w 144"/>
                    <a:gd name="T37" fmla="*/ 0 h 94"/>
                    <a:gd name="T38" fmla="*/ 0 w 144"/>
                    <a:gd name="T39" fmla="*/ 0 h 94"/>
                    <a:gd name="T40" fmla="*/ 0 w 144"/>
                    <a:gd name="T41" fmla="*/ 0 h 94"/>
                    <a:gd name="T42" fmla="*/ 0 w 144"/>
                    <a:gd name="T43" fmla="*/ 0 h 94"/>
                    <a:gd name="T44" fmla="*/ 0 w 144"/>
                    <a:gd name="T45" fmla="*/ 0 h 94"/>
                    <a:gd name="T46" fmla="*/ 0 w 144"/>
                    <a:gd name="T47" fmla="*/ 0 h 94"/>
                    <a:gd name="T48" fmla="*/ 0 w 144"/>
                    <a:gd name="T49" fmla="*/ 0 h 94"/>
                    <a:gd name="T50" fmla="*/ 0 w 144"/>
                    <a:gd name="T51" fmla="*/ 0 h 94"/>
                    <a:gd name="T52" fmla="*/ 0 w 144"/>
                    <a:gd name="T53" fmla="*/ 0 h 94"/>
                    <a:gd name="T54" fmla="*/ 0 w 144"/>
                    <a:gd name="T55" fmla="*/ 0 h 94"/>
                    <a:gd name="T56" fmla="*/ 0 w 144"/>
                    <a:gd name="T57" fmla="*/ 0 h 94"/>
                    <a:gd name="T58" fmla="*/ 0 w 144"/>
                    <a:gd name="T59" fmla="*/ 0 h 94"/>
                    <a:gd name="T60" fmla="*/ 0 w 144"/>
                    <a:gd name="T61" fmla="*/ 0 h 94"/>
                    <a:gd name="T62" fmla="*/ 0 w 144"/>
                    <a:gd name="T63" fmla="*/ 0 h 94"/>
                    <a:gd name="T64" fmla="*/ 0 w 144"/>
                    <a:gd name="T65" fmla="*/ 0 h 94"/>
                    <a:gd name="T66" fmla="*/ 0 w 144"/>
                    <a:gd name="T67" fmla="*/ 0 h 94"/>
                    <a:gd name="T68" fmla="*/ 0 w 144"/>
                    <a:gd name="T69" fmla="*/ 0 h 94"/>
                    <a:gd name="T70" fmla="*/ 0 w 144"/>
                    <a:gd name="T71" fmla="*/ 0 h 94"/>
                    <a:gd name="T72" fmla="*/ 0 w 144"/>
                    <a:gd name="T73" fmla="*/ 0 h 94"/>
                    <a:gd name="T74" fmla="*/ 0 w 144"/>
                    <a:gd name="T75" fmla="*/ 0 h 94"/>
                    <a:gd name="T76" fmla="*/ 0 w 144"/>
                    <a:gd name="T77" fmla="*/ 0 h 94"/>
                    <a:gd name="T78" fmla="*/ 0 w 144"/>
                    <a:gd name="T79" fmla="*/ 0 h 94"/>
                    <a:gd name="T80" fmla="*/ 0 w 144"/>
                    <a:gd name="T81" fmla="*/ 0 h 94"/>
                    <a:gd name="T82" fmla="*/ 0 w 144"/>
                    <a:gd name="T83" fmla="*/ 0 h 94"/>
                    <a:gd name="T84" fmla="*/ 0 w 144"/>
                    <a:gd name="T85" fmla="*/ 0 h 94"/>
                    <a:gd name="T86" fmla="*/ 0 w 144"/>
                    <a:gd name="T87" fmla="*/ 0 h 94"/>
                    <a:gd name="T88" fmla="*/ 0 w 144"/>
                    <a:gd name="T89" fmla="*/ 0 h 94"/>
                    <a:gd name="T90" fmla="*/ 0 w 144"/>
                    <a:gd name="T91" fmla="*/ 0 h 94"/>
                    <a:gd name="T92" fmla="*/ 0 w 144"/>
                    <a:gd name="T93" fmla="*/ 0 h 94"/>
                    <a:gd name="T94" fmla="*/ 0 w 144"/>
                    <a:gd name="T95" fmla="*/ 0 h 94"/>
                    <a:gd name="T96" fmla="*/ 0 w 144"/>
                    <a:gd name="T97" fmla="*/ 0 h 94"/>
                    <a:gd name="T98" fmla="*/ 0 w 144"/>
                    <a:gd name="T99" fmla="*/ 0 h 94"/>
                    <a:gd name="T100" fmla="*/ 0 w 144"/>
                    <a:gd name="T101" fmla="*/ 0 h 94"/>
                    <a:gd name="T102" fmla="*/ 0 w 144"/>
                    <a:gd name="T103" fmla="*/ 0 h 94"/>
                    <a:gd name="T104" fmla="*/ 0 w 144"/>
                    <a:gd name="T105" fmla="*/ 0 h 94"/>
                    <a:gd name="T106" fmla="*/ 0 w 144"/>
                    <a:gd name="T107" fmla="*/ 0 h 94"/>
                    <a:gd name="T108" fmla="*/ 0 w 144"/>
                    <a:gd name="T109" fmla="*/ 0 h 94"/>
                    <a:gd name="T110" fmla="*/ 0 w 144"/>
                    <a:gd name="T111" fmla="*/ 0 h 94"/>
                    <a:gd name="T112" fmla="*/ 0 w 144"/>
                    <a:gd name="T113" fmla="*/ 0 h 9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4"/>
                    <a:gd name="T172" fmla="*/ 0 h 94"/>
                    <a:gd name="T173" fmla="*/ 144 w 144"/>
                    <a:gd name="T174" fmla="*/ 94 h 9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4" h="94">
                      <a:moveTo>
                        <a:pt x="68" y="94"/>
                      </a:moveTo>
                      <a:lnTo>
                        <a:pt x="54" y="92"/>
                      </a:lnTo>
                      <a:lnTo>
                        <a:pt x="40" y="85"/>
                      </a:lnTo>
                      <a:lnTo>
                        <a:pt x="28" y="77"/>
                      </a:lnTo>
                      <a:lnTo>
                        <a:pt x="18" y="66"/>
                      </a:lnTo>
                      <a:lnTo>
                        <a:pt x="9" y="53"/>
                      </a:lnTo>
                      <a:lnTo>
                        <a:pt x="4" y="38"/>
                      </a:lnTo>
                      <a:lnTo>
                        <a:pt x="1" y="22"/>
                      </a:lnTo>
                      <a:lnTo>
                        <a:pt x="0" y="5"/>
                      </a:lnTo>
                      <a:lnTo>
                        <a:pt x="0" y="4"/>
                      </a:lnTo>
                      <a:lnTo>
                        <a:pt x="0" y="3"/>
                      </a:lnTo>
                      <a:lnTo>
                        <a:pt x="0" y="1"/>
                      </a:lnTo>
                      <a:lnTo>
                        <a:pt x="0" y="0"/>
                      </a:lnTo>
                      <a:lnTo>
                        <a:pt x="3" y="0"/>
                      </a:lnTo>
                      <a:lnTo>
                        <a:pt x="6" y="0"/>
                      </a:lnTo>
                      <a:lnTo>
                        <a:pt x="9" y="0"/>
                      </a:lnTo>
                      <a:lnTo>
                        <a:pt x="13" y="1"/>
                      </a:lnTo>
                      <a:lnTo>
                        <a:pt x="16" y="5"/>
                      </a:lnTo>
                      <a:lnTo>
                        <a:pt x="20" y="7"/>
                      </a:lnTo>
                      <a:lnTo>
                        <a:pt x="24" y="9"/>
                      </a:lnTo>
                      <a:lnTo>
                        <a:pt x="28" y="11"/>
                      </a:lnTo>
                      <a:lnTo>
                        <a:pt x="29" y="21"/>
                      </a:lnTo>
                      <a:lnTo>
                        <a:pt x="31" y="29"/>
                      </a:lnTo>
                      <a:lnTo>
                        <a:pt x="35" y="38"/>
                      </a:lnTo>
                      <a:lnTo>
                        <a:pt x="41" y="45"/>
                      </a:lnTo>
                      <a:lnTo>
                        <a:pt x="46" y="51"/>
                      </a:lnTo>
                      <a:lnTo>
                        <a:pt x="52" y="55"/>
                      </a:lnTo>
                      <a:lnTo>
                        <a:pt x="60" y="59"/>
                      </a:lnTo>
                      <a:lnTo>
                        <a:pt x="69" y="60"/>
                      </a:lnTo>
                      <a:lnTo>
                        <a:pt x="76" y="60"/>
                      </a:lnTo>
                      <a:lnTo>
                        <a:pt x="85" y="57"/>
                      </a:lnTo>
                      <a:lnTo>
                        <a:pt x="92" y="54"/>
                      </a:lnTo>
                      <a:lnTo>
                        <a:pt x="99" y="49"/>
                      </a:lnTo>
                      <a:lnTo>
                        <a:pt x="105" y="41"/>
                      </a:lnTo>
                      <a:lnTo>
                        <a:pt x="111" y="32"/>
                      </a:lnTo>
                      <a:lnTo>
                        <a:pt x="114" y="23"/>
                      </a:lnTo>
                      <a:lnTo>
                        <a:pt x="116" y="12"/>
                      </a:lnTo>
                      <a:lnTo>
                        <a:pt x="118" y="11"/>
                      </a:lnTo>
                      <a:lnTo>
                        <a:pt x="122" y="9"/>
                      </a:lnTo>
                      <a:lnTo>
                        <a:pt x="126" y="7"/>
                      </a:lnTo>
                      <a:lnTo>
                        <a:pt x="130" y="6"/>
                      </a:lnTo>
                      <a:lnTo>
                        <a:pt x="134" y="6"/>
                      </a:lnTo>
                      <a:lnTo>
                        <a:pt x="139" y="6"/>
                      </a:lnTo>
                      <a:lnTo>
                        <a:pt x="142" y="7"/>
                      </a:lnTo>
                      <a:lnTo>
                        <a:pt x="144" y="7"/>
                      </a:lnTo>
                      <a:lnTo>
                        <a:pt x="144" y="8"/>
                      </a:lnTo>
                      <a:lnTo>
                        <a:pt x="144" y="10"/>
                      </a:lnTo>
                      <a:lnTo>
                        <a:pt x="144" y="11"/>
                      </a:lnTo>
                      <a:lnTo>
                        <a:pt x="144" y="12"/>
                      </a:lnTo>
                      <a:lnTo>
                        <a:pt x="142" y="29"/>
                      </a:lnTo>
                      <a:lnTo>
                        <a:pt x="137" y="46"/>
                      </a:lnTo>
                      <a:lnTo>
                        <a:pt x="129" y="60"/>
                      </a:lnTo>
                      <a:lnTo>
                        <a:pt x="120" y="71"/>
                      </a:lnTo>
                      <a:lnTo>
                        <a:pt x="109" y="81"/>
                      </a:lnTo>
                      <a:lnTo>
                        <a:pt x="96" y="89"/>
                      </a:lnTo>
                      <a:lnTo>
                        <a:pt x="83" y="93"/>
                      </a:lnTo>
                      <a:lnTo>
                        <a:pt x="68" y="9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1" name="Freeform 779"/>
                <p:cNvSpPr>
                  <a:spLocks/>
                </p:cNvSpPr>
                <p:nvPr/>
              </p:nvSpPr>
              <p:spPr bwMode="auto">
                <a:xfrm>
                  <a:off x="5084" y="3435"/>
                  <a:ext cx="14" cy="16"/>
                </a:xfrm>
                <a:custGeom>
                  <a:avLst/>
                  <a:gdLst>
                    <a:gd name="T0" fmla="*/ 0 w 69"/>
                    <a:gd name="T1" fmla="*/ 0 h 81"/>
                    <a:gd name="T2" fmla="*/ 0 w 69"/>
                    <a:gd name="T3" fmla="*/ 0 h 81"/>
                    <a:gd name="T4" fmla="*/ 0 w 69"/>
                    <a:gd name="T5" fmla="*/ 0 h 81"/>
                    <a:gd name="T6" fmla="*/ 0 w 69"/>
                    <a:gd name="T7" fmla="*/ 0 h 81"/>
                    <a:gd name="T8" fmla="*/ 0 w 69"/>
                    <a:gd name="T9" fmla="*/ 0 h 81"/>
                    <a:gd name="T10" fmla="*/ 0 w 69"/>
                    <a:gd name="T11" fmla="*/ 0 h 81"/>
                    <a:gd name="T12" fmla="*/ 0 w 69"/>
                    <a:gd name="T13" fmla="*/ 0 h 81"/>
                    <a:gd name="T14" fmla="*/ 0 w 69"/>
                    <a:gd name="T15" fmla="*/ 0 h 81"/>
                    <a:gd name="T16" fmla="*/ 0 w 69"/>
                    <a:gd name="T17" fmla="*/ 0 h 81"/>
                    <a:gd name="T18" fmla="*/ 0 w 69"/>
                    <a:gd name="T19" fmla="*/ 0 h 81"/>
                    <a:gd name="T20" fmla="*/ 0 w 69"/>
                    <a:gd name="T21" fmla="*/ 0 h 81"/>
                    <a:gd name="T22" fmla="*/ 0 w 69"/>
                    <a:gd name="T23" fmla="*/ 0 h 81"/>
                    <a:gd name="T24" fmla="*/ 0 w 69"/>
                    <a:gd name="T25" fmla="*/ 0 h 81"/>
                    <a:gd name="T26" fmla="*/ 0 w 69"/>
                    <a:gd name="T27" fmla="*/ 0 h 81"/>
                    <a:gd name="T28" fmla="*/ 0 w 69"/>
                    <a:gd name="T29" fmla="*/ 0 h 81"/>
                    <a:gd name="T30" fmla="*/ 0 w 69"/>
                    <a:gd name="T31" fmla="*/ 0 h 81"/>
                    <a:gd name="T32" fmla="*/ 0 w 69"/>
                    <a:gd name="T33" fmla="*/ 0 h 81"/>
                    <a:gd name="T34" fmla="*/ 0 w 69"/>
                    <a:gd name="T35" fmla="*/ 0 h 81"/>
                    <a:gd name="T36" fmla="*/ 0 w 69"/>
                    <a:gd name="T37" fmla="*/ 0 h 81"/>
                    <a:gd name="T38" fmla="*/ 0 w 69"/>
                    <a:gd name="T39" fmla="*/ 0 h 81"/>
                    <a:gd name="T40" fmla="*/ 0 w 69"/>
                    <a:gd name="T41" fmla="*/ 0 h 81"/>
                    <a:gd name="T42" fmla="*/ 0 w 69"/>
                    <a:gd name="T43" fmla="*/ 0 h 81"/>
                    <a:gd name="T44" fmla="*/ 0 w 69"/>
                    <a:gd name="T45" fmla="*/ 0 h 81"/>
                    <a:gd name="T46" fmla="*/ 0 w 69"/>
                    <a:gd name="T47" fmla="*/ 0 h 81"/>
                    <a:gd name="T48" fmla="*/ 0 w 69"/>
                    <a:gd name="T49" fmla="*/ 0 h 81"/>
                    <a:gd name="T50" fmla="*/ 0 w 69"/>
                    <a:gd name="T51" fmla="*/ 0 h 81"/>
                    <a:gd name="T52" fmla="*/ 0 w 69"/>
                    <a:gd name="T53" fmla="*/ 0 h 81"/>
                    <a:gd name="T54" fmla="*/ 0 w 69"/>
                    <a:gd name="T55" fmla="*/ 0 h 81"/>
                    <a:gd name="T56" fmla="*/ 0 w 69"/>
                    <a:gd name="T57" fmla="*/ 0 h 81"/>
                    <a:gd name="T58" fmla="*/ 0 w 69"/>
                    <a:gd name="T59" fmla="*/ 0 h 81"/>
                    <a:gd name="T60" fmla="*/ 0 w 69"/>
                    <a:gd name="T61" fmla="*/ 0 h 81"/>
                    <a:gd name="T62" fmla="*/ 0 w 69"/>
                    <a:gd name="T63" fmla="*/ 0 h 81"/>
                    <a:gd name="T64" fmla="*/ 0 w 69"/>
                    <a:gd name="T65" fmla="*/ 0 h 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9"/>
                    <a:gd name="T100" fmla="*/ 0 h 81"/>
                    <a:gd name="T101" fmla="*/ 69 w 69"/>
                    <a:gd name="T102" fmla="*/ 81 h 8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9" h="81">
                      <a:moveTo>
                        <a:pt x="37" y="0"/>
                      </a:moveTo>
                      <a:lnTo>
                        <a:pt x="30" y="0"/>
                      </a:lnTo>
                      <a:lnTo>
                        <a:pt x="23" y="2"/>
                      </a:lnTo>
                      <a:lnTo>
                        <a:pt x="18" y="5"/>
                      </a:lnTo>
                      <a:lnTo>
                        <a:pt x="12" y="11"/>
                      </a:lnTo>
                      <a:lnTo>
                        <a:pt x="7" y="16"/>
                      </a:lnTo>
                      <a:lnTo>
                        <a:pt x="4" y="23"/>
                      </a:lnTo>
                      <a:lnTo>
                        <a:pt x="1" y="30"/>
                      </a:lnTo>
                      <a:lnTo>
                        <a:pt x="0" y="39"/>
                      </a:lnTo>
                      <a:lnTo>
                        <a:pt x="0" y="47"/>
                      </a:lnTo>
                      <a:lnTo>
                        <a:pt x="1" y="55"/>
                      </a:lnTo>
                      <a:lnTo>
                        <a:pt x="5" y="61"/>
                      </a:lnTo>
                      <a:lnTo>
                        <a:pt x="9" y="68"/>
                      </a:lnTo>
                      <a:lnTo>
                        <a:pt x="13" y="73"/>
                      </a:lnTo>
                      <a:lnTo>
                        <a:pt x="19" y="77"/>
                      </a:lnTo>
                      <a:lnTo>
                        <a:pt x="25" y="80"/>
                      </a:lnTo>
                      <a:lnTo>
                        <a:pt x="33" y="81"/>
                      </a:lnTo>
                      <a:lnTo>
                        <a:pt x="40" y="81"/>
                      </a:lnTo>
                      <a:lnTo>
                        <a:pt x="47" y="79"/>
                      </a:lnTo>
                      <a:lnTo>
                        <a:pt x="52" y="75"/>
                      </a:lnTo>
                      <a:lnTo>
                        <a:pt x="58" y="70"/>
                      </a:lnTo>
                      <a:lnTo>
                        <a:pt x="63" y="65"/>
                      </a:lnTo>
                      <a:lnTo>
                        <a:pt x="66" y="58"/>
                      </a:lnTo>
                      <a:lnTo>
                        <a:pt x="68" y="51"/>
                      </a:lnTo>
                      <a:lnTo>
                        <a:pt x="69" y="42"/>
                      </a:lnTo>
                      <a:lnTo>
                        <a:pt x="69" y="33"/>
                      </a:lnTo>
                      <a:lnTo>
                        <a:pt x="67" y="26"/>
                      </a:lnTo>
                      <a:lnTo>
                        <a:pt x="64" y="18"/>
                      </a:lnTo>
                      <a:lnTo>
                        <a:pt x="60" y="12"/>
                      </a:lnTo>
                      <a:lnTo>
                        <a:pt x="54" y="6"/>
                      </a:lnTo>
                      <a:lnTo>
                        <a:pt x="49" y="3"/>
                      </a:lnTo>
                      <a:lnTo>
                        <a:pt x="44" y="1"/>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2" name="Freeform 780"/>
                <p:cNvSpPr>
                  <a:spLocks/>
                </p:cNvSpPr>
                <p:nvPr/>
              </p:nvSpPr>
              <p:spPr bwMode="auto">
                <a:xfrm>
                  <a:off x="5085" y="3435"/>
                  <a:ext cx="12" cy="13"/>
                </a:xfrm>
                <a:custGeom>
                  <a:avLst/>
                  <a:gdLst>
                    <a:gd name="T0" fmla="*/ 0 w 58"/>
                    <a:gd name="T1" fmla="*/ 0 h 68"/>
                    <a:gd name="T2" fmla="*/ 0 w 58"/>
                    <a:gd name="T3" fmla="*/ 0 h 68"/>
                    <a:gd name="T4" fmla="*/ 0 w 58"/>
                    <a:gd name="T5" fmla="*/ 0 h 68"/>
                    <a:gd name="T6" fmla="*/ 0 w 58"/>
                    <a:gd name="T7" fmla="*/ 0 h 68"/>
                    <a:gd name="T8" fmla="*/ 0 w 58"/>
                    <a:gd name="T9" fmla="*/ 0 h 68"/>
                    <a:gd name="T10" fmla="*/ 0 w 58"/>
                    <a:gd name="T11" fmla="*/ 0 h 68"/>
                    <a:gd name="T12" fmla="*/ 0 w 58"/>
                    <a:gd name="T13" fmla="*/ 0 h 68"/>
                    <a:gd name="T14" fmla="*/ 0 w 58"/>
                    <a:gd name="T15" fmla="*/ 0 h 68"/>
                    <a:gd name="T16" fmla="*/ 0 w 58"/>
                    <a:gd name="T17" fmla="*/ 0 h 68"/>
                    <a:gd name="T18" fmla="*/ 0 w 58"/>
                    <a:gd name="T19" fmla="*/ 0 h 68"/>
                    <a:gd name="T20" fmla="*/ 0 w 58"/>
                    <a:gd name="T21" fmla="*/ 0 h 68"/>
                    <a:gd name="T22" fmla="*/ 0 w 58"/>
                    <a:gd name="T23" fmla="*/ 0 h 68"/>
                    <a:gd name="T24" fmla="*/ 0 w 58"/>
                    <a:gd name="T25" fmla="*/ 0 h 68"/>
                    <a:gd name="T26" fmla="*/ 0 w 58"/>
                    <a:gd name="T27" fmla="*/ 0 h 68"/>
                    <a:gd name="T28" fmla="*/ 0 w 58"/>
                    <a:gd name="T29" fmla="*/ 0 h 68"/>
                    <a:gd name="T30" fmla="*/ 0 w 58"/>
                    <a:gd name="T31" fmla="*/ 0 h 68"/>
                    <a:gd name="T32" fmla="*/ 0 w 58"/>
                    <a:gd name="T33" fmla="*/ 0 h 68"/>
                    <a:gd name="T34" fmla="*/ 0 w 58"/>
                    <a:gd name="T35" fmla="*/ 0 h 68"/>
                    <a:gd name="T36" fmla="*/ 0 w 58"/>
                    <a:gd name="T37" fmla="*/ 0 h 68"/>
                    <a:gd name="T38" fmla="*/ 0 w 58"/>
                    <a:gd name="T39" fmla="*/ 0 h 68"/>
                    <a:gd name="T40" fmla="*/ 0 w 58"/>
                    <a:gd name="T41" fmla="*/ 0 h 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8"/>
                    <a:gd name="T64" fmla="*/ 0 h 68"/>
                    <a:gd name="T65" fmla="*/ 58 w 58"/>
                    <a:gd name="T66" fmla="*/ 68 h 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8" h="68">
                      <a:moveTo>
                        <a:pt x="27" y="68"/>
                      </a:moveTo>
                      <a:lnTo>
                        <a:pt x="16" y="65"/>
                      </a:lnTo>
                      <a:lnTo>
                        <a:pt x="7" y="56"/>
                      </a:lnTo>
                      <a:lnTo>
                        <a:pt x="2" y="45"/>
                      </a:lnTo>
                      <a:lnTo>
                        <a:pt x="0" y="32"/>
                      </a:lnTo>
                      <a:lnTo>
                        <a:pt x="3" y="19"/>
                      </a:lnTo>
                      <a:lnTo>
                        <a:pt x="9" y="9"/>
                      </a:lnTo>
                      <a:lnTo>
                        <a:pt x="19" y="2"/>
                      </a:lnTo>
                      <a:lnTo>
                        <a:pt x="31" y="0"/>
                      </a:lnTo>
                      <a:lnTo>
                        <a:pt x="35" y="1"/>
                      </a:lnTo>
                      <a:lnTo>
                        <a:pt x="41" y="2"/>
                      </a:lnTo>
                      <a:lnTo>
                        <a:pt x="45" y="5"/>
                      </a:lnTo>
                      <a:lnTo>
                        <a:pt x="48" y="9"/>
                      </a:lnTo>
                      <a:lnTo>
                        <a:pt x="53" y="15"/>
                      </a:lnTo>
                      <a:lnTo>
                        <a:pt x="56" y="22"/>
                      </a:lnTo>
                      <a:lnTo>
                        <a:pt x="57" y="28"/>
                      </a:lnTo>
                      <a:lnTo>
                        <a:pt x="58" y="36"/>
                      </a:lnTo>
                      <a:lnTo>
                        <a:pt x="55" y="49"/>
                      </a:lnTo>
                      <a:lnTo>
                        <a:pt x="48" y="59"/>
                      </a:lnTo>
                      <a:lnTo>
                        <a:pt x="39" y="66"/>
                      </a:lnTo>
                      <a:lnTo>
                        <a:pt x="27" y="68"/>
                      </a:lnTo>
                      <a:close/>
                    </a:path>
                  </a:pathLst>
                </a:custGeom>
                <a:solidFill>
                  <a:srgbClr val="DBD3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3" name="Freeform 781"/>
                <p:cNvSpPr>
                  <a:spLocks/>
                </p:cNvSpPr>
                <p:nvPr/>
              </p:nvSpPr>
              <p:spPr bwMode="auto">
                <a:xfrm>
                  <a:off x="5013" y="3387"/>
                  <a:ext cx="18" cy="6"/>
                </a:xfrm>
                <a:custGeom>
                  <a:avLst/>
                  <a:gdLst>
                    <a:gd name="T0" fmla="*/ 0 w 88"/>
                    <a:gd name="T1" fmla="*/ 0 h 31"/>
                    <a:gd name="T2" fmla="*/ 0 w 88"/>
                    <a:gd name="T3" fmla="*/ 0 h 31"/>
                    <a:gd name="T4" fmla="*/ 0 w 88"/>
                    <a:gd name="T5" fmla="*/ 0 h 31"/>
                    <a:gd name="T6" fmla="*/ 0 w 88"/>
                    <a:gd name="T7" fmla="*/ 0 h 31"/>
                    <a:gd name="T8" fmla="*/ 0 w 88"/>
                    <a:gd name="T9" fmla="*/ 0 h 31"/>
                    <a:gd name="T10" fmla="*/ 0 w 88"/>
                    <a:gd name="T11" fmla="*/ 0 h 31"/>
                    <a:gd name="T12" fmla="*/ 0 w 88"/>
                    <a:gd name="T13" fmla="*/ 0 h 31"/>
                    <a:gd name="T14" fmla="*/ 0 w 88"/>
                    <a:gd name="T15" fmla="*/ 0 h 31"/>
                    <a:gd name="T16" fmla="*/ 0 w 88"/>
                    <a:gd name="T17" fmla="*/ 0 h 31"/>
                    <a:gd name="T18" fmla="*/ 0 w 88"/>
                    <a:gd name="T19" fmla="*/ 0 h 31"/>
                    <a:gd name="T20" fmla="*/ 0 w 88"/>
                    <a:gd name="T21" fmla="*/ 0 h 31"/>
                    <a:gd name="T22" fmla="*/ 0 w 88"/>
                    <a:gd name="T23" fmla="*/ 0 h 31"/>
                    <a:gd name="T24" fmla="*/ 0 w 88"/>
                    <a:gd name="T25" fmla="*/ 0 h 31"/>
                    <a:gd name="T26" fmla="*/ 0 w 88"/>
                    <a:gd name="T27" fmla="*/ 0 h 31"/>
                    <a:gd name="T28" fmla="*/ 0 w 88"/>
                    <a:gd name="T29" fmla="*/ 0 h 31"/>
                    <a:gd name="T30" fmla="*/ 0 w 88"/>
                    <a:gd name="T31" fmla="*/ 0 h 31"/>
                    <a:gd name="T32" fmla="*/ 0 w 88"/>
                    <a:gd name="T33" fmla="*/ 0 h 31"/>
                    <a:gd name="T34" fmla="*/ 0 w 88"/>
                    <a:gd name="T35" fmla="*/ 0 h 31"/>
                    <a:gd name="T36" fmla="*/ 0 w 88"/>
                    <a:gd name="T37" fmla="*/ 0 h 31"/>
                    <a:gd name="T38" fmla="*/ 0 w 88"/>
                    <a:gd name="T39" fmla="*/ 0 h 31"/>
                    <a:gd name="T40" fmla="*/ 0 w 88"/>
                    <a:gd name="T41" fmla="*/ 0 h 31"/>
                    <a:gd name="T42" fmla="*/ 0 w 88"/>
                    <a:gd name="T43" fmla="*/ 0 h 31"/>
                    <a:gd name="T44" fmla="*/ 0 w 88"/>
                    <a:gd name="T45" fmla="*/ 0 h 31"/>
                    <a:gd name="T46" fmla="*/ 0 w 88"/>
                    <a:gd name="T47" fmla="*/ 0 h 31"/>
                    <a:gd name="T48" fmla="*/ 0 w 88"/>
                    <a:gd name="T49" fmla="*/ 0 h 31"/>
                    <a:gd name="T50" fmla="*/ 0 w 88"/>
                    <a:gd name="T51" fmla="*/ 0 h 31"/>
                    <a:gd name="T52" fmla="*/ 0 w 88"/>
                    <a:gd name="T53" fmla="*/ 0 h 3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8"/>
                    <a:gd name="T82" fmla="*/ 0 h 31"/>
                    <a:gd name="T83" fmla="*/ 88 w 88"/>
                    <a:gd name="T84" fmla="*/ 31 h 3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8" h="31">
                      <a:moveTo>
                        <a:pt x="9" y="4"/>
                      </a:moveTo>
                      <a:lnTo>
                        <a:pt x="6" y="4"/>
                      </a:lnTo>
                      <a:lnTo>
                        <a:pt x="4" y="5"/>
                      </a:lnTo>
                      <a:lnTo>
                        <a:pt x="2" y="7"/>
                      </a:lnTo>
                      <a:lnTo>
                        <a:pt x="1" y="8"/>
                      </a:lnTo>
                      <a:lnTo>
                        <a:pt x="0" y="11"/>
                      </a:lnTo>
                      <a:lnTo>
                        <a:pt x="0" y="14"/>
                      </a:lnTo>
                      <a:lnTo>
                        <a:pt x="1" y="17"/>
                      </a:lnTo>
                      <a:lnTo>
                        <a:pt x="2" y="19"/>
                      </a:lnTo>
                      <a:lnTo>
                        <a:pt x="6" y="25"/>
                      </a:lnTo>
                      <a:lnTo>
                        <a:pt x="10" y="28"/>
                      </a:lnTo>
                      <a:lnTo>
                        <a:pt x="17" y="31"/>
                      </a:lnTo>
                      <a:lnTo>
                        <a:pt x="22" y="31"/>
                      </a:lnTo>
                      <a:lnTo>
                        <a:pt x="78" y="28"/>
                      </a:lnTo>
                      <a:lnTo>
                        <a:pt x="80" y="28"/>
                      </a:lnTo>
                      <a:lnTo>
                        <a:pt x="83" y="27"/>
                      </a:lnTo>
                      <a:lnTo>
                        <a:pt x="85" y="25"/>
                      </a:lnTo>
                      <a:lnTo>
                        <a:pt x="87" y="23"/>
                      </a:lnTo>
                      <a:lnTo>
                        <a:pt x="88" y="20"/>
                      </a:lnTo>
                      <a:lnTo>
                        <a:pt x="88" y="17"/>
                      </a:lnTo>
                      <a:lnTo>
                        <a:pt x="87" y="14"/>
                      </a:lnTo>
                      <a:lnTo>
                        <a:pt x="86" y="11"/>
                      </a:lnTo>
                      <a:lnTo>
                        <a:pt x="81" y="6"/>
                      </a:lnTo>
                      <a:lnTo>
                        <a:pt x="77" y="3"/>
                      </a:lnTo>
                      <a:lnTo>
                        <a:pt x="71" y="1"/>
                      </a:lnTo>
                      <a:lnTo>
                        <a:pt x="65" y="0"/>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4" name="Freeform 782"/>
                <p:cNvSpPr>
                  <a:spLocks/>
                </p:cNvSpPr>
                <p:nvPr/>
              </p:nvSpPr>
              <p:spPr bwMode="auto">
                <a:xfrm>
                  <a:off x="5014" y="3388"/>
                  <a:ext cx="15" cy="4"/>
                </a:xfrm>
                <a:custGeom>
                  <a:avLst/>
                  <a:gdLst>
                    <a:gd name="T0" fmla="*/ 0 w 73"/>
                    <a:gd name="T1" fmla="*/ 0 h 17"/>
                    <a:gd name="T2" fmla="*/ 0 w 73"/>
                    <a:gd name="T3" fmla="*/ 0 h 17"/>
                    <a:gd name="T4" fmla="*/ 0 w 73"/>
                    <a:gd name="T5" fmla="*/ 0 h 17"/>
                    <a:gd name="T6" fmla="*/ 0 w 73"/>
                    <a:gd name="T7" fmla="*/ 0 h 17"/>
                    <a:gd name="T8" fmla="*/ 0 w 73"/>
                    <a:gd name="T9" fmla="*/ 0 h 17"/>
                    <a:gd name="T10" fmla="*/ 0 w 73"/>
                    <a:gd name="T11" fmla="*/ 0 h 17"/>
                    <a:gd name="T12" fmla="*/ 0 w 73"/>
                    <a:gd name="T13" fmla="*/ 0 h 17"/>
                    <a:gd name="T14" fmla="*/ 0 w 73"/>
                    <a:gd name="T15" fmla="*/ 0 h 17"/>
                    <a:gd name="T16" fmla="*/ 0 w 73"/>
                    <a:gd name="T17" fmla="*/ 0 h 17"/>
                    <a:gd name="T18" fmla="*/ 0 w 73"/>
                    <a:gd name="T19" fmla="*/ 0 h 17"/>
                    <a:gd name="T20" fmla="*/ 0 w 73"/>
                    <a:gd name="T21" fmla="*/ 0 h 17"/>
                    <a:gd name="T22" fmla="*/ 0 w 73"/>
                    <a:gd name="T23" fmla="*/ 0 h 17"/>
                    <a:gd name="T24" fmla="*/ 0 w 73"/>
                    <a:gd name="T25" fmla="*/ 0 h 17"/>
                    <a:gd name="T26" fmla="*/ 0 w 73"/>
                    <a:gd name="T27" fmla="*/ 0 h 17"/>
                    <a:gd name="T28" fmla="*/ 0 w 73"/>
                    <a:gd name="T29" fmla="*/ 0 h 17"/>
                    <a:gd name="T30" fmla="*/ 0 w 73"/>
                    <a:gd name="T31" fmla="*/ 0 h 17"/>
                    <a:gd name="T32" fmla="*/ 0 w 73"/>
                    <a:gd name="T33" fmla="*/ 0 h 17"/>
                    <a:gd name="T34" fmla="*/ 0 w 73"/>
                    <a:gd name="T35" fmla="*/ 0 h 17"/>
                    <a:gd name="T36" fmla="*/ 0 w 73"/>
                    <a:gd name="T37" fmla="*/ 0 h 17"/>
                    <a:gd name="T38" fmla="*/ 0 w 73"/>
                    <a:gd name="T39" fmla="*/ 0 h 17"/>
                    <a:gd name="T40" fmla="*/ 0 w 73"/>
                    <a:gd name="T41" fmla="*/ 0 h 17"/>
                    <a:gd name="T42" fmla="*/ 0 w 73"/>
                    <a:gd name="T43" fmla="*/ 0 h 17"/>
                    <a:gd name="T44" fmla="*/ 0 w 73"/>
                    <a:gd name="T45" fmla="*/ 0 h 17"/>
                    <a:gd name="T46" fmla="*/ 0 w 73"/>
                    <a:gd name="T47" fmla="*/ 0 h 17"/>
                    <a:gd name="T48" fmla="*/ 0 w 73"/>
                    <a:gd name="T49" fmla="*/ 0 h 17"/>
                    <a:gd name="T50" fmla="*/ 0 w 73"/>
                    <a:gd name="T51" fmla="*/ 0 h 17"/>
                    <a:gd name="T52" fmla="*/ 0 w 73"/>
                    <a:gd name="T53" fmla="*/ 0 h 1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3"/>
                    <a:gd name="T82" fmla="*/ 0 h 17"/>
                    <a:gd name="T83" fmla="*/ 73 w 73"/>
                    <a:gd name="T84" fmla="*/ 17 h 1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3" h="17">
                      <a:moveTo>
                        <a:pt x="72" y="8"/>
                      </a:moveTo>
                      <a:lnTo>
                        <a:pt x="73" y="9"/>
                      </a:lnTo>
                      <a:lnTo>
                        <a:pt x="73" y="10"/>
                      </a:lnTo>
                      <a:lnTo>
                        <a:pt x="73" y="11"/>
                      </a:lnTo>
                      <a:lnTo>
                        <a:pt x="73" y="12"/>
                      </a:lnTo>
                      <a:lnTo>
                        <a:pt x="72" y="13"/>
                      </a:lnTo>
                      <a:lnTo>
                        <a:pt x="71" y="13"/>
                      </a:lnTo>
                      <a:lnTo>
                        <a:pt x="70" y="13"/>
                      </a:lnTo>
                      <a:lnTo>
                        <a:pt x="14" y="17"/>
                      </a:lnTo>
                      <a:lnTo>
                        <a:pt x="11" y="17"/>
                      </a:lnTo>
                      <a:lnTo>
                        <a:pt x="7" y="14"/>
                      </a:lnTo>
                      <a:lnTo>
                        <a:pt x="3" y="12"/>
                      </a:lnTo>
                      <a:lnTo>
                        <a:pt x="1" y="9"/>
                      </a:lnTo>
                      <a:lnTo>
                        <a:pt x="0" y="8"/>
                      </a:lnTo>
                      <a:lnTo>
                        <a:pt x="0" y="7"/>
                      </a:lnTo>
                      <a:lnTo>
                        <a:pt x="0" y="6"/>
                      </a:lnTo>
                      <a:lnTo>
                        <a:pt x="0" y="5"/>
                      </a:lnTo>
                      <a:lnTo>
                        <a:pt x="0" y="4"/>
                      </a:lnTo>
                      <a:lnTo>
                        <a:pt x="1" y="4"/>
                      </a:lnTo>
                      <a:lnTo>
                        <a:pt x="2" y="4"/>
                      </a:lnTo>
                      <a:lnTo>
                        <a:pt x="3" y="4"/>
                      </a:lnTo>
                      <a:lnTo>
                        <a:pt x="58" y="0"/>
                      </a:lnTo>
                      <a:lnTo>
                        <a:pt x="63" y="1"/>
                      </a:lnTo>
                      <a:lnTo>
                        <a:pt x="66" y="3"/>
                      </a:lnTo>
                      <a:lnTo>
                        <a:pt x="69" y="5"/>
                      </a:lnTo>
                      <a:lnTo>
                        <a:pt x="72" y="8"/>
                      </a:lnTo>
                      <a:close/>
                    </a:path>
                  </a:pathLst>
                </a:custGeom>
                <a:solidFill>
                  <a:srgbClr val="F7ED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5" name="Freeform 783"/>
                <p:cNvSpPr>
                  <a:spLocks/>
                </p:cNvSpPr>
                <p:nvPr/>
              </p:nvSpPr>
              <p:spPr bwMode="auto">
                <a:xfrm>
                  <a:off x="4797" y="3373"/>
                  <a:ext cx="336" cy="30"/>
                </a:xfrm>
                <a:custGeom>
                  <a:avLst/>
                  <a:gdLst>
                    <a:gd name="T0" fmla="*/ 1 w 1679"/>
                    <a:gd name="T1" fmla="*/ 0 h 149"/>
                    <a:gd name="T2" fmla="*/ 1 w 1679"/>
                    <a:gd name="T3" fmla="*/ 0 h 149"/>
                    <a:gd name="T4" fmla="*/ 1 w 1679"/>
                    <a:gd name="T5" fmla="*/ 0 h 149"/>
                    <a:gd name="T6" fmla="*/ 0 w 1679"/>
                    <a:gd name="T7" fmla="*/ 0 h 149"/>
                    <a:gd name="T8" fmla="*/ 0 w 1679"/>
                    <a:gd name="T9" fmla="*/ 0 h 149"/>
                    <a:gd name="T10" fmla="*/ 0 w 1679"/>
                    <a:gd name="T11" fmla="*/ 0 h 149"/>
                    <a:gd name="T12" fmla="*/ 0 w 1679"/>
                    <a:gd name="T13" fmla="*/ 0 h 149"/>
                    <a:gd name="T14" fmla="*/ 0 w 1679"/>
                    <a:gd name="T15" fmla="*/ 0 h 149"/>
                    <a:gd name="T16" fmla="*/ 0 w 1679"/>
                    <a:gd name="T17" fmla="*/ 0 h 149"/>
                    <a:gd name="T18" fmla="*/ 0 w 1679"/>
                    <a:gd name="T19" fmla="*/ 0 h 149"/>
                    <a:gd name="T20" fmla="*/ 0 w 1679"/>
                    <a:gd name="T21" fmla="*/ 0 h 149"/>
                    <a:gd name="T22" fmla="*/ 0 w 1679"/>
                    <a:gd name="T23" fmla="*/ 0 h 149"/>
                    <a:gd name="T24" fmla="*/ 0 w 1679"/>
                    <a:gd name="T25" fmla="*/ 0 h 149"/>
                    <a:gd name="T26" fmla="*/ 0 w 1679"/>
                    <a:gd name="T27" fmla="*/ 0 h 149"/>
                    <a:gd name="T28" fmla="*/ 0 w 1679"/>
                    <a:gd name="T29" fmla="*/ 0 h 149"/>
                    <a:gd name="T30" fmla="*/ 0 w 1679"/>
                    <a:gd name="T31" fmla="*/ 0 h 149"/>
                    <a:gd name="T32" fmla="*/ 0 w 1679"/>
                    <a:gd name="T33" fmla="*/ 0 h 149"/>
                    <a:gd name="T34" fmla="*/ 0 w 1679"/>
                    <a:gd name="T35" fmla="*/ 0 h 149"/>
                    <a:gd name="T36" fmla="*/ 0 w 1679"/>
                    <a:gd name="T37" fmla="*/ 0 h 149"/>
                    <a:gd name="T38" fmla="*/ 0 w 1679"/>
                    <a:gd name="T39" fmla="*/ 0 h 149"/>
                    <a:gd name="T40" fmla="*/ 0 w 1679"/>
                    <a:gd name="T41" fmla="*/ 0 h 149"/>
                    <a:gd name="T42" fmla="*/ 0 w 1679"/>
                    <a:gd name="T43" fmla="*/ 0 h 149"/>
                    <a:gd name="T44" fmla="*/ 0 w 1679"/>
                    <a:gd name="T45" fmla="*/ 0 h 149"/>
                    <a:gd name="T46" fmla="*/ 0 w 1679"/>
                    <a:gd name="T47" fmla="*/ 0 h 149"/>
                    <a:gd name="T48" fmla="*/ 0 w 1679"/>
                    <a:gd name="T49" fmla="*/ 0 h 149"/>
                    <a:gd name="T50" fmla="*/ 0 w 1679"/>
                    <a:gd name="T51" fmla="*/ 0 h 149"/>
                    <a:gd name="T52" fmla="*/ 0 w 1679"/>
                    <a:gd name="T53" fmla="*/ 0 h 149"/>
                    <a:gd name="T54" fmla="*/ 0 w 1679"/>
                    <a:gd name="T55" fmla="*/ 0 h 149"/>
                    <a:gd name="T56" fmla="*/ 0 w 1679"/>
                    <a:gd name="T57" fmla="*/ 0 h 149"/>
                    <a:gd name="T58" fmla="*/ 0 w 1679"/>
                    <a:gd name="T59" fmla="*/ 0 h 149"/>
                    <a:gd name="T60" fmla="*/ 0 w 1679"/>
                    <a:gd name="T61" fmla="*/ 0 h 149"/>
                    <a:gd name="T62" fmla="*/ 0 w 1679"/>
                    <a:gd name="T63" fmla="*/ 0 h 149"/>
                    <a:gd name="T64" fmla="*/ 0 w 1679"/>
                    <a:gd name="T65" fmla="*/ 0 h 149"/>
                    <a:gd name="T66" fmla="*/ 0 w 1679"/>
                    <a:gd name="T67" fmla="*/ 0 h 149"/>
                    <a:gd name="T68" fmla="*/ 0 w 1679"/>
                    <a:gd name="T69" fmla="*/ 0 h 149"/>
                    <a:gd name="T70" fmla="*/ 0 w 1679"/>
                    <a:gd name="T71" fmla="*/ 0 h 149"/>
                    <a:gd name="T72" fmla="*/ 0 w 1679"/>
                    <a:gd name="T73" fmla="*/ 0 h 149"/>
                    <a:gd name="T74" fmla="*/ 0 w 1679"/>
                    <a:gd name="T75" fmla="*/ 0 h 149"/>
                    <a:gd name="T76" fmla="*/ 0 w 1679"/>
                    <a:gd name="T77" fmla="*/ 0 h 149"/>
                    <a:gd name="T78" fmla="*/ 0 w 1679"/>
                    <a:gd name="T79" fmla="*/ 0 h 149"/>
                    <a:gd name="T80" fmla="*/ 1 w 1679"/>
                    <a:gd name="T81" fmla="*/ 0 h 149"/>
                    <a:gd name="T82" fmla="*/ 1 w 1679"/>
                    <a:gd name="T83" fmla="*/ 0 h 149"/>
                    <a:gd name="T84" fmla="*/ 1 w 1679"/>
                    <a:gd name="T85" fmla="*/ 0 h 14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79"/>
                    <a:gd name="T130" fmla="*/ 0 h 149"/>
                    <a:gd name="T131" fmla="*/ 1679 w 1679"/>
                    <a:gd name="T132" fmla="*/ 149 h 14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79" h="149">
                      <a:moveTo>
                        <a:pt x="1679" y="0"/>
                      </a:moveTo>
                      <a:lnTo>
                        <a:pt x="1678" y="0"/>
                      </a:lnTo>
                      <a:lnTo>
                        <a:pt x="1674" y="0"/>
                      </a:lnTo>
                      <a:lnTo>
                        <a:pt x="1667" y="1"/>
                      </a:lnTo>
                      <a:lnTo>
                        <a:pt x="1657" y="1"/>
                      </a:lnTo>
                      <a:lnTo>
                        <a:pt x="1646" y="2"/>
                      </a:lnTo>
                      <a:lnTo>
                        <a:pt x="1632" y="3"/>
                      </a:lnTo>
                      <a:lnTo>
                        <a:pt x="1616" y="3"/>
                      </a:lnTo>
                      <a:lnTo>
                        <a:pt x="1598" y="4"/>
                      </a:lnTo>
                      <a:lnTo>
                        <a:pt x="1579" y="6"/>
                      </a:lnTo>
                      <a:lnTo>
                        <a:pt x="1556" y="7"/>
                      </a:lnTo>
                      <a:lnTo>
                        <a:pt x="1533" y="9"/>
                      </a:lnTo>
                      <a:lnTo>
                        <a:pt x="1509" y="10"/>
                      </a:lnTo>
                      <a:lnTo>
                        <a:pt x="1483" y="12"/>
                      </a:lnTo>
                      <a:lnTo>
                        <a:pt x="1455" y="14"/>
                      </a:lnTo>
                      <a:lnTo>
                        <a:pt x="1426" y="15"/>
                      </a:lnTo>
                      <a:lnTo>
                        <a:pt x="1396" y="17"/>
                      </a:lnTo>
                      <a:lnTo>
                        <a:pt x="1365" y="19"/>
                      </a:lnTo>
                      <a:lnTo>
                        <a:pt x="1334" y="21"/>
                      </a:lnTo>
                      <a:lnTo>
                        <a:pt x="1302" y="23"/>
                      </a:lnTo>
                      <a:lnTo>
                        <a:pt x="1269" y="25"/>
                      </a:lnTo>
                      <a:lnTo>
                        <a:pt x="1236" y="27"/>
                      </a:lnTo>
                      <a:lnTo>
                        <a:pt x="1202" y="29"/>
                      </a:lnTo>
                      <a:lnTo>
                        <a:pt x="1169" y="32"/>
                      </a:lnTo>
                      <a:lnTo>
                        <a:pt x="1136" y="34"/>
                      </a:lnTo>
                      <a:lnTo>
                        <a:pt x="1102" y="37"/>
                      </a:lnTo>
                      <a:lnTo>
                        <a:pt x="1068" y="39"/>
                      </a:lnTo>
                      <a:lnTo>
                        <a:pt x="1035" y="41"/>
                      </a:lnTo>
                      <a:lnTo>
                        <a:pt x="1002" y="43"/>
                      </a:lnTo>
                      <a:lnTo>
                        <a:pt x="969" y="45"/>
                      </a:lnTo>
                      <a:lnTo>
                        <a:pt x="938" y="48"/>
                      </a:lnTo>
                      <a:lnTo>
                        <a:pt x="907" y="51"/>
                      </a:lnTo>
                      <a:lnTo>
                        <a:pt x="877" y="53"/>
                      </a:lnTo>
                      <a:lnTo>
                        <a:pt x="846" y="55"/>
                      </a:lnTo>
                      <a:lnTo>
                        <a:pt x="815" y="58"/>
                      </a:lnTo>
                      <a:lnTo>
                        <a:pt x="782" y="61"/>
                      </a:lnTo>
                      <a:lnTo>
                        <a:pt x="748" y="63"/>
                      </a:lnTo>
                      <a:lnTo>
                        <a:pt x="714" y="68"/>
                      </a:lnTo>
                      <a:lnTo>
                        <a:pt x="678" y="71"/>
                      </a:lnTo>
                      <a:lnTo>
                        <a:pt x="643" y="74"/>
                      </a:lnTo>
                      <a:lnTo>
                        <a:pt x="606" y="79"/>
                      </a:lnTo>
                      <a:lnTo>
                        <a:pt x="570" y="82"/>
                      </a:lnTo>
                      <a:lnTo>
                        <a:pt x="534" y="86"/>
                      </a:lnTo>
                      <a:lnTo>
                        <a:pt x="497" y="90"/>
                      </a:lnTo>
                      <a:lnTo>
                        <a:pt x="460" y="94"/>
                      </a:lnTo>
                      <a:lnTo>
                        <a:pt x="425" y="98"/>
                      </a:lnTo>
                      <a:lnTo>
                        <a:pt x="389" y="102"/>
                      </a:lnTo>
                      <a:lnTo>
                        <a:pt x="354" y="106"/>
                      </a:lnTo>
                      <a:lnTo>
                        <a:pt x="320" y="110"/>
                      </a:lnTo>
                      <a:lnTo>
                        <a:pt x="287" y="114"/>
                      </a:lnTo>
                      <a:lnTo>
                        <a:pt x="254" y="117"/>
                      </a:lnTo>
                      <a:lnTo>
                        <a:pt x="223" y="122"/>
                      </a:lnTo>
                      <a:lnTo>
                        <a:pt x="194" y="125"/>
                      </a:lnTo>
                      <a:lnTo>
                        <a:pt x="166" y="128"/>
                      </a:lnTo>
                      <a:lnTo>
                        <a:pt x="140" y="131"/>
                      </a:lnTo>
                      <a:lnTo>
                        <a:pt x="115" y="135"/>
                      </a:lnTo>
                      <a:lnTo>
                        <a:pt x="93" y="137"/>
                      </a:lnTo>
                      <a:lnTo>
                        <a:pt x="72" y="140"/>
                      </a:lnTo>
                      <a:lnTo>
                        <a:pt x="54" y="142"/>
                      </a:lnTo>
                      <a:lnTo>
                        <a:pt x="38" y="144"/>
                      </a:lnTo>
                      <a:lnTo>
                        <a:pt x="25" y="145"/>
                      </a:lnTo>
                      <a:lnTo>
                        <a:pt x="14" y="146"/>
                      </a:lnTo>
                      <a:lnTo>
                        <a:pt x="6" y="148"/>
                      </a:lnTo>
                      <a:lnTo>
                        <a:pt x="2" y="149"/>
                      </a:lnTo>
                      <a:lnTo>
                        <a:pt x="0" y="149"/>
                      </a:lnTo>
                      <a:lnTo>
                        <a:pt x="1" y="149"/>
                      </a:lnTo>
                      <a:lnTo>
                        <a:pt x="5" y="148"/>
                      </a:lnTo>
                      <a:lnTo>
                        <a:pt x="12" y="146"/>
                      </a:lnTo>
                      <a:lnTo>
                        <a:pt x="21" y="145"/>
                      </a:lnTo>
                      <a:lnTo>
                        <a:pt x="33" y="144"/>
                      </a:lnTo>
                      <a:lnTo>
                        <a:pt x="47" y="142"/>
                      </a:lnTo>
                      <a:lnTo>
                        <a:pt x="62" y="140"/>
                      </a:lnTo>
                      <a:lnTo>
                        <a:pt x="81" y="138"/>
                      </a:lnTo>
                      <a:lnTo>
                        <a:pt x="101" y="135"/>
                      </a:lnTo>
                      <a:lnTo>
                        <a:pt x="123" y="132"/>
                      </a:lnTo>
                      <a:lnTo>
                        <a:pt x="146" y="129"/>
                      </a:lnTo>
                      <a:lnTo>
                        <a:pt x="170" y="126"/>
                      </a:lnTo>
                      <a:lnTo>
                        <a:pt x="196" y="123"/>
                      </a:lnTo>
                      <a:lnTo>
                        <a:pt x="224" y="120"/>
                      </a:lnTo>
                      <a:lnTo>
                        <a:pt x="252" y="115"/>
                      </a:lnTo>
                      <a:lnTo>
                        <a:pt x="281" y="112"/>
                      </a:lnTo>
                      <a:lnTo>
                        <a:pt x="313" y="108"/>
                      </a:lnTo>
                      <a:lnTo>
                        <a:pt x="343" y="104"/>
                      </a:lnTo>
                      <a:lnTo>
                        <a:pt x="375" y="100"/>
                      </a:lnTo>
                      <a:lnTo>
                        <a:pt x="408" y="96"/>
                      </a:lnTo>
                      <a:lnTo>
                        <a:pt x="440" y="93"/>
                      </a:lnTo>
                      <a:lnTo>
                        <a:pt x="473" y="88"/>
                      </a:lnTo>
                      <a:lnTo>
                        <a:pt x="506" y="84"/>
                      </a:lnTo>
                      <a:lnTo>
                        <a:pt x="539" y="81"/>
                      </a:lnTo>
                      <a:lnTo>
                        <a:pt x="571" y="76"/>
                      </a:lnTo>
                      <a:lnTo>
                        <a:pt x="605" y="73"/>
                      </a:lnTo>
                      <a:lnTo>
                        <a:pt x="637" y="69"/>
                      </a:lnTo>
                      <a:lnTo>
                        <a:pt x="669" y="66"/>
                      </a:lnTo>
                      <a:lnTo>
                        <a:pt x="700" y="62"/>
                      </a:lnTo>
                      <a:lnTo>
                        <a:pt x="731" y="59"/>
                      </a:lnTo>
                      <a:lnTo>
                        <a:pt x="760" y="57"/>
                      </a:lnTo>
                      <a:lnTo>
                        <a:pt x="789" y="54"/>
                      </a:lnTo>
                      <a:lnTo>
                        <a:pt x="818" y="51"/>
                      </a:lnTo>
                      <a:lnTo>
                        <a:pt x="849" y="48"/>
                      </a:lnTo>
                      <a:lnTo>
                        <a:pt x="881" y="45"/>
                      </a:lnTo>
                      <a:lnTo>
                        <a:pt x="914" y="43"/>
                      </a:lnTo>
                      <a:lnTo>
                        <a:pt x="948" y="40"/>
                      </a:lnTo>
                      <a:lnTo>
                        <a:pt x="983" y="38"/>
                      </a:lnTo>
                      <a:lnTo>
                        <a:pt x="1019" y="35"/>
                      </a:lnTo>
                      <a:lnTo>
                        <a:pt x="1056" y="32"/>
                      </a:lnTo>
                      <a:lnTo>
                        <a:pt x="1092" y="30"/>
                      </a:lnTo>
                      <a:lnTo>
                        <a:pt x="1129" y="28"/>
                      </a:lnTo>
                      <a:lnTo>
                        <a:pt x="1166" y="26"/>
                      </a:lnTo>
                      <a:lnTo>
                        <a:pt x="1203" y="24"/>
                      </a:lnTo>
                      <a:lnTo>
                        <a:pt x="1240" y="21"/>
                      </a:lnTo>
                      <a:lnTo>
                        <a:pt x="1276" y="19"/>
                      </a:lnTo>
                      <a:lnTo>
                        <a:pt x="1312" y="17"/>
                      </a:lnTo>
                      <a:lnTo>
                        <a:pt x="1347" y="15"/>
                      </a:lnTo>
                      <a:lnTo>
                        <a:pt x="1381" y="14"/>
                      </a:lnTo>
                      <a:lnTo>
                        <a:pt x="1415" y="12"/>
                      </a:lnTo>
                      <a:lnTo>
                        <a:pt x="1446" y="11"/>
                      </a:lnTo>
                      <a:lnTo>
                        <a:pt x="1477" y="9"/>
                      </a:lnTo>
                      <a:lnTo>
                        <a:pt x="1505" y="7"/>
                      </a:lnTo>
                      <a:lnTo>
                        <a:pt x="1533" y="6"/>
                      </a:lnTo>
                      <a:lnTo>
                        <a:pt x="1559" y="5"/>
                      </a:lnTo>
                      <a:lnTo>
                        <a:pt x="1582" y="4"/>
                      </a:lnTo>
                      <a:lnTo>
                        <a:pt x="1604" y="3"/>
                      </a:lnTo>
                      <a:lnTo>
                        <a:pt x="1623" y="2"/>
                      </a:lnTo>
                      <a:lnTo>
                        <a:pt x="1639" y="2"/>
                      </a:lnTo>
                      <a:lnTo>
                        <a:pt x="1653" y="1"/>
                      </a:lnTo>
                      <a:lnTo>
                        <a:pt x="1664" y="1"/>
                      </a:lnTo>
                      <a:lnTo>
                        <a:pt x="1673" y="0"/>
                      </a:lnTo>
                      <a:lnTo>
                        <a:pt x="1677" y="0"/>
                      </a:lnTo>
                      <a:lnTo>
                        <a:pt x="167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6" name="Freeform 784"/>
                <p:cNvSpPr>
                  <a:spLocks/>
                </p:cNvSpPr>
                <p:nvPr/>
              </p:nvSpPr>
              <p:spPr bwMode="auto">
                <a:xfrm>
                  <a:off x="5232" y="3296"/>
                  <a:ext cx="287" cy="186"/>
                </a:xfrm>
                <a:custGeom>
                  <a:avLst/>
                  <a:gdLst>
                    <a:gd name="T0" fmla="*/ 0 w 2010"/>
                    <a:gd name="T1" fmla="*/ 0 h 928"/>
                    <a:gd name="T2" fmla="*/ 0 w 2010"/>
                    <a:gd name="T3" fmla="*/ 0 h 928"/>
                    <a:gd name="T4" fmla="*/ 0 w 2010"/>
                    <a:gd name="T5" fmla="*/ 0 h 928"/>
                    <a:gd name="T6" fmla="*/ 0 w 2010"/>
                    <a:gd name="T7" fmla="*/ 0 h 928"/>
                    <a:gd name="T8" fmla="*/ 0 w 2010"/>
                    <a:gd name="T9" fmla="*/ 0 h 928"/>
                    <a:gd name="T10" fmla="*/ 0 w 2010"/>
                    <a:gd name="T11" fmla="*/ 0 h 928"/>
                    <a:gd name="T12" fmla="*/ 0 w 2010"/>
                    <a:gd name="T13" fmla="*/ 0 h 928"/>
                    <a:gd name="T14" fmla="*/ 0 w 2010"/>
                    <a:gd name="T15" fmla="*/ 0 h 928"/>
                    <a:gd name="T16" fmla="*/ 0 w 2010"/>
                    <a:gd name="T17" fmla="*/ 0 h 928"/>
                    <a:gd name="T18" fmla="*/ 0 w 2010"/>
                    <a:gd name="T19" fmla="*/ 0 h 928"/>
                    <a:gd name="T20" fmla="*/ 0 w 2010"/>
                    <a:gd name="T21" fmla="*/ 0 h 928"/>
                    <a:gd name="T22" fmla="*/ 0 w 2010"/>
                    <a:gd name="T23" fmla="*/ 0 h 928"/>
                    <a:gd name="T24" fmla="*/ 0 w 2010"/>
                    <a:gd name="T25" fmla="*/ 0 h 928"/>
                    <a:gd name="T26" fmla="*/ 0 w 2010"/>
                    <a:gd name="T27" fmla="*/ 0 h 928"/>
                    <a:gd name="T28" fmla="*/ 0 w 2010"/>
                    <a:gd name="T29" fmla="*/ 0 h 928"/>
                    <a:gd name="T30" fmla="*/ 0 w 2010"/>
                    <a:gd name="T31" fmla="*/ 0 h 928"/>
                    <a:gd name="T32" fmla="*/ 0 w 2010"/>
                    <a:gd name="T33" fmla="*/ 0 h 928"/>
                    <a:gd name="T34" fmla="*/ 0 w 2010"/>
                    <a:gd name="T35" fmla="*/ 0 h 928"/>
                    <a:gd name="T36" fmla="*/ 0 w 2010"/>
                    <a:gd name="T37" fmla="*/ 0 h 928"/>
                    <a:gd name="T38" fmla="*/ 0 w 2010"/>
                    <a:gd name="T39" fmla="*/ 0 h 928"/>
                    <a:gd name="T40" fmla="*/ 0 w 2010"/>
                    <a:gd name="T41" fmla="*/ 0 h 928"/>
                    <a:gd name="T42" fmla="*/ 0 w 2010"/>
                    <a:gd name="T43" fmla="*/ 0 h 928"/>
                    <a:gd name="T44" fmla="*/ 0 w 2010"/>
                    <a:gd name="T45" fmla="*/ 0 h 928"/>
                    <a:gd name="T46" fmla="*/ 0 w 2010"/>
                    <a:gd name="T47" fmla="*/ 0 h 928"/>
                    <a:gd name="T48" fmla="*/ 0 w 2010"/>
                    <a:gd name="T49" fmla="*/ 0 h 928"/>
                    <a:gd name="T50" fmla="*/ 0 w 2010"/>
                    <a:gd name="T51" fmla="*/ 0 h 928"/>
                    <a:gd name="T52" fmla="*/ 0 w 2010"/>
                    <a:gd name="T53" fmla="*/ 0 h 928"/>
                    <a:gd name="T54" fmla="*/ 0 w 2010"/>
                    <a:gd name="T55" fmla="*/ 0 h 928"/>
                    <a:gd name="T56" fmla="*/ 0 w 2010"/>
                    <a:gd name="T57" fmla="*/ 0 h 928"/>
                    <a:gd name="T58" fmla="*/ 0 w 2010"/>
                    <a:gd name="T59" fmla="*/ 0 h 928"/>
                    <a:gd name="T60" fmla="*/ 0 w 2010"/>
                    <a:gd name="T61" fmla="*/ 0 h 928"/>
                    <a:gd name="T62" fmla="*/ 0 w 2010"/>
                    <a:gd name="T63" fmla="*/ 0 h 928"/>
                    <a:gd name="T64" fmla="*/ 0 w 2010"/>
                    <a:gd name="T65" fmla="*/ 0 h 928"/>
                    <a:gd name="T66" fmla="*/ 0 w 2010"/>
                    <a:gd name="T67" fmla="*/ 0 h 928"/>
                    <a:gd name="T68" fmla="*/ 0 w 2010"/>
                    <a:gd name="T69" fmla="*/ 0 h 928"/>
                    <a:gd name="T70" fmla="*/ 0 w 2010"/>
                    <a:gd name="T71" fmla="*/ 0 h 928"/>
                    <a:gd name="T72" fmla="*/ 0 w 2010"/>
                    <a:gd name="T73" fmla="*/ 0 h 928"/>
                    <a:gd name="T74" fmla="*/ 0 w 2010"/>
                    <a:gd name="T75" fmla="*/ 0 h 928"/>
                    <a:gd name="T76" fmla="*/ 0 w 2010"/>
                    <a:gd name="T77" fmla="*/ 0 h 928"/>
                    <a:gd name="T78" fmla="*/ 0 w 2010"/>
                    <a:gd name="T79" fmla="*/ 0 h 928"/>
                    <a:gd name="T80" fmla="*/ 0 w 2010"/>
                    <a:gd name="T81" fmla="*/ 0 h 928"/>
                    <a:gd name="T82" fmla="*/ 0 w 2010"/>
                    <a:gd name="T83" fmla="*/ 0 h 928"/>
                    <a:gd name="T84" fmla="*/ 0 w 2010"/>
                    <a:gd name="T85" fmla="*/ 0 h 928"/>
                    <a:gd name="T86" fmla="*/ 0 w 2010"/>
                    <a:gd name="T87" fmla="*/ 0 h 928"/>
                    <a:gd name="T88" fmla="*/ 0 w 2010"/>
                    <a:gd name="T89" fmla="*/ 0 h 928"/>
                    <a:gd name="T90" fmla="*/ 0 w 2010"/>
                    <a:gd name="T91" fmla="*/ 0 h 928"/>
                    <a:gd name="T92" fmla="*/ 0 w 2010"/>
                    <a:gd name="T93" fmla="*/ 0 h 928"/>
                    <a:gd name="T94" fmla="*/ 0 w 2010"/>
                    <a:gd name="T95" fmla="*/ 0 h 928"/>
                    <a:gd name="T96" fmla="*/ 0 w 2010"/>
                    <a:gd name="T97" fmla="*/ 0 h 928"/>
                    <a:gd name="T98" fmla="*/ 0 w 2010"/>
                    <a:gd name="T99" fmla="*/ 0 h 928"/>
                    <a:gd name="T100" fmla="*/ 0 w 2010"/>
                    <a:gd name="T101" fmla="*/ 0 h 928"/>
                    <a:gd name="T102" fmla="*/ 0 w 2010"/>
                    <a:gd name="T103" fmla="*/ 0 h 928"/>
                    <a:gd name="T104" fmla="*/ 0 w 2010"/>
                    <a:gd name="T105" fmla="*/ 0 h 928"/>
                    <a:gd name="T106" fmla="*/ 0 w 2010"/>
                    <a:gd name="T107" fmla="*/ 0 h 928"/>
                    <a:gd name="T108" fmla="*/ 0 w 2010"/>
                    <a:gd name="T109" fmla="*/ 0 h 928"/>
                    <a:gd name="T110" fmla="*/ 0 w 2010"/>
                    <a:gd name="T111" fmla="*/ 0 h 92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010"/>
                    <a:gd name="T169" fmla="*/ 0 h 928"/>
                    <a:gd name="T170" fmla="*/ 2010 w 2010"/>
                    <a:gd name="T171" fmla="*/ 928 h 92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010" h="928">
                      <a:moveTo>
                        <a:pt x="1981" y="260"/>
                      </a:moveTo>
                      <a:lnTo>
                        <a:pt x="1977" y="258"/>
                      </a:lnTo>
                      <a:lnTo>
                        <a:pt x="1970" y="257"/>
                      </a:lnTo>
                      <a:lnTo>
                        <a:pt x="1959" y="254"/>
                      </a:lnTo>
                      <a:lnTo>
                        <a:pt x="1946" y="253"/>
                      </a:lnTo>
                      <a:lnTo>
                        <a:pt x="1930" y="251"/>
                      </a:lnTo>
                      <a:lnTo>
                        <a:pt x="1912" y="250"/>
                      </a:lnTo>
                      <a:lnTo>
                        <a:pt x="1893" y="248"/>
                      </a:lnTo>
                      <a:lnTo>
                        <a:pt x="1871" y="246"/>
                      </a:lnTo>
                      <a:lnTo>
                        <a:pt x="1848" y="245"/>
                      </a:lnTo>
                      <a:lnTo>
                        <a:pt x="1825" y="244"/>
                      </a:lnTo>
                      <a:lnTo>
                        <a:pt x="1802" y="242"/>
                      </a:lnTo>
                      <a:lnTo>
                        <a:pt x="1777" y="241"/>
                      </a:lnTo>
                      <a:lnTo>
                        <a:pt x="1754" y="240"/>
                      </a:lnTo>
                      <a:lnTo>
                        <a:pt x="1731" y="239"/>
                      </a:lnTo>
                      <a:lnTo>
                        <a:pt x="1709" y="239"/>
                      </a:lnTo>
                      <a:lnTo>
                        <a:pt x="1688" y="238"/>
                      </a:lnTo>
                      <a:lnTo>
                        <a:pt x="1685" y="234"/>
                      </a:lnTo>
                      <a:lnTo>
                        <a:pt x="1681" y="228"/>
                      </a:lnTo>
                      <a:lnTo>
                        <a:pt x="1676" y="221"/>
                      </a:lnTo>
                      <a:lnTo>
                        <a:pt x="1670" y="211"/>
                      </a:lnTo>
                      <a:lnTo>
                        <a:pt x="1662" y="202"/>
                      </a:lnTo>
                      <a:lnTo>
                        <a:pt x="1654" y="191"/>
                      </a:lnTo>
                      <a:lnTo>
                        <a:pt x="1644" y="180"/>
                      </a:lnTo>
                      <a:lnTo>
                        <a:pt x="1632" y="167"/>
                      </a:lnTo>
                      <a:lnTo>
                        <a:pt x="1620" y="155"/>
                      </a:lnTo>
                      <a:lnTo>
                        <a:pt x="1606" y="142"/>
                      </a:lnTo>
                      <a:lnTo>
                        <a:pt x="1591" y="129"/>
                      </a:lnTo>
                      <a:lnTo>
                        <a:pt x="1575" y="115"/>
                      </a:lnTo>
                      <a:lnTo>
                        <a:pt x="1558" y="102"/>
                      </a:lnTo>
                      <a:lnTo>
                        <a:pt x="1540" y="89"/>
                      </a:lnTo>
                      <a:lnTo>
                        <a:pt x="1520" y="77"/>
                      </a:lnTo>
                      <a:lnTo>
                        <a:pt x="1499" y="66"/>
                      </a:lnTo>
                      <a:lnTo>
                        <a:pt x="1474" y="54"/>
                      </a:lnTo>
                      <a:lnTo>
                        <a:pt x="1448" y="45"/>
                      </a:lnTo>
                      <a:lnTo>
                        <a:pt x="1421" y="36"/>
                      </a:lnTo>
                      <a:lnTo>
                        <a:pt x="1391" y="28"/>
                      </a:lnTo>
                      <a:lnTo>
                        <a:pt x="1362" y="22"/>
                      </a:lnTo>
                      <a:lnTo>
                        <a:pt x="1332" y="16"/>
                      </a:lnTo>
                      <a:lnTo>
                        <a:pt x="1299" y="12"/>
                      </a:lnTo>
                      <a:lnTo>
                        <a:pt x="1267" y="8"/>
                      </a:lnTo>
                      <a:lnTo>
                        <a:pt x="1234" y="5"/>
                      </a:lnTo>
                      <a:lnTo>
                        <a:pt x="1200" y="3"/>
                      </a:lnTo>
                      <a:lnTo>
                        <a:pt x="1167" y="2"/>
                      </a:lnTo>
                      <a:lnTo>
                        <a:pt x="1132" y="0"/>
                      </a:lnTo>
                      <a:lnTo>
                        <a:pt x="1098" y="0"/>
                      </a:lnTo>
                      <a:lnTo>
                        <a:pt x="1063" y="0"/>
                      </a:lnTo>
                      <a:lnTo>
                        <a:pt x="1028" y="0"/>
                      </a:lnTo>
                      <a:lnTo>
                        <a:pt x="994" y="0"/>
                      </a:lnTo>
                      <a:lnTo>
                        <a:pt x="957" y="2"/>
                      </a:lnTo>
                      <a:lnTo>
                        <a:pt x="922" y="5"/>
                      </a:lnTo>
                      <a:lnTo>
                        <a:pt x="888" y="9"/>
                      </a:lnTo>
                      <a:lnTo>
                        <a:pt x="855" y="14"/>
                      </a:lnTo>
                      <a:lnTo>
                        <a:pt x="823" y="21"/>
                      </a:lnTo>
                      <a:lnTo>
                        <a:pt x="794" y="28"/>
                      </a:lnTo>
                      <a:lnTo>
                        <a:pt x="765" y="35"/>
                      </a:lnTo>
                      <a:lnTo>
                        <a:pt x="739" y="44"/>
                      </a:lnTo>
                      <a:lnTo>
                        <a:pt x="715" y="52"/>
                      </a:lnTo>
                      <a:lnTo>
                        <a:pt x="692" y="60"/>
                      </a:lnTo>
                      <a:lnTo>
                        <a:pt x="671" y="69"/>
                      </a:lnTo>
                      <a:lnTo>
                        <a:pt x="653" y="77"/>
                      </a:lnTo>
                      <a:lnTo>
                        <a:pt x="638" y="85"/>
                      </a:lnTo>
                      <a:lnTo>
                        <a:pt x="625" y="93"/>
                      </a:lnTo>
                      <a:lnTo>
                        <a:pt x="615" y="100"/>
                      </a:lnTo>
                      <a:lnTo>
                        <a:pt x="607" y="106"/>
                      </a:lnTo>
                      <a:lnTo>
                        <a:pt x="602" y="111"/>
                      </a:lnTo>
                      <a:lnTo>
                        <a:pt x="596" y="117"/>
                      </a:lnTo>
                      <a:lnTo>
                        <a:pt x="587" y="125"/>
                      </a:lnTo>
                      <a:lnTo>
                        <a:pt x="578" y="135"/>
                      </a:lnTo>
                      <a:lnTo>
                        <a:pt x="568" y="145"/>
                      </a:lnTo>
                      <a:lnTo>
                        <a:pt x="556" y="157"/>
                      </a:lnTo>
                      <a:lnTo>
                        <a:pt x="544" y="169"/>
                      </a:lnTo>
                      <a:lnTo>
                        <a:pt x="531" y="183"/>
                      </a:lnTo>
                      <a:lnTo>
                        <a:pt x="518" y="197"/>
                      </a:lnTo>
                      <a:lnTo>
                        <a:pt x="505" y="211"/>
                      </a:lnTo>
                      <a:lnTo>
                        <a:pt x="490" y="226"/>
                      </a:lnTo>
                      <a:lnTo>
                        <a:pt x="476" y="240"/>
                      </a:lnTo>
                      <a:lnTo>
                        <a:pt x="463" y="253"/>
                      </a:lnTo>
                      <a:lnTo>
                        <a:pt x="450" y="266"/>
                      </a:lnTo>
                      <a:lnTo>
                        <a:pt x="438" y="280"/>
                      </a:lnTo>
                      <a:lnTo>
                        <a:pt x="427" y="292"/>
                      </a:lnTo>
                      <a:lnTo>
                        <a:pt x="426" y="289"/>
                      </a:lnTo>
                      <a:lnTo>
                        <a:pt x="427" y="288"/>
                      </a:lnTo>
                      <a:lnTo>
                        <a:pt x="428" y="288"/>
                      </a:lnTo>
                      <a:lnTo>
                        <a:pt x="427" y="288"/>
                      </a:lnTo>
                      <a:lnTo>
                        <a:pt x="425" y="287"/>
                      </a:lnTo>
                      <a:lnTo>
                        <a:pt x="420" y="284"/>
                      </a:lnTo>
                      <a:lnTo>
                        <a:pt x="413" y="280"/>
                      </a:lnTo>
                      <a:lnTo>
                        <a:pt x="408" y="276"/>
                      </a:lnTo>
                      <a:lnTo>
                        <a:pt x="404" y="272"/>
                      </a:lnTo>
                      <a:lnTo>
                        <a:pt x="401" y="269"/>
                      </a:lnTo>
                      <a:lnTo>
                        <a:pt x="399" y="265"/>
                      </a:lnTo>
                      <a:lnTo>
                        <a:pt x="394" y="259"/>
                      </a:lnTo>
                      <a:lnTo>
                        <a:pt x="389" y="253"/>
                      </a:lnTo>
                      <a:lnTo>
                        <a:pt x="383" y="248"/>
                      </a:lnTo>
                      <a:lnTo>
                        <a:pt x="375" y="244"/>
                      </a:lnTo>
                      <a:lnTo>
                        <a:pt x="367" y="241"/>
                      </a:lnTo>
                      <a:lnTo>
                        <a:pt x="355" y="239"/>
                      </a:lnTo>
                      <a:lnTo>
                        <a:pt x="342" y="236"/>
                      </a:lnTo>
                      <a:lnTo>
                        <a:pt x="328" y="236"/>
                      </a:lnTo>
                      <a:lnTo>
                        <a:pt x="313" y="236"/>
                      </a:lnTo>
                      <a:lnTo>
                        <a:pt x="300" y="238"/>
                      </a:lnTo>
                      <a:lnTo>
                        <a:pt x="288" y="240"/>
                      </a:lnTo>
                      <a:lnTo>
                        <a:pt x="279" y="244"/>
                      </a:lnTo>
                      <a:lnTo>
                        <a:pt x="276" y="246"/>
                      </a:lnTo>
                      <a:lnTo>
                        <a:pt x="273" y="248"/>
                      </a:lnTo>
                      <a:lnTo>
                        <a:pt x="271" y="251"/>
                      </a:lnTo>
                      <a:lnTo>
                        <a:pt x="270" y="254"/>
                      </a:lnTo>
                      <a:lnTo>
                        <a:pt x="269" y="264"/>
                      </a:lnTo>
                      <a:lnTo>
                        <a:pt x="269" y="274"/>
                      </a:lnTo>
                      <a:lnTo>
                        <a:pt x="272" y="284"/>
                      </a:lnTo>
                      <a:lnTo>
                        <a:pt x="276" y="294"/>
                      </a:lnTo>
                      <a:lnTo>
                        <a:pt x="280" y="300"/>
                      </a:lnTo>
                      <a:lnTo>
                        <a:pt x="284" y="306"/>
                      </a:lnTo>
                      <a:lnTo>
                        <a:pt x="290" y="312"/>
                      </a:lnTo>
                      <a:lnTo>
                        <a:pt x="296" y="316"/>
                      </a:lnTo>
                      <a:lnTo>
                        <a:pt x="302" y="320"/>
                      </a:lnTo>
                      <a:lnTo>
                        <a:pt x="309" y="323"/>
                      </a:lnTo>
                      <a:lnTo>
                        <a:pt x="317" y="326"/>
                      </a:lnTo>
                      <a:lnTo>
                        <a:pt x="326" y="328"/>
                      </a:lnTo>
                      <a:lnTo>
                        <a:pt x="335" y="329"/>
                      </a:lnTo>
                      <a:lnTo>
                        <a:pt x="343" y="330"/>
                      </a:lnTo>
                      <a:lnTo>
                        <a:pt x="350" y="330"/>
                      </a:lnTo>
                      <a:lnTo>
                        <a:pt x="356" y="329"/>
                      </a:lnTo>
                      <a:lnTo>
                        <a:pt x="361" y="328"/>
                      </a:lnTo>
                      <a:lnTo>
                        <a:pt x="366" y="326"/>
                      </a:lnTo>
                      <a:lnTo>
                        <a:pt x="370" y="324"/>
                      </a:lnTo>
                      <a:lnTo>
                        <a:pt x="374" y="323"/>
                      </a:lnTo>
                      <a:lnTo>
                        <a:pt x="379" y="320"/>
                      </a:lnTo>
                      <a:lnTo>
                        <a:pt x="384" y="319"/>
                      </a:lnTo>
                      <a:lnTo>
                        <a:pt x="389" y="318"/>
                      </a:lnTo>
                      <a:lnTo>
                        <a:pt x="396" y="319"/>
                      </a:lnTo>
                      <a:lnTo>
                        <a:pt x="397" y="320"/>
                      </a:lnTo>
                      <a:lnTo>
                        <a:pt x="398" y="320"/>
                      </a:lnTo>
                      <a:lnTo>
                        <a:pt x="399" y="320"/>
                      </a:lnTo>
                      <a:lnTo>
                        <a:pt x="394" y="326"/>
                      </a:lnTo>
                      <a:lnTo>
                        <a:pt x="390" y="331"/>
                      </a:lnTo>
                      <a:lnTo>
                        <a:pt x="387" y="335"/>
                      </a:lnTo>
                      <a:lnTo>
                        <a:pt x="385" y="336"/>
                      </a:lnTo>
                      <a:lnTo>
                        <a:pt x="383" y="337"/>
                      </a:lnTo>
                      <a:lnTo>
                        <a:pt x="379" y="338"/>
                      </a:lnTo>
                      <a:lnTo>
                        <a:pt x="375" y="341"/>
                      </a:lnTo>
                      <a:lnTo>
                        <a:pt x="368" y="342"/>
                      </a:lnTo>
                      <a:lnTo>
                        <a:pt x="361" y="344"/>
                      </a:lnTo>
                      <a:lnTo>
                        <a:pt x="351" y="347"/>
                      </a:lnTo>
                      <a:lnTo>
                        <a:pt x="340" y="348"/>
                      </a:lnTo>
                      <a:lnTo>
                        <a:pt x="327" y="350"/>
                      </a:lnTo>
                      <a:lnTo>
                        <a:pt x="296" y="352"/>
                      </a:lnTo>
                      <a:lnTo>
                        <a:pt x="296" y="354"/>
                      </a:lnTo>
                      <a:lnTo>
                        <a:pt x="292" y="354"/>
                      </a:lnTo>
                      <a:lnTo>
                        <a:pt x="288" y="354"/>
                      </a:lnTo>
                      <a:lnTo>
                        <a:pt x="285" y="354"/>
                      </a:lnTo>
                      <a:lnTo>
                        <a:pt x="281" y="354"/>
                      </a:lnTo>
                      <a:lnTo>
                        <a:pt x="277" y="354"/>
                      </a:lnTo>
                      <a:lnTo>
                        <a:pt x="273" y="354"/>
                      </a:lnTo>
                      <a:lnTo>
                        <a:pt x="268" y="354"/>
                      </a:lnTo>
                      <a:lnTo>
                        <a:pt x="264" y="354"/>
                      </a:lnTo>
                      <a:lnTo>
                        <a:pt x="246" y="356"/>
                      </a:lnTo>
                      <a:lnTo>
                        <a:pt x="228" y="362"/>
                      </a:lnTo>
                      <a:lnTo>
                        <a:pt x="207" y="373"/>
                      </a:lnTo>
                      <a:lnTo>
                        <a:pt x="187" y="386"/>
                      </a:lnTo>
                      <a:lnTo>
                        <a:pt x="166" y="402"/>
                      </a:lnTo>
                      <a:lnTo>
                        <a:pt x="146" y="420"/>
                      </a:lnTo>
                      <a:lnTo>
                        <a:pt x="125" y="439"/>
                      </a:lnTo>
                      <a:lnTo>
                        <a:pt x="106" y="459"/>
                      </a:lnTo>
                      <a:lnTo>
                        <a:pt x="87" y="480"/>
                      </a:lnTo>
                      <a:lnTo>
                        <a:pt x="70" y="500"/>
                      </a:lnTo>
                      <a:lnTo>
                        <a:pt x="55" y="519"/>
                      </a:lnTo>
                      <a:lnTo>
                        <a:pt x="40" y="537"/>
                      </a:lnTo>
                      <a:lnTo>
                        <a:pt x="29" y="553"/>
                      </a:lnTo>
                      <a:lnTo>
                        <a:pt x="20" y="567"/>
                      </a:lnTo>
                      <a:lnTo>
                        <a:pt x="14" y="577"/>
                      </a:lnTo>
                      <a:lnTo>
                        <a:pt x="11" y="584"/>
                      </a:lnTo>
                      <a:lnTo>
                        <a:pt x="9" y="591"/>
                      </a:lnTo>
                      <a:lnTo>
                        <a:pt x="4" y="610"/>
                      </a:lnTo>
                      <a:lnTo>
                        <a:pt x="1" y="627"/>
                      </a:lnTo>
                      <a:lnTo>
                        <a:pt x="0" y="642"/>
                      </a:lnTo>
                      <a:lnTo>
                        <a:pt x="2" y="651"/>
                      </a:lnTo>
                      <a:lnTo>
                        <a:pt x="6" y="664"/>
                      </a:lnTo>
                      <a:lnTo>
                        <a:pt x="13" y="687"/>
                      </a:lnTo>
                      <a:lnTo>
                        <a:pt x="21" y="716"/>
                      </a:lnTo>
                      <a:lnTo>
                        <a:pt x="28" y="745"/>
                      </a:lnTo>
                      <a:lnTo>
                        <a:pt x="24" y="757"/>
                      </a:lnTo>
                      <a:lnTo>
                        <a:pt x="36" y="782"/>
                      </a:lnTo>
                      <a:lnTo>
                        <a:pt x="45" y="805"/>
                      </a:lnTo>
                      <a:lnTo>
                        <a:pt x="24" y="837"/>
                      </a:lnTo>
                      <a:lnTo>
                        <a:pt x="29" y="841"/>
                      </a:lnTo>
                      <a:lnTo>
                        <a:pt x="31" y="842"/>
                      </a:lnTo>
                      <a:lnTo>
                        <a:pt x="35" y="844"/>
                      </a:lnTo>
                      <a:lnTo>
                        <a:pt x="41" y="847"/>
                      </a:lnTo>
                      <a:lnTo>
                        <a:pt x="52" y="851"/>
                      </a:lnTo>
                      <a:lnTo>
                        <a:pt x="65" y="856"/>
                      </a:lnTo>
                      <a:lnTo>
                        <a:pt x="83" y="861"/>
                      </a:lnTo>
                      <a:lnTo>
                        <a:pt x="104" y="866"/>
                      </a:lnTo>
                      <a:lnTo>
                        <a:pt x="130" y="870"/>
                      </a:lnTo>
                      <a:lnTo>
                        <a:pt x="137" y="884"/>
                      </a:lnTo>
                      <a:lnTo>
                        <a:pt x="144" y="896"/>
                      </a:lnTo>
                      <a:lnTo>
                        <a:pt x="151" y="905"/>
                      </a:lnTo>
                      <a:lnTo>
                        <a:pt x="158" y="914"/>
                      </a:lnTo>
                      <a:lnTo>
                        <a:pt x="165" y="920"/>
                      </a:lnTo>
                      <a:lnTo>
                        <a:pt x="173" y="924"/>
                      </a:lnTo>
                      <a:lnTo>
                        <a:pt x="181" y="927"/>
                      </a:lnTo>
                      <a:lnTo>
                        <a:pt x="189" y="928"/>
                      </a:lnTo>
                      <a:lnTo>
                        <a:pt x="379" y="928"/>
                      </a:lnTo>
                      <a:lnTo>
                        <a:pt x="380" y="928"/>
                      </a:lnTo>
                      <a:lnTo>
                        <a:pt x="381" y="928"/>
                      </a:lnTo>
                      <a:lnTo>
                        <a:pt x="382" y="928"/>
                      </a:lnTo>
                      <a:lnTo>
                        <a:pt x="388" y="927"/>
                      </a:lnTo>
                      <a:lnTo>
                        <a:pt x="395" y="926"/>
                      </a:lnTo>
                      <a:lnTo>
                        <a:pt x="401" y="922"/>
                      </a:lnTo>
                      <a:lnTo>
                        <a:pt x="407" y="918"/>
                      </a:lnTo>
                      <a:lnTo>
                        <a:pt x="414" y="914"/>
                      </a:lnTo>
                      <a:lnTo>
                        <a:pt x="420" y="906"/>
                      </a:lnTo>
                      <a:lnTo>
                        <a:pt x="426" y="899"/>
                      </a:lnTo>
                      <a:lnTo>
                        <a:pt x="431" y="891"/>
                      </a:lnTo>
                      <a:lnTo>
                        <a:pt x="441" y="891"/>
                      </a:lnTo>
                      <a:lnTo>
                        <a:pt x="451" y="891"/>
                      </a:lnTo>
                      <a:lnTo>
                        <a:pt x="461" y="891"/>
                      </a:lnTo>
                      <a:lnTo>
                        <a:pt x="471" y="891"/>
                      </a:lnTo>
                      <a:lnTo>
                        <a:pt x="481" y="891"/>
                      </a:lnTo>
                      <a:lnTo>
                        <a:pt x="492" y="891"/>
                      </a:lnTo>
                      <a:lnTo>
                        <a:pt x="504" y="891"/>
                      </a:lnTo>
                      <a:lnTo>
                        <a:pt x="515" y="891"/>
                      </a:lnTo>
                      <a:lnTo>
                        <a:pt x="554" y="890"/>
                      </a:lnTo>
                      <a:lnTo>
                        <a:pt x="592" y="890"/>
                      </a:lnTo>
                      <a:lnTo>
                        <a:pt x="631" y="887"/>
                      </a:lnTo>
                      <a:lnTo>
                        <a:pt x="667" y="886"/>
                      </a:lnTo>
                      <a:lnTo>
                        <a:pt x="704" y="884"/>
                      </a:lnTo>
                      <a:lnTo>
                        <a:pt x="739" y="881"/>
                      </a:lnTo>
                      <a:lnTo>
                        <a:pt x="773" y="879"/>
                      </a:lnTo>
                      <a:lnTo>
                        <a:pt x="807" y="876"/>
                      </a:lnTo>
                      <a:lnTo>
                        <a:pt x="839" y="873"/>
                      </a:lnTo>
                      <a:lnTo>
                        <a:pt x="871" y="870"/>
                      </a:lnTo>
                      <a:lnTo>
                        <a:pt x="900" y="867"/>
                      </a:lnTo>
                      <a:lnTo>
                        <a:pt x="929" y="863"/>
                      </a:lnTo>
                      <a:lnTo>
                        <a:pt x="956" y="860"/>
                      </a:lnTo>
                      <a:lnTo>
                        <a:pt x="984" y="856"/>
                      </a:lnTo>
                      <a:lnTo>
                        <a:pt x="1008" y="852"/>
                      </a:lnTo>
                      <a:lnTo>
                        <a:pt x="1032" y="849"/>
                      </a:lnTo>
                      <a:lnTo>
                        <a:pt x="1039" y="867"/>
                      </a:lnTo>
                      <a:lnTo>
                        <a:pt x="1046" y="882"/>
                      </a:lnTo>
                      <a:lnTo>
                        <a:pt x="1054" y="897"/>
                      </a:lnTo>
                      <a:lnTo>
                        <a:pt x="1063" y="908"/>
                      </a:lnTo>
                      <a:lnTo>
                        <a:pt x="1071" y="916"/>
                      </a:lnTo>
                      <a:lnTo>
                        <a:pt x="1080" y="923"/>
                      </a:lnTo>
                      <a:lnTo>
                        <a:pt x="1089" y="927"/>
                      </a:lnTo>
                      <a:lnTo>
                        <a:pt x="1099" y="928"/>
                      </a:lnTo>
                      <a:lnTo>
                        <a:pt x="1289" y="928"/>
                      </a:lnTo>
                      <a:lnTo>
                        <a:pt x="1290" y="928"/>
                      </a:lnTo>
                      <a:lnTo>
                        <a:pt x="1291" y="928"/>
                      </a:lnTo>
                      <a:lnTo>
                        <a:pt x="1292" y="928"/>
                      </a:lnTo>
                      <a:lnTo>
                        <a:pt x="1297" y="928"/>
                      </a:lnTo>
                      <a:lnTo>
                        <a:pt x="1302" y="927"/>
                      </a:lnTo>
                      <a:lnTo>
                        <a:pt x="1306" y="926"/>
                      </a:lnTo>
                      <a:lnTo>
                        <a:pt x="1311" y="923"/>
                      </a:lnTo>
                      <a:lnTo>
                        <a:pt x="1315" y="920"/>
                      </a:lnTo>
                      <a:lnTo>
                        <a:pt x="1320" y="916"/>
                      </a:lnTo>
                      <a:lnTo>
                        <a:pt x="1324" y="912"/>
                      </a:lnTo>
                      <a:lnTo>
                        <a:pt x="1329" y="908"/>
                      </a:lnTo>
                      <a:lnTo>
                        <a:pt x="1336" y="899"/>
                      </a:lnTo>
                      <a:lnTo>
                        <a:pt x="1342" y="890"/>
                      </a:lnTo>
                      <a:lnTo>
                        <a:pt x="1347" y="879"/>
                      </a:lnTo>
                      <a:lnTo>
                        <a:pt x="1353" y="867"/>
                      </a:lnTo>
                      <a:lnTo>
                        <a:pt x="1357" y="854"/>
                      </a:lnTo>
                      <a:lnTo>
                        <a:pt x="1362" y="839"/>
                      </a:lnTo>
                      <a:lnTo>
                        <a:pt x="1366" y="824"/>
                      </a:lnTo>
                      <a:lnTo>
                        <a:pt x="1370" y="808"/>
                      </a:lnTo>
                      <a:lnTo>
                        <a:pt x="1372" y="815"/>
                      </a:lnTo>
                      <a:lnTo>
                        <a:pt x="1377" y="814"/>
                      </a:lnTo>
                      <a:lnTo>
                        <a:pt x="1379" y="814"/>
                      </a:lnTo>
                      <a:lnTo>
                        <a:pt x="1383" y="813"/>
                      </a:lnTo>
                      <a:lnTo>
                        <a:pt x="1390" y="811"/>
                      </a:lnTo>
                      <a:lnTo>
                        <a:pt x="1399" y="808"/>
                      </a:lnTo>
                      <a:lnTo>
                        <a:pt x="1410" y="806"/>
                      </a:lnTo>
                      <a:lnTo>
                        <a:pt x="1423" y="802"/>
                      </a:lnTo>
                      <a:lnTo>
                        <a:pt x="1437" y="799"/>
                      </a:lnTo>
                      <a:lnTo>
                        <a:pt x="1453" y="794"/>
                      </a:lnTo>
                      <a:lnTo>
                        <a:pt x="1469" y="790"/>
                      </a:lnTo>
                      <a:lnTo>
                        <a:pt x="1486" y="785"/>
                      </a:lnTo>
                      <a:lnTo>
                        <a:pt x="1504" y="781"/>
                      </a:lnTo>
                      <a:lnTo>
                        <a:pt x="1523" y="777"/>
                      </a:lnTo>
                      <a:lnTo>
                        <a:pt x="1540" y="772"/>
                      </a:lnTo>
                      <a:lnTo>
                        <a:pt x="1558" y="769"/>
                      </a:lnTo>
                      <a:lnTo>
                        <a:pt x="1575" y="765"/>
                      </a:lnTo>
                      <a:lnTo>
                        <a:pt x="1592" y="761"/>
                      </a:lnTo>
                      <a:lnTo>
                        <a:pt x="1598" y="779"/>
                      </a:lnTo>
                      <a:lnTo>
                        <a:pt x="1605" y="796"/>
                      </a:lnTo>
                      <a:lnTo>
                        <a:pt x="1613" y="809"/>
                      </a:lnTo>
                      <a:lnTo>
                        <a:pt x="1620" y="821"/>
                      </a:lnTo>
                      <a:lnTo>
                        <a:pt x="1628" y="830"/>
                      </a:lnTo>
                      <a:lnTo>
                        <a:pt x="1636" y="837"/>
                      </a:lnTo>
                      <a:lnTo>
                        <a:pt x="1645" y="841"/>
                      </a:lnTo>
                      <a:lnTo>
                        <a:pt x="1654" y="842"/>
                      </a:lnTo>
                      <a:lnTo>
                        <a:pt x="1824" y="842"/>
                      </a:lnTo>
                      <a:lnTo>
                        <a:pt x="1828" y="842"/>
                      </a:lnTo>
                      <a:lnTo>
                        <a:pt x="1833" y="842"/>
                      </a:lnTo>
                      <a:lnTo>
                        <a:pt x="1837" y="841"/>
                      </a:lnTo>
                      <a:lnTo>
                        <a:pt x="1842" y="838"/>
                      </a:lnTo>
                      <a:lnTo>
                        <a:pt x="1846" y="836"/>
                      </a:lnTo>
                      <a:lnTo>
                        <a:pt x="1851" y="832"/>
                      </a:lnTo>
                      <a:lnTo>
                        <a:pt x="1855" y="829"/>
                      </a:lnTo>
                      <a:lnTo>
                        <a:pt x="1859" y="824"/>
                      </a:lnTo>
                      <a:lnTo>
                        <a:pt x="1865" y="815"/>
                      </a:lnTo>
                      <a:lnTo>
                        <a:pt x="1871" y="806"/>
                      </a:lnTo>
                      <a:lnTo>
                        <a:pt x="1878" y="794"/>
                      </a:lnTo>
                      <a:lnTo>
                        <a:pt x="1883" y="782"/>
                      </a:lnTo>
                      <a:lnTo>
                        <a:pt x="1888" y="767"/>
                      </a:lnTo>
                      <a:lnTo>
                        <a:pt x="1892" y="753"/>
                      </a:lnTo>
                      <a:lnTo>
                        <a:pt x="1896" y="736"/>
                      </a:lnTo>
                      <a:lnTo>
                        <a:pt x="1899" y="719"/>
                      </a:lnTo>
                      <a:lnTo>
                        <a:pt x="1943" y="691"/>
                      </a:lnTo>
                      <a:lnTo>
                        <a:pt x="1967" y="649"/>
                      </a:lnTo>
                      <a:lnTo>
                        <a:pt x="1970" y="645"/>
                      </a:lnTo>
                      <a:lnTo>
                        <a:pt x="1975" y="638"/>
                      </a:lnTo>
                      <a:lnTo>
                        <a:pt x="1981" y="628"/>
                      </a:lnTo>
                      <a:lnTo>
                        <a:pt x="1988" y="616"/>
                      </a:lnTo>
                      <a:lnTo>
                        <a:pt x="1995" y="603"/>
                      </a:lnTo>
                      <a:lnTo>
                        <a:pt x="2002" y="589"/>
                      </a:lnTo>
                      <a:lnTo>
                        <a:pt x="2007" y="576"/>
                      </a:lnTo>
                      <a:lnTo>
                        <a:pt x="2010" y="562"/>
                      </a:lnTo>
                      <a:lnTo>
                        <a:pt x="2010" y="541"/>
                      </a:lnTo>
                      <a:lnTo>
                        <a:pt x="2009" y="504"/>
                      </a:lnTo>
                      <a:lnTo>
                        <a:pt x="2006" y="457"/>
                      </a:lnTo>
                      <a:lnTo>
                        <a:pt x="2002" y="404"/>
                      </a:lnTo>
                      <a:lnTo>
                        <a:pt x="1997" y="354"/>
                      </a:lnTo>
                      <a:lnTo>
                        <a:pt x="1991" y="310"/>
                      </a:lnTo>
                      <a:lnTo>
                        <a:pt x="1986" y="276"/>
                      </a:lnTo>
                      <a:lnTo>
                        <a:pt x="1981" y="2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7" name="Freeform 785"/>
                <p:cNvSpPr>
                  <a:spLocks/>
                </p:cNvSpPr>
                <p:nvPr/>
              </p:nvSpPr>
              <p:spPr bwMode="auto">
                <a:xfrm>
                  <a:off x="5462" y="3347"/>
                  <a:ext cx="36" cy="24"/>
                </a:xfrm>
                <a:custGeom>
                  <a:avLst/>
                  <a:gdLst>
                    <a:gd name="T0" fmla="*/ 0 w 246"/>
                    <a:gd name="T1" fmla="*/ 0 h 120"/>
                    <a:gd name="T2" fmla="*/ 0 w 246"/>
                    <a:gd name="T3" fmla="*/ 0 h 120"/>
                    <a:gd name="T4" fmla="*/ 0 w 246"/>
                    <a:gd name="T5" fmla="*/ 0 h 120"/>
                    <a:gd name="T6" fmla="*/ 0 w 246"/>
                    <a:gd name="T7" fmla="*/ 0 h 120"/>
                    <a:gd name="T8" fmla="*/ 0 w 246"/>
                    <a:gd name="T9" fmla="*/ 0 h 120"/>
                    <a:gd name="T10" fmla="*/ 0 w 246"/>
                    <a:gd name="T11" fmla="*/ 0 h 120"/>
                    <a:gd name="T12" fmla="*/ 0 w 246"/>
                    <a:gd name="T13" fmla="*/ 0 h 120"/>
                    <a:gd name="T14" fmla="*/ 0 w 246"/>
                    <a:gd name="T15" fmla="*/ 0 h 120"/>
                    <a:gd name="T16" fmla="*/ 0 w 246"/>
                    <a:gd name="T17" fmla="*/ 0 h 120"/>
                    <a:gd name="T18" fmla="*/ 0 w 246"/>
                    <a:gd name="T19" fmla="*/ 0 h 120"/>
                    <a:gd name="T20" fmla="*/ 0 w 246"/>
                    <a:gd name="T21" fmla="*/ 0 h 120"/>
                    <a:gd name="T22" fmla="*/ 0 w 246"/>
                    <a:gd name="T23" fmla="*/ 0 h 120"/>
                    <a:gd name="T24" fmla="*/ 0 w 246"/>
                    <a:gd name="T25" fmla="*/ 0 h 120"/>
                    <a:gd name="T26" fmla="*/ 0 w 246"/>
                    <a:gd name="T27" fmla="*/ 0 h 120"/>
                    <a:gd name="T28" fmla="*/ 0 w 246"/>
                    <a:gd name="T29" fmla="*/ 0 h 120"/>
                    <a:gd name="T30" fmla="*/ 0 w 246"/>
                    <a:gd name="T31" fmla="*/ 0 h 120"/>
                    <a:gd name="T32" fmla="*/ 0 w 246"/>
                    <a:gd name="T33" fmla="*/ 0 h 120"/>
                    <a:gd name="T34" fmla="*/ 0 w 246"/>
                    <a:gd name="T35" fmla="*/ 0 h 120"/>
                    <a:gd name="T36" fmla="*/ 0 w 246"/>
                    <a:gd name="T37" fmla="*/ 0 h 120"/>
                    <a:gd name="T38" fmla="*/ 0 w 246"/>
                    <a:gd name="T39" fmla="*/ 0 h 120"/>
                    <a:gd name="T40" fmla="*/ 0 w 246"/>
                    <a:gd name="T41" fmla="*/ 0 h 120"/>
                    <a:gd name="T42" fmla="*/ 0 w 246"/>
                    <a:gd name="T43" fmla="*/ 0 h 120"/>
                    <a:gd name="T44" fmla="*/ 0 w 246"/>
                    <a:gd name="T45" fmla="*/ 0 h 120"/>
                    <a:gd name="T46" fmla="*/ 0 w 246"/>
                    <a:gd name="T47" fmla="*/ 0 h 120"/>
                    <a:gd name="T48" fmla="*/ 0 w 246"/>
                    <a:gd name="T49" fmla="*/ 0 h 120"/>
                    <a:gd name="T50" fmla="*/ 0 w 246"/>
                    <a:gd name="T51" fmla="*/ 0 h 120"/>
                    <a:gd name="T52" fmla="*/ 0 w 246"/>
                    <a:gd name="T53" fmla="*/ 0 h 120"/>
                    <a:gd name="T54" fmla="*/ 0 w 246"/>
                    <a:gd name="T55" fmla="*/ 0 h 120"/>
                    <a:gd name="T56" fmla="*/ 0 w 246"/>
                    <a:gd name="T57" fmla="*/ 0 h 120"/>
                    <a:gd name="T58" fmla="*/ 0 w 246"/>
                    <a:gd name="T59" fmla="*/ 0 h 120"/>
                    <a:gd name="T60" fmla="*/ 0 w 246"/>
                    <a:gd name="T61" fmla="*/ 0 h 120"/>
                    <a:gd name="T62" fmla="*/ 0 w 246"/>
                    <a:gd name="T63" fmla="*/ 0 h 120"/>
                    <a:gd name="T64" fmla="*/ 0 w 246"/>
                    <a:gd name="T65" fmla="*/ 0 h 120"/>
                    <a:gd name="T66" fmla="*/ 0 w 246"/>
                    <a:gd name="T67" fmla="*/ 0 h 120"/>
                    <a:gd name="T68" fmla="*/ 0 w 246"/>
                    <a:gd name="T69" fmla="*/ 0 h 120"/>
                    <a:gd name="T70" fmla="*/ 0 w 246"/>
                    <a:gd name="T71" fmla="*/ 0 h 120"/>
                    <a:gd name="T72" fmla="*/ 0 w 246"/>
                    <a:gd name="T73" fmla="*/ 0 h 120"/>
                    <a:gd name="T74" fmla="*/ 0 w 246"/>
                    <a:gd name="T75" fmla="*/ 0 h 120"/>
                    <a:gd name="T76" fmla="*/ 0 w 246"/>
                    <a:gd name="T77" fmla="*/ 0 h 120"/>
                    <a:gd name="T78" fmla="*/ 0 w 246"/>
                    <a:gd name="T79" fmla="*/ 0 h 120"/>
                    <a:gd name="T80" fmla="*/ 0 w 246"/>
                    <a:gd name="T81" fmla="*/ 0 h 120"/>
                    <a:gd name="T82" fmla="*/ 0 w 246"/>
                    <a:gd name="T83" fmla="*/ 0 h 120"/>
                    <a:gd name="T84" fmla="*/ 0 w 246"/>
                    <a:gd name="T85" fmla="*/ 0 h 120"/>
                    <a:gd name="T86" fmla="*/ 0 w 246"/>
                    <a:gd name="T87" fmla="*/ 0 h 120"/>
                    <a:gd name="T88" fmla="*/ 0 w 246"/>
                    <a:gd name="T89" fmla="*/ 0 h 120"/>
                    <a:gd name="T90" fmla="*/ 0 w 246"/>
                    <a:gd name="T91" fmla="*/ 0 h 120"/>
                    <a:gd name="T92" fmla="*/ 0 w 246"/>
                    <a:gd name="T93" fmla="*/ 0 h 120"/>
                    <a:gd name="T94" fmla="*/ 0 w 246"/>
                    <a:gd name="T95" fmla="*/ 0 h 120"/>
                    <a:gd name="T96" fmla="*/ 0 w 246"/>
                    <a:gd name="T97" fmla="*/ 0 h 120"/>
                    <a:gd name="T98" fmla="*/ 0 w 246"/>
                    <a:gd name="T99" fmla="*/ 0 h 120"/>
                    <a:gd name="T100" fmla="*/ 0 w 246"/>
                    <a:gd name="T101" fmla="*/ 0 h 120"/>
                    <a:gd name="T102" fmla="*/ 0 w 246"/>
                    <a:gd name="T103" fmla="*/ 0 h 120"/>
                    <a:gd name="T104" fmla="*/ 0 w 246"/>
                    <a:gd name="T105" fmla="*/ 0 h 120"/>
                    <a:gd name="T106" fmla="*/ 0 w 246"/>
                    <a:gd name="T107" fmla="*/ 0 h 12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46"/>
                    <a:gd name="T163" fmla="*/ 0 h 120"/>
                    <a:gd name="T164" fmla="*/ 246 w 246"/>
                    <a:gd name="T165" fmla="*/ 120 h 12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46" h="120">
                      <a:moveTo>
                        <a:pt x="60" y="120"/>
                      </a:moveTo>
                      <a:lnTo>
                        <a:pt x="59" y="120"/>
                      </a:lnTo>
                      <a:lnTo>
                        <a:pt x="58" y="120"/>
                      </a:lnTo>
                      <a:lnTo>
                        <a:pt x="53" y="117"/>
                      </a:lnTo>
                      <a:lnTo>
                        <a:pt x="46" y="113"/>
                      </a:lnTo>
                      <a:lnTo>
                        <a:pt x="34" y="105"/>
                      </a:lnTo>
                      <a:lnTo>
                        <a:pt x="29" y="102"/>
                      </a:lnTo>
                      <a:lnTo>
                        <a:pt x="24" y="98"/>
                      </a:lnTo>
                      <a:lnTo>
                        <a:pt x="19" y="93"/>
                      </a:lnTo>
                      <a:lnTo>
                        <a:pt x="15" y="89"/>
                      </a:lnTo>
                      <a:lnTo>
                        <a:pt x="10" y="85"/>
                      </a:lnTo>
                      <a:lnTo>
                        <a:pt x="6" y="80"/>
                      </a:lnTo>
                      <a:lnTo>
                        <a:pt x="3" y="77"/>
                      </a:lnTo>
                      <a:lnTo>
                        <a:pt x="0" y="73"/>
                      </a:lnTo>
                      <a:lnTo>
                        <a:pt x="19" y="51"/>
                      </a:lnTo>
                      <a:lnTo>
                        <a:pt x="35" y="35"/>
                      </a:lnTo>
                      <a:lnTo>
                        <a:pt x="48" y="21"/>
                      </a:lnTo>
                      <a:lnTo>
                        <a:pt x="59" y="13"/>
                      </a:lnTo>
                      <a:lnTo>
                        <a:pt x="67" y="7"/>
                      </a:lnTo>
                      <a:lnTo>
                        <a:pt x="73" y="2"/>
                      </a:lnTo>
                      <a:lnTo>
                        <a:pt x="78" y="1"/>
                      </a:lnTo>
                      <a:lnTo>
                        <a:pt x="81" y="0"/>
                      </a:lnTo>
                      <a:lnTo>
                        <a:pt x="91" y="0"/>
                      </a:lnTo>
                      <a:lnTo>
                        <a:pt x="101" y="0"/>
                      </a:lnTo>
                      <a:lnTo>
                        <a:pt x="110" y="1"/>
                      </a:lnTo>
                      <a:lnTo>
                        <a:pt x="120" y="1"/>
                      </a:lnTo>
                      <a:lnTo>
                        <a:pt x="130" y="1"/>
                      </a:lnTo>
                      <a:lnTo>
                        <a:pt x="141" y="2"/>
                      </a:lnTo>
                      <a:lnTo>
                        <a:pt x="151" y="2"/>
                      </a:lnTo>
                      <a:lnTo>
                        <a:pt x="162" y="3"/>
                      </a:lnTo>
                      <a:lnTo>
                        <a:pt x="172" y="3"/>
                      </a:lnTo>
                      <a:lnTo>
                        <a:pt x="184" y="5"/>
                      </a:lnTo>
                      <a:lnTo>
                        <a:pt x="194" y="5"/>
                      </a:lnTo>
                      <a:lnTo>
                        <a:pt x="205" y="6"/>
                      </a:lnTo>
                      <a:lnTo>
                        <a:pt x="215" y="6"/>
                      </a:lnTo>
                      <a:lnTo>
                        <a:pt x="226" y="7"/>
                      </a:lnTo>
                      <a:lnTo>
                        <a:pt x="236" y="7"/>
                      </a:lnTo>
                      <a:lnTo>
                        <a:pt x="246" y="8"/>
                      </a:lnTo>
                      <a:lnTo>
                        <a:pt x="233" y="12"/>
                      </a:lnTo>
                      <a:lnTo>
                        <a:pt x="219" y="15"/>
                      </a:lnTo>
                      <a:lnTo>
                        <a:pt x="205" y="20"/>
                      </a:lnTo>
                      <a:lnTo>
                        <a:pt x="191" y="25"/>
                      </a:lnTo>
                      <a:lnTo>
                        <a:pt x="177" y="32"/>
                      </a:lnTo>
                      <a:lnTo>
                        <a:pt x="162" y="41"/>
                      </a:lnTo>
                      <a:lnTo>
                        <a:pt x="148" y="49"/>
                      </a:lnTo>
                      <a:lnTo>
                        <a:pt x="134" y="60"/>
                      </a:lnTo>
                      <a:lnTo>
                        <a:pt x="132" y="61"/>
                      </a:lnTo>
                      <a:lnTo>
                        <a:pt x="127" y="66"/>
                      </a:lnTo>
                      <a:lnTo>
                        <a:pt x="119" y="72"/>
                      </a:lnTo>
                      <a:lnTo>
                        <a:pt x="109" y="80"/>
                      </a:lnTo>
                      <a:lnTo>
                        <a:pt x="98" y="90"/>
                      </a:lnTo>
                      <a:lnTo>
                        <a:pt x="85" y="99"/>
                      </a:lnTo>
                      <a:lnTo>
                        <a:pt x="72" y="110"/>
                      </a:lnTo>
                      <a:lnTo>
                        <a:pt x="60" y="120"/>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8" name="Freeform 786"/>
                <p:cNvSpPr>
                  <a:spLocks/>
                </p:cNvSpPr>
                <p:nvPr/>
              </p:nvSpPr>
              <p:spPr bwMode="auto">
                <a:xfrm>
                  <a:off x="5482" y="3442"/>
                  <a:ext cx="7" cy="20"/>
                </a:xfrm>
                <a:custGeom>
                  <a:avLst/>
                  <a:gdLst>
                    <a:gd name="T0" fmla="*/ 0 w 50"/>
                    <a:gd name="T1" fmla="*/ 0 h 96"/>
                    <a:gd name="T2" fmla="*/ 0 w 50"/>
                    <a:gd name="T3" fmla="*/ 0 h 96"/>
                    <a:gd name="T4" fmla="*/ 0 w 50"/>
                    <a:gd name="T5" fmla="*/ 0 h 96"/>
                    <a:gd name="T6" fmla="*/ 0 w 50"/>
                    <a:gd name="T7" fmla="*/ 0 h 96"/>
                    <a:gd name="T8" fmla="*/ 0 w 50"/>
                    <a:gd name="T9" fmla="*/ 0 h 96"/>
                    <a:gd name="T10" fmla="*/ 0 w 50"/>
                    <a:gd name="T11" fmla="*/ 0 h 96"/>
                    <a:gd name="T12" fmla="*/ 0 w 50"/>
                    <a:gd name="T13" fmla="*/ 0 h 96"/>
                    <a:gd name="T14" fmla="*/ 0 w 50"/>
                    <a:gd name="T15" fmla="*/ 0 h 96"/>
                    <a:gd name="T16" fmla="*/ 0 w 50"/>
                    <a:gd name="T17" fmla="*/ 0 h 96"/>
                    <a:gd name="T18" fmla="*/ 0 w 50"/>
                    <a:gd name="T19" fmla="*/ 0 h 96"/>
                    <a:gd name="T20" fmla="*/ 0 w 50"/>
                    <a:gd name="T21" fmla="*/ 0 h 96"/>
                    <a:gd name="T22" fmla="*/ 0 w 50"/>
                    <a:gd name="T23" fmla="*/ 0 h 96"/>
                    <a:gd name="T24" fmla="*/ 0 w 50"/>
                    <a:gd name="T25" fmla="*/ 0 h 96"/>
                    <a:gd name="T26" fmla="*/ 0 w 50"/>
                    <a:gd name="T27" fmla="*/ 0 h 96"/>
                    <a:gd name="T28" fmla="*/ 0 w 50"/>
                    <a:gd name="T29" fmla="*/ 0 h 96"/>
                    <a:gd name="T30" fmla="*/ 0 w 50"/>
                    <a:gd name="T31" fmla="*/ 0 h 96"/>
                    <a:gd name="T32" fmla="*/ 0 w 50"/>
                    <a:gd name="T33" fmla="*/ 0 h 96"/>
                    <a:gd name="T34" fmla="*/ 0 w 50"/>
                    <a:gd name="T35" fmla="*/ 0 h 96"/>
                    <a:gd name="T36" fmla="*/ 0 w 50"/>
                    <a:gd name="T37" fmla="*/ 0 h 96"/>
                    <a:gd name="T38" fmla="*/ 0 w 50"/>
                    <a:gd name="T39" fmla="*/ 0 h 96"/>
                    <a:gd name="T40" fmla="*/ 0 w 50"/>
                    <a:gd name="T41" fmla="*/ 0 h 96"/>
                    <a:gd name="T42" fmla="*/ 0 w 50"/>
                    <a:gd name="T43" fmla="*/ 0 h 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
                    <a:gd name="T67" fmla="*/ 0 h 96"/>
                    <a:gd name="T68" fmla="*/ 50 w 50"/>
                    <a:gd name="T69" fmla="*/ 96 h 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 h="96">
                      <a:moveTo>
                        <a:pt x="10" y="0"/>
                      </a:moveTo>
                      <a:lnTo>
                        <a:pt x="14" y="16"/>
                      </a:lnTo>
                      <a:lnTo>
                        <a:pt x="18" y="31"/>
                      </a:lnTo>
                      <a:lnTo>
                        <a:pt x="22" y="46"/>
                      </a:lnTo>
                      <a:lnTo>
                        <a:pt x="27" y="58"/>
                      </a:lnTo>
                      <a:lnTo>
                        <a:pt x="32" y="70"/>
                      </a:lnTo>
                      <a:lnTo>
                        <a:pt x="37" y="79"/>
                      </a:lnTo>
                      <a:lnTo>
                        <a:pt x="44" y="89"/>
                      </a:lnTo>
                      <a:lnTo>
                        <a:pt x="50" y="96"/>
                      </a:lnTo>
                      <a:lnTo>
                        <a:pt x="46" y="96"/>
                      </a:lnTo>
                      <a:lnTo>
                        <a:pt x="39" y="91"/>
                      </a:lnTo>
                      <a:lnTo>
                        <a:pt x="32" y="84"/>
                      </a:lnTo>
                      <a:lnTo>
                        <a:pt x="26" y="76"/>
                      </a:lnTo>
                      <a:lnTo>
                        <a:pt x="20" y="65"/>
                      </a:lnTo>
                      <a:lnTo>
                        <a:pt x="14" y="52"/>
                      </a:lnTo>
                      <a:lnTo>
                        <a:pt x="9" y="37"/>
                      </a:lnTo>
                      <a:lnTo>
                        <a:pt x="4" y="22"/>
                      </a:lnTo>
                      <a:lnTo>
                        <a:pt x="0" y="5"/>
                      </a:lnTo>
                      <a:lnTo>
                        <a:pt x="3" y="4"/>
                      </a:lnTo>
                      <a:lnTo>
                        <a:pt x="5" y="3"/>
                      </a:lnTo>
                      <a:lnTo>
                        <a:pt x="8" y="1"/>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39" name="Freeform 787"/>
                <p:cNvSpPr>
                  <a:spLocks/>
                </p:cNvSpPr>
                <p:nvPr/>
              </p:nvSpPr>
              <p:spPr bwMode="auto">
                <a:xfrm>
                  <a:off x="5480" y="3444"/>
                  <a:ext cx="6" cy="18"/>
                </a:xfrm>
                <a:custGeom>
                  <a:avLst/>
                  <a:gdLst>
                    <a:gd name="T0" fmla="*/ 0 w 44"/>
                    <a:gd name="T1" fmla="*/ 0 h 89"/>
                    <a:gd name="T2" fmla="*/ 0 w 44"/>
                    <a:gd name="T3" fmla="*/ 0 h 89"/>
                    <a:gd name="T4" fmla="*/ 0 w 44"/>
                    <a:gd name="T5" fmla="*/ 0 h 89"/>
                    <a:gd name="T6" fmla="*/ 0 w 44"/>
                    <a:gd name="T7" fmla="*/ 0 h 89"/>
                    <a:gd name="T8" fmla="*/ 0 w 44"/>
                    <a:gd name="T9" fmla="*/ 0 h 89"/>
                    <a:gd name="T10" fmla="*/ 0 w 44"/>
                    <a:gd name="T11" fmla="*/ 0 h 89"/>
                    <a:gd name="T12" fmla="*/ 0 w 44"/>
                    <a:gd name="T13" fmla="*/ 0 h 89"/>
                    <a:gd name="T14" fmla="*/ 0 w 44"/>
                    <a:gd name="T15" fmla="*/ 0 h 89"/>
                    <a:gd name="T16" fmla="*/ 0 w 44"/>
                    <a:gd name="T17" fmla="*/ 0 h 89"/>
                    <a:gd name="T18" fmla="*/ 0 w 44"/>
                    <a:gd name="T19" fmla="*/ 0 h 89"/>
                    <a:gd name="T20" fmla="*/ 0 w 44"/>
                    <a:gd name="T21" fmla="*/ 0 h 89"/>
                    <a:gd name="T22" fmla="*/ 0 w 44"/>
                    <a:gd name="T23" fmla="*/ 0 h 89"/>
                    <a:gd name="T24" fmla="*/ 0 w 44"/>
                    <a:gd name="T25" fmla="*/ 0 h 89"/>
                    <a:gd name="T26" fmla="*/ 0 w 44"/>
                    <a:gd name="T27" fmla="*/ 0 h 89"/>
                    <a:gd name="T28" fmla="*/ 0 w 44"/>
                    <a:gd name="T29" fmla="*/ 0 h 89"/>
                    <a:gd name="T30" fmla="*/ 0 w 44"/>
                    <a:gd name="T31" fmla="*/ 0 h 89"/>
                    <a:gd name="T32" fmla="*/ 0 w 44"/>
                    <a:gd name="T33" fmla="*/ 0 h 89"/>
                    <a:gd name="T34" fmla="*/ 0 w 44"/>
                    <a:gd name="T35" fmla="*/ 0 h 89"/>
                    <a:gd name="T36" fmla="*/ 0 w 44"/>
                    <a:gd name="T37" fmla="*/ 0 h 89"/>
                    <a:gd name="T38" fmla="*/ 0 w 44"/>
                    <a:gd name="T39" fmla="*/ 0 h 89"/>
                    <a:gd name="T40" fmla="*/ 0 w 44"/>
                    <a:gd name="T41" fmla="*/ 0 h 89"/>
                    <a:gd name="T42" fmla="*/ 0 w 44"/>
                    <a:gd name="T43" fmla="*/ 0 h 8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
                    <a:gd name="T67" fmla="*/ 0 h 89"/>
                    <a:gd name="T68" fmla="*/ 44 w 44"/>
                    <a:gd name="T69" fmla="*/ 89 h 8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 h="89">
                      <a:moveTo>
                        <a:pt x="6" y="0"/>
                      </a:moveTo>
                      <a:lnTo>
                        <a:pt x="10" y="16"/>
                      </a:lnTo>
                      <a:lnTo>
                        <a:pt x="14" y="29"/>
                      </a:lnTo>
                      <a:lnTo>
                        <a:pt x="18" y="42"/>
                      </a:lnTo>
                      <a:lnTo>
                        <a:pt x="23" y="54"/>
                      </a:lnTo>
                      <a:lnTo>
                        <a:pt x="28" y="65"/>
                      </a:lnTo>
                      <a:lnTo>
                        <a:pt x="33" y="75"/>
                      </a:lnTo>
                      <a:lnTo>
                        <a:pt x="38" y="83"/>
                      </a:lnTo>
                      <a:lnTo>
                        <a:pt x="44" y="89"/>
                      </a:lnTo>
                      <a:lnTo>
                        <a:pt x="38" y="84"/>
                      </a:lnTo>
                      <a:lnTo>
                        <a:pt x="32" y="77"/>
                      </a:lnTo>
                      <a:lnTo>
                        <a:pt x="26" y="69"/>
                      </a:lnTo>
                      <a:lnTo>
                        <a:pt x="20" y="59"/>
                      </a:lnTo>
                      <a:lnTo>
                        <a:pt x="14" y="47"/>
                      </a:lnTo>
                      <a:lnTo>
                        <a:pt x="9" y="34"/>
                      </a:lnTo>
                      <a:lnTo>
                        <a:pt x="4" y="20"/>
                      </a:lnTo>
                      <a:lnTo>
                        <a:pt x="0" y="3"/>
                      </a:lnTo>
                      <a:lnTo>
                        <a:pt x="2" y="2"/>
                      </a:lnTo>
                      <a:lnTo>
                        <a:pt x="3" y="2"/>
                      </a:lnTo>
                      <a:lnTo>
                        <a:pt x="5"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0" name="Freeform 788"/>
                <p:cNvSpPr>
                  <a:spLocks/>
                </p:cNvSpPr>
                <p:nvPr/>
              </p:nvSpPr>
              <p:spPr bwMode="auto">
                <a:xfrm>
                  <a:off x="5478" y="3445"/>
                  <a:ext cx="7" cy="17"/>
                </a:xfrm>
                <a:custGeom>
                  <a:avLst/>
                  <a:gdLst>
                    <a:gd name="T0" fmla="*/ 0 w 44"/>
                    <a:gd name="T1" fmla="*/ 0 h 84"/>
                    <a:gd name="T2" fmla="*/ 0 w 44"/>
                    <a:gd name="T3" fmla="*/ 0 h 84"/>
                    <a:gd name="T4" fmla="*/ 0 w 44"/>
                    <a:gd name="T5" fmla="*/ 0 h 84"/>
                    <a:gd name="T6" fmla="*/ 0 w 44"/>
                    <a:gd name="T7" fmla="*/ 0 h 84"/>
                    <a:gd name="T8" fmla="*/ 0 w 44"/>
                    <a:gd name="T9" fmla="*/ 0 h 84"/>
                    <a:gd name="T10" fmla="*/ 0 w 44"/>
                    <a:gd name="T11" fmla="*/ 0 h 84"/>
                    <a:gd name="T12" fmla="*/ 0 w 44"/>
                    <a:gd name="T13" fmla="*/ 0 h 84"/>
                    <a:gd name="T14" fmla="*/ 0 w 44"/>
                    <a:gd name="T15" fmla="*/ 0 h 84"/>
                    <a:gd name="T16" fmla="*/ 0 w 44"/>
                    <a:gd name="T17" fmla="*/ 0 h 84"/>
                    <a:gd name="T18" fmla="*/ 0 w 44"/>
                    <a:gd name="T19" fmla="*/ 0 h 84"/>
                    <a:gd name="T20" fmla="*/ 0 w 44"/>
                    <a:gd name="T21" fmla="*/ 0 h 84"/>
                    <a:gd name="T22" fmla="*/ 0 w 44"/>
                    <a:gd name="T23" fmla="*/ 0 h 84"/>
                    <a:gd name="T24" fmla="*/ 0 w 44"/>
                    <a:gd name="T25" fmla="*/ 0 h 84"/>
                    <a:gd name="T26" fmla="*/ 0 w 44"/>
                    <a:gd name="T27" fmla="*/ 0 h 84"/>
                    <a:gd name="T28" fmla="*/ 0 w 44"/>
                    <a:gd name="T29" fmla="*/ 0 h 84"/>
                    <a:gd name="T30" fmla="*/ 0 w 44"/>
                    <a:gd name="T31" fmla="*/ 0 h 84"/>
                    <a:gd name="T32" fmla="*/ 0 w 44"/>
                    <a:gd name="T33" fmla="*/ 0 h 84"/>
                    <a:gd name="T34" fmla="*/ 0 w 44"/>
                    <a:gd name="T35" fmla="*/ 0 h 84"/>
                    <a:gd name="T36" fmla="*/ 0 w 44"/>
                    <a:gd name="T37" fmla="*/ 0 h 84"/>
                    <a:gd name="T38" fmla="*/ 0 w 44"/>
                    <a:gd name="T39" fmla="*/ 0 h 84"/>
                    <a:gd name="T40" fmla="*/ 0 w 44"/>
                    <a:gd name="T41" fmla="*/ 0 h 84"/>
                    <a:gd name="T42" fmla="*/ 0 w 44"/>
                    <a:gd name="T43" fmla="*/ 0 h 8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4"/>
                    <a:gd name="T67" fmla="*/ 0 h 84"/>
                    <a:gd name="T68" fmla="*/ 44 w 44"/>
                    <a:gd name="T69" fmla="*/ 84 h 8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4" h="84">
                      <a:moveTo>
                        <a:pt x="6" y="0"/>
                      </a:moveTo>
                      <a:lnTo>
                        <a:pt x="10" y="15"/>
                      </a:lnTo>
                      <a:lnTo>
                        <a:pt x="14" y="28"/>
                      </a:lnTo>
                      <a:lnTo>
                        <a:pt x="18" y="40"/>
                      </a:lnTo>
                      <a:lnTo>
                        <a:pt x="23" y="51"/>
                      </a:lnTo>
                      <a:lnTo>
                        <a:pt x="28" y="61"/>
                      </a:lnTo>
                      <a:lnTo>
                        <a:pt x="33" y="70"/>
                      </a:lnTo>
                      <a:lnTo>
                        <a:pt x="38" y="78"/>
                      </a:lnTo>
                      <a:lnTo>
                        <a:pt x="44" y="84"/>
                      </a:lnTo>
                      <a:lnTo>
                        <a:pt x="43" y="84"/>
                      </a:lnTo>
                      <a:lnTo>
                        <a:pt x="37" y="79"/>
                      </a:lnTo>
                      <a:lnTo>
                        <a:pt x="31" y="73"/>
                      </a:lnTo>
                      <a:lnTo>
                        <a:pt x="25" y="65"/>
                      </a:lnTo>
                      <a:lnTo>
                        <a:pt x="19" y="55"/>
                      </a:lnTo>
                      <a:lnTo>
                        <a:pt x="14" y="45"/>
                      </a:lnTo>
                      <a:lnTo>
                        <a:pt x="9" y="31"/>
                      </a:lnTo>
                      <a:lnTo>
                        <a:pt x="4" y="17"/>
                      </a:lnTo>
                      <a:lnTo>
                        <a:pt x="0" y="1"/>
                      </a:lnTo>
                      <a:lnTo>
                        <a:pt x="2" y="1"/>
                      </a:lnTo>
                      <a:lnTo>
                        <a:pt x="3" y="0"/>
                      </a:lnTo>
                      <a:lnTo>
                        <a:pt x="5"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1" name="Freeform 789"/>
                <p:cNvSpPr>
                  <a:spLocks/>
                </p:cNvSpPr>
                <p:nvPr/>
              </p:nvSpPr>
              <p:spPr bwMode="auto">
                <a:xfrm>
                  <a:off x="5477" y="3446"/>
                  <a:ext cx="6" cy="16"/>
                </a:xfrm>
                <a:custGeom>
                  <a:avLst/>
                  <a:gdLst>
                    <a:gd name="T0" fmla="*/ 0 w 43"/>
                    <a:gd name="T1" fmla="*/ 0 h 80"/>
                    <a:gd name="T2" fmla="*/ 0 w 43"/>
                    <a:gd name="T3" fmla="*/ 0 h 80"/>
                    <a:gd name="T4" fmla="*/ 0 w 43"/>
                    <a:gd name="T5" fmla="*/ 0 h 80"/>
                    <a:gd name="T6" fmla="*/ 0 w 43"/>
                    <a:gd name="T7" fmla="*/ 0 h 80"/>
                    <a:gd name="T8" fmla="*/ 0 w 43"/>
                    <a:gd name="T9" fmla="*/ 0 h 80"/>
                    <a:gd name="T10" fmla="*/ 0 w 43"/>
                    <a:gd name="T11" fmla="*/ 0 h 80"/>
                    <a:gd name="T12" fmla="*/ 0 w 43"/>
                    <a:gd name="T13" fmla="*/ 0 h 80"/>
                    <a:gd name="T14" fmla="*/ 0 w 43"/>
                    <a:gd name="T15" fmla="*/ 0 h 80"/>
                    <a:gd name="T16" fmla="*/ 0 w 43"/>
                    <a:gd name="T17" fmla="*/ 0 h 80"/>
                    <a:gd name="T18" fmla="*/ 0 w 43"/>
                    <a:gd name="T19" fmla="*/ 0 h 80"/>
                    <a:gd name="T20" fmla="*/ 0 w 43"/>
                    <a:gd name="T21" fmla="*/ 0 h 80"/>
                    <a:gd name="T22" fmla="*/ 0 w 43"/>
                    <a:gd name="T23" fmla="*/ 0 h 80"/>
                    <a:gd name="T24" fmla="*/ 0 w 43"/>
                    <a:gd name="T25" fmla="*/ 0 h 80"/>
                    <a:gd name="T26" fmla="*/ 0 w 43"/>
                    <a:gd name="T27" fmla="*/ 0 h 80"/>
                    <a:gd name="T28" fmla="*/ 0 w 43"/>
                    <a:gd name="T29" fmla="*/ 0 h 80"/>
                    <a:gd name="T30" fmla="*/ 0 w 43"/>
                    <a:gd name="T31" fmla="*/ 0 h 80"/>
                    <a:gd name="T32" fmla="*/ 0 w 43"/>
                    <a:gd name="T33" fmla="*/ 0 h 80"/>
                    <a:gd name="T34" fmla="*/ 0 w 43"/>
                    <a:gd name="T35" fmla="*/ 0 h 80"/>
                    <a:gd name="T36" fmla="*/ 0 w 43"/>
                    <a:gd name="T37" fmla="*/ 0 h 80"/>
                    <a:gd name="T38" fmla="*/ 0 w 43"/>
                    <a:gd name="T39" fmla="*/ 0 h 80"/>
                    <a:gd name="T40" fmla="*/ 0 w 43"/>
                    <a:gd name="T41" fmla="*/ 0 h 80"/>
                    <a:gd name="T42" fmla="*/ 0 w 43"/>
                    <a:gd name="T43" fmla="*/ 0 h 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80"/>
                    <a:gd name="T68" fmla="*/ 43 w 43"/>
                    <a:gd name="T69" fmla="*/ 80 h 8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80">
                      <a:moveTo>
                        <a:pt x="6" y="0"/>
                      </a:moveTo>
                      <a:lnTo>
                        <a:pt x="10" y="14"/>
                      </a:lnTo>
                      <a:lnTo>
                        <a:pt x="13" y="26"/>
                      </a:lnTo>
                      <a:lnTo>
                        <a:pt x="18" y="38"/>
                      </a:lnTo>
                      <a:lnTo>
                        <a:pt x="22" y="49"/>
                      </a:lnTo>
                      <a:lnTo>
                        <a:pt x="27" y="59"/>
                      </a:lnTo>
                      <a:lnTo>
                        <a:pt x="32" y="67"/>
                      </a:lnTo>
                      <a:lnTo>
                        <a:pt x="37" y="74"/>
                      </a:lnTo>
                      <a:lnTo>
                        <a:pt x="43" y="80"/>
                      </a:lnTo>
                      <a:lnTo>
                        <a:pt x="42" y="80"/>
                      </a:lnTo>
                      <a:lnTo>
                        <a:pt x="36" y="75"/>
                      </a:lnTo>
                      <a:lnTo>
                        <a:pt x="30" y="69"/>
                      </a:lnTo>
                      <a:lnTo>
                        <a:pt x="25" y="62"/>
                      </a:lnTo>
                      <a:lnTo>
                        <a:pt x="19" y="53"/>
                      </a:lnTo>
                      <a:lnTo>
                        <a:pt x="14" y="42"/>
                      </a:lnTo>
                      <a:lnTo>
                        <a:pt x="9" y="30"/>
                      </a:lnTo>
                      <a:lnTo>
                        <a:pt x="4" y="17"/>
                      </a:lnTo>
                      <a:lnTo>
                        <a:pt x="0" y="1"/>
                      </a:lnTo>
                      <a:lnTo>
                        <a:pt x="2" y="1"/>
                      </a:lnTo>
                      <a:lnTo>
                        <a:pt x="3" y="1"/>
                      </a:lnTo>
                      <a:lnTo>
                        <a:pt x="5"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2" name="Freeform 790"/>
                <p:cNvSpPr>
                  <a:spLocks/>
                </p:cNvSpPr>
                <p:nvPr/>
              </p:nvSpPr>
              <p:spPr bwMode="auto">
                <a:xfrm>
                  <a:off x="5475" y="3446"/>
                  <a:ext cx="6" cy="16"/>
                </a:xfrm>
                <a:custGeom>
                  <a:avLst/>
                  <a:gdLst>
                    <a:gd name="T0" fmla="*/ 0 w 42"/>
                    <a:gd name="T1" fmla="*/ 0 h 77"/>
                    <a:gd name="T2" fmla="*/ 0 w 42"/>
                    <a:gd name="T3" fmla="*/ 0 h 77"/>
                    <a:gd name="T4" fmla="*/ 0 w 42"/>
                    <a:gd name="T5" fmla="*/ 0 h 77"/>
                    <a:gd name="T6" fmla="*/ 0 w 42"/>
                    <a:gd name="T7" fmla="*/ 0 h 77"/>
                    <a:gd name="T8" fmla="*/ 0 w 42"/>
                    <a:gd name="T9" fmla="*/ 0 h 77"/>
                    <a:gd name="T10" fmla="*/ 0 w 42"/>
                    <a:gd name="T11" fmla="*/ 0 h 77"/>
                    <a:gd name="T12" fmla="*/ 0 w 42"/>
                    <a:gd name="T13" fmla="*/ 0 h 77"/>
                    <a:gd name="T14" fmla="*/ 0 w 42"/>
                    <a:gd name="T15" fmla="*/ 0 h 77"/>
                    <a:gd name="T16" fmla="*/ 0 w 42"/>
                    <a:gd name="T17" fmla="*/ 0 h 77"/>
                    <a:gd name="T18" fmla="*/ 0 w 42"/>
                    <a:gd name="T19" fmla="*/ 0 h 77"/>
                    <a:gd name="T20" fmla="*/ 0 w 42"/>
                    <a:gd name="T21" fmla="*/ 0 h 77"/>
                    <a:gd name="T22" fmla="*/ 0 w 42"/>
                    <a:gd name="T23" fmla="*/ 0 h 77"/>
                    <a:gd name="T24" fmla="*/ 0 w 42"/>
                    <a:gd name="T25" fmla="*/ 0 h 77"/>
                    <a:gd name="T26" fmla="*/ 0 w 42"/>
                    <a:gd name="T27" fmla="*/ 0 h 77"/>
                    <a:gd name="T28" fmla="*/ 0 w 42"/>
                    <a:gd name="T29" fmla="*/ 0 h 77"/>
                    <a:gd name="T30" fmla="*/ 0 w 42"/>
                    <a:gd name="T31" fmla="*/ 0 h 77"/>
                    <a:gd name="T32" fmla="*/ 0 w 42"/>
                    <a:gd name="T33" fmla="*/ 0 h 77"/>
                    <a:gd name="T34" fmla="*/ 0 w 42"/>
                    <a:gd name="T35" fmla="*/ 0 h 77"/>
                    <a:gd name="T36" fmla="*/ 0 w 42"/>
                    <a:gd name="T37" fmla="*/ 0 h 77"/>
                    <a:gd name="T38" fmla="*/ 0 w 42"/>
                    <a:gd name="T39" fmla="*/ 0 h 77"/>
                    <a:gd name="T40" fmla="*/ 0 w 42"/>
                    <a:gd name="T41" fmla="*/ 0 h 77"/>
                    <a:gd name="T42" fmla="*/ 0 w 42"/>
                    <a:gd name="T43" fmla="*/ 0 h 7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7"/>
                    <a:gd name="T68" fmla="*/ 42 w 42"/>
                    <a:gd name="T69" fmla="*/ 77 h 7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7">
                      <a:moveTo>
                        <a:pt x="6" y="0"/>
                      </a:moveTo>
                      <a:lnTo>
                        <a:pt x="10" y="14"/>
                      </a:lnTo>
                      <a:lnTo>
                        <a:pt x="13" y="26"/>
                      </a:lnTo>
                      <a:lnTo>
                        <a:pt x="18" y="36"/>
                      </a:lnTo>
                      <a:lnTo>
                        <a:pt x="22" y="47"/>
                      </a:lnTo>
                      <a:lnTo>
                        <a:pt x="27" y="56"/>
                      </a:lnTo>
                      <a:lnTo>
                        <a:pt x="32" y="64"/>
                      </a:lnTo>
                      <a:lnTo>
                        <a:pt x="37" y="71"/>
                      </a:lnTo>
                      <a:lnTo>
                        <a:pt x="42" y="77"/>
                      </a:lnTo>
                      <a:lnTo>
                        <a:pt x="41" y="77"/>
                      </a:lnTo>
                      <a:lnTo>
                        <a:pt x="35" y="72"/>
                      </a:lnTo>
                      <a:lnTo>
                        <a:pt x="29" y="66"/>
                      </a:lnTo>
                      <a:lnTo>
                        <a:pt x="24" y="59"/>
                      </a:lnTo>
                      <a:lnTo>
                        <a:pt x="19" y="51"/>
                      </a:lnTo>
                      <a:lnTo>
                        <a:pt x="14" y="40"/>
                      </a:lnTo>
                      <a:lnTo>
                        <a:pt x="9" y="29"/>
                      </a:lnTo>
                      <a:lnTo>
                        <a:pt x="4" y="16"/>
                      </a:lnTo>
                      <a:lnTo>
                        <a:pt x="0" y="2"/>
                      </a:lnTo>
                      <a:lnTo>
                        <a:pt x="2" y="0"/>
                      </a:lnTo>
                      <a:lnTo>
                        <a:pt x="3" y="0"/>
                      </a:lnTo>
                      <a:lnTo>
                        <a:pt x="5"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3" name="Freeform 791"/>
                <p:cNvSpPr>
                  <a:spLocks/>
                </p:cNvSpPr>
                <p:nvPr/>
              </p:nvSpPr>
              <p:spPr bwMode="auto">
                <a:xfrm>
                  <a:off x="5473" y="3447"/>
                  <a:ext cx="6" cy="15"/>
                </a:xfrm>
                <a:custGeom>
                  <a:avLst/>
                  <a:gdLst>
                    <a:gd name="T0" fmla="*/ 0 w 42"/>
                    <a:gd name="T1" fmla="*/ 0 h 74"/>
                    <a:gd name="T2" fmla="*/ 0 w 42"/>
                    <a:gd name="T3" fmla="*/ 0 h 74"/>
                    <a:gd name="T4" fmla="*/ 0 w 42"/>
                    <a:gd name="T5" fmla="*/ 0 h 74"/>
                    <a:gd name="T6" fmla="*/ 0 w 42"/>
                    <a:gd name="T7" fmla="*/ 0 h 74"/>
                    <a:gd name="T8" fmla="*/ 0 w 42"/>
                    <a:gd name="T9" fmla="*/ 0 h 74"/>
                    <a:gd name="T10" fmla="*/ 0 w 42"/>
                    <a:gd name="T11" fmla="*/ 0 h 74"/>
                    <a:gd name="T12" fmla="*/ 0 w 42"/>
                    <a:gd name="T13" fmla="*/ 0 h 74"/>
                    <a:gd name="T14" fmla="*/ 0 w 42"/>
                    <a:gd name="T15" fmla="*/ 0 h 74"/>
                    <a:gd name="T16" fmla="*/ 0 w 42"/>
                    <a:gd name="T17" fmla="*/ 0 h 74"/>
                    <a:gd name="T18" fmla="*/ 0 w 42"/>
                    <a:gd name="T19" fmla="*/ 0 h 74"/>
                    <a:gd name="T20" fmla="*/ 0 w 42"/>
                    <a:gd name="T21" fmla="*/ 0 h 74"/>
                    <a:gd name="T22" fmla="*/ 0 w 42"/>
                    <a:gd name="T23" fmla="*/ 0 h 74"/>
                    <a:gd name="T24" fmla="*/ 0 w 42"/>
                    <a:gd name="T25" fmla="*/ 0 h 74"/>
                    <a:gd name="T26" fmla="*/ 0 w 42"/>
                    <a:gd name="T27" fmla="*/ 0 h 74"/>
                    <a:gd name="T28" fmla="*/ 0 w 42"/>
                    <a:gd name="T29" fmla="*/ 0 h 74"/>
                    <a:gd name="T30" fmla="*/ 0 w 42"/>
                    <a:gd name="T31" fmla="*/ 0 h 74"/>
                    <a:gd name="T32" fmla="*/ 0 w 42"/>
                    <a:gd name="T33" fmla="*/ 0 h 74"/>
                    <a:gd name="T34" fmla="*/ 0 w 42"/>
                    <a:gd name="T35" fmla="*/ 0 h 74"/>
                    <a:gd name="T36" fmla="*/ 0 w 42"/>
                    <a:gd name="T37" fmla="*/ 0 h 74"/>
                    <a:gd name="T38" fmla="*/ 0 w 42"/>
                    <a:gd name="T39" fmla="*/ 0 h 74"/>
                    <a:gd name="T40" fmla="*/ 0 w 42"/>
                    <a:gd name="T41" fmla="*/ 0 h 74"/>
                    <a:gd name="T42" fmla="*/ 0 w 42"/>
                    <a:gd name="T43" fmla="*/ 0 h 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4"/>
                    <a:gd name="T68" fmla="*/ 42 w 42"/>
                    <a:gd name="T69" fmla="*/ 74 h 7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4">
                      <a:moveTo>
                        <a:pt x="5" y="0"/>
                      </a:moveTo>
                      <a:lnTo>
                        <a:pt x="10" y="12"/>
                      </a:lnTo>
                      <a:lnTo>
                        <a:pt x="14" y="24"/>
                      </a:lnTo>
                      <a:lnTo>
                        <a:pt x="18" y="35"/>
                      </a:lnTo>
                      <a:lnTo>
                        <a:pt x="23" y="44"/>
                      </a:lnTo>
                      <a:lnTo>
                        <a:pt x="27" y="54"/>
                      </a:lnTo>
                      <a:lnTo>
                        <a:pt x="32" y="61"/>
                      </a:lnTo>
                      <a:lnTo>
                        <a:pt x="37" y="68"/>
                      </a:lnTo>
                      <a:lnTo>
                        <a:pt x="42" y="74"/>
                      </a:lnTo>
                      <a:lnTo>
                        <a:pt x="41" y="74"/>
                      </a:lnTo>
                      <a:lnTo>
                        <a:pt x="35" y="69"/>
                      </a:lnTo>
                      <a:lnTo>
                        <a:pt x="30" y="63"/>
                      </a:lnTo>
                      <a:lnTo>
                        <a:pt x="24" y="56"/>
                      </a:lnTo>
                      <a:lnTo>
                        <a:pt x="19" y="48"/>
                      </a:lnTo>
                      <a:lnTo>
                        <a:pt x="14" y="38"/>
                      </a:lnTo>
                      <a:lnTo>
                        <a:pt x="9" y="26"/>
                      </a:lnTo>
                      <a:lnTo>
                        <a:pt x="4" y="14"/>
                      </a:lnTo>
                      <a:lnTo>
                        <a:pt x="0" y="0"/>
                      </a:lnTo>
                      <a:lnTo>
                        <a:pt x="1" y="0"/>
                      </a:lnTo>
                      <a:lnTo>
                        <a:pt x="3"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4" name="Freeform 792"/>
                <p:cNvSpPr>
                  <a:spLocks/>
                </p:cNvSpPr>
                <p:nvPr/>
              </p:nvSpPr>
              <p:spPr bwMode="auto">
                <a:xfrm>
                  <a:off x="5471" y="3447"/>
                  <a:ext cx="6" cy="15"/>
                </a:xfrm>
                <a:custGeom>
                  <a:avLst/>
                  <a:gdLst>
                    <a:gd name="T0" fmla="*/ 0 w 42"/>
                    <a:gd name="T1" fmla="*/ 0 h 73"/>
                    <a:gd name="T2" fmla="*/ 0 w 42"/>
                    <a:gd name="T3" fmla="*/ 0 h 73"/>
                    <a:gd name="T4" fmla="*/ 0 w 42"/>
                    <a:gd name="T5" fmla="*/ 0 h 73"/>
                    <a:gd name="T6" fmla="*/ 0 w 42"/>
                    <a:gd name="T7" fmla="*/ 0 h 73"/>
                    <a:gd name="T8" fmla="*/ 0 w 42"/>
                    <a:gd name="T9" fmla="*/ 0 h 73"/>
                    <a:gd name="T10" fmla="*/ 0 w 42"/>
                    <a:gd name="T11" fmla="*/ 0 h 73"/>
                    <a:gd name="T12" fmla="*/ 0 w 42"/>
                    <a:gd name="T13" fmla="*/ 0 h 73"/>
                    <a:gd name="T14" fmla="*/ 0 w 42"/>
                    <a:gd name="T15" fmla="*/ 0 h 73"/>
                    <a:gd name="T16" fmla="*/ 0 w 42"/>
                    <a:gd name="T17" fmla="*/ 0 h 73"/>
                    <a:gd name="T18" fmla="*/ 0 w 42"/>
                    <a:gd name="T19" fmla="*/ 0 h 73"/>
                    <a:gd name="T20" fmla="*/ 0 w 42"/>
                    <a:gd name="T21" fmla="*/ 0 h 73"/>
                    <a:gd name="T22" fmla="*/ 0 w 42"/>
                    <a:gd name="T23" fmla="*/ 0 h 73"/>
                    <a:gd name="T24" fmla="*/ 0 w 42"/>
                    <a:gd name="T25" fmla="*/ 0 h 73"/>
                    <a:gd name="T26" fmla="*/ 0 w 42"/>
                    <a:gd name="T27" fmla="*/ 0 h 73"/>
                    <a:gd name="T28" fmla="*/ 0 w 42"/>
                    <a:gd name="T29" fmla="*/ 0 h 73"/>
                    <a:gd name="T30" fmla="*/ 0 w 42"/>
                    <a:gd name="T31" fmla="*/ 0 h 73"/>
                    <a:gd name="T32" fmla="*/ 0 w 42"/>
                    <a:gd name="T33" fmla="*/ 0 h 73"/>
                    <a:gd name="T34" fmla="*/ 0 w 42"/>
                    <a:gd name="T35" fmla="*/ 0 h 73"/>
                    <a:gd name="T36" fmla="*/ 0 w 42"/>
                    <a:gd name="T37" fmla="*/ 0 h 73"/>
                    <a:gd name="T38" fmla="*/ 0 w 42"/>
                    <a:gd name="T39" fmla="*/ 0 h 73"/>
                    <a:gd name="T40" fmla="*/ 0 w 42"/>
                    <a:gd name="T41" fmla="*/ 0 h 73"/>
                    <a:gd name="T42" fmla="*/ 0 w 42"/>
                    <a:gd name="T43" fmla="*/ 0 h 7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3"/>
                    <a:gd name="T68" fmla="*/ 42 w 42"/>
                    <a:gd name="T69" fmla="*/ 73 h 7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3">
                      <a:moveTo>
                        <a:pt x="6" y="0"/>
                      </a:moveTo>
                      <a:lnTo>
                        <a:pt x="10" y="12"/>
                      </a:lnTo>
                      <a:lnTo>
                        <a:pt x="13" y="24"/>
                      </a:lnTo>
                      <a:lnTo>
                        <a:pt x="17" y="35"/>
                      </a:lnTo>
                      <a:lnTo>
                        <a:pt x="23" y="44"/>
                      </a:lnTo>
                      <a:lnTo>
                        <a:pt x="27" y="53"/>
                      </a:lnTo>
                      <a:lnTo>
                        <a:pt x="32" y="60"/>
                      </a:lnTo>
                      <a:lnTo>
                        <a:pt x="37" y="67"/>
                      </a:lnTo>
                      <a:lnTo>
                        <a:pt x="42" y="73"/>
                      </a:lnTo>
                      <a:lnTo>
                        <a:pt x="36" y="68"/>
                      </a:lnTo>
                      <a:lnTo>
                        <a:pt x="30" y="64"/>
                      </a:lnTo>
                      <a:lnTo>
                        <a:pt x="25" y="56"/>
                      </a:lnTo>
                      <a:lnTo>
                        <a:pt x="19" y="48"/>
                      </a:lnTo>
                      <a:lnTo>
                        <a:pt x="14" y="37"/>
                      </a:lnTo>
                      <a:lnTo>
                        <a:pt x="9" y="26"/>
                      </a:lnTo>
                      <a:lnTo>
                        <a:pt x="4" y="14"/>
                      </a:lnTo>
                      <a:lnTo>
                        <a:pt x="0" y="1"/>
                      </a:lnTo>
                      <a:lnTo>
                        <a:pt x="2" y="1"/>
                      </a:lnTo>
                      <a:lnTo>
                        <a:pt x="3" y="0"/>
                      </a:lnTo>
                      <a:lnTo>
                        <a:pt x="5"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5" name="Freeform 793"/>
                <p:cNvSpPr>
                  <a:spLocks/>
                </p:cNvSpPr>
                <p:nvPr/>
              </p:nvSpPr>
              <p:spPr bwMode="auto">
                <a:xfrm>
                  <a:off x="5470" y="3447"/>
                  <a:ext cx="5" cy="15"/>
                </a:xfrm>
                <a:custGeom>
                  <a:avLst/>
                  <a:gdLst>
                    <a:gd name="T0" fmla="*/ 0 w 41"/>
                    <a:gd name="T1" fmla="*/ 0 h 72"/>
                    <a:gd name="T2" fmla="*/ 0 w 41"/>
                    <a:gd name="T3" fmla="*/ 0 h 72"/>
                    <a:gd name="T4" fmla="*/ 0 w 41"/>
                    <a:gd name="T5" fmla="*/ 0 h 72"/>
                    <a:gd name="T6" fmla="*/ 0 w 41"/>
                    <a:gd name="T7" fmla="*/ 0 h 72"/>
                    <a:gd name="T8" fmla="*/ 0 w 41"/>
                    <a:gd name="T9" fmla="*/ 0 h 72"/>
                    <a:gd name="T10" fmla="*/ 0 w 41"/>
                    <a:gd name="T11" fmla="*/ 0 h 72"/>
                    <a:gd name="T12" fmla="*/ 0 w 41"/>
                    <a:gd name="T13" fmla="*/ 0 h 72"/>
                    <a:gd name="T14" fmla="*/ 0 w 41"/>
                    <a:gd name="T15" fmla="*/ 0 h 72"/>
                    <a:gd name="T16" fmla="*/ 0 w 41"/>
                    <a:gd name="T17" fmla="*/ 0 h 72"/>
                    <a:gd name="T18" fmla="*/ 0 w 41"/>
                    <a:gd name="T19" fmla="*/ 0 h 72"/>
                    <a:gd name="T20" fmla="*/ 0 w 41"/>
                    <a:gd name="T21" fmla="*/ 0 h 72"/>
                    <a:gd name="T22" fmla="*/ 0 w 41"/>
                    <a:gd name="T23" fmla="*/ 0 h 72"/>
                    <a:gd name="T24" fmla="*/ 0 w 41"/>
                    <a:gd name="T25" fmla="*/ 0 h 72"/>
                    <a:gd name="T26" fmla="*/ 0 w 41"/>
                    <a:gd name="T27" fmla="*/ 0 h 72"/>
                    <a:gd name="T28" fmla="*/ 0 w 41"/>
                    <a:gd name="T29" fmla="*/ 0 h 72"/>
                    <a:gd name="T30" fmla="*/ 0 w 41"/>
                    <a:gd name="T31" fmla="*/ 0 h 72"/>
                    <a:gd name="T32" fmla="*/ 0 w 41"/>
                    <a:gd name="T33" fmla="*/ 0 h 72"/>
                    <a:gd name="T34" fmla="*/ 0 w 41"/>
                    <a:gd name="T35" fmla="*/ 0 h 72"/>
                    <a:gd name="T36" fmla="*/ 0 w 41"/>
                    <a:gd name="T37" fmla="*/ 0 h 72"/>
                    <a:gd name="T38" fmla="*/ 0 w 41"/>
                    <a:gd name="T39" fmla="*/ 0 h 72"/>
                    <a:gd name="T40" fmla="*/ 0 w 41"/>
                    <a:gd name="T41" fmla="*/ 0 h 72"/>
                    <a:gd name="T42" fmla="*/ 0 w 41"/>
                    <a:gd name="T43" fmla="*/ 0 h 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1"/>
                    <a:gd name="T67" fmla="*/ 0 h 72"/>
                    <a:gd name="T68" fmla="*/ 41 w 41"/>
                    <a:gd name="T69" fmla="*/ 72 h 7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1" h="72">
                      <a:moveTo>
                        <a:pt x="5" y="0"/>
                      </a:moveTo>
                      <a:lnTo>
                        <a:pt x="9" y="12"/>
                      </a:lnTo>
                      <a:lnTo>
                        <a:pt x="12" y="24"/>
                      </a:lnTo>
                      <a:lnTo>
                        <a:pt x="16" y="34"/>
                      </a:lnTo>
                      <a:lnTo>
                        <a:pt x="21" y="43"/>
                      </a:lnTo>
                      <a:lnTo>
                        <a:pt x="25" y="53"/>
                      </a:lnTo>
                      <a:lnTo>
                        <a:pt x="30" y="60"/>
                      </a:lnTo>
                      <a:lnTo>
                        <a:pt x="36" y="66"/>
                      </a:lnTo>
                      <a:lnTo>
                        <a:pt x="41" y="72"/>
                      </a:lnTo>
                      <a:lnTo>
                        <a:pt x="35" y="67"/>
                      </a:lnTo>
                      <a:lnTo>
                        <a:pt x="28" y="63"/>
                      </a:lnTo>
                      <a:lnTo>
                        <a:pt x="23" y="55"/>
                      </a:lnTo>
                      <a:lnTo>
                        <a:pt x="18" y="47"/>
                      </a:lnTo>
                      <a:lnTo>
                        <a:pt x="13" y="36"/>
                      </a:lnTo>
                      <a:lnTo>
                        <a:pt x="8" y="25"/>
                      </a:lnTo>
                      <a:lnTo>
                        <a:pt x="4" y="13"/>
                      </a:lnTo>
                      <a:lnTo>
                        <a:pt x="0" y="0"/>
                      </a:lnTo>
                      <a:lnTo>
                        <a:pt x="1" y="0"/>
                      </a:lnTo>
                      <a:lnTo>
                        <a:pt x="3"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6" name="Freeform 794"/>
                <p:cNvSpPr>
                  <a:spLocks/>
                </p:cNvSpPr>
                <p:nvPr/>
              </p:nvSpPr>
              <p:spPr bwMode="auto">
                <a:xfrm>
                  <a:off x="5468" y="3447"/>
                  <a:ext cx="5" cy="15"/>
                </a:xfrm>
                <a:custGeom>
                  <a:avLst/>
                  <a:gdLst>
                    <a:gd name="T0" fmla="*/ 0 w 40"/>
                    <a:gd name="T1" fmla="*/ 0 h 71"/>
                    <a:gd name="T2" fmla="*/ 0 w 40"/>
                    <a:gd name="T3" fmla="*/ 0 h 71"/>
                    <a:gd name="T4" fmla="*/ 0 w 40"/>
                    <a:gd name="T5" fmla="*/ 0 h 71"/>
                    <a:gd name="T6" fmla="*/ 0 w 40"/>
                    <a:gd name="T7" fmla="*/ 0 h 71"/>
                    <a:gd name="T8" fmla="*/ 0 w 40"/>
                    <a:gd name="T9" fmla="*/ 0 h 71"/>
                    <a:gd name="T10" fmla="*/ 0 w 40"/>
                    <a:gd name="T11" fmla="*/ 0 h 71"/>
                    <a:gd name="T12" fmla="*/ 0 w 40"/>
                    <a:gd name="T13" fmla="*/ 0 h 71"/>
                    <a:gd name="T14" fmla="*/ 0 w 40"/>
                    <a:gd name="T15" fmla="*/ 0 h 71"/>
                    <a:gd name="T16" fmla="*/ 0 w 40"/>
                    <a:gd name="T17" fmla="*/ 0 h 71"/>
                    <a:gd name="T18" fmla="*/ 0 w 40"/>
                    <a:gd name="T19" fmla="*/ 0 h 71"/>
                    <a:gd name="T20" fmla="*/ 0 w 40"/>
                    <a:gd name="T21" fmla="*/ 0 h 71"/>
                    <a:gd name="T22" fmla="*/ 0 w 40"/>
                    <a:gd name="T23" fmla="*/ 0 h 71"/>
                    <a:gd name="T24" fmla="*/ 0 w 40"/>
                    <a:gd name="T25" fmla="*/ 0 h 71"/>
                    <a:gd name="T26" fmla="*/ 0 w 40"/>
                    <a:gd name="T27" fmla="*/ 0 h 71"/>
                    <a:gd name="T28" fmla="*/ 0 w 40"/>
                    <a:gd name="T29" fmla="*/ 0 h 71"/>
                    <a:gd name="T30" fmla="*/ 0 w 40"/>
                    <a:gd name="T31" fmla="*/ 0 h 71"/>
                    <a:gd name="T32" fmla="*/ 0 w 40"/>
                    <a:gd name="T33" fmla="*/ 0 h 71"/>
                    <a:gd name="T34" fmla="*/ 0 w 40"/>
                    <a:gd name="T35" fmla="*/ 0 h 71"/>
                    <a:gd name="T36" fmla="*/ 0 w 40"/>
                    <a:gd name="T37" fmla="*/ 0 h 71"/>
                    <a:gd name="T38" fmla="*/ 0 w 40"/>
                    <a:gd name="T39" fmla="*/ 0 h 71"/>
                    <a:gd name="T40" fmla="*/ 0 w 40"/>
                    <a:gd name="T41" fmla="*/ 0 h 71"/>
                    <a:gd name="T42" fmla="*/ 0 w 40"/>
                    <a:gd name="T43" fmla="*/ 0 h 7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71"/>
                    <a:gd name="T68" fmla="*/ 40 w 40"/>
                    <a:gd name="T69" fmla="*/ 71 h 7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71">
                      <a:moveTo>
                        <a:pt x="5" y="0"/>
                      </a:moveTo>
                      <a:lnTo>
                        <a:pt x="9" y="12"/>
                      </a:lnTo>
                      <a:lnTo>
                        <a:pt x="13" y="23"/>
                      </a:lnTo>
                      <a:lnTo>
                        <a:pt x="17" y="34"/>
                      </a:lnTo>
                      <a:lnTo>
                        <a:pt x="21" y="42"/>
                      </a:lnTo>
                      <a:lnTo>
                        <a:pt x="25" y="52"/>
                      </a:lnTo>
                      <a:lnTo>
                        <a:pt x="30" y="59"/>
                      </a:lnTo>
                      <a:lnTo>
                        <a:pt x="35" y="65"/>
                      </a:lnTo>
                      <a:lnTo>
                        <a:pt x="40" y="71"/>
                      </a:lnTo>
                      <a:lnTo>
                        <a:pt x="34" y="66"/>
                      </a:lnTo>
                      <a:lnTo>
                        <a:pt x="28" y="62"/>
                      </a:lnTo>
                      <a:lnTo>
                        <a:pt x="23" y="54"/>
                      </a:lnTo>
                      <a:lnTo>
                        <a:pt x="18" y="46"/>
                      </a:lnTo>
                      <a:lnTo>
                        <a:pt x="13" y="36"/>
                      </a:lnTo>
                      <a:lnTo>
                        <a:pt x="8" y="26"/>
                      </a:lnTo>
                      <a:lnTo>
                        <a:pt x="4" y="14"/>
                      </a:lnTo>
                      <a:lnTo>
                        <a:pt x="0" y="0"/>
                      </a:lnTo>
                      <a:lnTo>
                        <a:pt x="1" y="0"/>
                      </a:lnTo>
                      <a:lnTo>
                        <a:pt x="3"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7" name="Freeform 795"/>
                <p:cNvSpPr>
                  <a:spLocks/>
                </p:cNvSpPr>
                <p:nvPr/>
              </p:nvSpPr>
              <p:spPr bwMode="auto">
                <a:xfrm>
                  <a:off x="5466" y="3447"/>
                  <a:ext cx="6" cy="15"/>
                </a:xfrm>
                <a:custGeom>
                  <a:avLst/>
                  <a:gdLst>
                    <a:gd name="T0" fmla="*/ 0 w 40"/>
                    <a:gd name="T1" fmla="*/ 0 h 71"/>
                    <a:gd name="T2" fmla="*/ 0 w 40"/>
                    <a:gd name="T3" fmla="*/ 0 h 71"/>
                    <a:gd name="T4" fmla="*/ 0 w 40"/>
                    <a:gd name="T5" fmla="*/ 0 h 71"/>
                    <a:gd name="T6" fmla="*/ 0 w 40"/>
                    <a:gd name="T7" fmla="*/ 0 h 71"/>
                    <a:gd name="T8" fmla="*/ 0 w 40"/>
                    <a:gd name="T9" fmla="*/ 0 h 71"/>
                    <a:gd name="T10" fmla="*/ 0 w 40"/>
                    <a:gd name="T11" fmla="*/ 0 h 71"/>
                    <a:gd name="T12" fmla="*/ 0 w 40"/>
                    <a:gd name="T13" fmla="*/ 0 h 71"/>
                    <a:gd name="T14" fmla="*/ 0 w 40"/>
                    <a:gd name="T15" fmla="*/ 0 h 71"/>
                    <a:gd name="T16" fmla="*/ 0 w 40"/>
                    <a:gd name="T17" fmla="*/ 0 h 71"/>
                    <a:gd name="T18" fmla="*/ 0 w 40"/>
                    <a:gd name="T19" fmla="*/ 0 h 71"/>
                    <a:gd name="T20" fmla="*/ 0 w 40"/>
                    <a:gd name="T21" fmla="*/ 0 h 71"/>
                    <a:gd name="T22" fmla="*/ 0 w 40"/>
                    <a:gd name="T23" fmla="*/ 0 h 71"/>
                    <a:gd name="T24" fmla="*/ 0 w 40"/>
                    <a:gd name="T25" fmla="*/ 0 h 71"/>
                    <a:gd name="T26" fmla="*/ 0 w 40"/>
                    <a:gd name="T27" fmla="*/ 0 h 71"/>
                    <a:gd name="T28" fmla="*/ 0 w 40"/>
                    <a:gd name="T29" fmla="*/ 0 h 71"/>
                    <a:gd name="T30" fmla="*/ 0 w 40"/>
                    <a:gd name="T31" fmla="*/ 0 h 71"/>
                    <a:gd name="T32" fmla="*/ 0 w 40"/>
                    <a:gd name="T33" fmla="*/ 0 h 71"/>
                    <a:gd name="T34" fmla="*/ 0 w 40"/>
                    <a:gd name="T35" fmla="*/ 0 h 71"/>
                    <a:gd name="T36" fmla="*/ 0 w 40"/>
                    <a:gd name="T37" fmla="*/ 0 h 71"/>
                    <a:gd name="T38" fmla="*/ 0 w 40"/>
                    <a:gd name="T39" fmla="*/ 0 h 71"/>
                    <a:gd name="T40" fmla="*/ 0 w 40"/>
                    <a:gd name="T41" fmla="*/ 0 h 71"/>
                    <a:gd name="T42" fmla="*/ 0 w 40"/>
                    <a:gd name="T43" fmla="*/ 0 h 7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71"/>
                    <a:gd name="T68" fmla="*/ 40 w 40"/>
                    <a:gd name="T69" fmla="*/ 71 h 7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71">
                      <a:moveTo>
                        <a:pt x="40" y="71"/>
                      </a:moveTo>
                      <a:lnTo>
                        <a:pt x="34" y="66"/>
                      </a:lnTo>
                      <a:lnTo>
                        <a:pt x="29" y="62"/>
                      </a:lnTo>
                      <a:lnTo>
                        <a:pt x="23" y="54"/>
                      </a:lnTo>
                      <a:lnTo>
                        <a:pt x="18" y="46"/>
                      </a:lnTo>
                      <a:lnTo>
                        <a:pt x="13" y="36"/>
                      </a:lnTo>
                      <a:lnTo>
                        <a:pt x="8" y="26"/>
                      </a:lnTo>
                      <a:lnTo>
                        <a:pt x="4" y="14"/>
                      </a:lnTo>
                      <a:lnTo>
                        <a:pt x="0" y="0"/>
                      </a:lnTo>
                      <a:lnTo>
                        <a:pt x="2" y="0"/>
                      </a:lnTo>
                      <a:lnTo>
                        <a:pt x="3" y="0"/>
                      </a:lnTo>
                      <a:lnTo>
                        <a:pt x="5" y="0"/>
                      </a:lnTo>
                      <a:lnTo>
                        <a:pt x="6" y="0"/>
                      </a:lnTo>
                      <a:lnTo>
                        <a:pt x="10" y="12"/>
                      </a:lnTo>
                      <a:lnTo>
                        <a:pt x="13" y="23"/>
                      </a:lnTo>
                      <a:lnTo>
                        <a:pt x="17" y="34"/>
                      </a:lnTo>
                      <a:lnTo>
                        <a:pt x="22" y="42"/>
                      </a:lnTo>
                      <a:lnTo>
                        <a:pt x="26" y="52"/>
                      </a:lnTo>
                      <a:lnTo>
                        <a:pt x="30" y="59"/>
                      </a:lnTo>
                      <a:lnTo>
                        <a:pt x="35" y="65"/>
                      </a:lnTo>
                      <a:lnTo>
                        <a:pt x="40" y="7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8" name="Freeform 796"/>
                <p:cNvSpPr>
                  <a:spLocks/>
                </p:cNvSpPr>
                <p:nvPr/>
              </p:nvSpPr>
              <p:spPr bwMode="auto">
                <a:xfrm>
                  <a:off x="5464" y="3448"/>
                  <a:ext cx="6" cy="14"/>
                </a:xfrm>
                <a:custGeom>
                  <a:avLst/>
                  <a:gdLst>
                    <a:gd name="T0" fmla="*/ 0 w 40"/>
                    <a:gd name="T1" fmla="*/ 0 h 69"/>
                    <a:gd name="T2" fmla="*/ 0 w 40"/>
                    <a:gd name="T3" fmla="*/ 0 h 69"/>
                    <a:gd name="T4" fmla="*/ 0 w 40"/>
                    <a:gd name="T5" fmla="*/ 0 h 69"/>
                    <a:gd name="T6" fmla="*/ 0 w 40"/>
                    <a:gd name="T7" fmla="*/ 0 h 69"/>
                    <a:gd name="T8" fmla="*/ 0 w 40"/>
                    <a:gd name="T9" fmla="*/ 0 h 69"/>
                    <a:gd name="T10" fmla="*/ 0 w 40"/>
                    <a:gd name="T11" fmla="*/ 0 h 69"/>
                    <a:gd name="T12" fmla="*/ 0 w 40"/>
                    <a:gd name="T13" fmla="*/ 0 h 69"/>
                    <a:gd name="T14" fmla="*/ 0 w 40"/>
                    <a:gd name="T15" fmla="*/ 0 h 69"/>
                    <a:gd name="T16" fmla="*/ 0 w 40"/>
                    <a:gd name="T17" fmla="*/ 0 h 69"/>
                    <a:gd name="T18" fmla="*/ 0 w 40"/>
                    <a:gd name="T19" fmla="*/ 0 h 69"/>
                    <a:gd name="T20" fmla="*/ 0 w 40"/>
                    <a:gd name="T21" fmla="*/ 0 h 69"/>
                    <a:gd name="T22" fmla="*/ 0 w 40"/>
                    <a:gd name="T23" fmla="*/ 0 h 69"/>
                    <a:gd name="T24" fmla="*/ 0 w 40"/>
                    <a:gd name="T25" fmla="*/ 0 h 69"/>
                    <a:gd name="T26" fmla="*/ 0 w 40"/>
                    <a:gd name="T27" fmla="*/ 0 h 69"/>
                    <a:gd name="T28" fmla="*/ 0 w 40"/>
                    <a:gd name="T29" fmla="*/ 0 h 69"/>
                    <a:gd name="T30" fmla="*/ 0 w 40"/>
                    <a:gd name="T31" fmla="*/ 0 h 69"/>
                    <a:gd name="T32" fmla="*/ 0 w 40"/>
                    <a:gd name="T33" fmla="*/ 0 h 69"/>
                    <a:gd name="T34" fmla="*/ 0 w 40"/>
                    <a:gd name="T35" fmla="*/ 0 h 69"/>
                    <a:gd name="T36" fmla="*/ 0 w 40"/>
                    <a:gd name="T37" fmla="*/ 0 h 69"/>
                    <a:gd name="T38" fmla="*/ 0 w 40"/>
                    <a:gd name="T39" fmla="*/ 0 h 69"/>
                    <a:gd name="T40" fmla="*/ 0 w 40"/>
                    <a:gd name="T41" fmla="*/ 0 h 69"/>
                    <a:gd name="T42" fmla="*/ 0 w 40"/>
                    <a:gd name="T43" fmla="*/ 0 h 6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69"/>
                    <a:gd name="T68" fmla="*/ 40 w 40"/>
                    <a:gd name="T69" fmla="*/ 69 h 6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69">
                      <a:moveTo>
                        <a:pt x="40" y="69"/>
                      </a:moveTo>
                      <a:lnTo>
                        <a:pt x="34" y="64"/>
                      </a:lnTo>
                      <a:lnTo>
                        <a:pt x="29" y="60"/>
                      </a:lnTo>
                      <a:lnTo>
                        <a:pt x="24" y="52"/>
                      </a:lnTo>
                      <a:lnTo>
                        <a:pt x="19" y="45"/>
                      </a:lnTo>
                      <a:lnTo>
                        <a:pt x="14" y="36"/>
                      </a:lnTo>
                      <a:lnTo>
                        <a:pt x="9" y="25"/>
                      </a:lnTo>
                      <a:lnTo>
                        <a:pt x="4" y="13"/>
                      </a:lnTo>
                      <a:lnTo>
                        <a:pt x="0" y="0"/>
                      </a:lnTo>
                      <a:lnTo>
                        <a:pt x="2" y="0"/>
                      </a:lnTo>
                      <a:lnTo>
                        <a:pt x="3" y="0"/>
                      </a:lnTo>
                      <a:lnTo>
                        <a:pt x="5" y="0"/>
                      </a:lnTo>
                      <a:lnTo>
                        <a:pt x="6" y="0"/>
                      </a:lnTo>
                      <a:lnTo>
                        <a:pt x="10" y="12"/>
                      </a:lnTo>
                      <a:lnTo>
                        <a:pt x="13" y="22"/>
                      </a:lnTo>
                      <a:lnTo>
                        <a:pt x="17" y="32"/>
                      </a:lnTo>
                      <a:lnTo>
                        <a:pt x="22" y="42"/>
                      </a:lnTo>
                      <a:lnTo>
                        <a:pt x="26" y="50"/>
                      </a:lnTo>
                      <a:lnTo>
                        <a:pt x="30" y="57"/>
                      </a:lnTo>
                      <a:lnTo>
                        <a:pt x="35" y="63"/>
                      </a:lnTo>
                      <a:lnTo>
                        <a:pt x="4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49" name="Freeform 797"/>
                <p:cNvSpPr>
                  <a:spLocks/>
                </p:cNvSpPr>
                <p:nvPr/>
              </p:nvSpPr>
              <p:spPr bwMode="auto">
                <a:xfrm>
                  <a:off x="5468" y="3383"/>
                  <a:ext cx="9" cy="53"/>
                </a:xfrm>
                <a:custGeom>
                  <a:avLst/>
                  <a:gdLst>
                    <a:gd name="T0" fmla="*/ 0 w 63"/>
                    <a:gd name="T1" fmla="*/ 0 h 261"/>
                    <a:gd name="T2" fmla="*/ 0 w 63"/>
                    <a:gd name="T3" fmla="*/ 0 h 261"/>
                    <a:gd name="T4" fmla="*/ 0 w 63"/>
                    <a:gd name="T5" fmla="*/ 0 h 261"/>
                    <a:gd name="T6" fmla="*/ 0 w 63"/>
                    <a:gd name="T7" fmla="*/ 0 h 261"/>
                    <a:gd name="T8" fmla="*/ 0 w 63"/>
                    <a:gd name="T9" fmla="*/ 0 h 261"/>
                    <a:gd name="T10" fmla="*/ 0 w 63"/>
                    <a:gd name="T11" fmla="*/ 0 h 261"/>
                    <a:gd name="T12" fmla="*/ 0 w 63"/>
                    <a:gd name="T13" fmla="*/ 0 h 261"/>
                    <a:gd name="T14" fmla="*/ 0 w 63"/>
                    <a:gd name="T15" fmla="*/ 0 h 261"/>
                    <a:gd name="T16" fmla="*/ 0 w 63"/>
                    <a:gd name="T17" fmla="*/ 0 h 261"/>
                    <a:gd name="T18" fmla="*/ 0 w 63"/>
                    <a:gd name="T19" fmla="*/ 0 h 261"/>
                    <a:gd name="T20" fmla="*/ 0 w 63"/>
                    <a:gd name="T21" fmla="*/ 0 h 261"/>
                    <a:gd name="T22" fmla="*/ 0 w 63"/>
                    <a:gd name="T23" fmla="*/ 0 h 261"/>
                    <a:gd name="T24" fmla="*/ 0 w 63"/>
                    <a:gd name="T25" fmla="*/ 0 h 261"/>
                    <a:gd name="T26" fmla="*/ 0 w 63"/>
                    <a:gd name="T27" fmla="*/ 0 h 261"/>
                    <a:gd name="T28" fmla="*/ 0 w 63"/>
                    <a:gd name="T29" fmla="*/ 0 h 261"/>
                    <a:gd name="T30" fmla="*/ 0 w 63"/>
                    <a:gd name="T31" fmla="*/ 0 h 261"/>
                    <a:gd name="T32" fmla="*/ 0 w 63"/>
                    <a:gd name="T33" fmla="*/ 0 h 261"/>
                    <a:gd name="T34" fmla="*/ 0 w 63"/>
                    <a:gd name="T35" fmla="*/ 0 h 261"/>
                    <a:gd name="T36" fmla="*/ 0 w 63"/>
                    <a:gd name="T37" fmla="*/ 0 h 261"/>
                    <a:gd name="T38" fmla="*/ 0 w 63"/>
                    <a:gd name="T39" fmla="*/ 0 h 261"/>
                    <a:gd name="T40" fmla="*/ 0 w 63"/>
                    <a:gd name="T41" fmla="*/ 0 h 261"/>
                    <a:gd name="T42" fmla="*/ 0 w 63"/>
                    <a:gd name="T43" fmla="*/ 0 h 261"/>
                    <a:gd name="T44" fmla="*/ 0 w 63"/>
                    <a:gd name="T45" fmla="*/ 0 h 261"/>
                    <a:gd name="T46" fmla="*/ 0 w 63"/>
                    <a:gd name="T47" fmla="*/ 0 h 261"/>
                    <a:gd name="T48" fmla="*/ 0 w 63"/>
                    <a:gd name="T49" fmla="*/ 0 h 261"/>
                    <a:gd name="T50" fmla="*/ 0 w 63"/>
                    <a:gd name="T51" fmla="*/ 0 h 261"/>
                    <a:gd name="T52" fmla="*/ 0 w 63"/>
                    <a:gd name="T53" fmla="*/ 0 h 261"/>
                    <a:gd name="T54" fmla="*/ 0 w 63"/>
                    <a:gd name="T55" fmla="*/ 0 h 261"/>
                    <a:gd name="T56" fmla="*/ 0 w 63"/>
                    <a:gd name="T57" fmla="*/ 0 h 261"/>
                    <a:gd name="T58" fmla="*/ 0 w 63"/>
                    <a:gd name="T59" fmla="*/ 0 h 261"/>
                    <a:gd name="T60" fmla="*/ 0 w 63"/>
                    <a:gd name="T61" fmla="*/ 0 h 261"/>
                    <a:gd name="T62" fmla="*/ 0 w 63"/>
                    <a:gd name="T63" fmla="*/ 0 h 261"/>
                    <a:gd name="T64" fmla="*/ 0 w 63"/>
                    <a:gd name="T65" fmla="*/ 0 h 261"/>
                    <a:gd name="T66" fmla="*/ 0 w 63"/>
                    <a:gd name="T67" fmla="*/ 0 h 261"/>
                    <a:gd name="T68" fmla="*/ 0 w 63"/>
                    <a:gd name="T69" fmla="*/ 0 h 261"/>
                    <a:gd name="T70" fmla="*/ 0 w 63"/>
                    <a:gd name="T71" fmla="*/ 0 h 261"/>
                    <a:gd name="T72" fmla="*/ 0 w 63"/>
                    <a:gd name="T73" fmla="*/ 0 h 261"/>
                    <a:gd name="T74" fmla="*/ 0 w 63"/>
                    <a:gd name="T75" fmla="*/ 0 h 261"/>
                    <a:gd name="T76" fmla="*/ 0 w 63"/>
                    <a:gd name="T77" fmla="*/ 0 h 261"/>
                    <a:gd name="T78" fmla="*/ 0 w 63"/>
                    <a:gd name="T79" fmla="*/ 0 h 261"/>
                    <a:gd name="T80" fmla="*/ 0 w 63"/>
                    <a:gd name="T81" fmla="*/ 0 h 26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3"/>
                    <a:gd name="T124" fmla="*/ 0 h 261"/>
                    <a:gd name="T125" fmla="*/ 63 w 63"/>
                    <a:gd name="T126" fmla="*/ 261 h 26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3" h="261">
                      <a:moveTo>
                        <a:pt x="0" y="261"/>
                      </a:moveTo>
                      <a:lnTo>
                        <a:pt x="3" y="259"/>
                      </a:lnTo>
                      <a:lnTo>
                        <a:pt x="7" y="258"/>
                      </a:lnTo>
                      <a:lnTo>
                        <a:pt x="12" y="256"/>
                      </a:lnTo>
                      <a:lnTo>
                        <a:pt x="18" y="252"/>
                      </a:lnTo>
                      <a:lnTo>
                        <a:pt x="27" y="244"/>
                      </a:lnTo>
                      <a:lnTo>
                        <a:pt x="32" y="234"/>
                      </a:lnTo>
                      <a:lnTo>
                        <a:pt x="34" y="226"/>
                      </a:lnTo>
                      <a:lnTo>
                        <a:pt x="35" y="222"/>
                      </a:lnTo>
                      <a:lnTo>
                        <a:pt x="37" y="195"/>
                      </a:lnTo>
                      <a:lnTo>
                        <a:pt x="41" y="135"/>
                      </a:lnTo>
                      <a:lnTo>
                        <a:pt x="44" y="76"/>
                      </a:lnTo>
                      <a:lnTo>
                        <a:pt x="46" y="48"/>
                      </a:lnTo>
                      <a:lnTo>
                        <a:pt x="46" y="44"/>
                      </a:lnTo>
                      <a:lnTo>
                        <a:pt x="45" y="32"/>
                      </a:lnTo>
                      <a:lnTo>
                        <a:pt x="43" y="16"/>
                      </a:lnTo>
                      <a:lnTo>
                        <a:pt x="37" y="2"/>
                      </a:lnTo>
                      <a:lnTo>
                        <a:pt x="43" y="0"/>
                      </a:lnTo>
                      <a:lnTo>
                        <a:pt x="48" y="0"/>
                      </a:lnTo>
                      <a:lnTo>
                        <a:pt x="51" y="2"/>
                      </a:lnTo>
                      <a:lnTo>
                        <a:pt x="54" y="4"/>
                      </a:lnTo>
                      <a:lnTo>
                        <a:pt x="60" y="17"/>
                      </a:lnTo>
                      <a:lnTo>
                        <a:pt x="62" y="32"/>
                      </a:lnTo>
                      <a:lnTo>
                        <a:pt x="63" y="45"/>
                      </a:lnTo>
                      <a:lnTo>
                        <a:pt x="63" y="50"/>
                      </a:lnTo>
                      <a:lnTo>
                        <a:pt x="61" y="77"/>
                      </a:lnTo>
                      <a:lnTo>
                        <a:pt x="58" y="136"/>
                      </a:lnTo>
                      <a:lnTo>
                        <a:pt x="55" y="196"/>
                      </a:lnTo>
                      <a:lnTo>
                        <a:pt x="53" y="223"/>
                      </a:lnTo>
                      <a:lnTo>
                        <a:pt x="53" y="226"/>
                      </a:lnTo>
                      <a:lnTo>
                        <a:pt x="51" y="233"/>
                      </a:lnTo>
                      <a:lnTo>
                        <a:pt x="46" y="240"/>
                      </a:lnTo>
                      <a:lnTo>
                        <a:pt x="38" y="246"/>
                      </a:lnTo>
                      <a:lnTo>
                        <a:pt x="30" y="251"/>
                      </a:lnTo>
                      <a:lnTo>
                        <a:pt x="24" y="255"/>
                      </a:lnTo>
                      <a:lnTo>
                        <a:pt x="20" y="257"/>
                      </a:lnTo>
                      <a:lnTo>
                        <a:pt x="19" y="257"/>
                      </a:lnTo>
                      <a:lnTo>
                        <a:pt x="18" y="257"/>
                      </a:lnTo>
                      <a:lnTo>
                        <a:pt x="14" y="258"/>
                      </a:lnTo>
                      <a:lnTo>
                        <a:pt x="8" y="259"/>
                      </a:lnTo>
                      <a:lnTo>
                        <a:pt x="0" y="261"/>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0" name="Freeform 798"/>
                <p:cNvSpPr>
                  <a:spLocks/>
                </p:cNvSpPr>
                <p:nvPr/>
              </p:nvSpPr>
              <p:spPr bwMode="auto">
                <a:xfrm>
                  <a:off x="5466" y="3384"/>
                  <a:ext cx="8" cy="51"/>
                </a:xfrm>
                <a:custGeom>
                  <a:avLst/>
                  <a:gdLst>
                    <a:gd name="T0" fmla="*/ 0 w 54"/>
                    <a:gd name="T1" fmla="*/ 0 h 252"/>
                    <a:gd name="T2" fmla="*/ 0 w 54"/>
                    <a:gd name="T3" fmla="*/ 0 h 252"/>
                    <a:gd name="T4" fmla="*/ 0 w 54"/>
                    <a:gd name="T5" fmla="*/ 0 h 252"/>
                    <a:gd name="T6" fmla="*/ 0 w 54"/>
                    <a:gd name="T7" fmla="*/ 0 h 252"/>
                    <a:gd name="T8" fmla="*/ 0 w 54"/>
                    <a:gd name="T9" fmla="*/ 0 h 252"/>
                    <a:gd name="T10" fmla="*/ 0 w 54"/>
                    <a:gd name="T11" fmla="*/ 0 h 252"/>
                    <a:gd name="T12" fmla="*/ 0 w 54"/>
                    <a:gd name="T13" fmla="*/ 0 h 252"/>
                    <a:gd name="T14" fmla="*/ 0 w 54"/>
                    <a:gd name="T15" fmla="*/ 0 h 252"/>
                    <a:gd name="T16" fmla="*/ 0 w 54"/>
                    <a:gd name="T17" fmla="*/ 0 h 252"/>
                    <a:gd name="T18" fmla="*/ 0 w 54"/>
                    <a:gd name="T19" fmla="*/ 0 h 252"/>
                    <a:gd name="T20" fmla="*/ 0 w 54"/>
                    <a:gd name="T21" fmla="*/ 0 h 252"/>
                    <a:gd name="T22" fmla="*/ 0 w 54"/>
                    <a:gd name="T23" fmla="*/ 0 h 252"/>
                    <a:gd name="T24" fmla="*/ 0 w 54"/>
                    <a:gd name="T25" fmla="*/ 0 h 252"/>
                    <a:gd name="T26" fmla="*/ 0 w 54"/>
                    <a:gd name="T27" fmla="*/ 0 h 252"/>
                    <a:gd name="T28" fmla="*/ 0 w 54"/>
                    <a:gd name="T29" fmla="*/ 0 h 252"/>
                    <a:gd name="T30" fmla="*/ 0 w 54"/>
                    <a:gd name="T31" fmla="*/ 0 h 252"/>
                    <a:gd name="T32" fmla="*/ 0 w 54"/>
                    <a:gd name="T33" fmla="*/ 0 h 252"/>
                    <a:gd name="T34" fmla="*/ 0 w 54"/>
                    <a:gd name="T35" fmla="*/ 0 h 252"/>
                    <a:gd name="T36" fmla="*/ 0 w 54"/>
                    <a:gd name="T37" fmla="*/ 0 h 252"/>
                    <a:gd name="T38" fmla="*/ 0 w 54"/>
                    <a:gd name="T39" fmla="*/ 0 h 252"/>
                    <a:gd name="T40" fmla="*/ 0 w 54"/>
                    <a:gd name="T41" fmla="*/ 0 h 252"/>
                    <a:gd name="T42" fmla="*/ 0 w 54"/>
                    <a:gd name="T43" fmla="*/ 0 h 252"/>
                    <a:gd name="T44" fmla="*/ 0 w 54"/>
                    <a:gd name="T45" fmla="*/ 0 h 252"/>
                    <a:gd name="T46" fmla="*/ 0 w 54"/>
                    <a:gd name="T47" fmla="*/ 0 h 252"/>
                    <a:gd name="T48" fmla="*/ 0 w 54"/>
                    <a:gd name="T49" fmla="*/ 0 h 252"/>
                    <a:gd name="T50" fmla="*/ 0 w 54"/>
                    <a:gd name="T51" fmla="*/ 0 h 252"/>
                    <a:gd name="T52" fmla="*/ 0 w 54"/>
                    <a:gd name="T53" fmla="*/ 0 h 252"/>
                    <a:gd name="T54" fmla="*/ 0 w 54"/>
                    <a:gd name="T55" fmla="*/ 0 h 252"/>
                    <a:gd name="T56" fmla="*/ 0 w 54"/>
                    <a:gd name="T57" fmla="*/ 0 h 252"/>
                    <a:gd name="T58" fmla="*/ 0 w 54"/>
                    <a:gd name="T59" fmla="*/ 0 h 252"/>
                    <a:gd name="T60" fmla="*/ 0 w 54"/>
                    <a:gd name="T61" fmla="*/ 0 h 252"/>
                    <a:gd name="T62" fmla="*/ 0 w 54"/>
                    <a:gd name="T63" fmla="*/ 0 h 25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4"/>
                    <a:gd name="T97" fmla="*/ 0 h 252"/>
                    <a:gd name="T98" fmla="*/ 54 w 54"/>
                    <a:gd name="T99" fmla="*/ 252 h 25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4" h="252">
                      <a:moveTo>
                        <a:pt x="46" y="0"/>
                      </a:moveTo>
                      <a:lnTo>
                        <a:pt x="51" y="13"/>
                      </a:lnTo>
                      <a:lnTo>
                        <a:pt x="54" y="28"/>
                      </a:lnTo>
                      <a:lnTo>
                        <a:pt x="54" y="40"/>
                      </a:lnTo>
                      <a:lnTo>
                        <a:pt x="54" y="44"/>
                      </a:lnTo>
                      <a:lnTo>
                        <a:pt x="52" y="71"/>
                      </a:lnTo>
                      <a:lnTo>
                        <a:pt x="49" y="131"/>
                      </a:lnTo>
                      <a:lnTo>
                        <a:pt x="46" y="189"/>
                      </a:lnTo>
                      <a:lnTo>
                        <a:pt x="44" y="217"/>
                      </a:lnTo>
                      <a:lnTo>
                        <a:pt x="44" y="219"/>
                      </a:lnTo>
                      <a:lnTo>
                        <a:pt x="42" y="227"/>
                      </a:lnTo>
                      <a:lnTo>
                        <a:pt x="38" y="234"/>
                      </a:lnTo>
                      <a:lnTo>
                        <a:pt x="31" y="241"/>
                      </a:lnTo>
                      <a:lnTo>
                        <a:pt x="22" y="246"/>
                      </a:lnTo>
                      <a:lnTo>
                        <a:pt x="16" y="248"/>
                      </a:lnTo>
                      <a:lnTo>
                        <a:pt x="12" y="251"/>
                      </a:lnTo>
                      <a:lnTo>
                        <a:pt x="11" y="251"/>
                      </a:lnTo>
                      <a:lnTo>
                        <a:pt x="10" y="251"/>
                      </a:lnTo>
                      <a:lnTo>
                        <a:pt x="8" y="251"/>
                      </a:lnTo>
                      <a:lnTo>
                        <a:pt x="5" y="252"/>
                      </a:lnTo>
                      <a:lnTo>
                        <a:pt x="0" y="249"/>
                      </a:lnTo>
                      <a:lnTo>
                        <a:pt x="8" y="20"/>
                      </a:lnTo>
                      <a:lnTo>
                        <a:pt x="26" y="11"/>
                      </a:lnTo>
                      <a:lnTo>
                        <a:pt x="32" y="7"/>
                      </a:lnTo>
                      <a:lnTo>
                        <a:pt x="38" y="5"/>
                      </a:lnTo>
                      <a:lnTo>
                        <a:pt x="42" y="2"/>
                      </a:lnTo>
                      <a:lnTo>
                        <a:pt x="46" y="0"/>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1" name="Freeform 799"/>
                <p:cNvSpPr>
                  <a:spLocks/>
                </p:cNvSpPr>
                <p:nvPr/>
              </p:nvSpPr>
              <p:spPr bwMode="auto">
                <a:xfrm>
                  <a:off x="5438" y="3373"/>
                  <a:ext cx="32" cy="80"/>
                </a:xfrm>
                <a:custGeom>
                  <a:avLst/>
                  <a:gdLst>
                    <a:gd name="T0" fmla="*/ 0 w 228"/>
                    <a:gd name="T1" fmla="*/ 0 h 400"/>
                    <a:gd name="T2" fmla="*/ 0 w 228"/>
                    <a:gd name="T3" fmla="*/ 0 h 400"/>
                    <a:gd name="T4" fmla="*/ 0 w 228"/>
                    <a:gd name="T5" fmla="*/ 0 h 400"/>
                    <a:gd name="T6" fmla="*/ 0 w 228"/>
                    <a:gd name="T7" fmla="*/ 0 h 400"/>
                    <a:gd name="T8" fmla="*/ 0 w 228"/>
                    <a:gd name="T9" fmla="*/ 0 h 400"/>
                    <a:gd name="T10" fmla="*/ 0 w 228"/>
                    <a:gd name="T11" fmla="*/ 0 h 400"/>
                    <a:gd name="T12" fmla="*/ 0 w 228"/>
                    <a:gd name="T13" fmla="*/ 0 h 400"/>
                    <a:gd name="T14" fmla="*/ 0 w 228"/>
                    <a:gd name="T15" fmla="*/ 0 h 400"/>
                    <a:gd name="T16" fmla="*/ 0 w 228"/>
                    <a:gd name="T17" fmla="*/ 0 h 400"/>
                    <a:gd name="T18" fmla="*/ 0 w 228"/>
                    <a:gd name="T19" fmla="*/ 0 h 400"/>
                    <a:gd name="T20" fmla="*/ 0 w 228"/>
                    <a:gd name="T21" fmla="*/ 0 h 400"/>
                    <a:gd name="T22" fmla="*/ 0 w 228"/>
                    <a:gd name="T23" fmla="*/ 0 h 400"/>
                    <a:gd name="T24" fmla="*/ 0 w 228"/>
                    <a:gd name="T25" fmla="*/ 0 h 400"/>
                    <a:gd name="T26" fmla="*/ 0 w 228"/>
                    <a:gd name="T27" fmla="*/ 0 h 400"/>
                    <a:gd name="T28" fmla="*/ 0 w 228"/>
                    <a:gd name="T29" fmla="*/ 0 h 400"/>
                    <a:gd name="T30" fmla="*/ 0 w 228"/>
                    <a:gd name="T31" fmla="*/ 0 h 400"/>
                    <a:gd name="T32" fmla="*/ 0 w 228"/>
                    <a:gd name="T33" fmla="*/ 0 h 400"/>
                    <a:gd name="T34" fmla="*/ 0 w 228"/>
                    <a:gd name="T35" fmla="*/ 0 h 400"/>
                    <a:gd name="T36" fmla="*/ 0 w 228"/>
                    <a:gd name="T37" fmla="*/ 0 h 400"/>
                    <a:gd name="T38" fmla="*/ 0 w 228"/>
                    <a:gd name="T39" fmla="*/ 0 h 400"/>
                    <a:gd name="T40" fmla="*/ 0 w 228"/>
                    <a:gd name="T41" fmla="*/ 0 h 400"/>
                    <a:gd name="T42" fmla="*/ 0 w 228"/>
                    <a:gd name="T43" fmla="*/ 0 h 400"/>
                    <a:gd name="T44" fmla="*/ 0 w 228"/>
                    <a:gd name="T45" fmla="*/ 0 h 400"/>
                    <a:gd name="T46" fmla="*/ 0 w 228"/>
                    <a:gd name="T47" fmla="*/ 0 h 400"/>
                    <a:gd name="T48" fmla="*/ 0 w 228"/>
                    <a:gd name="T49" fmla="*/ 0 h 400"/>
                    <a:gd name="T50" fmla="*/ 0 w 228"/>
                    <a:gd name="T51" fmla="*/ 0 h 400"/>
                    <a:gd name="T52" fmla="*/ 0 w 228"/>
                    <a:gd name="T53" fmla="*/ 0 h 400"/>
                    <a:gd name="T54" fmla="*/ 0 w 228"/>
                    <a:gd name="T55" fmla="*/ 0 h 400"/>
                    <a:gd name="T56" fmla="*/ 0 w 228"/>
                    <a:gd name="T57" fmla="*/ 0 h 400"/>
                    <a:gd name="T58" fmla="*/ 0 w 228"/>
                    <a:gd name="T59" fmla="*/ 0 h 400"/>
                    <a:gd name="T60" fmla="*/ 0 w 228"/>
                    <a:gd name="T61" fmla="*/ 0 h 400"/>
                    <a:gd name="T62" fmla="*/ 0 w 228"/>
                    <a:gd name="T63" fmla="*/ 0 h 400"/>
                    <a:gd name="T64" fmla="*/ 0 w 228"/>
                    <a:gd name="T65" fmla="*/ 0 h 400"/>
                    <a:gd name="T66" fmla="*/ 0 w 228"/>
                    <a:gd name="T67" fmla="*/ 0 h 400"/>
                    <a:gd name="T68" fmla="*/ 0 w 228"/>
                    <a:gd name="T69" fmla="*/ 0 h 400"/>
                    <a:gd name="T70" fmla="*/ 0 w 228"/>
                    <a:gd name="T71" fmla="*/ 0 h 400"/>
                    <a:gd name="T72" fmla="*/ 0 w 228"/>
                    <a:gd name="T73" fmla="*/ 0 h 400"/>
                    <a:gd name="T74" fmla="*/ 0 w 228"/>
                    <a:gd name="T75" fmla="*/ 0 h 400"/>
                    <a:gd name="T76" fmla="*/ 0 w 228"/>
                    <a:gd name="T77" fmla="*/ 0 h 400"/>
                    <a:gd name="T78" fmla="*/ 0 w 228"/>
                    <a:gd name="T79" fmla="*/ 0 h 400"/>
                    <a:gd name="T80" fmla="*/ 0 w 228"/>
                    <a:gd name="T81" fmla="*/ 0 h 400"/>
                    <a:gd name="T82" fmla="*/ 0 w 228"/>
                    <a:gd name="T83" fmla="*/ 0 h 400"/>
                    <a:gd name="T84" fmla="*/ 0 w 228"/>
                    <a:gd name="T85" fmla="*/ 0 h 400"/>
                    <a:gd name="T86" fmla="*/ 0 w 228"/>
                    <a:gd name="T87" fmla="*/ 0 h 400"/>
                    <a:gd name="T88" fmla="*/ 0 w 228"/>
                    <a:gd name="T89" fmla="*/ 0 h 400"/>
                    <a:gd name="T90" fmla="*/ 0 w 228"/>
                    <a:gd name="T91" fmla="*/ 0 h 400"/>
                    <a:gd name="T92" fmla="*/ 0 w 228"/>
                    <a:gd name="T93" fmla="*/ 0 h 400"/>
                    <a:gd name="T94" fmla="*/ 0 w 228"/>
                    <a:gd name="T95" fmla="*/ 0 h 400"/>
                    <a:gd name="T96" fmla="*/ 0 w 228"/>
                    <a:gd name="T97" fmla="*/ 0 h 40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228"/>
                    <a:gd name="T148" fmla="*/ 0 h 400"/>
                    <a:gd name="T149" fmla="*/ 228 w 228"/>
                    <a:gd name="T150" fmla="*/ 400 h 40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228" h="400">
                      <a:moveTo>
                        <a:pt x="224" y="57"/>
                      </a:moveTo>
                      <a:lnTo>
                        <a:pt x="223" y="59"/>
                      </a:lnTo>
                      <a:lnTo>
                        <a:pt x="218" y="61"/>
                      </a:lnTo>
                      <a:lnTo>
                        <a:pt x="214" y="63"/>
                      </a:lnTo>
                      <a:lnTo>
                        <a:pt x="208" y="66"/>
                      </a:lnTo>
                      <a:lnTo>
                        <a:pt x="203" y="69"/>
                      </a:lnTo>
                      <a:lnTo>
                        <a:pt x="197" y="72"/>
                      </a:lnTo>
                      <a:lnTo>
                        <a:pt x="191" y="75"/>
                      </a:lnTo>
                      <a:lnTo>
                        <a:pt x="185" y="78"/>
                      </a:lnTo>
                      <a:lnTo>
                        <a:pt x="178" y="81"/>
                      </a:lnTo>
                      <a:lnTo>
                        <a:pt x="166" y="86"/>
                      </a:lnTo>
                      <a:lnTo>
                        <a:pt x="153" y="92"/>
                      </a:lnTo>
                      <a:lnTo>
                        <a:pt x="140" y="97"/>
                      </a:lnTo>
                      <a:lnTo>
                        <a:pt x="127" y="102"/>
                      </a:lnTo>
                      <a:lnTo>
                        <a:pt x="114" y="107"/>
                      </a:lnTo>
                      <a:lnTo>
                        <a:pt x="100" y="111"/>
                      </a:lnTo>
                      <a:lnTo>
                        <a:pt x="87" y="116"/>
                      </a:lnTo>
                      <a:lnTo>
                        <a:pt x="75" y="120"/>
                      </a:lnTo>
                      <a:lnTo>
                        <a:pt x="62" y="123"/>
                      </a:lnTo>
                      <a:lnTo>
                        <a:pt x="51" y="127"/>
                      </a:lnTo>
                      <a:lnTo>
                        <a:pt x="41" y="131"/>
                      </a:lnTo>
                      <a:lnTo>
                        <a:pt x="33" y="133"/>
                      </a:lnTo>
                      <a:lnTo>
                        <a:pt x="26" y="135"/>
                      </a:lnTo>
                      <a:lnTo>
                        <a:pt x="21" y="137"/>
                      </a:lnTo>
                      <a:lnTo>
                        <a:pt x="17" y="138"/>
                      </a:lnTo>
                      <a:lnTo>
                        <a:pt x="16" y="138"/>
                      </a:lnTo>
                      <a:lnTo>
                        <a:pt x="54" y="131"/>
                      </a:lnTo>
                      <a:lnTo>
                        <a:pt x="57" y="129"/>
                      </a:lnTo>
                      <a:lnTo>
                        <a:pt x="65" y="128"/>
                      </a:lnTo>
                      <a:lnTo>
                        <a:pt x="79" y="125"/>
                      </a:lnTo>
                      <a:lnTo>
                        <a:pt x="95" y="120"/>
                      </a:lnTo>
                      <a:lnTo>
                        <a:pt x="114" y="115"/>
                      </a:lnTo>
                      <a:lnTo>
                        <a:pt x="134" y="108"/>
                      </a:lnTo>
                      <a:lnTo>
                        <a:pt x="156" y="98"/>
                      </a:lnTo>
                      <a:lnTo>
                        <a:pt x="180" y="89"/>
                      </a:lnTo>
                      <a:lnTo>
                        <a:pt x="186" y="86"/>
                      </a:lnTo>
                      <a:lnTo>
                        <a:pt x="191" y="84"/>
                      </a:lnTo>
                      <a:lnTo>
                        <a:pt x="196" y="81"/>
                      </a:lnTo>
                      <a:lnTo>
                        <a:pt x="201" y="79"/>
                      </a:lnTo>
                      <a:lnTo>
                        <a:pt x="193" y="309"/>
                      </a:lnTo>
                      <a:lnTo>
                        <a:pt x="195" y="310"/>
                      </a:lnTo>
                      <a:lnTo>
                        <a:pt x="176" y="316"/>
                      </a:lnTo>
                      <a:lnTo>
                        <a:pt x="155" y="322"/>
                      </a:lnTo>
                      <a:lnTo>
                        <a:pt x="133" y="328"/>
                      </a:lnTo>
                      <a:lnTo>
                        <a:pt x="113" y="335"/>
                      </a:lnTo>
                      <a:lnTo>
                        <a:pt x="94" y="340"/>
                      </a:lnTo>
                      <a:lnTo>
                        <a:pt x="80" y="345"/>
                      </a:lnTo>
                      <a:lnTo>
                        <a:pt x="69" y="349"/>
                      </a:lnTo>
                      <a:lnTo>
                        <a:pt x="65" y="350"/>
                      </a:lnTo>
                      <a:lnTo>
                        <a:pt x="17" y="364"/>
                      </a:lnTo>
                      <a:lnTo>
                        <a:pt x="36" y="362"/>
                      </a:lnTo>
                      <a:lnTo>
                        <a:pt x="211" y="321"/>
                      </a:lnTo>
                      <a:lnTo>
                        <a:pt x="208" y="358"/>
                      </a:lnTo>
                      <a:lnTo>
                        <a:pt x="209" y="358"/>
                      </a:lnTo>
                      <a:lnTo>
                        <a:pt x="200" y="358"/>
                      </a:lnTo>
                      <a:lnTo>
                        <a:pt x="189" y="359"/>
                      </a:lnTo>
                      <a:lnTo>
                        <a:pt x="178" y="361"/>
                      </a:lnTo>
                      <a:lnTo>
                        <a:pt x="166" y="363"/>
                      </a:lnTo>
                      <a:lnTo>
                        <a:pt x="152" y="365"/>
                      </a:lnTo>
                      <a:lnTo>
                        <a:pt x="138" y="368"/>
                      </a:lnTo>
                      <a:lnTo>
                        <a:pt x="125" y="370"/>
                      </a:lnTo>
                      <a:lnTo>
                        <a:pt x="111" y="374"/>
                      </a:lnTo>
                      <a:lnTo>
                        <a:pt x="96" y="376"/>
                      </a:lnTo>
                      <a:lnTo>
                        <a:pt x="82" y="380"/>
                      </a:lnTo>
                      <a:lnTo>
                        <a:pt x="66" y="383"/>
                      </a:lnTo>
                      <a:lnTo>
                        <a:pt x="52" y="387"/>
                      </a:lnTo>
                      <a:lnTo>
                        <a:pt x="38" y="391"/>
                      </a:lnTo>
                      <a:lnTo>
                        <a:pt x="25" y="394"/>
                      </a:lnTo>
                      <a:lnTo>
                        <a:pt x="12" y="397"/>
                      </a:lnTo>
                      <a:lnTo>
                        <a:pt x="0" y="400"/>
                      </a:lnTo>
                      <a:lnTo>
                        <a:pt x="0" y="122"/>
                      </a:lnTo>
                      <a:lnTo>
                        <a:pt x="4" y="121"/>
                      </a:lnTo>
                      <a:lnTo>
                        <a:pt x="8" y="120"/>
                      </a:lnTo>
                      <a:lnTo>
                        <a:pt x="13" y="119"/>
                      </a:lnTo>
                      <a:lnTo>
                        <a:pt x="18" y="116"/>
                      </a:lnTo>
                      <a:lnTo>
                        <a:pt x="22" y="115"/>
                      </a:lnTo>
                      <a:lnTo>
                        <a:pt x="27" y="114"/>
                      </a:lnTo>
                      <a:lnTo>
                        <a:pt x="33" y="111"/>
                      </a:lnTo>
                      <a:lnTo>
                        <a:pt x="38" y="110"/>
                      </a:lnTo>
                      <a:lnTo>
                        <a:pt x="51" y="105"/>
                      </a:lnTo>
                      <a:lnTo>
                        <a:pt x="64" y="101"/>
                      </a:lnTo>
                      <a:lnTo>
                        <a:pt x="78" y="95"/>
                      </a:lnTo>
                      <a:lnTo>
                        <a:pt x="90" y="90"/>
                      </a:lnTo>
                      <a:lnTo>
                        <a:pt x="102" y="84"/>
                      </a:lnTo>
                      <a:lnTo>
                        <a:pt x="114" y="77"/>
                      </a:lnTo>
                      <a:lnTo>
                        <a:pt x="126" y="71"/>
                      </a:lnTo>
                      <a:lnTo>
                        <a:pt x="137" y="63"/>
                      </a:lnTo>
                      <a:lnTo>
                        <a:pt x="148" y="57"/>
                      </a:lnTo>
                      <a:lnTo>
                        <a:pt x="160" y="50"/>
                      </a:lnTo>
                      <a:lnTo>
                        <a:pt x="172" y="42"/>
                      </a:lnTo>
                      <a:lnTo>
                        <a:pt x="183" y="35"/>
                      </a:lnTo>
                      <a:lnTo>
                        <a:pt x="194" y="26"/>
                      </a:lnTo>
                      <a:lnTo>
                        <a:pt x="205" y="18"/>
                      </a:lnTo>
                      <a:lnTo>
                        <a:pt x="216" y="9"/>
                      </a:lnTo>
                      <a:lnTo>
                        <a:pt x="228" y="0"/>
                      </a:lnTo>
                      <a:lnTo>
                        <a:pt x="224" y="57"/>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2" name="Freeform 800"/>
                <p:cNvSpPr>
                  <a:spLocks/>
                </p:cNvSpPr>
                <p:nvPr/>
              </p:nvSpPr>
              <p:spPr bwMode="auto">
                <a:xfrm>
                  <a:off x="5417" y="3381"/>
                  <a:ext cx="12" cy="30"/>
                </a:xfrm>
                <a:custGeom>
                  <a:avLst/>
                  <a:gdLst>
                    <a:gd name="T0" fmla="*/ 0 w 85"/>
                    <a:gd name="T1" fmla="*/ 0 h 147"/>
                    <a:gd name="T2" fmla="*/ 0 w 85"/>
                    <a:gd name="T3" fmla="*/ 0 h 147"/>
                    <a:gd name="T4" fmla="*/ 0 w 85"/>
                    <a:gd name="T5" fmla="*/ 0 h 147"/>
                    <a:gd name="T6" fmla="*/ 0 w 85"/>
                    <a:gd name="T7" fmla="*/ 0 h 147"/>
                    <a:gd name="T8" fmla="*/ 0 w 85"/>
                    <a:gd name="T9" fmla="*/ 0 h 147"/>
                    <a:gd name="T10" fmla="*/ 0 w 85"/>
                    <a:gd name="T11" fmla="*/ 0 h 147"/>
                    <a:gd name="T12" fmla="*/ 0 w 85"/>
                    <a:gd name="T13" fmla="*/ 0 h 147"/>
                    <a:gd name="T14" fmla="*/ 0 w 85"/>
                    <a:gd name="T15" fmla="*/ 0 h 147"/>
                    <a:gd name="T16" fmla="*/ 0 w 85"/>
                    <a:gd name="T17" fmla="*/ 0 h 147"/>
                    <a:gd name="T18" fmla="*/ 0 w 85"/>
                    <a:gd name="T19" fmla="*/ 0 h 147"/>
                    <a:gd name="T20" fmla="*/ 0 w 85"/>
                    <a:gd name="T21" fmla="*/ 0 h 147"/>
                    <a:gd name="T22" fmla="*/ 0 w 85"/>
                    <a:gd name="T23" fmla="*/ 0 h 147"/>
                    <a:gd name="T24" fmla="*/ 0 w 85"/>
                    <a:gd name="T25" fmla="*/ 0 h 147"/>
                    <a:gd name="T26" fmla="*/ 0 w 85"/>
                    <a:gd name="T27" fmla="*/ 0 h 147"/>
                    <a:gd name="T28" fmla="*/ 0 w 85"/>
                    <a:gd name="T29" fmla="*/ 0 h 147"/>
                    <a:gd name="T30" fmla="*/ 0 w 85"/>
                    <a:gd name="T31" fmla="*/ 0 h 147"/>
                    <a:gd name="T32" fmla="*/ 0 w 85"/>
                    <a:gd name="T33" fmla="*/ 0 h 147"/>
                    <a:gd name="T34" fmla="*/ 0 w 85"/>
                    <a:gd name="T35" fmla="*/ 0 h 147"/>
                    <a:gd name="T36" fmla="*/ 0 w 85"/>
                    <a:gd name="T37" fmla="*/ 0 h 147"/>
                    <a:gd name="T38" fmla="*/ 0 w 85"/>
                    <a:gd name="T39" fmla="*/ 0 h 147"/>
                    <a:gd name="T40" fmla="*/ 0 w 85"/>
                    <a:gd name="T41" fmla="*/ 0 h 147"/>
                    <a:gd name="T42" fmla="*/ 0 w 85"/>
                    <a:gd name="T43" fmla="*/ 0 h 147"/>
                    <a:gd name="T44" fmla="*/ 0 w 85"/>
                    <a:gd name="T45" fmla="*/ 0 h 147"/>
                    <a:gd name="T46" fmla="*/ 0 w 85"/>
                    <a:gd name="T47" fmla="*/ 0 h 147"/>
                    <a:gd name="T48" fmla="*/ 0 w 85"/>
                    <a:gd name="T49" fmla="*/ 0 h 147"/>
                    <a:gd name="T50" fmla="*/ 0 w 85"/>
                    <a:gd name="T51" fmla="*/ 0 h 147"/>
                    <a:gd name="T52" fmla="*/ 0 w 85"/>
                    <a:gd name="T53" fmla="*/ 0 h 147"/>
                    <a:gd name="T54" fmla="*/ 0 w 85"/>
                    <a:gd name="T55" fmla="*/ 0 h 147"/>
                    <a:gd name="T56" fmla="*/ 0 w 85"/>
                    <a:gd name="T57" fmla="*/ 0 h 147"/>
                    <a:gd name="T58" fmla="*/ 0 w 85"/>
                    <a:gd name="T59" fmla="*/ 0 h 147"/>
                    <a:gd name="T60" fmla="*/ 0 w 85"/>
                    <a:gd name="T61" fmla="*/ 0 h 147"/>
                    <a:gd name="T62" fmla="*/ 0 w 85"/>
                    <a:gd name="T63" fmla="*/ 0 h 147"/>
                    <a:gd name="T64" fmla="*/ 0 w 85"/>
                    <a:gd name="T65" fmla="*/ 0 h 147"/>
                    <a:gd name="T66" fmla="*/ 0 w 85"/>
                    <a:gd name="T67" fmla="*/ 0 h 147"/>
                    <a:gd name="T68" fmla="*/ 0 w 85"/>
                    <a:gd name="T69" fmla="*/ 0 h 147"/>
                    <a:gd name="T70" fmla="*/ 0 w 85"/>
                    <a:gd name="T71" fmla="*/ 0 h 147"/>
                    <a:gd name="T72" fmla="*/ 0 w 85"/>
                    <a:gd name="T73" fmla="*/ 0 h 147"/>
                    <a:gd name="T74" fmla="*/ 0 w 85"/>
                    <a:gd name="T75" fmla="*/ 0 h 147"/>
                    <a:gd name="T76" fmla="*/ 0 w 85"/>
                    <a:gd name="T77" fmla="*/ 0 h 147"/>
                    <a:gd name="T78" fmla="*/ 0 w 85"/>
                    <a:gd name="T79" fmla="*/ 0 h 147"/>
                    <a:gd name="T80" fmla="*/ 0 w 85"/>
                    <a:gd name="T81" fmla="*/ 0 h 147"/>
                    <a:gd name="T82" fmla="*/ 0 w 85"/>
                    <a:gd name="T83" fmla="*/ 0 h 147"/>
                    <a:gd name="T84" fmla="*/ 0 w 85"/>
                    <a:gd name="T85" fmla="*/ 0 h 147"/>
                    <a:gd name="T86" fmla="*/ 0 w 85"/>
                    <a:gd name="T87" fmla="*/ 0 h 147"/>
                    <a:gd name="T88" fmla="*/ 0 w 85"/>
                    <a:gd name="T89" fmla="*/ 0 h 147"/>
                    <a:gd name="T90" fmla="*/ 0 w 85"/>
                    <a:gd name="T91" fmla="*/ 0 h 147"/>
                    <a:gd name="T92" fmla="*/ 0 w 85"/>
                    <a:gd name="T93" fmla="*/ 0 h 147"/>
                    <a:gd name="T94" fmla="*/ 0 w 85"/>
                    <a:gd name="T95" fmla="*/ 0 h 147"/>
                    <a:gd name="T96" fmla="*/ 0 w 85"/>
                    <a:gd name="T97" fmla="*/ 0 h 147"/>
                    <a:gd name="T98" fmla="*/ 0 w 85"/>
                    <a:gd name="T99" fmla="*/ 0 h 14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
                    <a:gd name="T151" fmla="*/ 0 h 147"/>
                    <a:gd name="T152" fmla="*/ 85 w 85"/>
                    <a:gd name="T153" fmla="*/ 147 h 14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 h="147">
                      <a:moveTo>
                        <a:pt x="85" y="105"/>
                      </a:moveTo>
                      <a:lnTo>
                        <a:pt x="85" y="109"/>
                      </a:lnTo>
                      <a:lnTo>
                        <a:pt x="84" y="117"/>
                      </a:lnTo>
                      <a:lnTo>
                        <a:pt x="83" y="130"/>
                      </a:lnTo>
                      <a:lnTo>
                        <a:pt x="82" y="147"/>
                      </a:lnTo>
                      <a:lnTo>
                        <a:pt x="78" y="129"/>
                      </a:lnTo>
                      <a:lnTo>
                        <a:pt x="74" y="111"/>
                      </a:lnTo>
                      <a:lnTo>
                        <a:pt x="69" y="96"/>
                      </a:lnTo>
                      <a:lnTo>
                        <a:pt x="64" y="80"/>
                      </a:lnTo>
                      <a:lnTo>
                        <a:pt x="59" y="67"/>
                      </a:lnTo>
                      <a:lnTo>
                        <a:pt x="52" y="55"/>
                      </a:lnTo>
                      <a:lnTo>
                        <a:pt x="46" y="44"/>
                      </a:lnTo>
                      <a:lnTo>
                        <a:pt x="39" y="34"/>
                      </a:lnTo>
                      <a:lnTo>
                        <a:pt x="34" y="30"/>
                      </a:lnTo>
                      <a:lnTo>
                        <a:pt x="30" y="25"/>
                      </a:lnTo>
                      <a:lnTo>
                        <a:pt x="25" y="21"/>
                      </a:lnTo>
                      <a:lnTo>
                        <a:pt x="21" y="19"/>
                      </a:lnTo>
                      <a:lnTo>
                        <a:pt x="16" y="16"/>
                      </a:lnTo>
                      <a:lnTo>
                        <a:pt x="12" y="15"/>
                      </a:lnTo>
                      <a:lnTo>
                        <a:pt x="7" y="14"/>
                      </a:lnTo>
                      <a:lnTo>
                        <a:pt x="2" y="14"/>
                      </a:lnTo>
                      <a:lnTo>
                        <a:pt x="1" y="14"/>
                      </a:lnTo>
                      <a:lnTo>
                        <a:pt x="0" y="14"/>
                      </a:lnTo>
                      <a:lnTo>
                        <a:pt x="5" y="9"/>
                      </a:lnTo>
                      <a:lnTo>
                        <a:pt x="11" y="6"/>
                      </a:lnTo>
                      <a:lnTo>
                        <a:pt x="16" y="2"/>
                      </a:lnTo>
                      <a:lnTo>
                        <a:pt x="22" y="1"/>
                      </a:lnTo>
                      <a:lnTo>
                        <a:pt x="29" y="0"/>
                      </a:lnTo>
                      <a:lnTo>
                        <a:pt x="35" y="0"/>
                      </a:lnTo>
                      <a:lnTo>
                        <a:pt x="42" y="1"/>
                      </a:lnTo>
                      <a:lnTo>
                        <a:pt x="47" y="2"/>
                      </a:lnTo>
                      <a:lnTo>
                        <a:pt x="52" y="3"/>
                      </a:lnTo>
                      <a:lnTo>
                        <a:pt x="57" y="7"/>
                      </a:lnTo>
                      <a:lnTo>
                        <a:pt x="61" y="10"/>
                      </a:lnTo>
                      <a:lnTo>
                        <a:pt x="65" y="14"/>
                      </a:lnTo>
                      <a:lnTo>
                        <a:pt x="75" y="30"/>
                      </a:lnTo>
                      <a:lnTo>
                        <a:pt x="81" y="48"/>
                      </a:lnTo>
                      <a:lnTo>
                        <a:pt x="84" y="66"/>
                      </a:lnTo>
                      <a:lnTo>
                        <a:pt x="85" y="84"/>
                      </a:lnTo>
                      <a:lnTo>
                        <a:pt x="84" y="85"/>
                      </a:lnTo>
                      <a:lnTo>
                        <a:pt x="85" y="85"/>
                      </a:lnTo>
                      <a:lnTo>
                        <a:pt x="85" y="86"/>
                      </a:lnTo>
                      <a:lnTo>
                        <a:pt x="85" y="93"/>
                      </a:lnTo>
                      <a:lnTo>
                        <a:pt x="85" y="99"/>
                      </a:lnTo>
                      <a:lnTo>
                        <a:pt x="85" y="104"/>
                      </a:lnTo>
                      <a:lnTo>
                        <a:pt x="85" y="105"/>
                      </a:lnTo>
                      <a:close/>
                    </a:path>
                  </a:pathLst>
                </a:custGeom>
                <a:solidFill>
                  <a:srgbClr val="512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3" name="Freeform 801"/>
                <p:cNvSpPr>
                  <a:spLocks/>
                </p:cNvSpPr>
                <p:nvPr/>
              </p:nvSpPr>
              <p:spPr bwMode="auto">
                <a:xfrm>
                  <a:off x="5386" y="3370"/>
                  <a:ext cx="48" cy="86"/>
                </a:xfrm>
                <a:custGeom>
                  <a:avLst/>
                  <a:gdLst>
                    <a:gd name="T0" fmla="*/ 0 w 334"/>
                    <a:gd name="T1" fmla="*/ 0 h 430"/>
                    <a:gd name="T2" fmla="*/ 0 w 334"/>
                    <a:gd name="T3" fmla="*/ 0 h 430"/>
                    <a:gd name="T4" fmla="*/ 0 w 334"/>
                    <a:gd name="T5" fmla="*/ 0 h 430"/>
                    <a:gd name="T6" fmla="*/ 0 w 334"/>
                    <a:gd name="T7" fmla="*/ 0 h 430"/>
                    <a:gd name="T8" fmla="*/ 0 w 334"/>
                    <a:gd name="T9" fmla="*/ 0 h 430"/>
                    <a:gd name="T10" fmla="*/ 0 w 334"/>
                    <a:gd name="T11" fmla="*/ 0 h 430"/>
                    <a:gd name="T12" fmla="*/ 0 w 334"/>
                    <a:gd name="T13" fmla="*/ 0 h 430"/>
                    <a:gd name="T14" fmla="*/ 0 w 334"/>
                    <a:gd name="T15" fmla="*/ 0 h 430"/>
                    <a:gd name="T16" fmla="*/ 0 w 334"/>
                    <a:gd name="T17" fmla="*/ 0 h 430"/>
                    <a:gd name="T18" fmla="*/ 0 w 334"/>
                    <a:gd name="T19" fmla="*/ 0 h 430"/>
                    <a:gd name="T20" fmla="*/ 0 w 334"/>
                    <a:gd name="T21" fmla="*/ 0 h 430"/>
                    <a:gd name="T22" fmla="*/ 0 w 334"/>
                    <a:gd name="T23" fmla="*/ 0 h 430"/>
                    <a:gd name="T24" fmla="*/ 0 w 334"/>
                    <a:gd name="T25" fmla="*/ 0 h 430"/>
                    <a:gd name="T26" fmla="*/ 0 w 334"/>
                    <a:gd name="T27" fmla="*/ 0 h 430"/>
                    <a:gd name="T28" fmla="*/ 0 w 334"/>
                    <a:gd name="T29" fmla="*/ 0 h 430"/>
                    <a:gd name="T30" fmla="*/ 0 w 334"/>
                    <a:gd name="T31" fmla="*/ 0 h 430"/>
                    <a:gd name="T32" fmla="*/ 0 w 334"/>
                    <a:gd name="T33" fmla="*/ 0 h 430"/>
                    <a:gd name="T34" fmla="*/ 0 w 334"/>
                    <a:gd name="T35" fmla="*/ 0 h 430"/>
                    <a:gd name="T36" fmla="*/ 0 w 334"/>
                    <a:gd name="T37" fmla="*/ 0 h 430"/>
                    <a:gd name="T38" fmla="*/ 0 w 334"/>
                    <a:gd name="T39" fmla="*/ 0 h 430"/>
                    <a:gd name="T40" fmla="*/ 0 w 334"/>
                    <a:gd name="T41" fmla="*/ 0 h 430"/>
                    <a:gd name="T42" fmla="*/ 0 w 334"/>
                    <a:gd name="T43" fmla="*/ 0 h 430"/>
                    <a:gd name="T44" fmla="*/ 0 w 334"/>
                    <a:gd name="T45" fmla="*/ 0 h 430"/>
                    <a:gd name="T46" fmla="*/ 0 w 334"/>
                    <a:gd name="T47" fmla="*/ 0 h 430"/>
                    <a:gd name="T48" fmla="*/ 0 w 334"/>
                    <a:gd name="T49" fmla="*/ 0 h 430"/>
                    <a:gd name="T50" fmla="*/ 0 w 334"/>
                    <a:gd name="T51" fmla="*/ 0 h 430"/>
                    <a:gd name="T52" fmla="*/ 0 w 334"/>
                    <a:gd name="T53" fmla="*/ 0 h 430"/>
                    <a:gd name="T54" fmla="*/ 0 w 334"/>
                    <a:gd name="T55" fmla="*/ 0 h 430"/>
                    <a:gd name="T56" fmla="*/ 0 w 334"/>
                    <a:gd name="T57" fmla="*/ 0 h 430"/>
                    <a:gd name="T58" fmla="*/ 0 w 334"/>
                    <a:gd name="T59" fmla="*/ 0 h 430"/>
                    <a:gd name="T60" fmla="*/ 0 w 334"/>
                    <a:gd name="T61" fmla="*/ 0 h 430"/>
                    <a:gd name="T62" fmla="*/ 0 w 334"/>
                    <a:gd name="T63" fmla="*/ 0 h 430"/>
                    <a:gd name="T64" fmla="*/ 0 w 334"/>
                    <a:gd name="T65" fmla="*/ 0 h 430"/>
                    <a:gd name="T66" fmla="*/ 0 w 334"/>
                    <a:gd name="T67" fmla="*/ 0 h 430"/>
                    <a:gd name="T68" fmla="*/ 0 w 334"/>
                    <a:gd name="T69" fmla="*/ 0 h 430"/>
                    <a:gd name="T70" fmla="*/ 0 w 334"/>
                    <a:gd name="T71" fmla="*/ 0 h 430"/>
                    <a:gd name="T72" fmla="*/ 0 w 334"/>
                    <a:gd name="T73" fmla="*/ 0 h 430"/>
                    <a:gd name="T74" fmla="*/ 0 w 334"/>
                    <a:gd name="T75" fmla="*/ 0 h 430"/>
                    <a:gd name="T76" fmla="*/ 0 w 334"/>
                    <a:gd name="T77" fmla="*/ 0 h 430"/>
                    <a:gd name="T78" fmla="*/ 0 w 334"/>
                    <a:gd name="T79" fmla="*/ 0 h 430"/>
                    <a:gd name="T80" fmla="*/ 0 w 334"/>
                    <a:gd name="T81" fmla="*/ 0 h 430"/>
                    <a:gd name="T82" fmla="*/ 0 w 334"/>
                    <a:gd name="T83" fmla="*/ 0 h 430"/>
                    <a:gd name="T84" fmla="*/ 0 w 334"/>
                    <a:gd name="T85" fmla="*/ 0 h 430"/>
                    <a:gd name="T86" fmla="*/ 0 w 334"/>
                    <a:gd name="T87" fmla="*/ 0 h 430"/>
                    <a:gd name="T88" fmla="*/ 0 w 334"/>
                    <a:gd name="T89" fmla="*/ 0 h 430"/>
                    <a:gd name="T90" fmla="*/ 0 w 334"/>
                    <a:gd name="T91" fmla="*/ 0 h 430"/>
                    <a:gd name="T92" fmla="*/ 0 w 334"/>
                    <a:gd name="T93" fmla="*/ 0 h 430"/>
                    <a:gd name="T94" fmla="*/ 0 w 334"/>
                    <a:gd name="T95" fmla="*/ 0 h 430"/>
                    <a:gd name="T96" fmla="*/ 0 w 334"/>
                    <a:gd name="T97" fmla="*/ 0 h 430"/>
                    <a:gd name="T98" fmla="*/ 0 w 334"/>
                    <a:gd name="T99" fmla="*/ 0 h 430"/>
                    <a:gd name="T100" fmla="*/ 0 w 334"/>
                    <a:gd name="T101" fmla="*/ 0 h 430"/>
                    <a:gd name="T102" fmla="*/ 0 w 334"/>
                    <a:gd name="T103" fmla="*/ 0 h 430"/>
                    <a:gd name="T104" fmla="*/ 0 w 334"/>
                    <a:gd name="T105" fmla="*/ 0 h 430"/>
                    <a:gd name="T106" fmla="*/ 0 w 334"/>
                    <a:gd name="T107" fmla="*/ 0 h 430"/>
                    <a:gd name="T108" fmla="*/ 0 w 334"/>
                    <a:gd name="T109" fmla="*/ 0 h 4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34"/>
                    <a:gd name="T166" fmla="*/ 0 h 430"/>
                    <a:gd name="T167" fmla="*/ 334 w 334"/>
                    <a:gd name="T168" fmla="*/ 430 h 43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34" h="430">
                      <a:moveTo>
                        <a:pt x="189" y="84"/>
                      </a:moveTo>
                      <a:lnTo>
                        <a:pt x="177" y="107"/>
                      </a:lnTo>
                      <a:lnTo>
                        <a:pt x="167" y="134"/>
                      </a:lnTo>
                      <a:lnTo>
                        <a:pt x="158" y="163"/>
                      </a:lnTo>
                      <a:lnTo>
                        <a:pt x="148" y="194"/>
                      </a:lnTo>
                      <a:lnTo>
                        <a:pt x="141" y="225"/>
                      </a:lnTo>
                      <a:lnTo>
                        <a:pt x="135" y="257"/>
                      </a:lnTo>
                      <a:lnTo>
                        <a:pt x="130" y="287"/>
                      </a:lnTo>
                      <a:lnTo>
                        <a:pt x="126" y="313"/>
                      </a:lnTo>
                      <a:lnTo>
                        <a:pt x="125" y="313"/>
                      </a:lnTo>
                      <a:lnTo>
                        <a:pt x="125" y="314"/>
                      </a:lnTo>
                      <a:lnTo>
                        <a:pt x="125" y="315"/>
                      </a:lnTo>
                      <a:lnTo>
                        <a:pt x="125" y="318"/>
                      </a:lnTo>
                      <a:lnTo>
                        <a:pt x="125" y="320"/>
                      </a:lnTo>
                      <a:lnTo>
                        <a:pt x="122" y="343"/>
                      </a:lnTo>
                      <a:lnTo>
                        <a:pt x="120" y="360"/>
                      </a:lnTo>
                      <a:lnTo>
                        <a:pt x="118" y="372"/>
                      </a:lnTo>
                      <a:lnTo>
                        <a:pt x="118" y="378"/>
                      </a:lnTo>
                      <a:lnTo>
                        <a:pt x="118" y="382"/>
                      </a:lnTo>
                      <a:lnTo>
                        <a:pt x="117" y="392"/>
                      </a:lnTo>
                      <a:lnTo>
                        <a:pt x="116" y="404"/>
                      </a:lnTo>
                      <a:lnTo>
                        <a:pt x="116" y="415"/>
                      </a:lnTo>
                      <a:lnTo>
                        <a:pt x="110" y="416"/>
                      </a:lnTo>
                      <a:lnTo>
                        <a:pt x="102" y="417"/>
                      </a:lnTo>
                      <a:lnTo>
                        <a:pt x="91" y="418"/>
                      </a:lnTo>
                      <a:lnTo>
                        <a:pt x="78" y="421"/>
                      </a:lnTo>
                      <a:lnTo>
                        <a:pt x="62" y="423"/>
                      </a:lnTo>
                      <a:lnTo>
                        <a:pt x="44" y="426"/>
                      </a:lnTo>
                      <a:lnTo>
                        <a:pt x="23" y="428"/>
                      </a:lnTo>
                      <a:lnTo>
                        <a:pt x="0" y="430"/>
                      </a:lnTo>
                      <a:lnTo>
                        <a:pt x="5" y="398"/>
                      </a:lnTo>
                      <a:lnTo>
                        <a:pt x="3" y="397"/>
                      </a:lnTo>
                      <a:lnTo>
                        <a:pt x="2" y="396"/>
                      </a:lnTo>
                      <a:lnTo>
                        <a:pt x="1" y="390"/>
                      </a:lnTo>
                      <a:lnTo>
                        <a:pt x="0" y="378"/>
                      </a:lnTo>
                      <a:lnTo>
                        <a:pt x="2" y="361"/>
                      </a:lnTo>
                      <a:lnTo>
                        <a:pt x="7" y="332"/>
                      </a:lnTo>
                      <a:lnTo>
                        <a:pt x="14" y="300"/>
                      </a:lnTo>
                      <a:lnTo>
                        <a:pt x="19" y="275"/>
                      </a:lnTo>
                      <a:lnTo>
                        <a:pt x="22" y="264"/>
                      </a:lnTo>
                      <a:lnTo>
                        <a:pt x="24" y="255"/>
                      </a:lnTo>
                      <a:lnTo>
                        <a:pt x="20" y="255"/>
                      </a:lnTo>
                      <a:lnTo>
                        <a:pt x="17" y="252"/>
                      </a:lnTo>
                      <a:lnTo>
                        <a:pt x="15" y="247"/>
                      </a:lnTo>
                      <a:lnTo>
                        <a:pt x="15" y="240"/>
                      </a:lnTo>
                      <a:lnTo>
                        <a:pt x="18" y="230"/>
                      </a:lnTo>
                      <a:lnTo>
                        <a:pt x="20" y="228"/>
                      </a:lnTo>
                      <a:lnTo>
                        <a:pt x="24" y="219"/>
                      </a:lnTo>
                      <a:lnTo>
                        <a:pt x="31" y="209"/>
                      </a:lnTo>
                      <a:lnTo>
                        <a:pt x="39" y="194"/>
                      </a:lnTo>
                      <a:lnTo>
                        <a:pt x="50" y="176"/>
                      </a:lnTo>
                      <a:lnTo>
                        <a:pt x="63" y="157"/>
                      </a:lnTo>
                      <a:lnTo>
                        <a:pt x="79" y="137"/>
                      </a:lnTo>
                      <a:lnTo>
                        <a:pt x="95" y="116"/>
                      </a:lnTo>
                      <a:lnTo>
                        <a:pt x="112" y="95"/>
                      </a:lnTo>
                      <a:lnTo>
                        <a:pt x="130" y="74"/>
                      </a:lnTo>
                      <a:lnTo>
                        <a:pt x="149" y="55"/>
                      </a:lnTo>
                      <a:lnTo>
                        <a:pt x="170" y="37"/>
                      </a:lnTo>
                      <a:lnTo>
                        <a:pt x="190" y="23"/>
                      </a:lnTo>
                      <a:lnTo>
                        <a:pt x="210" y="11"/>
                      </a:lnTo>
                      <a:lnTo>
                        <a:pt x="231" y="4"/>
                      </a:lnTo>
                      <a:lnTo>
                        <a:pt x="252" y="0"/>
                      </a:lnTo>
                      <a:lnTo>
                        <a:pt x="257" y="0"/>
                      </a:lnTo>
                      <a:lnTo>
                        <a:pt x="262" y="0"/>
                      </a:lnTo>
                      <a:lnTo>
                        <a:pt x="266" y="0"/>
                      </a:lnTo>
                      <a:lnTo>
                        <a:pt x="271" y="0"/>
                      </a:lnTo>
                      <a:lnTo>
                        <a:pt x="274" y="1"/>
                      </a:lnTo>
                      <a:lnTo>
                        <a:pt x="280" y="5"/>
                      </a:lnTo>
                      <a:lnTo>
                        <a:pt x="288" y="12"/>
                      </a:lnTo>
                      <a:lnTo>
                        <a:pt x="298" y="22"/>
                      </a:lnTo>
                      <a:lnTo>
                        <a:pt x="309" y="35"/>
                      </a:lnTo>
                      <a:lnTo>
                        <a:pt x="318" y="52"/>
                      </a:lnTo>
                      <a:lnTo>
                        <a:pt x="325" y="72"/>
                      </a:lnTo>
                      <a:lnTo>
                        <a:pt x="330" y="96"/>
                      </a:lnTo>
                      <a:lnTo>
                        <a:pt x="334" y="130"/>
                      </a:lnTo>
                      <a:lnTo>
                        <a:pt x="328" y="132"/>
                      </a:lnTo>
                      <a:lnTo>
                        <a:pt x="322" y="134"/>
                      </a:lnTo>
                      <a:lnTo>
                        <a:pt x="317" y="136"/>
                      </a:lnTo>
                      <a:lnTo>
                        <a:pt x="313" y="137"/>
                      </a:lnTo>
                      <a:lnTo>
                        <a:pt x="312" y="137"/>
                      </a:lnTo>
                      <a:lnTo>
                        <a:pt x="310" y="137"/>
                      </a:lnTo>
                      <a:lnTo>
                        <a:pt x="309" y="137"/>
                      </a:lnTo>
                      <a:lnTo>
                        <a:pt x="308" y="137"/>
                      </a:lnTo>
                      <a:lnTo>
                        <a:pt x="306" y="119"/>
                      </a:lnTo>
                      <a:lnTo>
                        <a:pt x="303" y="98"/>
                      </a:lnTo>
                      <a:lnTo>
                        <a:pt x="296" y="79"/>
                      </a:lnTo>
                      <a:lnTo>
                        <a:pt x="285" y="62"/>
                      </a:lnTo>
                      <a:lnTo>
                        <a:pt x="280" y="58"/>
                      </a:lnTo>
                      <a:lnTo>
                        <a:pt x="274" y="53"/>
                      </a:lnTo>
                      <a:lnTo>
                        <a:pt x="269" y="50"/>
                      </a:lnTo>
                      <a:lnTo>
                        <a:pt x="262" y="47"/>
                      </a:lnTo>
                      <a:lnTo>
                        <a:pt x="256" y="46"/>
                      </a:lnTo>
                      <a:lnTo>
                        <a:pt x="248" y="44"/>
                      </a:lnTo>
                      <a:lnTo>
                        <a:pt x="240" y="44"/>
                      </a:lnTo>
                      <a:lnTo>
                        <a:pt x="232" y="46"/>
                      </a:lnTo>
                      <a:lnTo>
                        <a:pt x="226" y="47"/>
                      </a:lnTo>
                      <a:lnTo>
                        <a:pt x="220" y="50"/>
                      </a:lnTo>
                      <a:lnTo>
                        <a:pt x="215" y="54"/>
                      </a:lnTo>
                      <a:lnTo>
                        <a:pt x="209" y="58"/>
                      </a:lnTo>
                      <a:lnTo>
                        <a:pt x="204" y="64"/>
                      </a:lnTo>
                      <a:lnTo>
                        <a:pt x="199" y="70"/>
                      </a:lnTo>
                      <a:lnTo>
                        <a:pt x="194" y="77"/>
                      </a:lnTo>
                      <a:lnTo>
                        <a:pt x="189" y="84"/>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4" name="Freeform 802"/>
                <p:cNvSpPr>
                  <a:spLocks/>
                </p:cNvSpPr>
                <p:nvPr/>
              </p:nvSpPr>
              <p:spPr bwMode="auto">
                <a:xfrm>
                  <a:off x="5404" y="3447"/>
                  <a:ext cx="8" cy="32"/>
                </a:xfrm>
                <a:custGeom>
                  <a:avLst/>
                  <a:gdLst>
                    <a:gd name="T0" fmla="*/ 0 w 56"/>
                    <a:gd name="T1" fmla="*/ 0 h 159"/>
                    <a:gd name="T2" fmla="*/ 0 w 56"/>
                    <a:gd name="T3" fmla="*/ 0 h 159"/>
                    <a:gd name="T4" fmla="*/ 0 w 56"/>
                    <a:gd name="T5" fmla="*/ 0 h 159"/>
                    <a:gd name="T6" fmla="*/ 0 w 56"/>
                    <a:gd name="T7" fmla="*/ 0 h 159"/>
                    <a:gd name="T8" fmla="*/ 0 w 56"/>
                    <a:gd name="T9" fmla="*/ 0 h 159"/>
                    <a:gd name="T10" fmla="*/ 0 w 56"/>
                    <a:gd name="T11" fmla="*/ 0 h 159"/>
                    <a:gd name="T12" fmla="*/ 0 w 56"/>
                    <a:gd name="T13" fmla="*/ 0 h 159"/>
                    <a:gd name="T14" fmla="*/ 0 w 56"/>
                    <a:gd name="T15" fmla="*/ 0 h 159"/>
                    <a:gd name="T16" fmla="*/ 0 w 56"/>
                    <a:gd name="T17" fmla="*/ 0 h 159"/>
                    <a:gd name="T18" fmla="*/ 0 w 56"/>
                    <a:gd name="T19" fmla="*/ 0 h 159"/>
                    <a:gd name="T20" fmla="*/ 0 w 56"/>
                    <a:gd name="T21" fmla="*/ 0 h 159"/>
                    <a:gd name="T22" fmla="*/ 0 w 56"/>
                    <a:gd name="T23" fmla="*/ 0 h 159"/>
                    <a:gd name="T24" fmla="*/ 0 w 56"/>
                    <a:gd name="T25" fmla="*/ 0 h 159"/>
                    <a:gd name="T26" fmla="*/ 0 w 56"/>
                    <a:gd name="T27" fmla="*/ 0 h 159"/>
                    <a:gd name="T28" fmla="*/ 0 w 56"/>
                    <a:gd name="T29" fmla="*/ 0 h 159"/>
                    <a:gd name="T30" fmla="*/ 0 w 56"/>
                    <a:gd name="T31" fmla="*/ 0 h 159"/>
                    <a:gd name="T32" fmla="*/ 0 w 56"/>
                    <a:gd name="T33" fmla="*/ 0 h 159"/>
                    <a:gd name="T34" fmla="*/ 0 w 56"/>
                    <a:gd name="T35" fmla="*/ 0 h 159"/>
                    <a:gd name="T36" fmla="*/ 0 w 56"/>
                    <a:gd name="T37" fmla="*/ 0 h 159"/>
                    <a:gd name="T38" fmla="*/ 0 w 56"/>
                    <a:gd name="T39" fmla="*/ 0 h 159"/>
                    <a:gd name="T40" fmla="*/ 0 w 56"/>
                    <a:gd name="T41" fmla="*/ 0 h 159"/>
                    <a:gd name="T42" fmla="*/ 0 w 56"/>
                    <a:gd name="T43" fmla="*/ 0 h 159"/>
                    <a:gd name="T44" fmla="*/ 0 w 56"/>
                    <a:gd name="T45" fmla="*/ 0 h 159"/>
                    <a:gd name="T46" fmla="*/ 0 w 56"/>
                    <a:gd name="T47" fmla="*/ 0 h 159"/>
                    <a:gd name="T48" fmla="*/ 0 w 56"/>
                    <a:gd name="T49" fmla="*/ 0 h 159"/>
                    <a:gd name="T50" fmla="*/ 0 w 56"/>
                    <a:gd name="T51" fmla="*/ 0 h 159"/>
                    <a:gd name="T52" fmla="*/ 0 w 56"/>
                    <a:gd name="T53" fmla="*/ 0 h 159"/>
                    <a:gd name="T54" fmla="*/ 0 w 56"/>
                    <a:gd name="T55" fmla="*/ 0 h 15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6"/>
                    <a:gd name="T85" fmla="*/ 0 h 159"/>
                    <a:gd name="T86" fmla="*/ 56 w 56"/>
                    <a:gd name="T87" fmla="*/ 159 h 15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6" h="159">
                      <a:moveTo>
                        <a:pt x="51" y="159"/>
                      </a:moveTo>
                      <a:lnTo>
                        <a:pt x="44" y="154"/>
                      </a:lnTo>
                      <a:lnTo>
                        <a:pt x="36" y="147"/>
                      </a:lnTo>
                      <a:lnTo>
                        <a:pt x="29" y="138"/>
                      </a:lnTo>
                      <a:lnTo>
                        <a:pt x="22" y="127"/>
                      </a:lnTo>
                      <a:lnTo>
                        <a:pt x="16" y="115"/>
                      </a:lnTo>
                      <a:lnTo>
                        <a:pt x="10" y="100"/>
                      </a:lnTo>
                      <a:lnTo>
                        <a:pt x="5" y="85"/>
                      </a:lnTo>
                      <a:lnTo>
                        <a:pt x="0" y="67"/>
                      </a:lnTo>
                      <a:lnTo>
                        <a:pt x="12" y="63"/>
                      </a:lnTo>
                      <a:lnTo>
                        <a:pt x="0" y="33"/>
                      </a:lnTo>
                      <a:lnTo>
                        <a:pt x="1" y="27"/>
                      </a:lnTo>
                      <a:lnTo>
                        <a:pt x="1" y="18"/>
                      </a:lnTo>
                      <a:lnTo>
                        <a:pt x="2" y="8"/>
                      </a:lnTo>
                      <a:lnTo>
                        <a:pt x="2" y="0"/>
                      </a:lnTo>
                      <a:lnTo>
                        <a:pt x="5" y="25"/>
                      </a:lnTo>
                      <a:lnTo>
                        <a:pt x="9" y="49"/>
                      </a:lnTo>
                      <a:lnTo>
                        <a:pt x="14" y="72"/>
                      </a:lnTo>
                      <a:lnTo>
                        <a:pt x="20" y="93"/>
                      </a:lnTo>
                      <a:lnTo>
                        <a:pt x="27" y="112"/>
                      </a:lnTo>
                      <a:lnTo>
                        <a:pt x="35" y="129"/>
                      </a:lnTo>
                      <a:lnTo>
                        <a:pt x="43" y="144"/>
                      </a:lnTo>
                      <a:lnTo>
                        <a:pt x="52" y="156"/>
                      </a:lnTo>
                      <a:lnTo>
                        <a:pt x="53" y="157"/>
                      </a:lnTo>
                      <a:lnTo>
                        <a:pt x="54" y="157"/>
                      </a:lnTo>
                      <a:lnTo>
                        <a:pt x="55" y="158"/>
                      </a:lnTo>
                      <a:lnTo>
                        <a:pt x="56" y="159"/>
                      </a:lnTo>
                      <a:lnTo>
                        <a:pt x="51" y="1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5" name="Freeform 803"/>
                <p:cNvSpPr>
                  <a:spLocks/>
                </p:cNvSpPr>
                <p:nvPr/>
              </p:nvSpPr>
              <p:spPr bwMode="auto">
                <a:xfrm>
                  <a:off x="5402" y="3460"/>
                  <a:ext cx="8" cy="19"/>
                </a:xfrm>
                <a:custGeom>
                  <a:avLst/>
                  <a:gdLst>
                    <a:gd name="T0" fmla="*/ 0 w 51"/>
                    <a:gd name="T1" fmla="*/ 0 h 91"/>
                    <a:gd name="T2" fmla="*/ 0 w 51"/>
                    <a:gd name="T3" fmla="*/ 0 h 91"/>
                    <a:gd name="T4" fmla="*/ 0 w 51"/>
                    <a:gd name="T5" fmla="*/ 0 h 91"/>
                    <a:gd name="T6" fmla="*/ 0 w 51"/>
                    <a:gd name="T7" fmla="*/ 0 h 91"/>
                    <a:gd name="T8" fmla="*/ 0 w 51"/>
                    <a:gd name="T9" fmla="*/ 0 h 91"/>
                    <a:gd name="T10" fmla="*/ 0 w 51"/>
                    <a:gd name="T11" fmla="*/ 0 h 91"/>
                    <a:gd name="T12" fmla="*/ 0 w 51"/>
                    <a:gd name="T13" fmla="*/ 0 h 91"/>
                    <a:gd name="T14" fmla="*/ 0 w 51"/>
                    <a:gd name="T15" fmla="*/ 0 h 91"/>
                    <a:gd name="T16" fmla="*/ 0 w 51"/>
                    <a:gd name="T17" fmla="*/ 0 h 91"/>
                    <a:gd name="T18" fmla="*/ 0 w 51"/>
                    <a:gd name="T19" fmla="*/ 0 h 91"/>
                    <a:gd name="T20" fmla="*/ 0 w 51"/>
                    <a:gd name="T21" fmla="*/ 0 h 91"/>
                    <a:gd name="T22" fmla="*/ 0 w 51"/>
                    <a:gd name="T23" fmla="*/ 0 h 91"/>
                    <a:gd name="T24" fmla="*/ 0 w 51"/>
                    <a:gd name="T25" fmla="*/ 0 h 91"/>
                    <a:gd name="T26" fmla="*/ 0 w 51"/>
                    <a:gd name="T27" fmla="*/ 0 h 91"/>
                    <a:gd name="T28" fmla="*/ 0 w 51"/>
                    <a:gd name="T29" fmla="*/ 0 h 91"/>
                    <a:gd name="T30" fmla="*/ 0 w 51"/>
                    <a:gd name="T31" fmla="*/ 0 h 91"/>
                    <a:gd name="T32" fmla="*/ 0 w 51"/>
                    <a:gd name="T33" fmla="*/ 0 h 91"/>
                    <a:gd name="T34" fmla="*/ 0 w 51"/>
                    <a:gd name="T35" fmla="*/ 0 h 91"/>
                    <a:gd name="T36" fmla="*/ 0 w 51"/>
                    <a:gd name="T37" fmla="*/ 0 h 91"/>
                    <a:gd name="T38" fmla="*/ 0 w 51"/>
                    <a:gd name="T39" fmla="*/ 0 h 91"/>
                    <a:gd name="T40" fmla="*/ 0 w 51"/>
                    <a:gd name="T41" fmla="*/ 0 h 91"/>
                    <a:gd name="T42" fmla="*/ 0 w 51"/>
                    <a:gd name="T43" fmla="*/ 0 h 9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
                    <a:gd name="T67" fmla="*/ 0 h 91"/>
                    <a:gd name="T68" fmla="*/ 51 w 51"/>
                    <a:gd name="T69" fmla="*/ 91 h 9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 h="91">
                      <a:moveTo>
                        <a:pt x="50" y="91"/>
                      </a:moveTo>
                      <a:lnTo>
                        <a:pt x="42" y="86"/>
                      </a:lnTo>
                      <a:lnTo>
                        <a:pt x="35" y="80"/>
                      </a:lnTo>
                      <a:lnTo>
                        <a:pt x="28" y="71"/>
                      </a:lnTo>
                      <a:lnTo>
                        <a:pt x="22" y="60"/>
                      </a:lnTo>
                      <a:lnTo>
                        <a:pt x="16" y="48"/>
                      </a:lnTo>
                      <a:lnTo>
                        <a:pt x="10" y="34"/>
                      </a:lnTo>
                      <a:lnTo>
                        <a:pt x="5" y="18"/>
                      </a:lnTo>
                      <a:lnTo>
                        <a:pt x="0" y="1"/>
                      </a:lnTo>
                      <a:lnTo>
                        <a:pt x="2" y="1"/>
                      </a:lnTo>
                      <a:lnTo>
                        <a:pt x="4" y="0"/>
                      </a:lnTo>
                      <a:lnTo>
                        <a:pt x="5" y="0"/>
                      </a:lnTo>
                      <a:lnTo>
                        <a:pt x="7" y="0"/>
                      </a:lnTo>
                      <a:lnTo>
                        <a:pt x="11" y="16"/>
                      </a:lnTo>
                      <a:lnTo>
                        <a:pt x="16" y="30"/>
                      </a:lnTo>
                      <a:lnTo>
                        <a:pt x="21" y="43"/>
                      </a:lnTo>
                      <a:lnTo>
                        <a:pt x="26" y="56"/>
                      </a:lnTo>
                      <a:lnTo>
                        <a:pt x="32" y="67"/>
                      </a:lnTo>
                      <a:lnTo>
                        <a:pt x="38" y="77"/>
                      </a:lnTo>
                      <a:lnTo>
                        <a:pt x="44" y="84"/>
                      </a:lnTo>
                      <a:lnTo>
                        <a:pt x="51" y="91"/>
                      </a:lnTo>
                      <a:lnTo>
                        <a:pt x="5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6" name="Freeform 804"/>
                <p:cNvSpPr>
                  <a:spLocks/>
                </p:cNvSpPr>
                <p:nvPr/>
              </p:nvSpPr>
              <p:spPr bwMode="auto">
                <a:xfrm>
                  <a:off x="5400" y="3461"/>
                  <a:ext cx="7" cy="18"/>
                </a:xfrm>
                <a:custGeom>
                  <a:avLst/>
                  <a:gdLst>
                    <a:gd name="T0" fmla="*/ 0 w 49"/>
                    <a:gd name="T1" fmla="*/ 0 h 88"/>
                    <a:gd name="T2" fmla="*/ 0 w 49"/>
                    <a:gd name="T3" fmla="*/ 0 h 88"/>
                    <a:gd name="T4" fmla="*/ 0 w 49"/>
                    <a:gd name="T5" fmla="*/ 0 h 88"/>
                    <a:gd name="T6" fmla="*/ 0 w 49"/>
                    <a:gd name="T7" fmla="*/ 0 h 88"/>
                    <a:gd name="T8" fmla="*/ 0 w 49"/>
                    <a:gd name="T9" fmla="*/ 0 h 88"/>
                    <a:gd name="T10" fmla="*/ 0 w 49"/>
                    <a:gd name="T11" fmla="*/ 0 h 88"/>
                    <a:gd name="T12" fmla="*/ 0 w 49"/>
                    <a:gd name="T13" fmla="*/ 0 h 88"/>
                    <a:gd name="T14" fmla="*/ 0 w 49"/>
                    <a:gd name="T15" fmla="*/ 0 h 88"/>
                    <a:gd name="T16" fmla="*/ 0 w 49"/>
                    <a:gd name="T17" fmla="*/ 0 h 88"/>
                    <a:gd name="T18" fmla="*/ 0 w 49"/>
                    <a:gd name="T19" fmla="*/ 0 h 88"/>
                    <a:gd name="T20" fmla="*/ 0 w 49"/>
                    <a:gd name="T21" fmla="*/ 0 h 88"/>
                    <a:gd name="T22" fmla="*/ 0 w 49"/>
                    <a:gd name="T23" fmla="*/ 0 h 88"/>
                    <a:gd name="T24" fmla="*/ 0 w 49"/>
                    <a:gd name="T25" fmla="*/ 0 h 88"/>
                    <a:gd name="T26" fmla="*/ 0 w 49"/>
                    <a:gd name="T27" fmla="*/ 0 h 88"/>
                    <a:gd name="T28" fmla="*/ 0 w 49"/>
                    <a:gd name="T29" fmla="*/ 0 h 88"/>
                    <a:gd name="T30" fmla="*/ 0 w 49"/>
                    <a:gd name="T31" fmla="*/ 0 h 88"/>
                    <a:gd name="T32" fmla="*/ 0 w 49"/>
                    <a:gd name="T33" fmla="*/ 0 h 88"/>
                    <a:gd name="T34" fmla="*/ 0 w 49"/>
                    <a:gd name="T35" fmla="*/ 0 h 88"/>
                    <a:gd name="T36" fmla="*/ 0 w 49"/>
                    <a:gd name="T37" fmla="*/ 0 h 88"/>
                    <a:gd name="T38" fmla="*/ 0 w 49"/>
                    <a:gd name="T39" fmla="*/ 0 h 88"/>
                    <a:gd name="T40" fmla="*/ 0 w 49"/>
                    <a:gd name="T41" fmla="*/ 0 h 88"/>
                    <a:gd name="T42" fmla="*/ 0 w 49"/>
                    <a:gd name="T43" fmla="*/ 0 h 8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88"/>
                    <a:gd name="T68" fmla="*/ 49 w 49"/>
                    <a:gd name="T69" fmla="*/ 88 h 8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88">
                      <a:moveTo>
                        <a:pt x="48" y="88"/>
                      </a:moveTo>
                      <a:lnTo>
                        <a:pt x="41" y="83"/>
                      </a:lnTo>
                      <a:lnTo>
                        <a:pt x="34" y="77"/>
                      </a:lnTo>
                      <a:lnTo>
                        <a:pt x="28" y="69"/>
                      </a:lnTo>
                      <a:lnTo>
                        <a:pt x="21" y="58"/>
                      </a:lnTo>
                      <a:lnTo>
                        <a:pt x="15" y="46"/>
                      </a:lnTo>
                      <a:lnTo>
                        <a:pt x="10" y="33"/>
                      </a:lnTo>
                      <a:lnTo>
                        <a:pt x="5" y="19"/>
                      </a:lnTo>
                      <a:lnTo>
                        <a:pt x="0" y="2"/>
                      </a:lnTo>
                      <a:lnTo>
                        <a:pt x="2" y="1"/>
                      </a:lnTo>
                      <a:lnTo>
                        <a:pt x="3" y="1"/>
                      </a:lnTo>
                      <a:lnTo>
                        <a:pt x="5" y="1"/>
                      </a:lnTo>
                      <a:lnTo>
                        <a:pt x="6" y="0"/>
                      </a:lnTo>
                      <a:lnTo>
                        <a:pt x="10" y="15"/>
                      </a:lnTo>
                      <a:lnTo>
                        <a:pt x="15" y="28"/>
                      </a:lnTo>
                      <a:lnTo>
                        <a:pt x="20" y="41"/>
                      </a:lnTo>
                      <a:lnTo>
                        <a:pt x="25" y="53"/>
                      </a:lnTo>
                      <a:lnTo>
                        <a:pt x="31" y="64"/>
                      </a:lnTo>
                      <a:lnTo>
                        <a:pt x="37" y="74"/>
                      </a:lnTo>
                      <a:lnTo>
                        <a:pt x="43" y="82"/>
                      </a:lnTo>
                      <a:lnTo>
                        <a:pt x="49" y="88"/>
                      </a:lnTo>
                      <a:lnTo>
                        <a:pt x="48"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7" name="Freeform 805"/>
                <p:cNvSpPr>
                  <a:spLocks/>
                </p:cNvSpPr>
                <p:nvPr/>
              </p:nvSpPr>
              <p:spPr bwMode="auto">
                <a:xfrm>
                  <a:off x="5398" y="3462"/>
                  <a:ext cx="7" cy="17"/>
                </a:xfrm>
                <a:custGeom>
                  <a:avLst/>
                  <a:gdLst>
                    <a:gd name="T0" fmla="*/ 0 w 49"/>
                    <a:gd name="T1" fmla="*/ 0 h 85"/>
                    <a:gd name="T2" fmla="*/ 0 w 49"/>
                    <a:gd name="T3" fmla="*/ 0 h 85"/>
                    <a:gd name="T4" fmla="*/ 0 w 49"/>
                    <a:gd name="T5" fmla="*/ 0 h 85"/>
                    <a:gd name="T6" fmla="*/ 0 w 49"/>
                    <a:gd name="T7" fmla="*/ 0 h 85"/>
                    <a:gd name="T8" fmla="*/ 0 w 49"/>
                    <a:gd name="T9" fmla="*/ 0 h 85"/>
                    <a:gd name="T10" fmla="*/ 0 w 49"/>
                    <a:gd name="T11" fmla="*/ 0 h 85"/>
                    <a:gd name="T12" fmla="*/ 0 w 49"/>
                    <a:gd name="T13" fmla="*/ 0 h 85"/>
                    <a:gd name="T14" fmla="*/ 0 w 49"/>
                    <a:gd name="T15" fmla="*/ 0 h 85"/>
                    <a:gd name="T16" fmla="*/ 0 w 49"/>
                    <a:gd name="T17" fmla="*/ 0 h 85"/>
                    <a:gd name="T18" fmla="*/ 0 w 49"/>
                    <a:gd name="T19" fmla="*/ 0 h 85"/>
                    <a:gd name="T20" fmla="*/ 0 w 49"/>
                    <a:gd name="T21" fmla="*/ 0 h 85"/>
                    <a:gd name="T22" fmla="*/ 0 w 49"/>
                    <a:gd name="T23" fmla="*/ 0 h 85"/>
                    <a:gd name="T24" fmla="*/ 0 w 49"/>
                    <a:gd name="T25" fmla="*/ 0 h 85"/>
                    <a:gd name="T26" fmla="*/ 0 w 49"/>
                    <a:gd name="T27" fmla="*/ 0 h 85"/>
                    <a:gd name="T28" fmla="*/ 0 w 49"/>
                    <a:gd name="T29" fmla="*/ 0 h 85"/>
                    <a:gd name="T30" fmla="*/ 0 w 49"/>
                    <a:gd name="T31" fmla="*/ 0 h 85"/>
                    <a:gd name="T32" fmla="*/ 0 w 49"/>
                    <a:gd name="T33" fmla="*/ 0 h 85"/>
                    <a:gd name="T34" fmla="*/ 0 w 49"/>
                    <a:gd name="T35" fmla="*/ 0 h 85"/>
                    <a:gd name="T36" fmla="*/ 0 w 49"/>
                    <a:gd name="T37" fmla="*/ 0 h 85"/>
                    <a:gd name="T38" fmla="*/ 0 w 49"/>
                    <a:gd name="T39" fmla="*/ 0 h 85"/>
                    <a:gd name="T40" fmla="*/ 0 w 49"/>
                    <a:gd name="T41" fmla="*/ 0 h 85"/>
                    <a:gd name="T42" fmla="*/ 0 w 49"/>
                    <a:gd name="T43" fmla="*/ 0 h 8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85"/>
                    <a:gd name="T68" fmla="*/ 49 w 49"/>
                    <a:gd name="T69" fmla="*/ 85 h 8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85">
                      <a:moveTo>
                        <a:pt x="47" y="85"/>
                      </a:moveTo>
                      <a:lnTo>
                        <a:pt x="40" y="80"/>
                      </a:lnTo>
                      <a:lnTo>
                        <a:pt x="34" y="74"/>
                      </a:lnTo>
                      <a:lnTo>
                        <a:pt x="27" y="66"/>
                      </a:lnTo>
                      <a:lnTo>
                        <a:pt x="21" y="56"/>
                      </a:lnTo>
                      <a:lnTo>
                        <a:pt x="15" y="44"/>
                      </a:lnTo>
                      <a:lnTo>
                        <a:pt x="10" y="31"/>
                      </a:lnTo>
                      <a:lnTo>
                        <a:pt x="5" y="17"/>
                      </a:lnTo>
                      <a:lnTo>
                        <a:pt x="0" y="1"/>
                      </a:lnTo>
                      <a:lnTo>
                        <a:pt x="2" y="0"/>
                      </a:lnTo>
                      <a:lnTo>
                        <a:pt x="4" y="0"/>
                      </a:lnTo>
                      <a:lnTo>
                        <a:pt x="5" y="0"/>
                      </a:lnTo>
                      <a:lnTo>
                        <a:pt x="7" y="0"/>
                      </a:lnTo>
                      <a:lnTo>
                        <a:pt x="11" y="15"/>
                      </a:lnTo>
                      <a:lnTo>
                        <a:pt x="15" y="29"/>
                      </a:lnTo>
                      <a:lnTo>
                        <a:pt x="20" y="41"/>
                      </a:lnTo>
                      <a:lnTo>
                        <a:pt x="25" y="53"/>
                      </a:lnTo>
                      <a:lnTo>
                        <a:pt x="31" y="62"/>
                      </a:lnTo>
                      <a:lnTo>
                        <a:pt x="37" y="72"/>
                      </a:lnTo>
                      <a:lnTo>
                        <a:pt x="43" y="79"/>
                      </a:lnTo>
                      <a:lnTo>
                        <a:pt x="49" y="85"/>
                      </a:lnTo>
                      <a:lnTo>
                        <a:pt x="47"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8" name="Freeform 806"/>
                <p:cNvSpPr>
                  <a:spLocks/>
                </p:cNvSpPr>
                <p:nvPr/>
              </p:nvSpPr>
              <p:spPr bwMode="auto">
                <a:xfrm>
                  <a:off x="5396" y="3462"/>
                  <a:ext cx="7" cy="17"/>
                </a:xfrm>
                <a:custGeom>
                  <a:avLst/>
                  <a:gdLst>
                    <a:gd name="T0" fmla="*/ 0 w 48"/>
                    <a:gd name="T1" fmla="*/ 0 h 82"/>
                    <a:gd name="T2" fmla="*/ 0 w 48"/>
                    <a:gd name="T3" fmla="*/ 0 h 82"/>
                    <a:gd name="T4" fmla="*/ 0 w 48"/>
                    <a:gd name="T5" fmla="*/ 0 h 82"/>
                    <a:gd name="T6" fmla="*/ 0 w 48"/>
                    <a:gd name="T7" fmla="*/ 0 h 82"/>
                    <a:gd name="T8" fmla="*/ 0 w 48"/>
                    <a:gd name="T9" fmla="*/ 0 h 82"/>
                    <a:gd name="T10" fmla="*/ 0 w 48"/>
                    <a:gd name="T11" fmla="*/ 0 h 82"/>
                    <a:gd name="T12" fmla="*/ 0 w 48"/>
                    <a:gd name="T13" fmla="*/ 0 h 82"/>
                    <a:gd name="T14" fmla="*/ 0 w 48"/>
                    <a:gd name="T15" fmla="*/ 0 h 82"/>
                    <a:gd name="T16" fmla="*/ 0 w 48"/>
                    <a:gd name="T17" fmla="*/ 0 h 82"/>
                    <a:gd name="T18" fmla="*/ 0 w 48"/>
                    <a:gd name="T19" fmla="*/ 0 h 82"/>
                    <a:gd name="T20" fmla="*/ 0 w 48"/>
                    <a:gd name="T21" fmla="*/ 0 h 82"/>
                    <a:gd name="T22" fmla="*/ 0 w 48"/>
                    <a:gd name="T23" fmla="*/ 0 h 82"/>
                    <a:gd name="T24" fmla="*/ 0 w 48"/>
                    <a:gd name="T25" fmla="*/ 0 h 82"/>
                    <a:gd name="T26" fmla="*/ 0 w 48"/>
                    <a:gd name="T27" fmla="*/ 0 h 82"/>
                    <a:gd name="T28" fmla="*/ 0 w 48"/>
                    <a:gd name="T29" fmla="*/ 0 h 82"/>
                    <a:gd name="T30" fmla="*/ 0 w 48"/>
                    <a:gd name="T31" fmla="*/ 0 h 82"/>
                    <a:gd name="T32" fmla="*/ 0 w 48"/>
                    <a:gd name="T33" fmla="*/ 0 h 82"/>
                    <a:gd name="T34" fmla="*/ 0 w 48"/>
                    <a:gd name="T35" fmla="*/ 0 h 82"/>
                    <a:gd name="T36" fmla="*/ 0 w 48"/>
                    <a:gd name="T37" fmla="*/ 0 h 82"/>
                    <a:gd name="T38" fmla="*/ 0 w 48"/>
                    <a:gd name="T39" fmla="*/ 0 h 82"/>
                    <a:gd name="T40" fmla="*/ 0 w 48"/>
                    <a:gd name="T41" fmla="*/ 0 h 82"/>
                    <a:gd name="T42" fmla="*/ 0 w 48"/>
                    <a:gd name="T43" fmla="*/ 0 h 8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8"/>
                    <a:gd name="T67" fmla="*/ 0 h 82"/>
                    <a:gd name="T68" fmla="*/ 48 w 48"/>
                    <a:gd name="T69" fmla="*/ 82 h 8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8" h="82">
                      <a:moveTo>
                        <a:pt x="47" y="82"/>
                      </a:moveTo>
                      <a:lnTo>
                        <a:pt x="40" y="77"/>
                      </a:lnTo>
                      <a:lnTo>
                        <a:pt x="34" y="71"/>
                      </a:lnTo>
                      <a:lnTo>
                        <a:pt x="27" y="63"/>
                      </a:lnTo>
                      <a:lnTo>
                        <a:pt x="21" y="53"/>
                      </a:lnTo>
                      <a:lnTo>
                        <a:pt x="15" y="43"/>
                      </a:lnTo>
                      <a:lnTo>
                        <a:pt x="10" y="31"/>
                      </a:lnTo>
                      <a:lnTo>
                        <a:pt x="5" y="16"/>
                      </a:lnTo>
                      <a:lnTo>
                        <a:pt x="0" y="1"/>
                      </a:lnTo>
                      <a:lnTo>
                        <a:pt x="2" y="1"/>
                      </a:lnTo>
                      <a:lnTo>
                        <a:pt x="4" y="0"/>
                      </a:lnTo>
                      <a:lnTo>
                        <a:pt x="5" y="0"/>
                      </a:lnTo>
                      <a:lnTo>
                        <a:pt x="7" y="0"/>
                      </a:lnTo>
                      <a:lnTo>
                        <a:pt x="11" y="14"/>
                      </a:lnTo>
                      <a:lnTo>
                        <a:pt x="16" y="27"/>
                      </a:lnTo>
                      <a:lnTo>
                        <a:pt x="21" y="39"/>
                      </a:lnTo>
                      <a:lnTo>
                        <a:pt x="26" y="50"/>
                      </a:lnTo>
                      <a:lnTo>
                        <a:pt x="31" y="61"/>
                      </a:lnTo>
                      <a:lnTo>
                        <a:pt x="36" y="69"/>
                      </a:lnTo>
                      <a:lnTo>
                        <a:pt x="42" y="76"/>
                      </a:lnTo>
                      <a:lnTo>
                        <a:pt x="48" y="82"/>
                      </a:lnTo>
                      <a:lnTo>
                        <a:pt x="4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59" name="Freeform 807"/>
                <p:cNvSpPr>
                  <a:spLocks/>
                </p:cNvSpPr>
                <p:nvPr/>
              </p:nvSpPr>
              <p:spPr bwMode="auto">
                <a:xfrm>
                  <a:off x="5394" y="3463"/>
                  <a:ext cx="7" cy="16"/>
                </a:xfrm>
                <a:custGeom>
                  <a:avLst/>
                  <a:gdLst>
                    <a:gd name="T0" fmla="*/ 0 w 49"/>
                    <a:gd name="T1" fmla="*/ 0 h 80"/>
                    <a:gd name="T2" fmla="*/ 0 w 49"/>
                    <a:gd name="T3" fmla="*/ 0 h 80"/>
                    <a:gd name="T4" fmla="*/ 0 w 49"/>
                    <a:gd name="T5" fmla="*/ 0 h 80"/>
                    <a:gd name="T6" fmla="*/ 0 w 49"/>
                    <a:gd name="T7" fmla="*/ 0 h 80"/>
                    <a:gd name="T8" fmla="*/ 0 w 49"/>
                    <a:gd name="T9" fmla="*/ 0 h 80"/>
                    <a:gd name="T10" fmla="*/ 0 w 49"/>
                    <a:gd name="T11" fmla="*/ 0 h 80"/>
                    <a:gd name="T12" fmla="*/ 0 w 49"/>
                    <a:gd name="T13" fmla="*/ 0 h 80"/>
                    <a:gd name="T14" fmla="*/ 0 w 49"/>
                    <a:gd name="T15" fmla="*/ 0 h 80"/>
                    <a:gd name="T16" fmla="*/ 0 w 49"/>
                    <a:gd name="T17" fmla="*/ 0 h 80"/>
                    <a:gd name="T18" fmla="*/ 0 w 49"/>
                    <a:gd name="T19" fmla="*/ 0 h 80"/>
                    <a:gd name="T20" fmla="*/ 0 w 49"/>
                    <a:gd name="T21" fmla="*/ 0 h 80"/>
                    <a:gd name="T22" fmla="*/ 0 w 49"/>
                    <a:gd name="T23" fmla="*/ 0 h 80"/>
                    <a:gd name="T24" fmla="*/ 0 w 49"/>
                    <a:gd name="T25" fmla="*/ 0 h 80"/>
                    <a:gd name="T26" fmla="*/ 0 w 49"/>
                    <a:gd name="T27" fmla="*/ 0 h 80"/>
                    <a:gd name="T28" fmla="*/ 0 w 49"/>
                    <a:gd name="T29" fmla="*/ 0 h 80"/>
                    <a:gd name="T30" fmla="*/ 0 w 49"/>
                    <a:gd name="T31" fmla="*/ 0 h 80"/>
                    <a:gd name="T32" fmla="*/ 0 w 49"/>
                    <a:gd name="T33" fmla="*/ 0 h 80"/>
                    <a:gd name="T34" fmla="*/ 0 w 49"/>
                    <a:gd name="T35" fmla="*/ 0 h 80"/>
                    <a:gd name="T36" fmla="*/ 0 w 49"/>
                    <a:gd name="T37" fmla="*/ 0 h 80"/>
                    <a:gd name="T38" fmla="*/ 0 w 49"/>
                    <a:gd name="T39" fmla="*/ 0 h 80"/>
                    <a:gd name="T40" fmla="*/ 0 w 49"/>
                    <a:gd name="T41" fmla="*/ 0 h 80"/>
                    <a:gd name="T42" fmla="*/ 0 w 49"/>
                    <a:gd name="T43" fmla="*/ 0 h 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9"/>
                    <a:gd name="T67" fmla="*/ 0 h 80"/>
                    <a:gd name="T68" fmla="*/ 49 w 49"/>
                    <a:gd name="T69" fmla="*/ 80 h 8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9" h="80">
                      <a:moveTo>
                        <a:pt x="48" y="80"/>
                      </a:moveTo>
                      <a:lnTo>
                        <a:pt x="41" y="75"/>
                      </a:lnTo>
                      <a:lnTo>
                        <a:pt x="35" y="69"/>
                      </a:lnTo>
                      <a:lnTo>
                        <a:pt x="28" y="62"/>
                      </a:lnTo>
                      <a:lnTo>
                        <a:pt x="22" y="53"/>
                      </a:lnTo>
                      <a:lnTo>
                        <a:pt x="16" y="42"/>
                      </a:lnTo>
                      <a:lnTo>
                        <a:pt x="11" y="30"/>
                      </a:lnTo>
                      <a:lnTo>
                        <a:pt x="5" y="17"/>
                      </a:lnTo>
                      <a:lnTo>
                        <a:pt x="0" y="1"/>
                      </a:lnTo>
                      <a:lnTo>
                        <a:pt x="2" y="1"/>
                      </a:lnTo>
                      <a:lnTo>
                        <a:pt x="4" y="0"/>
                      </a:lnTo>
                      <a:lnTo>
                        <a:pt x="5" y="0"/>
                      </a:lnTo>
                      <a:lnTo>
                        <a:pt x="7" y="0"/>
                      </a:lnTo>
                      <a:lnTo>
                        <a:pt x="12" y="14"/>
                      </a:lnTo>
                      <a:lnTo>
                        <a:pt x="17" y="26"/>
                      </a:lnTo>
                      <a:lnTo>
                        <a:pt x="22" y="38"/>
                      </a:lnTo>
                      <a:lnTo>
                        <a:pt x="27" y="49"/>
                      </a:lnTo>
                      <a:lnTo>
                        <a:pt x="32" y="59"/>
                      </a:lnTo>
                      <a:lnTo>
                        <a:pt x="37" y="67"/>
                      </a:lnTo>
                      <a:lnTo>
                        <a:pt x="43" y="74"/>
                      </a:lnTo>
                      <a:lnTo>
                        <a:pt x="49" y="80"/>
                      </a:lnTo>
                      <a:lnTo>
                        <a:pt x="48"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0" name="Freeform 808"/>
                <p:cNvSpPr>
                  <a:spLocks/>
                </p:cNvSpPr>
                <p:nvPr/>
              </p:nvSpPr>
              <p:spPr bwMode="auto">
                <a:xfrm>
                  <a:off x="5392" y="3463"/>
                  <a:ext cx="7" cy="16"/>
                </a:xfrm>
                <a:custGeom>
                  <a:avLst/>
                  <a:gdLst>
                    <a:gd name="T0" fmla="*/ 0 w 47"/>
                    <a:gd name="T1" fmla="*/ 0 h 78"/>
                    <a:gd name="T2" fmla="*/ 0 w 47"/>
                    <a:gd name="T3" fmla="*/ 0 h 78"/>
                    <a:gd name="T4" fmla="*/ 0 w 47"/>
                    <a:gd name="T5" fmla="*/ 0 h 78"/>
                    <a:gd name="T6" fmla="*/ 0 w 47"/>
                    <a:gd name="T7" fmla="*/ 0 h 78"/>
                    <a:gd name="T8" fmla="*/ 0 w 47"/>
                    <a:gd name="T9" fmla="*/ 0 h 78"/>
                    <a:gd name="T10" fmla="*/ 0 w 47"/>
                    <a:gd name="T11" fmla="*/ 0 h 78"/>
                    <a:gd name="T12" fmla="*/ 0 w 47"/>
                    <a:gd name="T13" fmla="*/ 0 h 78"/>
                    <a:gd name="T14" fmla="*/ 0 w 47"/>
                    <a:gd name="T15" fmla="*/ 0 h 78"/>
                    <a:gd name="T16" fmla="*/ 0 w 47"/>
                    <a:gd name="T17" fmla="*/ 0 h 78"/>
                    <a:gd name="T18" fmla="*/ 0 w 47"/>
                    <a:gd name="T19" fmla="*/ 0 h 78"/>
                    <a:gd name="T20" fmla="*/ 0 w 47"/>
                    <a:gd name="T21" fmla="*/ 0 h 78"/>
                    <a:gd name="T22" fmla="*/ 0 w 47"/>
                    <a:gd name="T23" fmla="*/ 0 h 78"/>
                    <a:gd name="T24" fmla="*/ 0 w 47"/>
                    <a:gd name="T25" fmla="*/ 0 h 78"/>
                    <a:gd name="T26" fmla="*/ 0 w 47"/>
                    <a:gd name="T27" fmla="*/ 0 h 78"/>
                    <a:gd name="T28" fmla="*/ 0 w 47"/>
                    <a:gd name="T29" fmla="*/ 0 h 78"/>
                    <a:gd name="T30" fmla="*/ 0 w 47"/>
                    <a:gd name="T31" fmla="*/ 0 h 78"/>
                    <a:gd name="T32" fmla="*/ 0 w 47"/>
                    <a:gd name="T33" fmla="*/ 0 h 78"/>
                    <a:gd name="T34" fmla="*/ 0 w 47"/>
                    <a:gd name="T35" fmla="*/ 0 h 78"/>
                    <a:gd name="T36" fmla="*/ 0 w 47"/>
                    <a:gd name="T37" fmla="*/ 0 h 78"/>
                    <a:gd name="T38" fmla="*/ 0 w 47"/>
                    <a:gd name="T39" fmla="*/ 0 h 78"/>
                    <a:gd name="T40" fmla="*/ 0 w 47"/>
                    <a:gd name="T41" fmla="*/ 0 h 78"/>
                    <a:gd name="T42" fmla="*/ 0 w 47"/>
                    <a:gd name="T43" fmla="*/ 0 h 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78"/>
                    <a:gd name="T68" fmla="*/ 47 w 47"/>
                    <a:gd name="T69" fmla="*/ 78 h 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78">
                      <a:moveTo>
                        <a:pt x="46" y="78"/>
                      </a:moveTo>
                      <a:lnTo>
                        <a:pt x="40" y="73"/>
                      </a:lnTo>
                      <a:lnTo>
                        <a:pt x="33" y="67"/>
                      </a:lnTo>
                      <a:lnTo>
                        <a:pt x="27" y="60"/>
                      </a:lnTo>
                      <a:lnTo>
                        <a:pt x="20" y="52"/>
                      </a:lnTo>
                      <a:lnTo>
                        <a:pt x="15" y="41"/>
                      </a:lnTo>
                      <a:lnTo>
                        <a:pt x="9" y="29"/>
                      </a:lnTo>
                      <a:lnTo>
                        <a:pt x="4" y="16"/>
                      </a:lnTo>
                      <a:lnTo>
                        <a:pt x="0" y="2"/>
                      </a:lnTo>
                      <a:lnTo>
                        <a:pt x="2" y="2"/>
                      </a:lnTo>
                      <a:lnTo>
                        <a:pt x="3" y="2"/>
                      </a:lnTo>
                      <a:lnTo>
                        <a:pt x="5" y="2"/>
                      </a:lnTo>
                      <a:lnTo>
                        <a:pt x="7" y="0"/>
                      </a:lnTo>
                      <a:lnTo>
                        <a:pt x="11" y="14"/>
                      </a:lnTo>
                      <a:lnTo>
                        <a:pt x="15" y="27"/>
                      </a:lnTo>
                      <a:lnTo>
                        <a:pt x="20" y="37"/>
                      </a:lnTo>
                      <a:lnTo>
                        <a:pt x="26" y="48"/>
                      </a:lnTo>
                      <a:lnTo>
                        <a:pt x="31" y="57"/>
                      </a:lnTo>
                      <a:lnTo>
                        <a:pt x="36" y="65"/>
                      </a:lnTo>
                      <a:lnTo>
                        <a:pt x="41" y="72"/>
                      </a:lnTo>
                      <a:lnTo>
                        <a:pt x="47" y="78"/>
                      </a:lnTo>
                      <a:lnTo>
                        <a:pt x="4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1" name="Freeform 809"/>
                <p:cNvSpPr>
                  <a:spLocks/>
                </p:cNvSpPr>
                <p:nvPr/>
              </p:nvSpPr>
              <p:spPr bwMode="auto">
                <a:xfrm>
                  <a:off x="5390" y="3464"/>
                  <a:ext cx="7" cy="15"/>
                </a:xfrm>
                <a:custGeom>
                  <a:avLst/>
                  <a:gdLst>
                    <a:gd name="T0" fmla="*/ 0 w 47"/>
                    <a:gd name="T1" fmla="*/ 0 h 75"/>
                    <a:gd name="T2" fmla="*/ 0 w 47"/>
                    <a:gd name="T3" fmla="*/ 0 h 75"/>
                    <a:gd name="T4" fmla="*/ 0 w 47"/>
                    <a:gd name="T5" fmla="*/ 0 h 75"/>
                    <a:gd name="T6" fmla="*/ 0 w 47"/>
                    <a:gd name="T7" fmla="*/ 0 h 75"/>
                    <a:gd name="T8" fmla="*/ 0 w 47"/>
                    <a:gd name="T9" fmla="*/ 0 h 75"/>
                    <a:gd name="T10" fmla="*/ 0 w 47"/>
                    <a:gd name="T11" fmla="*/ 0 h 75"/>
                    <a:gd name="T12" fmla="*/ 0 w 47"/>
                    <a:gd name="T13" fmla="*/ 0 h 75"/>
                    <a:gd name="T14" fmla="*/ 0 w 47"/>
                    <a:gd name="T15" fmla="*/ 0 h 75"/>
                    <a:gd name="T16" fmla="*/ 0 w 47"/>
                    <a:gd name="T17" fmla="*/ 0 h 75"/>
                    <a:gd name="T18" fmla="*/ 0 w 47"/>
                    <a:gd name="T19" fmla="*/ 0 h 75"/>
                    <a:gd name="T20" fmla="*/ 0 w 47"/>
                    <a:gd name="T21" fmla="*/ 0 h 75"/>
                    <a:gd name="T22" fmla="*/ 0 w 47"/>
                    <a:gd name="T23" fmla="*/ 0 h 75"/>
                    <a:gd name="T24" fmla="*/ 0 w 47"/>
                    <a:gd name="T25" fmla="*/ 0 h 75"/>
                    <a:gd name="T26" fmla="*/ 0 w 47"/>
                    <a:gd name="T27" fmla="*/ 0 h 75"/>
                    <a:gd name="T28" fmla="*/ 0 w 47"/>
                    <a:gd name="T29" fmla="*/ 0 h 75"/>
                    <a:gd name="T30" fmla="*/ 0 w 47"/>
                    <a:gd name="T31" fmla="*/ 0 h 75"/>
                    <a:gd name="T32" fmla="*/ 0 w 47"/>
                    <a:gd name="T33" fmla="*/ 0 h 75"/>
                    <a:gd name="T34" fmla="*/ 0 w 47"/>
                    <a:gd name="T35" fmla="*/ 0 h 75"/>
                    <a:gd name="T36" fmla="*/ 0 w 47"/>
                    <a:gd name="T37" fmla="*/ 0 h 75"/>
                    <a:gd name="T38" fmla="*/ 0 w 47"/>
                    <a:gd name="T39" fmla="*/ 0 h 75"/>
                    <a:gd name="T40" fmla="*/ 0 w 47"/>
                    <a:gd name="T41" fmla="*/ 0 h 75"/>
                    <a:gd name="T42" fmla="*/ 0 w 47"/>
                    <a:gd name="T43" fmla="*/ 0 h 7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75"/>
                    <a:gd name="T68" fmla="*/ 47 w 47"/>
                    <a:gd name="T69" fmla="*/ 75 h 7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75">
                      <a:moveTo>
                        <a:pt x="45" y="75"/>
                      </a:moveTo>
                      <a:lnTo>
                        <a:pt x="39" y="72"/>
                      </a:lnTo>
                      <a:lnTo>
                        <a:pt x="32" y="66"/>
                      </a:lnTo>
                      <a:lnTo>
                        <a:pt x="26" y="58"/>
                      </a:lnTo>
                      <a:lnTo>
                        <a:pt x="20" y="50"/>
                      </a:lnTo>
                      <a:lnTo>
                        <a:pt x="15" y="39"/>
                      </a:lnTo>
                      <a:lnTo>
                        <a:pt x="10" y="28"/>
                      </a:lnTo>
                      <a:lnTo>
                        <a:pt x="5" y="15"/>
                      </a:lnTo>
                      <a:lnTo>
                        <a:pt x="0" y="1"/>
                      </a:lnTo>
                      <a:lnTo>
                        <a:pt x="2" y="1"/>
                      </a:lnTo>
                      <a:lnTo>
                        <a:pt x="4" y="1"/>
                      </a:lnTo>
                      <a:lnTo>
                        <a:pt x="5" y="1"/>
                      </a:lnTo>
                      <a:lnTo>
                        <a:pt x="7" y="0"/>
                      </a:lnTo>
                      <a:lnTo>
                        <a:pt x="11" y="13"/>
                      </a:lnTo>
                      <a:lnTo>
                        <a:pt x="15" y="25"/>
                      </a:lnTo>
                      <a:lnTo>
                        <a:pt x="20" y="36"/>
                      </a:lnTo>
                      <a:lnTo>
                        <a:pt x="25" y="46"/>
                      </a:lnTo>
                      <a:lnTo>
                        <a:pt x="30" y="55"/>
                      </a:lnTo>
                      <a:lnTo>
                        <a:pt x="35" y="63"/>
                      </a:lnTo>
                      <a:lnTo>
                        <a:pt x="41" y="69"/>
                      </a:lnTo>
                      <a:lnTo>
                        <a:pt x="47" y="75"/>
                      </a:lnTo>
                      <a:lnTo>
                        <a:pt x="45"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2" name="Freeform 810"/>
                <p:cNvSpPr>
                  <a:spLocks/>
                </p:cNvSpPr>
                <p:nvPr/>
              </p:nvSpPr>
              <p:spPr bwMode="auto">
                <a:xfrm>
                  <a:off x="5388" y="3464"/>
                  <a:ext cx="7" cy="15"/>
                </a:xfrm>
                <a:custGeom>
                  <a:avLst/>
                  <a:gdLst>
                    <a:gd name="T0" fmla="*/ 0 w 45"/>
                    <a:gd name="T1" fmla="*/ 0 h 73"/>
                    <a:gd name="T2" fmla="*/ 0 w 45"/>
                    <a:gd name="T3" fmla="*/ 0 h 73"/>
                    <a:gd name="T4" fmla="*/ 0 w 45"/>
                    <a:gd name="T5" fmla="*/ 0 h 73"/>
                    <a:gd name="T6" fmla="*/ 0 w 45"/>
                    <a:gd name="T7" fmla="*/ 0 h 73"/>
                    <a:gd name="T8" fmla="*/ 0 w 45"/>
                    <a:gd name="T9" fmla="*/ 0 h 73"/>
                    <a:gd name="T10" fmla="*/ 0 w 45"/>
                    <a:gd name="T11" fmla="*/ 0 h 73"/>
                    <a:gd name="T12" fmla="*/ 0 w 45"/>
                    <a:gd name="T13" fmla="*/ 0 h 73"/>
                    <a:gd name="T14" fmla="*/ 0 w 45"/>
                    <a:gd name="T15" fmla="*/ 0 h 73"/>
                    <a:gd name="T16" fmla="*/ 0 w 45"/>
                    <a:gd name="T17" fmla="*/ 0 h 73"/>
                    <a:gd name="T18" fmla="*/ 0 w 45"/>
                    <a:gd name="T19" fmla="*/ 0 h 73"/>
                    <a:gd name="T20" fmla="*/ 0 w 45"/>
                    <a:gd name="T21" fmla="*/ 0 h 73"/>
                    <a:gd name="T22" fmla="*/ 0 w 45"/>
                    <a:gd name="T23" fmla="*/ 0 h 73"/>
                    <a:gd name="T24" fmla="*/ 0 w 45"/>
                    <a:gd name="T25" fmla="*/ 0 h 73"/>
                    <a:gd name="T26" fmla="*/ 0 w 45"/>
                    <a:gd name="T27" fmla="*/ 0 h 73"/>
                    <a:gd name="T28" fmla="*/ 0 w 45"/>
                    <a:gd name="T29" fmla="*/ 0 h 73"/>
                    <a:gd name="T30" fmla="*/ 0 w 45"/>
                    <a:gd name="T31" fmla="*/ 0 h 73"/>
                    <a:gd name="T32" fmla="*/ 0 w 45"/>
                    <a:gd name="T33" fmla="*/ 0 h 73"/>
                    <a:gd name="T34" fmla="*/ 0 w 45"/>
                    <a:gd name="T35" fmla="*/ 0 h 73"/>
                    <a:gd name="T36" fmla="*/ 0 w 45"/>
                    <a:gd name="T37" fmla="*/ 0 h 73"/>
                    <a:gd name="T38" fmla="*/ 0 w 45"/>
                    <a:gd name="T39" fmla="*/ 0 h 73"/>
                    <a:gd name="T40" fmla="*/ 0 w 45"/>
                    <a:gd name="T41" fmla="*/ 0 h 73"/>
                    <a:gd name="T42" fmla="*/ 0 w 45"/>
                    <a:gd name="T43" fmla="*/ 0 h 7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
                    <a:gd name="T67" fmla="*/ 0 h 73"/>
                    <a:gd name="T68" fmla="*/ 45 w 45"/>
                    <a:gd name="T69" fmla="*/ 73 h 7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 h="73">
                      <a:moveTo>
                        <a:pt x="44" y="73"/>
                      </a:moveTo>
                      <a:lnTo>
                        <a:pt x="38" y="70"/>
                      </a:lnTo>
                      <a:lnTo>
                        <a:pt x="32" y="64"/>
                      </a:lnTo>
                      <a:lnTo>
                        <a:pt x="26" y="56"/>
                      </a:lnTo>
                      <a:lnTo>
                        <a:pt x="20" y="48"/>
                      </a:lnTo>
                      <a:lnTo>
                        <a:pt x="15" y="38"/>
                      </a:lnTo>
                      <a:lnTo>
                        <a:pt x="10" y="28"/>
                      </a:lnTo>
                      <a:lnTo>
                        <a:pt x="5" y="14"/>
                      </a:lnTo>
                      <a:lnTo>
                        <a:pt x="0" y="1"/>
                      </a:lnTo>
                      <a:lnTo>
                        <a:pt x="2" y="1"/>
                      </a:lnTo>
                      <a:lnTo>
                        <a:pt x="4" y="1"/>
                      </a:lnTo>
                      <a:lnTo>
                        <a:pt x="5" y="1"/>
                      </a:lnTo>
                      <a:lnTo>
                        <a:pt x="7" y="0"/>
                      </a:lnTo>
                      <a:lnTo>
                        <a:pt x="11" y="12"/>
                      </a:lnTo>
                      <a:lnTo>
                        <a:pt x="15" y="24"/>
                      </a:lnTo>
                      <a:lnTo>
                        <a:pt x="19" y="35"/>
                      </a:lnTo>
                      <a:lnTo>
                        <a:pt x="24" y="44"/>
                      </a:lnTo>
                      <a:lnTo>
                        <a:pt x="29" y="54"/>
                      </a:lnTo>
                      <a:lnTo>
                        <a:pt x="34" y="61"/>
                      </a:lnTo>
                      <a:lnTo>
                        <a:pt x="39" y="67"/>
                      </a:lnTo>
                      <a:lnTo>
                        <a:pt x="45" y="73"/>
                      </a:lnTo>
                      <a:lnTo>
                        <a:pt x="44" y="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3" name="Freeform 811"/>
                <p:cNvSpPr>
                  <a:spLocks/>
                </p:cNvSpPr>
                <p:nvPr/>
              </p:nvSpPr>
              <p:spPr bwMode="auto">
                <a:xfrm>
                  <a:off x="5386" y="3465"/>
                  <a:ext cx="7" cy="14"/>
                </a:xfrm>
                <a:custGeom>
                  <a:avLst/>
                  <a:gdLst>
                    <a:gd name="T0" fmla="*/ 0 w 45"/>
                    <a:gd name="T1" fmla="*/ 0 h 70"/>
                    <a:gd name="T2" fmla="*/ 0 w 45"/>
                    <a:gd name="T3" fmla="*/ 0 h 70"/>
                    <a:gd name="T4" fmla="*/ 0 w 45"/>
                    <a:gd name="T5" fmla="*/ 0 h 70"/>
                    <a:gd name="T6" fmla="*/ 0 w 45"/>
                    <a:gd name="T7" fmla="*/ 0 h 70"/>
                    <a:gd name="T8" fmla="*/ 0 w 45"/>
                    <a:gd name="T9" fmla="*/ 0 h 70"/>
                    <a:gd name="T10" fmla="*/ 0 w 45"/>
                    <a:gd name="T11" fmla="*/ 0 h 70"/>
                    <a:gd name="T12" fmla="*/ 0 w 45"/>
                    <a:gd name="T13" fmla="*/ 0 h 70"/>
                    <a:gd name="T14" fmla="*/ 0 w 45"/>
                    <a:gd name="T15" fmla="*/ 0 h 70"/>
                    <a:gd name="T16" fmla="*/ 0 w 45"/>
                    <a:gd name="T17" fmla="*/ 0 h 70"/>
                    <a:gd name="T18" fmla="*/ 0 w 45"/>
                    <a:gd name="T19" fmla="*/ 0 h 70"/>
                    <a:gd name="T20" fmla="*/ 0 w 45"/>
                    <a:gd name="T21" fmla="*/ 0 h 70"/>
                    <a:gd name="T22" fmla="*/ 0 w 45"/>
                    <a:gd name="T23" fmla="*/ 0 h 70"/>
                    <a:gd name="T24" fmla="*/ 0 w 45"/>
                    <a:gd name="T25" fmla="*/ 0 h 70"/>
                    <a:gd name="T26" fmla="*/ 0 w 45"/>
                    <a:gd name="T27" fmla="*/ 0 h 70"/>
                    <a:gd name="T28" fmla="*/ 0 w 45"/>
                    <a:gd name="T29" fmla="*/ 0 h 70"/>
                    <a:gd name="T30" fmla="*/ 0 w 45"/>
                    <a:gd name="T31" fmla="*/ 0 h 70"/>
                    <a:gd name="T32" fmla="*/ 0 w 45"/>
                    <a:gd name="T33" fmla="*/ 0 h 70"/>
                    <a:gd name="T34" fmla="*/ 0 w 45"/>
                    <a:gd name="T35" fmla="*/ 0 h 70"/>
                    <a:gd name="T36" fmla="*/ 0 w 45"/>
                    <a:gd name="T37" fmla="*/ 0 h 70"/>
                    <a:gd name="T38" fmla="*/ 0 w 45"/>
                    <a:gd name="T39" fmla="*/ 0 h 70"/>
                    <a:gd name="T40" fmla="*/ 0 w 45"/>
                    <a:gd name="T41" fmla="*/ 0 h 70"/>
                    <a:gd name="T42" fmla="*/ 0 w 45"/>
                    <a:gd name="T43" fmla="*/ 0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5"/>
                    <a:gd name="T67" fmla="*/ 0 h 70"/>
                    <a:gd name="T68" fmla="*/ 45 w 45"/>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5" h="70">
                      <a:moveTo>
                        <a:pt x="43" y="70"/>
                      </a:moveTo>
                      <a:lnTo>
                        <a:pt x="37" y="67"/>
                      </a:lnTo>
                      <a:lnTo>
                        <a:pt x="31" y="61"/>
                      </a:lnTo>
                      <a:lnTo>
                        <a:pt x="26" y="55"/>
                      </a:lnTo>
                      <a:lnTo>
                        <a:pt x="20" y="46"/>
                      </a:lnTo>
                      <a:lnTo>
                        <a:pt x="15" y="37"/>
                      </a:lnTo>
                      <a:lnTo>
                        <a:pt x="10" y="26"/>
                      </a:lnTo>
                      <a:lnTo>
                        <a:pt x="5" y="14"/>
                      </a:lnTo>
                      <a:lnTo>
                        <a:pt x="0" y="1"/>
                      </a:lnTo>
                      <a:lnTo>
                        <a:pt x="2" y="1"/>
                      </a:lnTo>
                      <a:lnTo>
                        <a:pt x="4" y="1"/>
                      </a:lnTo>
                      <a:lnTo>
                        <a:pt x="5" y="1"/>
                      </a:lnTo>
                      <a:lnTo>
                        <a:pt x="7" y="0"/>
                      </a:lnTo>
                      <a:lnTo>
                        <a:pt x="11" y="11"/>
                      </a:lnTo>
                      <a:lnTo>
                        <a:pt x="15" y="22"/>
                      </a:lnTo>
                      <a:lnTo>
                        <a:pt x="19" y="33"/>
                      </a:lnTo>
                      <a:lnTo>
                        <a:pt x="24" y="43"/>
                      </a:lnTo>
                      <a:lnTo>
                        <a:pt x="29" y="51"/>
                      </a:lnTo>
                      <a:lnTo>
                        <a:pt x="34" y="58"/>
                      </a:lnTo>
                      <a:lnTo>
                        <a:pt x="39" y="64"/>
                      </a:lnTo>
                      <a:lnTo>
                        <a:pt x="45" y="70"/>
                      </a:lnTo>
                      <a:lnTo>
                        <a:pt x="43" y="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4" name="Freeform 812"/>
                <p:cNvSpPr>
                  <a:spLocks/>
                </p:cNvSpPr>
                <p:nvPr/>
              </p:nvSpPr>
              <p:spPr bwMode="auto">
                <a:xfrm>
                  <a:off x="5385" y="3465"/>
                  <a:ext cx="6" cy="14"/>
                </a:xfrm>
                <a:custGeom>
                  <a:avLst/>
                  <a:gdLst>
                    <a:gd name="T0" fmla="*/ 0 w 43"/>
                    <a:gd name="T1" fmla="*/ 0 h 68"/>
                    <a:gd name="T2" fmla="*/ 0 w 43"/>
                    <a:gd name="T3" fmla="*/ 0 h 68"/>
                    <a:gd name="T4" fmla="*/ 0 w 43"/>
                    <a:gd name="T5" fmla="*/ 0 h 68"/>
                    <a:gd name="T6" fmla="*/ 0 w 43"/>
                    <a:gd name="T7" fmla="*/ 0 h 68"/>
                    <a:gd name="T8" fmla="*/ 0 w 43"/>
                    <a:gd name="T9" fmla="*/ 0 h 68"/>
                    <a:gd name="T10" fmla="*/ 0 w 43"/>
                    <a:gd name="T11" fmla="*/ 0 h 68"/>
                    <a:gd name="T12" fmla="*/ 0 w 43"/>
                    <a:gd name="T13" fmla="*/ 0 h 68"/>
                    <a:gd name="T14" fmla="*/ 0 w 43"/>
                    <a:gd name="T15" fmla="*/ 0 h 68"/>
                    <a:gd name="T16" fmla="*/ 0 w 43"/>
                    <a:gd name="T17" fmla="*/ 0 h 68"/>
                    <a:gd name="T18" fmla="*/ 0 w 43"/>
                    <a:gd name="T19" fmla="*/ 0 h 68"/>
                    <a:gd name="T20" fmla="*/ 0 w 43"/>
                    <a:gd name="T21" fmla="*/ 0 h 68"/>
                    <a:gd name="T22" fmla="*/ 0 w 43"/>
                    <a:gd name="T23" fmla="*/ 0 h 68"/>
                    <a:gd name="T24" fmla="*/ 0 w 43"/>
                    <a:gd name="T25" fmla="*/ 0 h 68"/>
                    <a:gd name="T26" fmla="*/ 0 w 43"/>
                    <a:gd name="T27" fmla="*/ 0 h 68"/>
                    <a:gd name="T28" fmla="*/ 0 w 43"/>
                    <a:gd name="T29" fmla="*/ 0 h 68"/>
                    <a:gd name="T30" fmla="*/ 0 w 43"/>
                    <a:gd name="T31" fmla="*/ 0 h 68"/>
                    <a:gd name="T32" fmla="*/ 0 w 43"/>
                    <a:gd name="T33" fmla="*/ 0 h 68"/>
                    <a:gd name="T34" fmla="*/ 0 w 43"/>
                    <a:gd name="T35" fmla="*/ 0 h 68"/>
                    <a:gd name="T36" fmla="*/ 0 w 43"/>
                    <a:gd name="T37" fmla="*/ 0 h 68"/>
                    <a:gd name="T38" fmla="*/ 0 w 43"/>
                    <a:gd name="T39" fmla="*/ 0 h 68"/>
                    <a:gd name="T40" fmla="*/ 0 w 43"/>
                    <a:gd name="T41" fmla="*/ 0 h 68"/>
                    <a:gd name="T42" fmla="*/ 0 w 43"/>
                    <a:gd name="T43" fmla="*/ 0 h 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
                    <a:gd name="T67" fmla="*/ 0 h 68"/>
                    <a:gd name="T68" fmla="*/ 43 w 43"/>
                    <a:gd name="T69" fmla="*/ 68 h 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 h="68">
                      <a:moveTo>
                        <a:pt x="42" y="68"/>
                      </a:moveTo>
                      <a:lnTo>
                        <a:pt x="36" y="65"/>
                      </a:lnTo>
                      <a:lnTo>
                        <a:pt x="30" y="59"/>
                      </a:lnTo>
                      <a:lnTo>
                        <a:pt x="25" y="53"/>
                      </a:lnTo>
                      <a:lnTo>
                        <a:pt x="19" y="44"/>
                      </a:lnTo>
                      <a:lnTo>
                        <a:pt x="14" y="36"/>
                      </a:lnTo>
                      <a:lnTo>
                        <a:pt x="9" y="25"/>
                      </a:lnTo>
                      <a:lnTo>
                        <a:pt x="4" y="13"/>
                      </a:lnTo>
                      <a:lnTo>
                        <a:pt x="0" y="1"/>
                      </a:lnTo>
                      <a:lnTo>
                        <a:pt x="2" y="1"/>
                      </a:lnTo>
                      <a:lnTo>
                        <a:pt x="3" y="0"/>
                      </a:lnTo>
                      <a:lnTo>
                        <a:pt x="5" y="0"/>
                      </a:lnTo>
                      <a:lnTo>
                        <a:pt x="6" y="0"/>
                      </a:lnTo>
                      <a:lnTo>
                        <a:pt x="10" y="12"/>
                      </a:lnTo>
                      <a:lnTo>
                        <a:pt x="14" y="23"/>
                      </a:lnTo>
                      <a:lnTo>
                        <a:pt x="18" y="32"/>
                      </a:lnTo>
                      <a:lnTo>
                        <a:pt x="23" y="41"/>
                      </a:lnTo>
                      <a:lnTo>
                        <a:pt x="28" y="49"/>
                      </a:lnTo>
                      <a:lnTo>
                        <a:pt x="33" y="56"/>
                      </a:lnTo>
                      <a:lnTo>
                        <a:pt x="38" y="62"/>
                      </a:lnTo>
                      <a:lnTo>
                        <a:pt x="43" y="68"/>
                      </a:lnTo>
                      <a:lnTo>
                        <a:pt x="42"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5" name="Freeform 813"/>
                <p:cNvSpPr>
                  <a:spLocks/>
                </p:cNvSpPr>
                <p:nvPr/>
              </p:nvSpPr>
              <p:spPr bwMode="auto">
                <a:xfrm>
                  <a:off x="5293" y="3310"/>
                  <a:ext cx="124" cy="56"/>
                </a:xfrm>
                <a:custGeom>
                  <a:avLst/>
                  <a:gdLst>
                    <a:gd name="T0" fmla="*/ 0 w 866"/>
                    <a:gd name="T1" fmla="*/ 0 h 279"/>
                    <a:gd name="T2" fmla="*/ 0 w 866"/>
                    <a:gd name="T3" fmla="*/ 0 h 279"/>
                    <a:gd name="T4" fmla="*/ 0 w 866"/>
                    <a:gd name="T5" fmla="*/ 0 h 279"/>
                    <a:gd name="T6" fmla="*/ 0 w 866"/>
                    <a:gd name="T7" fmla="*/ 0 h 279"/>
                    <a:gd name="T8" fmla="*/ 0 w 866"/>
                    <a:gd name="T9" fmla="*/ 0 h 279"/>
                    <a:gd name="T10" fmla="*/ 0 w 866"/>
                    <a:gd name="T11" fmla="*/ 0 h 279"/>
                    <a:gd name="T12" fmla="*/ 0 w 866"/>
                    <a:gd name="T13" fmla="*/ 0 h 279"/>
                    <a:gd name="T14" fmla="*/ 0 w 866"/>
                    <a:gd name="T15" fmla="*/ 0 h 279"/>
                    <a:gd name="T16" fmla="*/ 0 w 866"/>
                    <a:gd name="T17" fmla="*/ 0 h 279"/>
                    <a:gd name="T18" fmla="*/ 0 w 866"/>
                    <a:gd name="T19" fmla="*/ 0 h 279"/>
                    <a:gd name="T20" fmla="*/ 0 w 866"/>
                    <a:gd name="T21" fmla="*/ 0 h 279"/>
                    <a:gd name="T22" fmla="*/ 0 w 866"/>
                    <a:gd name="T23" fmla="*/ 0 h 279"/>
                    <a:gd name="T24" fmla="*/ 0 w 866"/>
                    <a:gd name="T25" fmla="*/ 0 h 279"/>
                    <a:gd name="T26" fmla="*/ 0 w 866"/>
                    <a:gd name="T27" fmla="*/ 0 h 279"/>
                    <a:gd name="T28" fmla="*/ 0 w 866"/>
                    <a:gd name="T29" fmla="*/ 0 h 279"/>
                    <a:gd name="T30" fmla="*/ 0 w 866"/>
                    <a:gd name="T31" fmla="*/ 0 h 279"/>
                    <a:gd name="T32" fmla="*/ 0 w 866"/>
                    <a:gd name="T33" fmla="*/ 0 h 279"/>
                    <a:gd name="T34" fmla="*/ 0 w 866"/>
                    <a:gd name="T35" fmla="*/ 0 h 279"/>
                    <a:gd name="T36" fmla="*/ 0 w 866"/>
                    <a:gd name="T37" fmla="*/ 0 h 279"/>
                    <a:gd name="T38" fmla="*/ 0 w 866"/>
                    <a:gd name="T39" fmla="*/ 0 h 279"/>
                    <a:gd name="T40" fmla="*/ 0 w 866"/>
                    <a:gd name="T41" fmla="*/ 0 h 279"/>
                    <a:gd name="T42" fmla="*/ 0 w 866"/>
                    <a:gd name="T43" fmla="*/ 0 h 279"/>
                    <a:gd name="T44" fmla="*/ 0 w 866"/>
                    <a:gd name="T45" fmla="*/ 0 h 279"/>
                    <a:gd name="T46" fmla="*/ 0 w 866"/>
                    <a:gd name="T47" fmla="*/ 0 h 279"/>
                    <a:gd name="T48" fmla="*/ 0 w 866"/>
                    <a:gd name="T49" fmla="*/ 0 h 279"/>
                    <a:gd name="T50" fmla="*/ 0 w 866"/>
                    <a:gd name="T51" fmla="*/ 0 h 279"/>
                    <a:gd name="T52" fmla="*/ 0 w 866"/>
                    <a:gd name="T53" fmla="*/ 0 h 279"/>
                    <a:gd name="T54" fmla="*/ 0 w 866"/>
                    <a:gd name="T55" fmla="*/ 0 h 279"/>
                    <a:gd name="T56" fmla="*/ 0 w 866"/>
                    <a:gd name="T57" fmla="*/ 0 h 279"/>
                    <a:gd name="T58" fmla="*/ 0 w 866"/>
                    <a:gd name="T59" fmla="*/ 0 h 279"/>
                    <a:gd name="T60" fmla="*/ 0 w 866"/>
                    <a:gd name="T61" fmla="*/ 0 h 279"/>
                    <a:gd name="T62" fmla="*/ 0 w 866"/>
                    <a:gd name="T63" fmla="*/ 0 h 279"/>
                    <a:gd name="T64" fmla="*/ 0 w 866"/>
                    <a:gd name="T65" fmla="*/ 0 h 279"/>
                    <a:gd name="T66" fmla="*/ 0 w 866"/>
                    <a:gd name="T67" fmla="*/ 0 h 279"/>
                    <a:gd name="T68" fmla="*/ 0 w 866"/>
                    <a:gd name="T69" fmla="*/ 0 h 279"/>
                    <a:gd name="T70" fmla="*/ 0 w 866"/>
                    <a:gd name="T71" fmla="*/ 0 h 2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66"/>
                    <a:gd name="T109" fmla="*/ 0 h 279"/>
                    <a:gd name="T110" fmla="*/ 866 w 866"/>
                    <a:gd name="T111" fmla="*/ 279 h 27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66" h="279">
                      <a:moveTo>
                        <a:pt x="409" y="249"/>
                      </a:moveTo>
                      <a:lnTo>
                        <a:pt x="369" y="249"/>
                      </a:lnTo>
                      <a:lnTo>
                        <a:pt x="331" y="249"/>
                      </a:lnTo>
                      <a:lnTo>
                        <a:pt x="295" y="249"/>
                      </a:lnTo>
                      <a:lnTo>
                        <a:pt x="261" y="249"/>
                      </a:lnTo>
                      <a:lnTo>
                        <a:pt x="228" y="250"/>
                      </a:lnTo>
                      <a:lnTo>
                        <a:pt x="198" y="251"/>
                      </a:lnTo>
                      <a:lnTo>
                        <a:pt x="170" y="252"/>
                      </a:lnTo>
                      <a:lnTo>
                        <a:pt x="143" y="254"/>
                      </a:lnTo>
                      <a:lnTo>
                        <a:pt x="119" y="255"/>
                      </a:lnTo>
                      <a:lnTo>
                        <a:pt x="97" y="256"/>
                      </a:lnTo>
                      <a:lnTo>
                        <a:pt x="76" y="258"/>
                      </a:lnTo>
                      <a:lnTo>
                        <a:pt x="56" y="260"/>
                      </a:lnTo>
                      <a:lnTo>
                        <a:pt x="40" y="261"/>
                      </a:lnTo>
                      <a:lnTo>
                        <a:pt x="25" y="263"/>
                      </a:lnTo>
                      <a:lnTo>
                        <a:pt x="11" y="264"/>
                      </a:lnTo>
                      <a:lnTo>
                        <a:pt x="0" y="266"/>
                      </a:lnTo>
                      <a:lnTo>
                        <a:pt x="210" y="46"/>
                      </a:lnTo>
                      <a:lnTo>
                        <a:pt x="211" y="45"/>
                      </a:lnTo>
                      <a:lnTo>
                        <a:pt x="212" y="44"/>
                      </a:lnTo>
                      <a:lnTo>
                        <a:pt x="216" y="43"/>
                      </a:lnTo>
                      <a:lnTo>
                        <a:pt x="221" y="39"/>
                      </a:lnTo>
                      <a:lnTo>
                        <a:pt x="228" y="37"/>
                      </a:lnTo>
                      <a:lnTo>
                        <a:pt x="238" y="33"/>
                      </a:lnTo>
                      <a:lnTo>
                        <a:pt x="250" y="29"/>
                      </a:lnTo>
                      <a:lnTo>
                        <a:pt x="266" y="25"/>
                      </a:lnTo>
                      <a:lnTo>
                        <a:pt x="284" y="21"/>
                      </a:lnTo>
                      <a:lnTo>
                        <a:pt x="305" y="17"/>
                      </a:lnTo>
                      <a:lnTo>
                        <a:pt x="330" y="14"/>
                      </a:lnTo>
                      <a:lnTo>
                        <a:pt x="360" y="10"/>
                      </a:lnTo>
                      <a:lnTo>
                        <a:pt x="393" y="7"/>
                      </a:lnTo>
                      <a:lnTo>
                        <a:pt x="430" y="4"/>
                      </a:lnTo>
                      <a:lnTo>
                        <a:pt x="473" y="2"/>
                      </a:lnTo>
                      <a:lnTo>
                        <a:pt x="519" y="1"/>
                      </a:lnTo>
                      <a:lnTo>
                        <a:pt x="571" y="0"/>
                      </a:lnTo>
                      <a:lnTo>
                        <a:pt x="617" y="1"/>
                      </a:lnTo>
                      <a:lnTo>
                        <a:pt x="659" y="1"/>
                      </a:lnTo>
                      <a:lnTo>
                        <a:pt x="695" y="3"/>
                      </a:lnTo>
                      <a:lnTo>
                        <a:pt x="727" y="4"/>
                      </a:lnTo>
                      <a:lnTo>
                        <a:pt x="755" y="8"/>
                      </a:lnTo>
                      <a:lnTo>
                        <a:pt x="779" y="10"/>
                      </a:lnTo>
                      <a:lnTo>
                        <a:pt x="799" y="14"/>
                      </a:lnTo>
                      <a:lnTo>
                        <a:pt x="816" y="17"/>
                      </a:lnTo>
                      <a:lnTo>
                        <a:pt x="830" y="22"/>
                      </a:lnTo>
                      <a:lnTo>
                        <a:pt x="841" y="26"/>
                      </a:lnTo>
                      <a:lnTo>
                        <a:pt x="849" y="31"/>
                      </a:lnTo>
                      <a:lnTo>
                        <a:pt x="856" y="34"/>
                      </a:lnTo>
                      <a:lnTo>
                        <a:pt x="860" y="39"/>
                      </a:lnTo>
                      <a:lnTo>
                        <a:pt x="863" y="43"/>
                      </a:lnTo>
                      <a:lnTo>
                        <a:pt x="864" y="46"/>
                      </a:lnTo>
                      <a:lnTo>
                        <a:pt x="866" y="92"/>
                      </a:lnTo>
                      <a:lnTo>
                        <a:pt x="864" y="163"/>
                      </a:lnTo>
                      <a:lnTo>
                        <a:pt x="861" y="232"/>
                      </a:lnTo>
                      <a:lnTo>
                        <a:pt x="859" y="272"/>
                      </a:lnTo>
                      <a:lnTo>
                        <a:pt x="852" y="279"/>
                      </a:lnTo>
                      <a:lnTo>
                        <a:pt x="847" y="273"/>
                      </a:lnTo>
                      <a:lnTo>
                        <a:pt x="845" y="273"/>
                      </a:lnTo>
                      <a:lnTo>
                        <a:pt x="843" y="273"/>
                      </a:lnTo>
                      <a:lnTo>
                        <a:pt x="838" y="272"/>
                      </a:lnTo>
                      <a:lnTo>
                        <a:pt x="830" y="270"/>
                      </a:lnTo>
                      <a:lnTo>
                        <a:pt x="819" y="269"/>
                      </a:lnTo>
                      <a:lnTo>
                        <a:pt x="803" y="268"/>
                      </a:lnTo>
                      <a:lnTo>
                        <a:pt x="785" y="266"/>
                      </a:lnTo>
                      <a:lnTo>
                        <a:pt x="764" y="264"/>
                      </a:lnTo>
                      <a:lnTo>
                        <a:pt x="739" y="262"/>
                      </a:lnTo>
                      <a:lnTo>
                        <a:pt x="710" y="260"/>
                      </a:lnTo>
                      <a:lnTo>
                        <a:pt x="678" y="257"/>
                      </a:lnTo>
                      <a:lnTo>
                        <a:pt x="643" y="256"/>
                      </a:lnTo>
                      <a:lnTo>
                        <a:pt x="603" y="254"/>
                      </a:lnTo>
                      <a:lnTo>
                        <a:pt x="561" y="252"/>
                      </a:lnTo>
                      <a:lnTo>
                        <a:pt x="513" y="250"/>
                      </a:lnTo>
                      <a:lnTo>
                        <a:pt x="464" y="250"/>
                      </a:lnTo>
                      <a:lnTo>
                        <a:pt x="409" y="249"/>
                      </a:lnTo>
                      <a:close/>
                    </a:path>
                  </a:pathLst>
                </a:custGeom>
                <a:solidFill>
                  <a:srgbClr val="001E5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6" name="Freeform 814"/>
                <p:cNvSpPr>
                  <a:spLocks/>
                </p:cNvSpPr>
                <p:nvPr/>
              </p:nvSpPr>
              <p:spPr bwMode="auto">
                <a:xfrm>
                  <a:off x="5436" y="3362"/>
                  <a:ext cx="34" cy="34"/>
                </a:xfrm>
                <a:custGeom>
                  <a:avLst/>
                  <a:gdLst>
                    <a:gd name="T0" fmla="*/ 0 w 237"/>
                    <a:gd name="T1" fmla="*/ 0 h 170"/>
                    <a:gd name="T2" fmla="*/ 0 w 237"/>
                    <a:gd name="T3" fmla="*/ 0 h 170"/>
                    <a:gd name="T4" fmla="*/ 0 w 237"/>
                    <a:gd name="T5" fmla="*/ 0 h 170"/>
                    <a:gd name="T6" fmla="*/ 0 w 237"/>
                    <a:gd name="T7" fmla="*/ 0 h 170"/>
                    <a:gd name="T8" fmla="*/ 0 w 237"/>
                    <a:gd name="T9" fmla="*/ 0 h 170"/>
                    <a:gd name="T10" fmla="*/ 0 w 237"/>
                    <a:gd name="T11" fmla="*/ 0 h 170"/>
                    <a:gd name="T12" fmla="*/ 0 w 237"/>
                    <a:gd name="T13" fmla="*/ 0 h 170"/>
                    <a:gd name="T14" fmla="*/ 0 w 237"/>
                    <a:gd name="T15" fmla="*/ 0 h 170"/>
                    <a:gd name="T16" fmla="*/ 0 w 237"/>
                    <a:gd name="T17" fmla="*/ 0 h 170"/>
                    <a:gd name="T18" fmla="*/ 0 w 237"/>
                    <a:gd name="T19" fmla="*/ 0 h 170"/>
                    <a:gd name="T20" fmla="*/ 0 w 237"/>
                    <a:gd name="T21" fmla="*/ 0 h 170"/>
                    <a:gd name="T22" fmla="*/ 0 w 237"/>
                    <a:gd name="T23" fmla="*/ 0 h 170"/>
                    <a:gd name="T24" fmla="*/ 0 w 237"/>
                    <a:gd name="T25" fmla="*/ 0 h 170"/>
                    <a:gd name="T26" fmla="*/ 0 w 237"/>
                    <a:gd name="T27" fmla="*/ 0 h 170"/>
                    <a:gd name="T28" fmla="*/ 0 w 237"/>
                    <a:gd name="T29" fmla="*/ 0 h 170"/>
                    <a:gd name="T30" fmla="*/ 0 w 237"/>
                    <a:gd name="T31" fmla="*/ 0 h 170"/>
                    <a:gd name="T32" fmla="*/ 0 w 237"/>
                    <a:gd name="T33" fmla="*/ 0 h 170"/>
                    <a:gd name="T34" fmla="*/ 0 w 237"/>
                    <a:gd name="T35" fmla="*/ 0 h 170"/>
                    <a:gd name="T36" fmla="*/ 0 w 237"/>
                    <a:gd name="T37" fmla="*/ 0 h 170"/>
                    <a:gd name="T38" fmla="*/ 0 w 237"/>
                    <a:gd name="T39" fmla="*/ 0 h 170"/>
                    <a:gd name="T40" fmla="*/ 0 w 237"/>
                    <a:gd name="T41" fmla="*/ 0 h 170"/>
                    <a:gd name="T42" fmla="*/ 0 w 237"/>
                    <a:gd name="T43" fmla="*/ 0 h 170"/>
                    <a:gd name="T44" fmla="*/ 0 w 237"/>
                    <a:gd name="T45" fmla="*/ 0 h 170"/>
                    <a:gd name="T46" fmla="*/ 0 w 237"/>
                    <a:gd name="T47" fmla="*/ 0 h 170"/>
                    <a:gd name="T48" fmla="*/ 0 w 237"/>
                    <a:gd name="T49" fmla="*/ 0 h 170"/>
                    <a:gd name="T50" fmla="*/ 0 w 237"/>
                    <a:gd name="T51" fmla="*/ 0 h 170"/>
                    <a:gd name="T52" fmla="*/ 0 w 237"/>
                    <a:gd name="T53" fmla="*/ 0 h 170"/>
                    <a:gd name="T54" fmla="*/ 0 w 237"/>
                    <a:gd name="T55" fmla="*/ 0 h 170"/>
                    <a:gd name="T56" fmla="*/ 0 w 237"/>
                    <a:gd name="T57" fmla="*/ 0 h 170"/>
                    <a:gd name="T58" fmla="*/ 0 w 237"/>
                    <a:gd name="T59" fmla="*/ 0 h 170"/>
                    <a:gd name="T60" fmla="*/ 0 w 237"/>
                    <a:gd name="T61" fmla="*/ 0 h 170"/>
                    <a:gd name="T62" fmla="*/ 0 w 237"/>
                    <a:gd name="T63" fmla="*/ 0 h 170"/>
                    <a:gd name="T64" fmla="*/ 0 w 237"/>
                    <a:gd name="T65" fmla="*/ 0 h 170"/>
                    <a:gd name="T66" fmla="*/ 0 w 237"/>
                    <a:gd name="T67" fmla="*/ 0 h 170"/>
                    <a:gd name="T68" fmla="*/ 0 w 237"/>
                    <a:gd name="T69" fmla="*/ 0 h 170"/>
                    <a:gd name="T70" fmla="*/ 0 w 237"/>
                    <a:gd name="T71" fmla="*/ 0 h 170"/>
                    <a:gd name="T72" fmla="*/ 0 w 237"/>
                    <a:gd name="T73" fmla="*/ 0 h 170"/>
                    <a:gd name="T74" fmla="*/ 0 w 237"/>
                    <a:gd name="T75" fmla="*/ 0 h 170"/>
                    <a:gd name="T76" fmla="*/ 0 w 237"/>
                    <a:gd name="T77" fmla="*/ 0 h 170"/>
                    <a:gd name="T78" fmla="*/ 0 w 237"/>
                    <a:gd name="T79" fmla="*/ 0 h 170"/>
                    <a:gd name="T80" fmla="*/ 0 w 237"/>
                    <a:gd name="T81" fmla="*/ 0 h 170"/>
                    <a:gd name="T82" fmla="*/ 0 w 237"/>
                    <a:gd name="T83" fmla="*/ 0 h 170"/>
                    <a:gd name="T84" fmla="*/ 0 w 237"/>
                    <a:gd name="T85" fmla="*/ 0 h 170"/>
                    <a:gd name="T86" fmla="*/ 0 w 237"/>
                    <a:gd name="T87" fmla="*/ 0 h 170"/>
                    <a:gd name="T88" fmla="*/ 0 w 237"/>
                    <a:gd name="T89" fmla="*/ 0 h 170"/>
                    <a:gd name="T90" fmla="*/ 0 w 237"/>
                    <a:gd name="T91" fmla="*/ 0 h 170"/>
                    <a:gd name="T92" fmla="*/ 0 w 237"/>
                    <a:gd name="T93" fmla="*/ 0 h 170"/>
                    <a:gd name="T94" fmla="*/ 0 w 237"/>
                    <a:gd name="T95" fmla="*/ 0 h 170"/>
                    <a:gd name="T96" fmla="*/ 0 w 237"/>
                    <a:gd name="T97" fmla="*/ 0 h 170"/>
                    <a:gd name="T98" fmla="*/ 0 w 237"/>
                    <a:gd name="T99" fmla="*/ 0 h 170"/>
                    <a:gd name="T100" fmla="*/ 0 w 237"/>
                    <a:gd name="T101" fmla="*/ 0 h 170"/>
                    <a:gd name="T102" fmla="*/ 0 w 237"/>
                    <a:gd name="T103" fmla="*/ 0 h 170"/>
                    <a:gd name="T104" fmla="*/ 0 w 237"/>
                    <a:gd name="T105" fmla="*/ 0 h 170"/>
                    <a:gd name="T106" fmla="*/ 0 w 237"/>
                    <a:gd name="T107" fmla="*/ 0 h 170"/>
                    <a:gd name="T108" fmla="*/ 0 w 237"/>
                    <a:gd name="T109" fmla="*/ 0 h 170"/>
                    <a:gd name="T110" fmla="*/ 0 w 237"/>
                    <a:gd name="T111" fmla="*/ 0 h 170"/>
                    <a:gd name="T112" fmla="*/ 0 w 237"/>
                    <a:gd name="T113" fmla="*/ 0 h 17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37"/>
                    <a:gd name="T172" fmla="*/ 0 h 170"/>
                    <a:gd name="T173" fmla="*/ 237 w 237"/>
                    <a:gd name="T174" fmla="*/ 170 h 17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37" h="170">
                      <a:moveTo>
                        <a:pt x="179" y="0"/>
                      </a:moveTo>
                      <a:lnTo>
                        <a:pt x="182" y="4"/>
                      </a:lnTo>
                      <a:lnTo>
                        <a:pt x="186" y="7"/>
                      </a:lnTo>
                      <a:lnTo>
                        <a:pt x="190" y="12"/>
                      </a:lnTo>
                      <a:lnTo>
                        <a:pt x="194" y="17"/>
                      </a:lnTo>
                      <a:lnTo>
                        <a:pt x="199" y="22"/>
                      </a:lnTo>
                      <a:lnTo>
                        <a:pt x="204" y="26"/>
                      </a:lnTo>
                      <a:lnTo>
                        <a:pt x="210" y="30"/>
                      </a:lnTo>
                      <a:lnTo>
                        <a:pt x="215" y="34"/>
                      </a:lnTo>
                      <a:lnTo>
                        <a:pt x="223" y="38"/>
                      </a:lnTo>
                      <a:lnTo>
                        <a:pt x="229" y="42"/>
                      </a:lnTo>
                      <a:lnTo>
                        <a:pt x="233" y="44"/>
                      </a:lnTo>
                      <a:lnTo>
                        <a:pt x="237" y="47"/>
                      </a:lnTo>
                      <a:lnTo>
                        <a:pt x="225" y="56"/>
                      </a:lnTo>
                      <a:lnTo>
                        <a:pt x="214" y="65"/>
                      </a:lnTo>
                      <a:lnTo>
                        <a:pt x="202" y="73"/>
                      </a:lnTo>
                      <a:lnTo>
                        <a:pt x="191" y="81"/>
                      </a:lnTo>
                      <a:lnTo>
                        <a:pt x="180" y="89"/>
                      </a:lnTo>
                      <a:lnTo>
                        <a:pt x="168" y="96"/>
                      </a:lnTo>
                      <a:lnTo>
                        <a:pt x="157" y="103"/>
                      </a:lnTo>
                      <a:lnTo>
                        <a:pt x="145" y="110"/>
                      </a:lnTo>
                      <a:lnTo>
                        <a:pt x="134" y="117"/>
                      </a:lnTo>
                      <a:lnTo>
                        <a:pt x="122" y="123"/>
                      </a:lnTo>
                      <a:lnTo>
                        <a:pt x="110" y="129"/>
                      </a:lnTo>
                      <a:lnTo>
                        <a:pt x="98" y="135"/>
                      </a:lnTo>
                      <a:lnTo>
                        <a:pt x="86" y="140"/>
                      </a:lnTo>
                      <a:lnTo>
                        <a:pt x="72" y="146"/>
                      </a:lnTo>
                      <a:lnTo>
                        <a:pt x="59" y="151"/>
                      </a:lnTo>
                      <a:lnTo>
                        <a:pt x="46" y="156"/>
                      </a:lnTo>
                      <a:lnTo>
                        <a:pt x="39" y="158"/>
                      </a:lnTo>
                      <a:lnTo>
                        <a:pt x="33" y="161"/>
                      </a:lnTo>
                      <a:lnTo>
                        <a:pt x="27" y="163"/>
                      </a:lnTo>
                      <a:lnTo>
                        <a:pt x="21" y="164"/>
                      </a:lnTo>
                      <a:lnTo>
                        <a:pt x="15" y="165"/>
                      </a:lnTo>
                      <a:lnTo>
                        <a:pt x="10" y="168"/>
                      </a:lnTo>
                      <a:lnTo>
                        <a:pt x="5" y="169"/>
                      </a:lnTo>
                      <a:lnTo>
                        <a:pt x="0" y="170"/>
                      </a:lnTo>
                      <a:lnTo>
                        <a:pt x="7" y="167"/>
                      </a:lnTo>
                      <a:lnTo>
                        <a:pt x="14" y="162"/>
                      </a:lnTo>
                      <a:lnTo>
                        <a:pt x="21" y="157"/>
                      </a:lnTo>
                      <a:lnTo>
                        <a:pt x="29" y="151"/>
                      </a:lnTo>
                      <a:lnTo>
                        <a:pt x="38" y="145"/>
                      </a:lnTo>
                      <a:lnTo>
                        <a:pt x="47" y="138"/>
                      </a:lnTo>
                      <a:lnTo>
                        <a:pt x="57" y="129"/>
                      </a:lnTo>
                      <a:lnTo>
                        <a:pt x="67" y="121"/>
                      </a:lnTo>
                      <a:lnTo>
                        <a:pt x="77" y="111"/>
                      </a:lnTo>
                      <a:lnTo>
                        <a:pt x="89" y="101"/>
                      </a:lnTo>
                      <a:lnTo>
                        <a:pt x="101" y="89"/>
                      </a:lnTo>
                      <a:lnTo>
                        <a:pt x="113" y="77"/>
                      </a:lnTo>
                      <a:lnTo>
                        <a:pt x="125" y="62"/>
                      </a:lnTo>
                      <a:lnTo>
                        <a:pt x="138" y="48"/>
                      </a:lnTo>
                      <a:lnTo>
                        <a:pt x="152" y="31"/>
                      </a:lnTo>
                      <a:lnTo>
                        <a:pt x="166" y="14"/>
                      </a:lnTo>
                      <a:lnTo>
                        <a:pt x="169" y="11"/>
                      </a:lnTo>
                      <a:lnTo>
                        <a:pt x="172" y="7"/>
                      </a:lnTo>
                      <a:lnTo>
                        <a:pt x="176" y="4"/>
                      </a:lnTo>
                      <a:lnTo>
                        <a:pt x="179" y="0"/>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7" name="Freeform 815"/>
                <p:cNvSpPr>
                  <a:spLocks/>
                </p:cNvSpPr>
                <p:nvPr/>
              </p:nvSpPr>
              <p:spPr bwMode="auto">
                <a:xfrm>
                  <a:off x="5289" y="3299"/>
                  <a:ext cx="183" cy="96"/>
                </a:xfrm>
                <a:custGeom>
                  <a:avLst/>
                  <a:gdLst>
                    <a:gd name="T0" fmla="*/ 0 w 1280"/>
                    <a:gd name="T1" fmla="*/ 0 h 480"/>
                    <a:gd name="T2" fmla="*/ 0 w 1280"/>
                    <a:gd name="T3" fmla="*/ 0 h 480"/>
                    <a:gd name="T4" fmla="*/ 0 w 1280"/>
                    <a:gd name="T5" fmla="*/ 0 h 480"/>
                    <a:gd name="T6" fmla="*/ 0 w 1280"/>
                    <a:gd name="T7" fmla="*/ 0 h 480"/>
                    <a:gd name="T8" fmla="*/ 0 w 1280"/>
                    <a:gd name="T9" fmla="*/ 0 h 480"/>
                    <a:gd name="T10" fmla="*/ 0 w 1280"/>
                    <a:gd name="T11" fmla="*/ 0 h 480"/>
                    <a:gd name="T12" fmla="*/ 0 w 1280"/>
                    <a:gd name="T13" fmla="*/ 0 h 480"/>
                    <a:gd name="T14" fmla="*/ 0 w 1280"/>
                    <a:gd name="T15" fmla="*/ 0 h 480"/>
                    <a:gd name="T16" fmla="*/ 0 w 1280"/>
                    <a:gd name="T17" fmla="*/ 0 h 480"/>
                    <a:gd name="T18" fmla="*/ 0 w 1280"/>
                    <a:gd name="T19" fmla="*/ 0 h 480"/>
                    <a:gd name="T20" fmla="*/ 0 w 1280"/>
                    <a:gd name="T21" fmla="*/ 0 h 480"/>
                    <a:gd name="T22" fmla="*/ 0 w 1280"/>
                    <a:gd name="T23" fmla="*/ 0 h 480"/>
                    <a:gd name="T24" fmla="*/ 0 w 1280"/>
                    <a:gd name="T25" fmla="*/ 0 h 480"/>
                    <a:gd name="T26" fmla="*/ 0 w 1280"/>
                    <a:gd name="T27" fmla="*/ 0 h 480"/>
                    <a:gd name="T28" fmla="*/ 0 w 1280"/>
                    <a:gd name="T29" fmla="*/ 0 h 480"/>
                    <a:gd name="T30" fmla="*/ 0 w 1280"/>
                    <a:gd name="T31" fmla="*/ 0 h 480"/>
                    <a:gd name="T32" fmla="*/ 0 w 1280"/>
                    <a:gd name="T33" fmla="*/ 0 h 480"/>
                    <a:gd name="T34" fmla="*/ 0 w 1280"/>
                    <a:gd name="T35" fmla="*/ 0 h 480"/>
                    <a:gd name="T36" fmla="*/ 0 w 1280"/>
                    <a:gd name="T37" fmla="*/ 0 h 480"/>
                    <a:gd name="T38" fmla="*/ 0 w 1280"/>
                    <a:gd name="T39" fmla="*/ 0 h 480"/>
                    <a:gd name="T40" fmla="*/ 0 w 1280"/>
                    <a:gd name="T41" fmla="*/ 0 h 480"/>
                    <a:gd name="T42" fmla="*/ 0 w 1280"/>
                    <a:gd name="T43" fmla="*/ 0 h 480"/>
                    <a:gd name="T44" fmla="*/ 0 w 1280"/>
                    <a:gd name="T45" fmla="*/ 0 h 480"/>
                    <a:gd name="T46" fmla="*/ 0 w 1280"/>
                    <a:gd name="T47" fmla="*/ 0 h 480"/>
                    <a:gd name="T48" fmla="*/ 0 w 1280"/>
                    <a:gd name="T49" fmla="*/ 0 h 480"/>
                    <a:gd name="T50" fmla="*/ 0 w 1280"/>
                    <a:gd name="T51" fmla="*/ 0 h 480"/>
                    <a:gd name="T52" fmla="*/ 0 w 1280"/>
                    <a:gd name="T53" fmla="*/ 0 h 480"/>
                    <a:gd name="T54" fmla="*/ 0 w 1280"/>
                    <a:gd name="T55" fmla="*/ 0 h 480"/>
                    <a:gd name="T56" fmla="*/ 0 w 1280"/>
                    <a:gd name="T57" fmla="*/ 0 h 480"/>
                    <a:gd name="T58" fmla="*/ 0 w 1280"/>
                    <a:gd name="T59" fmla="*/ 0 h 480"/>
                    <a:gd name="T60" fmla="*/ 0 w 1280"/>
                    <a:gd name="T61" fmla="*/ 0 h 480"/>
                    <a:gd name="T62" fmla="*/ 0 w 1280"/>
                    <a:gd name="T63" fmla="*/ 0 h 480"/>
                    <a:gd name="T64" fmla="*/ 0 w 1280"/>
                    <a:gd name="T65" fmla="*/ 0 h 480"/>
                    <a:gd name="T66" fmla="*/ 0 w 1280"/>
                    <a:gd name="T67" fmla="*/ 0 h 480"/>
                    <a:gd name="T68" fmla="*/ 0 w 1280"/>
                    <a:gd name="T69" fmla="*/ 0 h 480"/>
                    <a:gd name="T70" fmla="*/ 0 w 1280"/>
                    <a:gd name="T71" fmla="*/ 0 h 480"/>
                    <a:gd name="T72" fmla="*/ 0 w 1280"/>
                    <a:gd name="T73" fmla="*/ 0 h 480"/>
                    <a:gd name="T74" fmla="*/ 0 w 1280"/>
                    <a:gd name="T75" fmla="*/ 0 h 480"/>
                    <a:gd name="T76" fmla="*/ 0 w 1280"/>
                    <a:gd name="T77" fmla="*/ 0 h 480"/>
                    <a:gd name="T78" fmla="*/ 0 w 1280"/>
                    <a:gd name="T79" fmla="*/ 0 h 480"/>
                    <a:gd name="T80" fmla="*/ 0 w 1280"/>
                    <a:gd name="T81" fmla="*/ 0 h 480"/>
                    <a:gd name="T82" fmla="*/ 0 w 1280"/>
                    <a:gd name="T83" fmla="*/ 0 h 480"/>
                    <a:gd name="T84" fmla="*/ 0 w 1280"/>
                    <a:gd name="T85" fmla="*/ 0 h 480"/>
                    <a:gd name="T86" fmla="*/ 0 w 1280"/>
                    <a:gd name="T87" fmla="*/ 0 h 480"/>
                    <a:gd name="T88" fmla="*/ 0 w 1280"/>
                    <a:gd name="T89" fmla="*/ 0 h 480"/>
                    <a:gd name="T90" fmla="*/ 0 w 1280"/>
                    <a:gd name="T91" fmla="*/ 0 h 480"/>
                    <a:gd name="T92" fmla="*/ 0 w 1280"/>
                    <a:gd name="T93" fmla="*/ 0 h 480"/>
                    <a:gd name="T94" fmla="*/ 0 w 1280"/>
                    <a:gd name="T95" fmla="*/ 0 h 480"/>
                    <a:gd name="T96" fmla="*/ 0 w 1280"/>
                    <a:gd name="T97" fmla="*/ 0 h 480"/>
                    <a:gd name="T98" fmla="*/ 0 w 1280"/>
                    <a:gd name="T99" fmla="*/ 0 h 480"/>
                    <a:gd name="T100" fmla="*/ 0 w 1280"/>
                    <a:gd name="T101" fmla="*/ 0 h 480"/>
                    <a:gd name="T102" fmla="*/ 0 w 1280"/>
                    <a:gd name="T103" fmla="*/ 0 h 480"/>
                    <a:gd name="T104" fmla="*/ 0 w 1280"/>
                    <a:gd name="T105" fmla="*/ 0 h 480"/>
                    <a:gd name="T106" fmla="*/ 0 w 1280"/>
                    <a:gd name="T107" fmla="*/ 0 h 480"/>
                    <a:gd name="T108" fmla="*/ 0 w 1280"/>
                    <a:gd name="T109" fmla="*/ 0 h 480"/>
                    <a:gd name="T110" fmla="*/ 0 w 1280"/>
                    <a:gd name="T111" fmla="*/ 0 h 480"/>
                    <a:gd name="T112" fmla="*/ 0 w 1280"/>
                    <a:gd name="T113" fmla="*/ 0 h 480"/>
                    <a:gd name="T114" fmla="*/ 0 w 1280"/>
                    <a:gd name="T115" fmla="*/ 0 h 48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280"/>
                    <a:gd name="T175" fmla="*/ 0 h 480"/>
                    <a:gd name="T176" fmla="*/ 1280 w 1280"/>
                    <a:gd name="T177" fmla="*/ 480 h 48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280" h="480">
                      <a:moveTo>
                        <a:pt x="214" y="101"/>
                      </a:moveTo>
                      <a:lnTo>
                        <a:pt x="221" y="95"/>
                      </a:lnTo>
                      <a:lnTo>
                        <a:pt x="231" y="89"/>
                      </a:lnTo>
                      <a:lnTo>
                        <a:pt x="244" y="82"/>
                      </a:lnTo>
                      <a:lnTo>
                        <a:pt x="259" y="74"/>
                      </a:lnTo>
                      <a:lnTo>
                        <a:pt x="276" y="65"/>
                      </a:lnTo>
                      <a:lnTo>
                        <a:pt x="297" y="58"/>
                      </a:lnTo>
                      <a:lnTo>
                        <a:pt x="319" y="50"/>
                      </a:lnTo>
                      <a:lnTo>
                        <a:pt x="343" y="42"/>
                      </a:lnTo>
                      <a:lnTo>
                        <a:pt x="369" y="33"/>
                      </a:lnTo>
                      <a:lnTo>
                        <a:pt x="398" y="26"/>
                      </a:lnTo>
                      <a:lnTo>
                        <a:pt x="427" y="19"/>
                      </a:lnTo>
                      <a:lnTo>
                        <a:pt x="458" y="13"/>
                      </a:lnTo>
                      <a:lnTo>
                        <a:pt x="491" y="8"/>
                      </a:lnTo>
                      <a:lnTo>
                        <a:pt x="524" y="3"/>
                      </a:lnTo>
                      <a:lnTo>
                        <a:pt x="558" y="1"/>
                      </a:lnTo>
                      <a:lnTo>
                        <a:pt x="594" y="0"/>
                      </a:lnTo>
                      <a:lnTo>
                        <a:pt x="628" y="0"/>
                      </a:lnTo>
                      <a:lnTo>
                        <a:pt x="663" y="0"/>
                      </a:lnTo>
                      <a:lnTo>
                        <a:pt x="697" y="0"/>
                      </a:lnTo>
                      <a:lnTo>
                        <a:pt x="731" y="0"/>
                      </a:lnTo>
                      <a:lnTo>
                        <a:pt x="766" y="1"/>
                      </a:lnTo>
                      <a:lnTo>
                        <a:pt x="799" y="2"/>
                      </a:lnTo>
                      <a:lnTo>
                        <a:pt x="832" y="4"/>
                      </a:lnTo>
                      <a:lnTo>
                        <a:pt x="866" y="7"/>
                      </a:lnTo>
                      <a:lnTo>
                        <a:pt x="897" y="10"/>
                      </a:lnTo>
                      <a:lnTo>
                        <a:pt x="929" y="15"/>
                      </a:lnTo>
                      <a:lnTo>
                        <a:pt x="960" y="21"/>
                      </a:lnTo>
                      <a:lnTo>
                        <a:pt x="989" y="27"/>
                      </a:lnTo>
                      <a:lnTo>
                        <a:pt x="1017" y="34"/>
                      </a:lnTo>
                      <a:lnTo>
                        <a:pt x="1045" y="43"/>
                      </a:lnTo>
                      <a:lnTo>
                        <a:pt x="1071" y="54"/>
                      </a:lnTo>
                      <a:lnTo>
                        <a:pt x="1095" y="64"/>
                      </a:lnTo>
                      <a:lnTo>
                        <a:pt x="1117" y="76"/>
                      </a:lnTo>
                      <a:lnTo>
                        <a:pt x="1137" y="88"/>
                      </a:lnTo>
                      <a:lnTo>
                        <a:pt x="1155" y="101"/>
                      </a:lnTo>
                      <a:lnTo>
                        <a:pt x="1172" y="115"/>
                      </a:lnTo>
                      <a:lnTo>
                        <a:pt x="1188" y="128"/>
                      </a:lnTo>
                      <a:lnTo>
                        <a:pt x="1204" y="142"/>
                      </a:lnTo>
                      <a:lnTo>
                        <a:pt x="1218" y="155"/>
                      </a:lnTo>
                      <a:lnTo>
                        <a:pt x="1230" y="169"/>
                      </a:lnTo>
                      <a:lnTo>
                        <a:pt x="1241" y="181"/>
                      </a:lnTo>
                      <a:lnTo>
                        <a:pt x="1250" y="191"/>
                      </a:lnTo>
                      <a:lnTo>
                        <a:pt x="1259" y="202"/>
                      </a:lnTo>
                      <a:lnTo>
                        <a:pt x="1265" y="212"/>
                      </a:lnTo>
                      <a:lnTo>
                        <a:pt x="1271" y="220"/>
                      </a:lnTo>
                      <a:lnTo>
                        <a:pt x="1275" y="226"/>
                      </a:lnTo>
                      <a:lnTo>
                        <a:pt x="1278" y="231"/>
                      </a:lnTo>
                      <a:lnTo>
                        <a:pt x="1280" y="233"/>
                      </a:lnTo>
                      <a:lnTo>
                        <a:pt x="1275" y="237"/>
                      </a:lnTo>
                      <a:lnTo>
                        <a:pt x="1268" y="240"/>
                      </a:lnTo>
                      <a:lnTo>
                        <a:pt x="1261" y="246"/>
                      </a:lnTo>
                      <a:lnTo>
                        <a:pt x="1253" y="254"/>
                      </a:lnTo>
                      <a:lnTo>
                        <a:pt x="1243" y="263"/>
                      </a:lnTo>
                      <a:lnTo>
                        <a:pt x="1232" y="275"/>
                      </a:lnTo>
                      <a:lnTo>
                        <a:pt x="1220" y="288"/>
                      </a:lnTo>
                      <a:lnTo>
                        <a:pt x="1207" y="304"/>
                      </a:lnTo>
                      <a:lnTo>
                        <a:pt x="1193" y="270"/>
                      </a:lnTo>
                      <a:lnTo>
                        <a:pt x="1191" y="273"/>
                      </a:lnTo>
                      <a:lnTo>
                        <a:pt x="1191" y="272"/>
                      </a:lnTo>
                      <a:lnTo>
                        <a:pt x="1192" y="269"/>
                      </a:lnTo>
                      <a:lnTo>
                        <a:pt x="1192" y="268"/>
                      </a:lnTo>
                      <a:lnTo>
                        <a:pt x="1193" y="267"/>
                      </a:lnTo>
                      <a:lnTo>
                        <a:pt x="1194" y="262"/>
                      </a:lnTo>
                      <a:lnTo>
                        <a:pt x="1194" y="257"/>
                      </a:lnTo>
                      <a:lnTo>
                        <a:pt x="1193" y="254"/>
                      </a:lnTo>
                      <a:lnTo>
                        <a:pt x="1193" y="252"/>
                      </a:lnTo>
                      <a:lnTo>
                        <a:pt x="1192" y="252"/>
                      </a:lnTo>
                      <a:lnTo>
                        <a:pt x="1192" y="251"/>
                      </a:lnTo>
                      <a:lnTo>
                        <a:pt x="1179" y="228"/>
                      </a:lnTo>
                      <a:lnTo>
                        <a:pt x="1162" y="201"/>
                      </a:lnTo>
                      <a:lnTo>
                        <a:pt x="1145" y="171"/>
                      </a:lnTo>
                      <a:lnTo>
                        <a:pt x="1127" y="141"/>
                      </a:lnTo>
                      <a:lnTo>
                        <a:pt x="1109" y="113"/>
                      </a:lnTo>
                      <a:lnTo>
                        <a:pt x="1095" y="91"/>
                      </a:lnTo>
                      <a:lnTo>
                        <a:pt x="1084" y="75"/>
                      </a:lnTo>
                      <a:lnTo>
                        <a:pt x="1078" y="68"/>
                      </a:lnTo>
                      <a:lnTo>
                        <a:pt x="1071" y="65"/>
                      </a:lnTo>
                      <a:lnTo>
                        <a:pt x="1058" y="64"/>
                      </a:lnTo>
                      <a:lnTo>
                        <a:pt x="1041" y="62"/>
                      </a:lnTo>
                      <a:lnTo>
                        <a:pt x="1021" y="61"/>
                      </a:lnTo>
                      <a:lnTo>
                        <a:pt x="999" y="60"/>
                      </a:lnTo>
                      <a:lnTo>
                        <a:pt x="980" y="60"/>
                      </a:lnTo>
                      <a:lnTo>
                        <a:pt x="963" y="61"/>
                      </a:lnTo>
                      <a:lnTo>
                        <a:pt x="952" y="64"/>
                      </a:lnTo>
                      <a:lnTo>
                        <a:pt x="941" y="73"/>
                      </a:lnTo>
                      <a:lnTo>
                        <a:pt x="935" y="83"/>
                      </a:lnTo>
                      <a:lnTo>
                        <a:pt x="932" y="94"/>
                      </a:lnTo>
                      <a:lnTo>
                        <a:pt x="932" y="103"/>
                      </a:lnTo>
                      <a:lnTo>
                        <a:pt x="932" y="101"/>
                      </a:lnTo>
                      <a:lnTo>
                        <a:pt x="929" y="329"/>
                      </a:lnTo>
                      <a:lnTo>
                        <a:pt x="937" y="329"/>
                      </a:lnTo>
                      <a:lnTo>
                        <a:pt x="937" y="324"/>
                      </a:lnTo>
                      <a:lnTo>
                        <a:pt x="943" y="322"/>
                      </a:lnTo>
                      <a:lnTo>
                        <a:pt x="951" y="320"/>
                      </a:lnTo>
                      <a:lnTo>
                        <a:pt x="961" y="316"/>
                      </a:lnTo>
                      <a:lnTo>
                        <a:pt x="971" y="312"/>
                      </a:lnTo>
                      <a:lnTo>
                        <a:pt x="981" y="309"/>
                      </a:lnTo>
                      <a:lnTo>
                        <a:pt x="990" y="304"/>
                      </a:lnTo>
                      <a:lnTo>
                        <a:pt x="999" y="299"/>
                      </a:lnTo>
                      <a:lnTo>
                        <a:pt x="1005" y="296"/>
                      </a:lnTo>
                      <a:lnTo>
                        <a:pt x="1010" y="291"/>
                      </a:lnTo>
                      <a:lnTo>
                        <a:pt x="1014" y="287"/>
                      </a:lnTo>
                      <a:lnTo>
                        <a:pt x="1017" y="282"/>
                      </a:lnTo>
                      <a:lnTo>
                        <a:pt x="1021" y="279"/>
                      </a:lnTo>
                      <a:lnTo>
                        <a:pt x="1025" y="274"/>
                      </a:lnTo>
                      <a:lnTo>
                        <a:pt x="1029" y="269"/>
                      </a:lnTo>
                      <a:lnTo>
                        <a:pt x="1034" y="266"/>
                      </a:lnTo>
                      <a:lnTo>
                        <a:pt x="1041" y="262"/>
                      </a:lnTo>
                      <a:lnTo>
                        <a:pt x="1048" y="260"/>
                      </a:lnTo>
                      <a:lnTo>
                        <a:pt x="1058" y="257"/>
                      </a:lnTo>
                      <a:lnTo>
                        <a:pt x="1070" y="256"/>
                      </a:lnTo>
                      <a:lnTo>
                        <a:pt x="1083" y="255"/>
                      </a:lnTo>
                      <a:lnTo>
                        <a:pt x="1096" y="255"/>
                      </a:lnTo>
                      <a:lnTo>
                        <a:pt x="1109" y="255"/>
                      </a:lnTo>
                      <a:lnTo>
                        <a:pt x="1120" y="257"/>
                      </a:lnTo>
                      <a:lnTo>
                        <a:pt x="1128" y="260"/>
                      </a:lnTo>
                      <a:lnTo>
                        <a:pt x="1130" y="261"/>
                      </a:lnTo>
                      <a:lnTo>
                        <a:pt x="1131" y="262"/>
                      </a:lnTo>
                      <a:lnTo>
                        <a:pt x="1131" y="263"/>
                      </a:lnTo>
                      <a:lnTo>
                        <a:pt x="1132" y="269"/>
                      </a:lnTo>
                      <a:lnTo>
                        <a:pt x="1132" y="276"/>
                      </a:lnTo>
                      <a:lnTo>
                        <a:pt x="1130" y="284"/>
                      </a:lnTo>
                      <a:lnTo>
                        <a:pt x="1127" y="292"/>
                      </a:lnTo>
                      <a:lnTo>
                        <a:pt x="1124" y="296"/>
                      </a:lnTo>
                      <a:lnTo>
                        <a:pt x="1121" y="300"/>
                      </a:lnTo>
                      <a:lnTo>
                        <a:pt x="1118" y="304"/>
                      </a:lnTo>
                      <a:lnTo>
                        <a:pt x="1113" y="309"/>
                      </a:lnTo>
                      <a:lnTo>
                        <a:pt x="1107" y="312"/>
                      </a:lnTo>
                      <a:lnTo>
                        <a:pt x="1100" y="316"/>
                      </a:lnTo>
                      <a:lnTo>
                        <a:pt x="1093" y="318"/>
                      </a:lnTo>
                      <a:lnTo>
                        <a:pt x="1084" y="321"/>
                      </a:lnTo>
                      <a:lnTo>
                        <a:pt x="1076" y="322"/>
                      </a:lnTo>
                      <a:lnTo>
                        <a:pt x="1069" y="322"/>
                      </a:lnTo>
                      <a:lnTo>
                        <a:pt x="1063" y="322"/>
                      </a:lnTo>
                      <a:lnTo>
                        <a:pt x="1058" y="321"/>
                      </a:lnTo>
                      <a:lnTo>
                        <a:pt x="1053" y="320"/>
                      </a:lnTo>
                      <a:lnTo>
                        <a:pt x="1049" y="318"/>
                      </a:lnTo>
                      <a:lnTo>
                        <a:pt x="1045" y="317"/>
                      </a:lnTo>
                      <a:lnTo>
                        <a:pt x="1042" y="316"/>
                      </a:lnTo>
                      <a:lnTo>
                        <a:pt x="1036" y="314"/>
                      </a:lnTo>
                      <a:lnTo>
                        <a:pt x="1030" y="311"/>
                      </a:lnTo>
                      <a:lnTo>
                        <a:pt x="1023" y="311"/>
                      </a:lnTo>
                      <a:lnTo>
                        <a:pt x="1013" y="312"/>
                      </a:lnTo>
                      <a:lnTo>
                        <a:pt x="1009" y="314"/>
                      </a:lnTo>
                      <a:lnTo>
                        <a:pt x="1004" y="316"/>
                      </a:lnTo>
                      <a:lnTo>
                        <a:pt x="998" y="318"/>
                      </a:lnTo>
                      <a:lnTo>
                        <a:pt x="993" y="322"/>
                      </a:lnTo>
                      <a:lnTo>
                        <a:pt x="989" y="324"/>
                      </a:lnTo>
                      <a:lnTo>
                        <a:pt x="985" y="328"/>
                      </a:lnTo>
                      <a:lnTo>
                        <a:pt x="983" y="329"/>
                      </a:lnTo>
                      <a:lnTo>
                        <a:pt x="982" y="330"/>
                      </a:lnTo>
                      <a:lnTo>
                        <a:pt x="1006" y="322"/>
                      </a:lnTo>
                      <a:lnTo>
                        <a:pt x="1007" y="323"/>
                      </a:lnTo>
                      <a:lnTo>
                        <a:pt x="1009" y="324"/>
                      </a:lnTo>
                      <a:lnTo>
                        <a:pt x="1011" y="326"/>
                      </a:lnTo>
                      <a:lnTo>
                        <a:pt x="1015" y="326"/>
                      </a:lnTo>
                      <a:lnTo>
                        <a:pt x="1023" y="324"/>
                      </a:lnTo>
                      <a:lnTo>
                        <a:pt x="1028" y="324"/>
                      </a:lnTo>
                      <a:lnTo>
                        <a:pt x="1033" y="327"/>
                      </a:lnTo>
                      <a:lnTo>
                        <a:pt x="1038" y="328"/>
                      </a:lnTo>
                      <a:lnTo>
                        <a:pt x="1042" y="329"/>
                      </a:lnTo>
                      <a:lnTo>
                        <a:pt x="1046" y="332"/>
                      </a:lnTo>
                      <a:lnTo>
                        <a:pt x="1050" y="333"/>
                      </a:lnTo>
                      <a:lnTo>
                        <a:pt x="1056" y="334"/>
                      </a:lnTo>
                      <a:lnTo>
                        <a:pt x="1061" y="335"/>
                      </a:lnTo>
                      <a:lnTo>
                        <a:pt x="1068" y="335"/>
                      </a:lnTo>
                      <a:lnTo>
                        <a:pt x="1076" y="334"/>
                      </a:lnTo>
                      <a:lnTo>
                        <a:pt x="1085" y="333"/>
                      </a:lnTo>
                      <a:lnTo>
                        <a:pt x="1093" y="332"/>
                      </a:lnTo>
                      <a:lnTo>
                        <a:pt x="1101" y="328"/>
                      </a:lnTo>
                      <a:lnTo>
                        <a:pt x="1109" y="326"/>
                      </a:lnTo>
                      <a:lnTo>
                        <a:pt x="1116" y="321"/>
                      </a:lnTo>
                      <a:lnTo>
                        <a:pt x="1122" y="317"/>
                      </a:lnTo>
                      <a:lnTo>
                        <a:pt x="1128" y="311"/>
                      </a:lnTo>
                      <a:lnTo>
                        <a:pt x="1132" y="305"/>
                      </a:lnTo>
                      <a:lnTo>
                        <a:pt x="1136" y="299"/>
                      </a:lnTo>
                      <a:lnTo>
                        <a:pt x="1136" y="298"/>
                      </a:lnTo>
                      <a:lnTo>
                        <a:pt x="1185" y="278"/>
                      </a:lnTo>
                      <a:lnTo>
                        <a:pt x="1186" y="276"/>
                      </a:lnTo>
                      <a:lnTo>
                        <a:pt x="1187" y="276"/>
                      </a:lnTo>
                      <a:lnTo>
                        <a:pt x="1200" y="309"/>
                      </a:lnTo>
                      <a:lnTo>
                        <a:pt x="1200" y="310"/>
                      </a:lnTo>
                      <a:lnTo>
                        <a:pt x="1201" y="310"/>
                      </a:lnTo>
                      <a:lnTo>
                        <a:pt x="1198" y="314"/>
                      </a:lnTo>
                      <a:lnTo>
                        <a:pt x="1195" y="317"/>
                      </a:lnTo>
                      <a:lnTo>
                        <a:pt x="1192" y="321"/>
                      </a:lnTo>
                      <a:lnTo>
                        <a:pt x="1188" y="326"/>
                      </a:lnTo>
                      <a:lnTo>
                        <a:pt x="1174" y="344"/>
                      </a:lnTo>
                      <a:lnTo>
                        <a:pt x="1160" y="359"/>
                      </a:lnTo>
                      <a:lnTo>
                        <a:pt x="1146" y="375"/>
                      </a:lnTo>
                      <a:lnTo>
                        <a:pt x="1134" y="388"/>
                      </a:lnTo>
                      <a:lnTo>
                        <a:pt x="1121" y="401"/>
                      </a:lnTo>
                      <a:lnTo>
                        <a:pt x="1109" y="413"/>
                      </a:lnTo>
                      <a:lnTo>
                        <a:pt x="1097" y="424"/>
                      </a:lnTo>
                      <a:lnTo>
                        <a:pt x="1087" y="433"/>
                      </a:lnTo>
                      <a:lnTo>
                        <a:pt x="1076" y="442"/>
                      </a:lnTo>
                      <a:lnTo>
                        <a:pt x="1067" y="449"/>
                      </a:lnTo>
                      <a:lnTo>
                        <a:pt x="1058" y="456"/>
                      </a:lnTo>
                      <a:lnTo>
                        <a:pt x="1049" y="462"/>
                      </a:lnTo>
                      <a:lnTo>
                        <a:pt x="1041" y="468"/>
                      </a:lnTo>
                      <a:lnTo>
                        <a:pt x="1033" y="473"/>
                      </a:lnTo>
                      <a:lnTo>
                        <a:pt x="1026" y="477"/>
                      </a:lnTo>
                      <a:lnTo>
                        <a:pt x="1020" y="480"/>
                      </a:lnTo>
                      <a:lnTo>
                        <a:pt x="1015" y="449"/>
                      </a:lnTo>
                      <a:lnTo>
                        <a:pt x="1012" y="430"/>
                      </a:lnTo>
                      <a:lnTo>
                        <a:pt x="1007" y="412"/>
                      </a:lnTo>
                      <a:lnTo>
                        <a:pt x="1000" y="397"/>
                      </a:lnTo>
                      <a:lnTo>
                        <a:pt x="993" y="384"/>
                      </a:lnTo>
                      <a:lnTo>
                        <a:pt x="985" y="375"/>
                      </a:lnTo>
                      <a:lnTo>
                        <a:pt x="977" y="365"/>
                      </a:lnTo>
                      <a:lnTo>
                        <a:pt x="970" y="358"/>
                      </a:lnTo>
                      <a:lnTo>
                        <a:pt x="963" y="353"/>
                      </a:lnTo>
                      <a:lnTo>
                        <a:pt x="982" y="354"/>
                      </a:lnTo>
                      <a:lnTo>
                        <a:pt x="997" y="356"/>
                      </a:lnTo>
                      <a:lnTo>
                        <a:pt x="1010" y="358"/>
                      </a:lnTo>
                      <a:lnTo>
                        <a:pt x="1021" y="360"/>
                      </a:lnTo>
                      <a:lnTo>
                        <a:pt x="1029" y="364"/>
                      </a:lnTo>
                      <a:lnTo>
                        <a:pt x="1035" y="366"/>
                      </a:lnTo>
                      <a:lnTo>
                        <a:pt x="1041" y="370"/>
                      </a:lnTo>
                      <a:lnTo>
                        <a:pt x="1045" y="372"/>
                      </a:lnTo>
                      <a:lnTo>
                        <a:pt x="1048" y="375"/>
                      </a:lnTo>
                      <a:lnTo>
                        <a:pt x="1051" y="376"/>
                      </a:lnTo>
                      <a:lnTo>
                        <a:pt x="1054" y="378"/>
                      </a:lnTo>
                      <a:lnTo>
                        <a:pt x="1058" y="379"/>
                      </a:lnTo>
                      <a:lnTo>
                        <a:pt x="1062" y="381"/>
                      </a:lnTo>
                      <a:lnTo>
                        <a:pt x="1066" y="382"/>
                      </a:lnTo>
                      <a:lnTo>
                        <a:pt x="1071" y="382"/>
                      </a:lnTo>
                      <a:lnTo>
                        <a:pt x="1077" y="382"/>
                      </a:lnTo>
                      <a:lnTo>
                        <a:pt x="1095" y="378"/>
                      </a:lnTo>
                      <a:lnTo>
                        <a:pt x="1112" y="372"/>
                      </a:lnTo>
                      <a:lnTo>
                        <a:pt x="1126" y="364"/>
                      </a:lnTo>
                      <a:lnTo>
                        <a:pt x="1138" y="354"/>
                      </a:lnTo>
                      <a:lnTo>
                        <a:pt x="1148" y="345"/>
                      </a:lnTo>
                      <a:lnTo>
                        <a:pt x="1155" y="336"/>
                      </a:lnTo>
                      <a:lnTo>
                        <a:pt x="1160" y="329"/>
                      </a:lnTo>
                      <a:lnTo>
                        <a:pt x="1162" y="327"/>
                      </a:lnTo>
                      <a:lnTo>
                        <a:pt x="1134" y="351"/>
                      </a:lnTo>
                      <a:lnTo>
                        <a:pt x="1133" y="352"/>
                      </a:lnTo>
                      <a:lnTo>
                        <a:pt x="1132" y="353"/>
                      </a:lnTo>
                      <a:lnTo>
                        <a:pt x="1128" y="356"/>
                      </a:lnTo>
                      <a:lnTo>
                        <a:pt x="1123" y="359"/>
                      </a:lnTo>
                      <a:lnTo>
                        <a:pt x="1115" y="362"/>
                      </a:lnTo>
                      <a:lnTo>
                        <a:pt x="1104" y="365"/>
                      </a:lnTo>
                      <a:lnTo>
                        <a:pt x="1092" y="368"/>
                      </a:lnTo>
                      <a:lnTo>
                        <a:pt x="1076" y="369"/>
                      </a:lnTo>
                      <a:lnTo>
                        <a:pt x="1068" y="369"/>
                      </a:lnTo>
                      <a:lnTo>
                        <a:pt x="1061" y="368"/>
                      </a:lnTo>
                      <a:lnTo>
                        <a:pt x="1056" y="365"/>
                      </a:lnTo>
                      <a:lnTo>
                        <a:pt x="1051" y="363"/>
                      </a:lnTo>
                      <a:lnTo>
                        <a:pt x="1045" y="358"/>
                      </a:lnTo>
                      <a:lnTo>
                        <a:pt x="1038" y="354"/>
                      </a:lnTo>
                      <a:lnTo>
                        <a:pt x="1029" y="350"/>
                      </a:lnTo>
                      <a:lnTo>
                        <a:pt x="1017" y="346"/>
                      </a:lnTo>
                      <a:lnTo>
                        <a:pt x="1002" y="342"/>
                      </a:lnTo>
                      <a:lnTo>
                        <a:pt x="983" y="340"/>
                      </a:lnTo>
                      <a:lnTo>
                        <a:pt x="959" y="340"/>
                      </a:lnTo>
                      <a:lnTo>
                        <a:pt x="930" y="340"/>
                      </a:lnTo>
                      <a:lnTo>
                        <a:pt x="924" y="341"/>
                      </a:lnTo>
                      <a:lnTo>
                        <a:pt x="918" y="341"/>
                      </a:lnTo>
                      <a:lnTo>
                        <a:pt x="912" y="342"/>
                      </a:lnTo>
                      <a:lnTo>
                        <a:pt x="907" y="344"/>
                      </a:lnTo>
                      <a:lnTo>
                        <a:pt x="907" y="342"/>
                      </a:lnTo>
                      <a:lnTo>
                        <a:pt x="888" y="346"/>
                      </a:lnTo>
                      <a:lnTo>
                        <a:pt x="884" y="340"/>
                      </a:lnTo>
                      <a:lnTo>
                        <a:pt x="894" y="330"/>
                      </a:lnTo>
                      <a:lnTo>
                        <a:pt x="894" y="328"/>
                      </a:lnTo>
                      <a:lnTo>
                        <a:pt x="896" y="293"/>
                      </a:lnTo>
                      <a:lnTo>
                        <a:pt x="899" y="222"/>
                      </a:lnTo>
                      <a:lnTo>
                        <a:pt x="900" y="147"/>
                      </a:lnTo>
                      <a:lnTo>
                        <a:pt x="898" y="98"/>
                      </a:lnTo>
                      <a:lnTo>
                        <a:pt x="895" y="91"/>
                      </a:lnTo>
                      <a:lnTo>
                        <a:pt x="890" y="85"/>
                      </a:lnTo>
                      <a:lnTo>
                        <a:pt x="882" y="77"/>
                      </a:lnTo>
                      <a:lnTo>
                        <a:pt x="872" y="73"/>
                      </a:lnTo>
                      <a:lnTo>
                        <a:pt x="859" y="68"/>
                      </a:lnTo>
                      <a:lnTo>
                        <a:pt x="844" y="63"/>
                      </a:lnTo>
                      <a:lnTo>
                        <a:pt x="825" y="60"/>
                      </a:lnTo>
                      <a:lnTo>
                        <a:pt x="805" y="56"/>
                      </a:lnTo>
                      <a:lnTo>
                        <a:pt x="782" y="52"/>
                      </a:lnTo>
                      <a:lnTo>
                        <a:pt x="757" y="50"/>
                      </a:lnTo>
                      <a:lnTo>
                        <a:pt x="728" y="49"/>
                      </a:lnTo>
                      <a:lnTo>
                        <a:pt x="697" y="46"/>
                      </a:lnTo>
                      <a:lnTo>
                        <a:pt x="664" y="46"/>
                      </a:lnTo>
                      <a:lnTo>
                        <a:pt x="627" y="45"/>
                      </a:lnTo>
                      <a:lnTo>
                        <a:pt x="589" y="45"/>
                      </a:lnTo>
                      <a:lnTo>
                        <a:pt x="547" y="46"/>
                      </a:lnTo>
                      <a:lnTo>
                        <a:pt x="500" y="48"/>
                      </a:lnTo>
                      <a:lnTo>
                        <a:pt x="456" y="50"/>
                      </a:lnTo>
                      <a:lnTo>
                        <a:pt x="419" y="52"/>
                      </a:lnTo>
                      <a:lnTo>
                        <a:pt x="385" y="56"/>
                      </a:lnTo>
                      <a:lnTo>
                        <a:pt x="355" y="60"/>
                      </a:lnTo>
                      <a:lnTo>
                        <a:pt x="330" y="63"/>
                      </a:lnTo>
                      <a:lnTo>
                        <a:pt x="309" y="68"/>
                      </a:lnTo>
                      <a:lnTo>
                        <a:pt x="291" y="71"/>
                      </a:lnTo>
                      <a:lnTo>
                        <a:pt x="275" y="75"/>
                      </a:lnTo>
                      <a:lnTo>
                        <a:pt x="262" y="80"/>
                      </a:lnTo>
                      <a:lnTo>
                        <a:pt x="253" y="83"/>
                      </a:lnTo>
                      <a:lnTo>
                        <a:pt x="245" y="86"/>
                      </a:lnTo>
                      <a:lnTo>
                        <a:pt x="240" y="88"/>
                      </a:lnTo>
                      <a:lnTo>
                        <a:pt x="237" y="91"/>
                      </a:lnTo>
                      <a:lnTo>
                        <a:pt x="235" y="92"/>
                      </a:lnTo>
                      <a:lnTo>
                        <a:pt x="234" y="93"/>
                      </a:lnTo>
                      <a:lnTo>
                        <a:pt x="231" y="95"/>
                      </a:lnTo>
                      <a:lnTo>
                        <a:pt x="225" y="103"/>
                      </a:lnTo>
                      <a:lnTo>
                        <a:pt x="214" y="113"/>
                      </a:lnTo>
                      <a:lnTo>
                        <a:pt x="200" y="129"/>
                      </a:lnTo>
                      <a:lnTo>
                        <a:pt x="183" y="146"/>
                      </a:lnTo>
                      <a:lnTo>
                        <a:pt x="165" y="165"/>
                      </a:lnTo>
                      <a:lnTo>
                        <a:pt x="146" y="185"/>
                      </a:lnTo>
                      <a:lnTo>
                        <a:pt x="126" y="206"/>
                      </a:lnTo>
                      <a:lnTo>
                        <a:pt x="106" y="227"/>
                      </a:lnTo>
                      <a:lnTo>
                        <a:pt x="85" y="248"/>
                      </a:lnTo>
                      <a:lnTo>
                        <a:pt x="67" y="267"/>
                      </a:lnTo>
                      <a:lnTo>
                        <a:pt x="51" y="284"/>
                      </a:lnTo>
                      <a:lnTo>
                        <a:pt x="38" y="299"/>
                      </a:lnTo>
                      <a:lnTo>
                        <a:pt x="27" y="310"/>
                      </a:lnTo>
                      <a:lnTo>
                        <a:pt x="20" y="317"/>
                      </a:lnTo>
                      <a:lnTo>
                        <a:pt x="18" y="320"/>
                      </a:lnTo>
                      <a:lnTo>
                        <a:pt x="19" y="321"/>
                      </a:lnTo>
                      <a:lnTo>
                        <a:pt x="13" y="322"/>
                      </a:lnTo>
                      <a:lnTo>
                        <a:pt x="8" y="322"/>
                      </a:lnTo>
                      <a:lnTo>
                        <a:pt x="3" y="323"/>
                      </a:lnTo>
                      <a:lnTo>
                        <a:pt x="0" y="323"/>
                      </a:lnTo>
                      <a:lnTo>
                        <a:pt x="8" y="315"/>
                      </a:lnTo>
                      <a:lnTo>
                        <a:pt x="20" y="303"/>
                      </a:lnTo>
                      <a:lnTo>
                        <a:pt x="32" y="290"/>
                      </a:lnTo>
                      <a:lnTo>
                        <a:pt x="46" y="275"/>
                      </a:lnTo>
                      <a:lnTo>
                        <a:pt x="62" y="258"/>
                      </a:lnTo>
                      <a:lnTo>
                        <a:pt x="78" y="242"/>
                      </a:lnTo>
                      <a:lnTo>
                        <a:pt x="95" y="225"/>
                      </a:lnTo>
                      <a:lnTo>
                        <a:pt x="112" y="207"/>
                      </a:lnTo>
                      <a:lnTo>
                        <a:pt x="129" y="189"/>
                      </a:lnTo>
                      <a:lnTo>
                        <a:pt x="145" y="172"/>
                      </a:lnTo>
                      <a:lnTo>
                        <a:pt x="161" y="155"/>
                      </a:lnTo>
                      <a:lnTo>
                        <a:pt x="175" y="141"/>
                      </a:lnTo>
                      <a:lnTo>
                        <a:pt x="188" y="128"/>
                      </a:lnTo>
                      <a:lnTo>
                        <a:pt x="199" y="116"/>
                      </a:lnTo>
                      <a:lnTo>
                        <a:pt x="208" y="107"/>
                      </a:lnTo>
                      <a:lnTo>
                        <a:pt x="214" y="101"/>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8" name="Freeform 816"/>
                <p:cNvSpPr>
                  <a:spLocks/>
                </p:cNvSpPr>
                <p:nvPr/>
              </p:nvSpPr>
              <p:spPr bwMode="auto">
                <a:xfrm>
                  <a:off x="5423" y="3313"/>
                  <a:ext cx="36" cy="48"/>
                </a:xfrm>
                <a:custGeom>
                  <a:avLst/>
                  <a:gdLst>
                    <a:gd name="T0" fmla="*/ 0 w 247"/>
                    <a:gd name="T1" fmla="*/ 0 h 242"/>
                    <a:gd name="T2" fmla="*/ 0 w 247"/>
                    <a:gd name="T3" fmla="*/ 0 h 242"/>
                    <a:gd name="T4" fmla="*/ 0 w 247"/>
                    <a:gd name="T5" fmla="*/ 0 h 242"/>
                    <a:gd name="T6" fmla="*/ 0 w 247"/>
                    <a:gd name="T7" fmla="*/ 0 h 242"/>
                    <a:gd name="T8" fmla="*/ 0 w 247"/>
                    <a:gd name="T9" fmla="*/ 0 h 242"/>
                    <a:gd name="T10" fmla="*/ 0 w 247"/>
                    <a:gd name="T11" fmla="*/ 0 h 242"/>
                    <a:gd name="T12" fmla="*/ 0 w 247"/>
                    <a:gd name="T13" fmla="*/ 0 h 242"/>
                    <a:gd name="T14" fmla="*/ 0 w 247"/>
                    <a:gd name="T15" fmla="*/ 0 h 242"/>
                    <a:gd name="T16" fmla="*/ 0 w 247"/>
                    <a:gd name="T17" fmla="*/ 0 h 242"/>
                    <a:gd name="T18" fmla="*/ 0 w 247"/>
                    <a:gd name="T19" fmla="*/ 0 h 242"/>
                    <a:gd name="T20" fmla="*/ 0 w 247"/>
                    <a:gd name="T21" fmla="*/ 0 h 242"/>
                    <a:gd name="T22" fmla="*/ 0 w 247"/>
                    <a:gd name="T23" fmla="*/ 0 h 242"/>
                    <a:gd name="T24" fmla="*/ 0 w 247"/>
                    <a:gd name="T25" fmla="*/ 0 h 242"/>
                    <a:gd name="T26" fmla="*/ 0 w 247"/>
                    <a:gd name="T27" fmla="*/ 0 h 242"/>
                    <a:gd name="T28" fmla="*/ 0 w 247"/>
                    <a:gd name="T29" fmla="*/ 0 h 242"/>
                    <a:gd name="T30" fmla="*/ 0 w 247"/>
                    <a:gd name="T31" fmla="*/ 0 h 242"/>
                    <a:gd name="T32" fmla="*/ 0 w 247"/>
                    <a:gd name="T33" fmla="*/ 0 h 242"/>
                    <a:gd name="T34" fmla="*/ 0 w 247"/>
                    <a:gd name="T35" fmla="*/ 0 h 242"/>
                    <a:gd name="T36" fmla="*/ 0 w 247"/>
                    <a:gd name="T37" fmla="*/ 0 h 242"/>
                    <a:gd name="T38" fmla="*/ 0 w 247"/>
                    <a:gd name="T39" fmla="*/ 0 h 242"/>
                    <a:gd name="T40" fmla="*/ 0 w 247"/>
                    <a:gd name="T41" fmla="*/ 0 h 242"/>
                    <a:gd name="T42" fmla="*/ 0 w 247"/>
                    <a:gd name="T43" fmla="*/ 0 h 242"/>
                    <a:gd name="T44" fmla="*/ 0 w 247"/>
                    <a:gd name="T45" fmla="*/ 0 h 242"/>
                    <a:gd name="T46" fmla="*/ 0 w 247"/>
                    <a:gd name="T47" fmla="*/ 0 h 242"/>
                    <a:gd name="T48" fmla="*/ 0 w 247"/>
                    <a:gd name="T49" fmla="*/ 0 h 242"/>
                    <a:gd name="T50" fmla="*/ 0 w 247"/>
                    <a:gd name="T51" fmla="*/ 0 h 242"/>
                    <a:gd name="T52" fmla="*/ 0 w 247"/>
                    <a:gd name="T53" fmla="*/ 0 h 242"/>
                    <a:gd name="T54" fmla="*/ 0 w 247"/>
                    <a:gd name="T55" fmla="*/ 0 h 242"/>
                    <a:gd name="T56" fmla="*/ 0 w 247"/>
                    <a:gd name="T57" fmla="*/ 0 h 242"/>
                    <a:gd name="T58" fmla="*/ 0 w 247"/>
                    <a:gd name="T59" fmla="*/ 0 h 242"/>
                    <a:gd name="T60" fmla="*/ 0 w 247"/>
                    <a:gd name="T61" fmla="*/ 0 h 242"/>
                    <a:gd name="T62" fmla="*/ 0 w 247"/>
                    <a:gd name="T63" fmla="*/ 0 h 242"/>
                    <a:gd name="T64" fmla="*/ 0 w 247"/>
                    <a:gd name="T65" fmla="*/ 0 h 242"/>
                    <a:gd name="T66" fmla="*/ 0 w 247"/>
                    <a:gd name="T67" fmla="*/ 0 h 242"/>
                    <a:gd name="T68" fmla="*/ 0 w 247"/>
                    <a:gd name="T69" fmla="*/ 0 h 242"/>
                    <a:gd name="T70" fmla="*/ 0 w 247"/>
                    <a:gd name="T71" fmla="*/ 0 h 24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47"/>
                    <a:gd name="T109" fmla="*/ 0 h 242"/>
                    <a:gd name="T110" fmla="*/ 247 w 247"/>
                    <a:gd name="T111" fmla="*/ 242 h 24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47" h="242">
                      <a:moveTo>
                        <a:pt x="247" y="195"/>
                      </a:moveTo>
                      <a:lnTo>
                        <a:pt x="246" y="197"/>
                      </a:lnTo>
                      <a:lnTo>
                        <a:pt x="246" y="198"/>
                      </a:lnTo>
                      <a:lnTo>
                        <a:pt x="245" y="199"/>
                      </a:lnTo>
                      <a:lnTo>
                        <a:pt x="243" y="199"/>
                      </a:lnTo>
                      <a:lnTo>
                        <a:pt x="240" y="201"/>
                      </a:lnTo>
                      <a:lnTo>
                        <a:pt x="235" y="203"/>
                      </a:lnTo>
                      <a:lnTo>
                        <a:pt x="229" y="206"/>
                      </a:lnTo>
                      <a:lnTo>
                        <a:pt x="222" y="209"/>
                      </a:lnTo>
                      <a:lnTo>
                        <a:pt x="215" y="212"/>
                      </a:lnTo>
                      <a:lnTo>
                        <a:pt x="209" y="215"/>
                      </a:lnTo>
                      <a:lnTo>
                        <a:pt x="203" y="217"/>
                      </a:lnTo>
                      <a:lnTo>
                        <a:pt x="204" y="211"/>
                      </a:lnTo>
                      <a:lnTo>
                        <a:pt x="205" y="204"/>
                      </a:lnTo>
                      <a:lnTo>
                        <a:pt x="205" y="197"/>
                      </a:lnTo>
                      <a:lnTo>
                        <a:pt x="204" y="191"/>
                      </a:lnTo>
                      <a:lnTo>
                        <a:pt x="203" y="187"/>
                      </a:lnTo>
                      <a:lnTo>
                        <a:pt x="201" y="185"/>
                      </a:lnTo>
                      <a:lnTo>
                        <a:pt x="198" y="182"/>
                      </a:lnTo>
                      <a:lnTo>
                        <a:pt x="195" y="180"/>
                      </a:lnTo>
                      <a:lnTo>
                        <a:pt x="186" y="176"/>
                      </a:lnTo>
                      <a:lnTo>
                        <a:pt x="174" y="174"/>
                      </a:lnTo>
                      <a:lnTo>
                        <a:pt x="160" y="173"/>
                      </a:lnTo>
                      <a:lnTo>
                        <a:pt x="145" y="173"/>
                      </a:lnTo>
                      <a:lnTo>
                        <a:pt x="131" y="174"/>
                      </a:lnTo>
                      <a:lnTo>
                        <a:pt x="118" y="175"/>
                      </a:lnTo>
                      <a:lnTo>
                        <a:pt x="107" y="177"/>
                      </a:lnTo>
                      <a:lnTo>
                        <a:pt x="99" y="180"/>
                      </a:lnTo>
                      <a:lnTo>
                        <a:pt x="91" y="185"/>
                      </a:lnTo>
                      <a:lnTo>
                        <a:pt x="85" y="189"/>
                      </a:lnTo>
                      <a:lnTo>
                        <a:pt x="79" y="195"/>
                      </a:lnTo>
                      <a:lnTo>
                        <a:pt x="74" y="201"/>
                      </a:lnTo>
                      <a:lnTo>
                        <a:pt x="71" y="205"/>
                      </a:lnTo>
                      <a:lnTo>
                        <a:pt x="68" y="209"/>
                      </a:lnTo>
                      <a:lnTo>
                        <a:pt x="65" y="212"/>
                      </a:lnTo>
                      <a:lnTo>
                        <a:pt x="61" y="216"/>
                      </a:lnTo>
                      <a:lnTo>
                        <a:pt x="56" y="219"/>
                      </a:lnTo>
                      <a:lnTo>
                        <a:pt x="49" y="223"/>
                      </a:lnTo>
                      <a:lnTo>
                        <a:pt x="42" y="227"/>
                      </a:lnTo>
                      <a:lnTo>
                        <a:pt x="33" y="230"/>
                      </a:lnTo>
                      <a:lnTo>
                        <a:pt x="24" y="234"/>
                      </a:lnTo>
                      <a:lnTo>
                        <a:pt x="16" y="236"/>
                      </a:lnTo>
                      <a:lnTo>
                        <a:pt x="7" y="240"/>
                      </a:lnTo>
                      <a:lnTo>
                        <a:pt x="0" y="242"/>
                      </a:lnTo>
                      <a:lnTo>
                        <a:pt x="2" y="32"/>
                      </a:lnTo>
                      <a:lnTo>
                        <a:pt x="2" y="31"/>
                      </a:lnTo>
                      <a:lnTo>
                        <a:pt x="2" y="29"/>
                      </a:lnTo>
                      <a:lnTo>
                        <a:pt x="3" y="22"/>
                      </a:lnTo>
                      <a:lnTo>
                        <a:pt x="7" y="12"/>
                      </a:lnTo>
                      <a:lnTo>
                        <a:pt x="17" y="5"/>
                      </a:lnTo>
                      <a:lnTo>
                        <a:pt x="27" y="2"/>
                      </a:lnTo>
                      <a:lnTo>
                        <a:pt x="42" y="1"/>
                      </a:lnTo>
                      <a:lnTo>
                        <a:pt x="61" y="0"/>
                      </a:lnTo>
                      <a:lnTo>
                        <a:pt x="81" y="1"/>
                      </a:lnTo>
                      <a:lnTo>
                        <a:pt x="100" y="2"/>
                      </a:lnTo>
                      <a:lnTo>
                        <a:pt x="117" y="4"/>
                      </a:lnTo>
                      <a:lnTo>
                        <a:pt x="130" y="6"/>
                      </a:lnTo>
                      <a:lnTo>
                        <a:pt x="137" y="7"/>
                      </a:lnTo>
                      <a:lnTo>
                        <a:pt x="142" y="14"/>
                      </a:lnTo>
                      <a:lnTo>
                        <a:pt x="152" y="29"/>
                      </a:lnTo>
                      <a:lnTo>
                        <a:pt x="164" y="50"/>
                      </a:lnTo>
                      <a:lnTo>
                        <a:pt x="181" y="76"/>
                      </a:lnTo>
                      <a:lnTo>
                        <a:pt x="197" y="103"/>
                      </a:lnTo>
                      <a:lnTo>
                        <a:pt x="215" y="132"/>
                      </a:lnTo>
                      <a:lnTo>
                        <a:pt x="231" y="161"/>
                      </a:lnTo>
                      <a:lnTo>
                        <a:pt x="247" y="187"/>
                      </a:lnTo>
                      <a:lnTo>
                        <a:pt x="247" y="188"/>
                      </a:lnTo>
                      <a:lnTo>
                        <a:pt x="247" y="191"/>
                      </a:lnTo>
                      <a:lnTo>
                        <a:pt x="247" y="193"/>
                      </a:lnTo>
                      <a:lnTo>
                        <a:pt x="247" y="195"/>
                      </a:lnTo>
                      <a:close/>
                    </a:path>
                  </a:pathLst>
                </a:custGeom>
                <a:solidFill>
                  <a:srgbClr val="001E5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69" name="Freeform 817"/>
                <p:cNvSpPr>
                  <a:spLocks/>
                </p:cNvSpPr>
                <p:nvPr/>
              </p:nvSpPr>
              <p:spPr bwMode="auto">
                <a:xfrm>
                  <a:off x="5272" y="3346"/>
                  <a:ext cx="20" cy="14"/>
                </a:xfrm>
                <a:custGeom>
                  <a:avLst/>
                  <a:gdLst>
                    <a:gd name="T0" fmla="*/ 0 w 140"/>
                    <a:gd name="T1" fmla="*/ 0 h 69"/>
                    <a:gd name="T2" fmla="*/ 0 w 140"/>
                    <a:gd name="T3" fmla="*/ 0 h 69"/>
                    <a:gd name="T4" fmla="*/ 0 w 140"/>
                    <a:gd name="T5" fmla="*/ 0 h 69"/>
                    <a:gd name="T6" fmla="*/ 0 w 140"/>
                    <a:gd name="T7" fmla="*/ 0 h 69"/>
                    <a:gd name="T8" fmla="*/ 0 w 140"/>
                    <a:gd name="T9" fmla="*/ 0 h 69"/>
                    <a:gd name="T10" fmla="*/ 0 w 140"/>
                    <a:gd name="T11" fmla="*/ 0 h 69"/>
                    <a:gd name="T12" fmla="*/ 0 w 140"/>
                    <a:gd name="T13" fmla="*/ 0 h 69"/>
                    <a:gd name="T14" fmla="*/ 0 w 140"/>
                    <a:gd name="T15" fmla="*/ 0 h 69"/>
                    <a:gd name="T16" fmla="*/ 0 w 140"/>
                    <a:gd name="T17" fmla="*/ 0 h 69"/>
                    <a:gd name="T18" fmla="*/ 0 w 140"/>
                    <a:gd name="T19" fmla="*/ 0 h 69"/>
                    <a:gd name="T20" fmla="*/ 0 w 140"/>
                    <a:gd name="T21" fmla="*/ 0 h 69"/>
                    <a:gd name="T22" fmla="*/ 0 w 140"/>
                    <a:gd name="T23" fmla="*/ 0 h 69"/>
                    <a:gd name="T24" fmla="*/ 0 w 140"/>
                    <a:gd name="T25" fmla="*/ 0 h 69"/>
                    <a:gd name="T26" fmla="*/ 0 w 140"/>
                    <a:gd name="T27" fmla="*/ 0 h 69"/>
                    <a:gd name="T28" fmla="*/ 0 w 140"/>
                    <a:gd name="T29" fmla="*/ 0 h 69"/>
                    <a:gd name="T30" fmla="*/ 0 w 140"/>
                    <a:gd name="T31" fmla="*/ 0 h 69"/>
                    <a:gd name="T32" fmla="*/ 0 w 140"/>
                    <a:gd name="T33" fmla="*/ 0 h 69"/>
                    <a:gd name="T34" fmla="*/ 0 w 140"/>
                    <a:gd name="T35" fmla="*/ 0 h 69"/>
                    <a:gd name="T36" fmla="*/ 0 w 140"/>
                    <a:gd name="T37" fmla="*/ 0 h 69"/>
                    <a:gd name="T38" fmla="*/ 0 w 140"/>
                    <a:gd name="T39" fmla="*/ 0 h 69"/>
                    <a:gd name="T40" fmla="*/ 0 w 140"/>
                    <a:gd name="T41" fmla="*/ 0 h 69"/>
                    <a:gd name="T42" fmla="*/ 0 w 140"/>
                    <a:gd name="T43" fmla="*/ 0 h 69"/>
                    <a:gd name="T44" fmla="*/ 0 w 140"/>
                    <a:gd name="T45" fmla="*/ 0 h 69"/>
                    <a:gd name="T46" fmla="*/ 0 w 140"/>
                    <a:gd name="T47" fmla="*/ 0 h 69"/>
                    <a:gd name="T48" fmla="*/ 0 w 140"/>
                    <a:gd name="T49" fmla="*/ 0 h 69"/>
                    <a:gd name="T50" fmla="*/ 0 w 140"/>
                    <a:gd name="T51" fmla="*/ 0 h 69"/>
                    <a:gd name="T52" fmla="*/ 0 w 140"/>
                    <a:gd name="T53" fmla="*/ 0 h 69"/>
                    <a:gd name="T54" fmla="*/ 0 w 140"/>
                    <a:gd name="T55" fmla="*/ 0 h 69"/>
                    <a:gd name="T56" fmla="*/ 0 w 140"/>
                    <a:gd name="T57" fmla="*/ 0 h 69"/>
                    <a:gd name="T58" fmla="*/ 0 w 140"/>
                    <a:gd name="T59" fmla="*/ 0 h 69"/>
                    <a:gd name="T60" fmla="*/ 0 w 140"/>
                    <a:gd name="T61" fmla="*/ 0 h 69"/>
                    <a:gd name="T62" fmla="*/ 0 w 140"/>
                    <a:gd name="T63" fmla="*/ 0 h 69"/>
                    <a:gd name="T64" fmla="*/ 0 w 140"/>
                    <a:gd name="T65" fmla="*/ 0 h 69"/>
                    <a:gd name="T66" fmla="*/ 0 w 140"/>
                    <a:gd name="T67" fmla="*/ 0 h 69"/>
                    <a:gd name="T68" fmla="*/ 0 w 140"/>
                    <a:gd name="T69" fmla="*/ 0 h 69"/>
                    <a:gd name="T70" fmla="*/ 0 w 140"/>
                    <a:gd name="T71" fmla="*/ 0 h 69"/>
                    <a:gd name="T72" fmla="*/ 0 w 140"/>
                    <a:gd name="T73" fmla="*/ 0 h 69"/>
                    <a:gd name="T74" fmla="*/ 0 w 140"/>
                    <a:gd name="T75" fmla="*/ 0 h 69"/>
                    <a:gd name="T76" fmla="*/ 0 w 140"/>
                    <a:gd name="T77" fmla="*/ 0 h 69"/>
                    <a:gd name="T78" fmla="*/ 0 w 140"/>
                    <a:gd name="T79" fmla="*/ 0 h 69"/>
                    <a:gd name="T80" fmla="*/ 0 w 140"/>
                    <a:gd name="T81" fmla="*/ 0 h 69"/>
                    <a:gd name="T82" fmla="*/ 0 w 140"/>
                    <a:gd name="T83" fmla="*/ 0 h 69"/>
                    <a:gd name="T84" fmla="*/ 0 w 140"/>
                    <a:gd name="T85" fmla="*/ 0 h 69"/>
                    <a:gd name="T86" fmla="*/ 0 w 140"/>
                    <a:gd name="T87" fmla="*/ 0 h 69"/>
                    <a:gd name="T88" fmla="*/ 0 w 140"/>
                    <a:gd name="T89" fmla="*/ 0 h 69"/>
                    <a:gd name="T90" fmla="*/ 0 w 140"/>
                    <a:gd name="T91" fmla="*/ 0 h 69"/>
                    <a:gd name="T92" fmla="*/ 0 w 140"/>
                    <a:gd name="T93" fmla="*/ 0 h 69"/>
                    <a:gd name="T94" fmla="*/ 0 w 140"/>
                    <a:gd name="T95" fmla="*/ 0 h 69"/>
                    <a:gd name="T96" fmla="*/ 0 w 140"/>
                    <a:gd name="T97" fmla="*/ 0 h 69"/>
                    <a:gd name="T98" fmla="*/ 0 w 140"/>
                    <a:gd name="T99" fmla="*/ 0 h 69"/>
                    <a:gd name="T100" fmla="*/ 0 w 140"/>
                    <a:gd name="T101" fmla="*/ 0 h 69"/>
                    <a:gd name="T102" fmla="*/ 0 w 140"/>
                    <a:gd name="T103" fmla="*/ 0 h 69"/>
                    <a:gd name="T104" fmla="*/ 0 w 140"/>
                    <a:gd name="T105" fmla="*/ 0 h 69"/>
                    <a:gd name="T106" fmla="*/ 0 w 140"/>
                    <a:gd name="T107" fmla="*/ 0 h 69"/>
                    <a:gd name="T108" fmla="*/ 0 w 140"/>
                    <a:gd name="T109" fmla="*/ 0 h 69"/>
                    <a:gd name="T110" fmla="*/ 0 w 140"/>
                    <a:gd name="T111" fmla="*/ 0 h 69"/>
                    <a:gd name="T112" fmla="*/ 0 w 140"/>
                    <a:gd name="T113" fmla="*/ 0 h 6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0"/>
                    <a:gd name="T172" fmla="*/ 0 h 69"/>
                    <a:gd name="T173" fmla="*/ 140 w 140"/>
                    <a:gd name="T174" fmla="*/ 69 h 6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0" h="69">
                      <a:moveTo>
                        <a:pt x="118" y="59"/>
                      </a:moveTo>
                      <a:lnTo>
                        <a:pt x="109" y="58"/>
                      </a:lnTo>
                      <a:lnTo>
                        <a:pt x="102" y="58"/>
                      </a:lnTo>
                      <a:lnTo>
                        <a:pt x="96" y="60"/>
                      </a:lnTo>
                      <a:lnTo>
                        <a:pt x="90" y="63"/>
                      </a:lnTo>
                      <a:lnTo>
                        <a:pt x="87" y="64"/>
                      </a:lnTo>
                      <a:lnTo>
                        <a:pt x="83" y="65"/>
                      </a:lnTo>
                      <a:lnTo>
                        <a:pt x="79" y="66"/>
                      </a:lnTo>
                      <a:lnTo>
                        <a:pt x="74" y="68"/>
                      </a:lnTo>
                      <a:lnTo>
                        <a:pt x="69" y="69"/>
                      </a:lnTo>
                      <a:lnTo>
                        <a:pt x="63" y="69"/>
                      </a:lnTo>
                      <a:lnTo>
                        <a:pt x="56" y="68"/>
                      </a:lnTo>
                      <a:lnTo>
                        <a:pt x="48" y="66"/>
                      </a:lnTo>
                      <a:lnTo>
                        <a:pt x="38" y="64"/>
                      </a:lnTo>
                      <a:lnTo>
                        <a:pt x="31" y="62"/>
                      </a:lnTo>
                      <a:lnTo>
                        <a:pt x="24" y="59"/>
                      </a:lnTo>
                      <a:lnTo>
                        <a:pt x="19" y="54"/>
                      </a:lnTo>
                      <a:lnTo>
                        <a:pt x="14" y="51"/>
                      </a:lnTo>
                      <a:lnTo>
                        <a:pt x="10" y="47"/>
                      </a:lnTo>
                      <a:lnTo>
                        <a:pt x="7" y="42"/>
                      </a:lnTo>
                      <a:lnTo>
                        <a:pt x="5" y="39"/>
                      </a:lnTo>
                      <a:lnTo>
                        <a:pt x="2" y="30"/>
                      </a:lnTo>
                      <a:lnTo>
                        <a:pt x="0" y="22"/>
                      </a:lnTo>
                      <a:lnTo>
                        <a:pt x="0" y="16"/>
                      </a:lnTo>
                      <a:lnTo>
                        <a:pt x="0" y="10"/>
                      </a:lnTo>
                      <a:lnTo>
                        <a:pt x="1" y="9"/>
                      </a:lnTo>
                      <a:lnTo>
                        <a:pt x="2" y="8"/>
                      </a:lnTo>
                      <a:lnTo>
                        <a:pt x="3" y="6"/>
                      </a:lnTo>
                      <a:lnTo>
                        <a:pt x="11" y="4"/>
                      </a:lnTo>
                      <a:lnTo>
                        <a:pt x="22" y="2"/>
                      </a:lnTo>
                      <a:lnTo>
                        <a:pt x="34" y="0"/>
                      </a:lnTo>
                      <a:lnTo>
                        <a:pt x="48" y="2"/>
                      </a:lnTo>
                      <a:lnTo>
                        <a:pt x="61" y="2"/>
                      </a:lnTo>
                      <a:lnTo>
                        <a:pt x="73" y="4"/>
                      </a:lnTo>
                      <a:lnTo>
                        <a:pt x="84" y="5"/>
                      </a:lnTo>
                      <a:lnTo>
                        <a:pt x="91" y="8"/>
                      </a:lnTo>
                      <a:lnTo>
                        <a:pt x="97" y="11"/>
                      </a:lnTo>
                      <a:lnTo>
                        <a:pt x="102" y="16"/>
                      </a:lnTo>
                      <a:lnTo>
                        <a:pt x="106" y="21"/>
                      </a:lnTo>
                      <a:lnTo>
                        <a:pt x="110" y="26"/>
                      </a:lnTo>
                      <a:lnTo>
                        <a:pt x="113" y="29"/>
                      </a:lnTo>
                      <a:lnTo>
                        <a:pt x="117" y="34"/>
                      </a:lnTo>
                      <a:lnTo>
                        <a:pt x="121" y="38"/>
                      </a:lnTo>
                      <a:lnTo>
                        <a:pt x="126" y="42"/>
                      </a:lnTo>
                      <a:lnTo>
                        <a:pt x="131" y="46"/>
                      </a:lnTo>
                      <a:lnTo>
                        <a:pt x="135" y="48"/>
                      </a:lnTo>
                      <a:lnTo>
                        <a:pt x="138" y="50"/>
                      </a:lnTo>
                      <a:lnTo>
                        <a:pt x="140" y="51"/>
                      </a:lnTo>
                      <a:lnTo>
                        <a:pt x="137" y="54"/>
                      </a:lnTo>
                      <a:lnTo>
                        <a:pt x="134" y="58"/>
                      </a:lnTo>
                      <a:lnTo>
                        <a:pt x="131" y="62"/>
                      </a:lnTo>
                      <a:lnTo>
                        <a:pt x="128" y="64"/>
                      </a:lnTo>
                      <a:lnTo>
                        <a:pt x="126" y="63"/>
                      </a:lnTo>
                      <a:lnTo>
                        <a:pt x="123" y="62"/>
                      </a:lnTo>
                      <a:lnTo>
                        <a:pt x="121" y="60"/>
                      </a:lnTo>
                      <a:lnTo>
                        <a:pt x="118" y="59"/>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0" name="Freeform 818"/>
                <p:cNvSpPr>
                  <a:spLocks/>
                </p:cNvSpPr>
                <p:nvPr/>
              </p:nvSpPr>
              <p:spPr bwMode="auto">
                <a:xfrm>
                  <a:off x="5234" y="3362"/>
                  <a:ext cx="181" cy="69"/>
                </a:xfrm>
                <a:custGeom>
                  <a:avLst/>
                  <a:gdLst>
                    <a:gd name="T0" fmla="*/ 0 w 1269"/>
                    <a:gd name="T1" fmla="*/ 0 h 346"/>
                    <a:gd name="T2" fmla="*/ 0 w 1269"/>
                    <a:gd name="T3" fmla="*/ 0 h 346"/>
                    <a:gd name="T4" fmla="*/ 0 w 1269"/>
                    <a:gd name="T5" fmla="*/ 0 h 346"/>
                    <a:gd name="T6" fmla="*/ 0 w 1269"/>
                    <a:gd name="T7" fmla="*/ 0 h 346"/>
                    <a:gd name="T8" fmla="*/ 0 w 1269"/>
                    <a:gd name="T9" fmla="*/ 0 h 346"/>
                    <a:gd name="T10" fmla="*/ 0 w 1269"/>
                    <a:gd name="T11" fmla="*/ 0 h 346"/>
                    <a:gd name="T12" fmla="*/ 0 w 1269"/>
                    <a:gd name="T13" fmla="*/ 0 h 346"/>
                    <a:gd name="T14" fmla="*/ 0 w 1269"/>
                    <a:gd name="T15" fmla="*/ 0 h 346"/>
                    <a:gd name="T16" fmla="*/ 0 w 1269"/>
                    <a:gd name="T17" fmla="*/ 0 h 346"/>
                    <a:gd name="T18" fmla="*/ 0 w 1269"/>
                    <a:gd name="T19" fmla="*/ 0 h 346"/>
                    <a:gd name="T20" fmla="*/ 0 w 1269"/>
                    <a:gd name="T21" fmla="*/ 0 h 346"/>
                    <a:gd name="T22" fmla="*/ 0 w 1269"/>
                    <a:gd name="T23" fmla="*/ 0 h 346"/>
                    <a:gd name="T24" fmla="*/ 0 w 1269"/>
                    <a:gd name="T25" fmla="*/ 0 h 346"/>
                    <a:gd name="T26" fmla="*/ 0 w 1269"/>
                    <a:gd name="T27" fmla="*/ 0 h 346"/>
                    <a:gd name="T28" fmla="*/ 0 w 1269"/>
                    <a:gd name="T29" fmla="*/ 0 h 346"/>
                    <a:gd name="T30" fmla="*/ 0 w 1269"/>
                    <a:gd name="T31" fmla="*/ 0 h 346"/>
                    <a:gd name="T32" fmla="*/ 0 w 1269"/>
                    <a:gd name="T33" fmla="*/ 0 h 346"/>
                    <a:gd name="T34" fmla="*/ 0 w 1269"/>
                    <a:gd name="T35" fmla="*/ 0 h 346"/>
                    <a:gd name="T36" fmla="*/ 0 w 1269"/>
                    <a:gd name="T37" fmla="*/ 0 h 346"/>
                    <a:gd name="T38" fmla="*/ 0 w 1269"/>
                    <a:gd name="T39" fmla="*/ 0 h 346"/>
                    <a:gd name="T40" fmla="*/ 0 w 1269"/>
                    <a:gd name="T41" fmla="*/ 0 h 346"/>
                    <a:gd name="T42" fmla="*/ 0 w 1269"/>
                    <a:gd name="T43" fmla="*/ 0 h 346"/>
                    <a:gd name="T44" fmla="*/ 0 w 1269"/>
                    <a:gd name="T45" fmla="*/ 0 h 346"/>
                    <a:gd name="T46" fmla="*/ 0 w 1269"/>
                    <a:gd name="T47" fmla="*/ 0 h 346"/>
                    <a:gd name="T48" fmla="*/ 0 w 1269"/>
                    <a:gd name="T49" fmla="*/ 0 h 346"/>
                    <a:gd name="T50" fmla="*/ 0 w 1269"/>
                    <a:gd name="T51" fmla="*/ 0 h 346"/>
                    <a:gd name="T52" fmla="*/ 0 w 1269"/>
                    <a:gd name="T53" fmla="*/ 0 h 346"/>
                    <a:gd name="T54" fmla="*/ 0 w 1269"/>
                    <a:gd name="T55" fmla="*/ 0 h 346"/>
                    <a:gd name="T56" fmla="*/ 0 w 1269"/>
                    <a:gd name="T57" fmla="*/ 0 h 346"/>
                    <a:gd name="T58" fmla="*/ 0 w 1269"/>
                    <a:gd name="T59" fmla="*/ 0 h 346"/>
                    <a:gd name="T60" fmla="*/ 0 w 1269"/>
                    <a:gd name="T61" fmla="*/ 0 h 346"/>
                    <a:gd name="T62" fmla="*/ 0 w 1269"/>
                    <a:gd name="T63" fmla="*/ 0 h 346"/>
                    <a:gd name="T64" fmla="*/ 0 w 1269"/>
                    <a:gd name="T65" fmla="*/ 0 h 346"/>
                    <a:gd name="T66" fmla="*/ 0 w 1269"/>
                    <a:gd name="T67" fmla="*/ 0 h 346"/>
                    <a:gd name="T68" fmla="*/ 0 w 1269"/>
                    <a:gd name="T69" fmla="*/ 0 h 346"/>
                    <a:gd name="T70" fmla="*/ 0 w 1269"/>
                    <a:gd name="T71" fmla="*/ 0 h 346"/>
                    <a:gd name="T72" fmla="*/ 0 w 1269"/>
                    <a:gd name="T73" fmla="*/ 0 h 346"/>
                    <a:gd name="T74" fmla="*/ 0 w 1269"/>
                    <a:gd name="T75" fmla="*/ 0 h 346"/>
                    <a:gd name="T76" fmla="*/ 0 w 1269"/>
                    <a:gd name="T77" fmla="*/ 0 h 346"/>
                    <a:gd name="T78" fmla="*/ 0 w 1269"/>
                    <a:gd name="T79" fmla="*/ 0 h 346"/>
                    <a:gd name="T80" fmla="*/ 0 w 1269"/>
                    <a:gd name="T81" fmla="*/ 0 h 346"/>
                    <a:gd name="T82" fmla="*/ 0 w 1269"/>
                    <a:gd name="T83" fmla="*/ 0 h 346"/>
                    <a:gd name="T84" fmla="*/ 0 w 1269"/>
                    <a:gd name="T85" fmla="*/ 0 h 346"/>
                    <a:gd name="T86" fmla="*/ 0 w 1269"/>
                    <a:gd name="T87" fmla="*/ 0 h 346"/>
                    <a:gd name="T88" fmla="*/ 0 w 1269"/>
                    <a:gd name="T89" fmla="*/ 0 h 346"/>
                    <a:gd name="T90" fmla="*/ 0 w 1269"/>
                    <a:gd name="T91" fmla="*/ 0 h 346"/>
                    <a:gd name="T92" fmla="*/ 0 w 1269"/>
                    <a:gd name="T93" fmla="*/ 0 h 346"/>
                    <a:gd name="T94" fmla="*/ 0 w 1269"/>
                    <a:gd name="T95" fmla="*/ 0 h 346"/>
                    <a:gd name="T96" fmla="*/ 0 w 1269"/>
                    <a:gd name="T97" fmla="*/ 0 h 346"/>
                    <a:gd name="T98" fmla="*/ 0 w 1269"/>
                    <a:gd name="T99" fmla="*/ 0 h 346"/>
                    <a:gd name="T100" fmla="*/ 0 w 1269"/>
                    <a:gd name="T101" fmla="*/ 0 h 346"/>
                    <a:gd name="T102" fmla="*/ 0 w 1269"/>
                    <a:gd name="T103" fmla="*/ 0 h 346"/>
                    <a:gd name="T104" fmla="*/ 0 w 1269"/>
                    <a:gd name="T105" fmla="*/ 0 h 346"/>
                    <a:gd name="T106" fmla="*/ 0 w 1269"/>
                    <a:gd name="T107" fmla="*/ 0 h 346"/>
                    <a:gd name="T108" fmla="*/ 0 w 1269"/>
                    <a:gd name="T109" fmla="*/ 0 h 346"/>
                    <a:gd name="T110" fmla="*/ 0 w 1269"/>
                    <a:gd name="T111" fmla="*/ 0 h 346"/>
                    <a:gd name="T112" fmla="*/ 0 w 1269"/>
                    <a:gd name="T113" fmla="*/ 0 h 346"/>
                    <a:gd name="T114" fmla="*/ 0 w 1269"/>
                    <a:gd name="T115" fmla="*/ 0 h 34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269"/>
                    <a:gd name="T175" fmla="*/ 0 h 346"/>
                    <a:gd name="T176" fmla="*/ 1269 w 1269"/>
                    <a:gd name="T177" fmla="*/ 346 h 34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269" h="346">
                      <a:moveTo>
                        <a:pt x="9" y="259"/>
                      </a:moveTo>
                      <a:lnTo>
                        <a:pt x="12" y="253"/>
                      </a:lnTo>
                      <a:lnTo>
                        <a:pt x="17" y="244"/>
                      </a:lnTo>
                      <a:lnTo>
                        <a:pt x="26" y="231"/>
                      </a:lnTo>
                      <a:lnTo>
                        <a:pt x="38" y="217"/>
                      </a:lnTo>
                      <a:lnTo>
                        <a:pt x="51" y="200"/>
                      </a:lnTo>
                      <a:lnTo>
                        <a:pt x="66" y="181"/>
                      </a:lnTo>
                      <a:lnTo>
                        <a:pt x="82" y="162"/>
                      </a:lnTo>
                      <a:lnTo>
                        <a:pt x="100" y="141"/>
                      </a:lnTo>
                      <a:lnTo>
                        <a:pt x="119" y="122"/>
                      </a:lnTo>
                      <a:lnTo>
                        <a:pt x="139" y="103"/>
                      </a:lnTo>
                      <a:lnTo>
                        <a:pt x="159" y="86"/>
                      </a:lnTo>
                      <a:lnTo>
                        <a:pt x="178" y="70"/>
                      </a:lnTo>
                      <a:lnTo>
                        <a:pt x="198" y="57"/>
                      </a:lnTo>
                      <a:lnTo>
                        <a:pt x="217" y="47"/>
                      </a:lnTo>
                      <a:lnTo>
                        <a:pt x="235" y="41"/>
                      </a:lnTo>
                      <a:lnTo>
                        <a:pt x="252" y="38"/>
                      </a:lnTo>
                      <a:lnTo>
                        <a:pt x="261" y="38"/>
                      </a:lnTo>
                      <a:lnTo>
                        <a:pt x="270" y="38"/>
                      </a:lnTo>
                      <a:lnTo>
                        <a:pt x="278" y="38"/>
                      </a:lnTo>
                      <a:lnTo>
                        <a:pt x="287" y="37"/>
                      </a:lnTo>
                      <a:lnTo>
                        <a:pt x="294" y="37"/>
                      </a:lnTo>
                      <a:lnTo>
                        <a:pt x="302" y="36"/>
                      </a:lnTo>
                      <a:lnTo>
                        <a:pt x="309" y="36"/>
                      </a:lnTo>
                      <a:lnTo>
                        <a:pt x="316" y="35"/>
                      </a:lnTo>
                      <a:lnTo>
                        <a:pt x="370" y="33"/>
                      </a:lnTo>
                      <a:lnTo>
                        <a:pt x="387" y="21"/>
                      </a:lnTo>
                      <a:lnTo>
                        <a:pt x="391" y="21"/>
                      </a:lnTo>
                      <a:lnTo>
                        <a:pt x="397" y="20"/>
                      </a:lnTo>
                      <a:lnTo>
                        <a:pt x="408" y="19"/>
                      </a:lnTo>
                      <a:lnTo>
                        <a:pt x="421" y="17"/>
                      </a:lnTo>
                      <a:lnTo>
                        <a:pt x="437" y="15"/>
                      </a:lnTo>
                      <a:lnTo>
                        <a:pt x="456" y="13"/>
                      </a:lnTo>
                      <a:lnTo>
                        <a:pt x="478" y="12"/>
                      </a:lnTo>
                      <a:lnTo>
                        <a:pt x="504" y="9"/>
                      </a:lnTo>
                      <a:lnTo>
                        <a:pt x="532" y="7"/>
                      </a:lnTo>
                      <a:lnTo>
                        <a:pt x="564" y="6"/>
                      </a:lnTo>
                      <a:lnTo>
                        <a:pt x="600" y="3"/>
                      </a:lnTo>
                      <a:lnTo>
                        <a:pt x="638" y="2"/>
                      </a:lnTo>
                      <a:lnTo>
                        <a:pt x="680" y="1"/>
                      </a:lnTo>
                      <a:lnTo>
                        <a:pt x="725" y="0"/>
                      </a:lnTo>
                      <a:lnTo>
                        <a:pt x="774" y="0"/>
                      </a:lnTo>
                      <a:lnTo>
                        <a:pt x="825" y="0"/>
                      </a:lnTo>
                      <a:lnTo>
                        <a:pt x="876" y="1"/>
                      </a:lnTo>
                      <a:lnTo>
                        <a:pt x="923" y="2"/>
                      </a:lnTo>
                      <a:lnTo>
                        <a:pt x="967" y="3"/>
                      </a:lnTo>
                      <a:lnTo>
                        <a:pt x="1007" y="5"/>
                      </a:lnTo>
                      <a:lnTo>
                        <a:pt x="1045" y="7"/>
                      </a:lnTo>
                      <a:lnTo>
                        <a:pt x="1080" y="8"/>
                      </a:lnTo>
                      <a:lnTo>
                        <a:pt x="1110" y="11"/>
                      </a:lnTo>
                      <a:lnTo>
                        <a:pt x="1139" y="12"/>
                      </a:lnTo>
                      <a:lnTo>
                        <a:pt x="1164" y="14"/>
                      </a:lnTo>
                      <a:lnTo>
                        <a:pt x="1186" y="17"/>
                      </a:lnTo>
                      <a:lnTo>
                        <a:pt x="1205" y="18"/>
                      </a:lnTo>
                      <a:lnTo>
                        <a:pt x="1221" y="20"/>
                      </a:lnTo>
                      <a:lnTo>
                        <a:pt x="1235" y="21"/>
                      </a:lnTo>
                      <a:lnTo>
                        <a:pt x="1246" y="23"/>
                      </a:lnTo>
                      <a:lnTo>
                        <a:pt x="1253" y="24"/>
                      </a:lnTo>
                      <a:lnTo>
                        <a:pt x="1258" y="25"/>
                      </a:lnTo>
                      <a:lnTo>
                        <a:pt x="1269" y="39"/>
                      </a:lnTo>
                      <a:lnTo>
                        <a:pt x="1251" y="50"/>
                      </a:lnTo>
                      <a:lnTo>
                        <a:pt x="1233" y="63"/>
                      </a:lnTo>
                      <a:lnTo>
                        <a:pt x="1214" y="78"/>
                      </a:lnTo>
                      <a:lnTo>
                        <a:pt x="1197" y="94"/>
                      </a:lnTo>
                      <a:lnTo>
                        <a:pt x="1180" y="112"/>
                      </a:lnTo>
                      <a:lnTo>
                        <a:pt x="1164" y="130"/>
                      </a:lnTo>
                      <a:lnTo>
                        <a:pt x="1150" y="150"/>
                      </a:lnTo>
                      <a:lnTo>
                        <a:pt x="1136" y="168"/>
                      </a:lnTo>
                      <a:lnTo>
                        <a:pt x="1122" y="186"/>
                      </a:lnTo>
                      <a:lnTo>
                        <a:pt x="1110" y="204"/>
                      </a:lnTo>
                      <a:lnTo>
                        <a:pt x="1100" y="219"/>
                      </a:lnTo>
                      <a:lnTo>
                        <a:pt x="1092" y="232"/>
                      </a:lnTo>
                      <a:lnTo>
                        <a:pt x="1085" y="244"/>
                      </a:lnTo>
                      <a:lnTo>
                        <a:pt x="1080" y="253"/>
                      </a:lnTo>
                      <a:lnTo>
                        <a:pt x="1076" y="259"/>
                      </a:lnTo>
                      <a:lnTo>
                        <a:pt x="1075" y="261"/>
                      </a:lnTo>
                      <a:lnTo>
                        <a:pt x="1071" y="272"/>
                      </a:lnTo>
                      <a:lnTo>
                        <a:pt x="1070" y="280"/>
                      </a:lnTo>
                      <a:lnTo>
                        <a:pt x="1071" y="289"/>
                      </a:lnTo>
                      <a:lnTo>
                        <a:pt x="1073" y="296"/>
                      </a:lnTo>
                      <a:lnTo>
                        <a:pt x="1060" y="297"/>
                      </a:lnTo>
                      <a:lnTo>
                        <a:pt x="1041" y="299"/>
                      </a:lnTo>
                      <a:lnTo>
                        <a:pt x="1016" y="303"/>
                      </a:lnTo>
                      <a:lnTo>
                        <a:pt x="988" y="307"/>
                      </a:lnTo>
                      <a:lnTo>
                        <a:pt x="956" y="310"/>
                      </a:lnTo>
                      <a:lnTo>
                        <a:pt x="919" y="314"/>
                      </a:lnTo>
                      <a:lnTo>
                        <a:pt x="879" y="317"/>
                      </a:lnTo>
                      <a:lnTo>
                        <a:pt x="836" y="322"/>
                      </a:lnTo>
                      <a:lnTo>
                        <a:pt x="792" y="326"/>
                      </a:lnTo>
                      <a:lnTo>
                        <a:pt x="744" y="331"/>
                      </a:lnTo>
                      <a:lnTo>
                        <a:pt x="695" y="334"/>
                      </a:lnTo>
                      <a:lnTo>
                        <a:pt x="644" y="338"/>
                      </a:lnTo>
                      <a:lnTo>
                        <a:pt x="594" y="340"/>
                      </a:lnTo>
                      <a:lnTo>
                        <a:pt x="541" y="343"/>
                      </a:lnTo>
                      <a:lnTo>
                        <a:pt x="489" y="345"/>
                      </a:lnTo>
                      <a:lnTo>
                        <a:pt x="438" y="346"/>
                      </a:lnTo>
                      <a:lnTo>
                        <a:pt x="387" y="346"/>
                      </a:lnTo>
                      <a:lnTo>
                        <a:pt x="340" y="346"/>
                      </a:lnTo>
                      <a:lnTo>
                        <a:pt x="296" y="345"/>
                      </a:lnTo>
                      <a:lnTo>
                        <a:pt x="255" y="343"/>
                      </a:lnTo>
                      <a:lnTo>
                        <a:pt x="218" y="340"/>
                      </a:lnTo>
                      <a:lnTo>
                        <a:pt x="183" y="337"/>
                      </a:lnTo>
                      <a:lnTo>
                        <a:pt x="152" y="333"/>
                      </a:lnTo>
                      <a:lnTo>
                        <a:pt x="124" y="329"/>
                      </a:lnTo>
                      <a:lnTo>
                        <a:pt x="97" y="326"/>
                      </a:lnTo>
                      <a:lnTo>
                        <a:pt x="75" y="321"/>
                      </a:lnTo>
                      <a:lnTo>
                        <a:pt x="56" y="317"/>
                      </a:lnTo>
                      <a:lnTo>
                        <a:pt x="39" y="314"/>
                      </a:lnTo>
                      <a:lnTo>
                        <a:pt x="25" y="310"/>
                      </a:lnTo>
                      <a:lnTo>
                        <a:pt x="14" y="308"/>
                      </a:lnTo>
                      <a:lnTo>
                        <a:pt x="5" y="305"/>
                      </a:lnTo>
                      <a:lnTo>
                        <a:pt x="0" y="304"/>
                      </a:lnTo>
                      <a:lnTo>
                        <a:pt x="1" y="295"/>
                      </a:lnTo>
                      <a:lnTo>
                        <a:pt x="3" y="285"/>
                      </a:lnTo>
                      <a:lnTo>
                        <a:pt x="5" y="274"/>
                      </a:lnTo>
                      <a:lnTo>
                        <a:pt x="7" y="266"/>
                      </a:lnTo>
                      <a:lnTo>
                        <a:pt x="9" y="259"/>
                      </a:lnTo>
                      <a:close/>
                    </a:path>
                  </a:pathLst>
                </a:custGeom>
                <a:solidFill>
                  <a:srgbClr val="F4DB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1" name="Freeform 819"/>
                <p:cNvSpPr>
                  <a:spLocks/>
                </p:cNvSpPr>
                <p:nvPr/>
              </p:nvSpPr>
              <p:spPr bwMode="auto">
                <a:xfrm>
                  <a:off x="5234" y="3424"/>
                  <a:ext cx="154" cy="40"/>
                </a:xfrm>
                <a:custGeom>
                  <a:avLst/>
                  <a:gdLst>
                    <a:gd name="T0" fmla="*/ 0 w 1077"/>
                    <a:gd name="T1" fmla="*/ 0 h 203"/>
                    <a:gd name="T2" fmla="*/ 0 w 1077"/>
                    <a:gd name="T3" fmla="*/ 0 h 203"/>
                    <a:gd name="T4" fmla="*/ 0 w 1077"/>
                    <a:gd name="T5" fmla="*/ 0 h 203"/>
                    <a:gd name="T6" fmla="*/ 0 w 1077"/>
                    <a:gd name="T7" fmla="*/ 0 h 203"/>
                    <a:gd name="T8" fmla="*/ 0 w 1077"/>
                    <a:gd name="T9" fmla="*/ 0 h 203"/>
                    <a:gd name="T10" fmla="*/ 0 w 1077"/>
                    <a:gd name="T11" fmla="*/ 0 h 203"/>
                    <a:gd name="T12" fmla="*/ 0 w 1077"/>
                    <a:gd name="T13" fmla="*/ 0 h 203"/>
                    <a:gd name="T14" fmla="*/ 0 w 1077"/>
                    <a:gd name="T15" fmla="*/ 0 h 203"/>
                    <a:gd name="T16" fmla="*/ 0 w 1077"/>
                    <a:gd name="T17" fmla="*/ 0 h 203"/>
                    <a:gd name="T18" fmla="*/ 0 w 1077"/>
                    <a:gd name="T19" fmla="*/ 0 h 203"/>
                    <a:gd name="T20" fmla="*/ 0 w 1077"/>
                    <a:gd name="T21" fmla="*/ 0 h 203"/>
                    <a:gd name="T22" fmla="*/ 0 w 1077"/>
                    <a:gd name="T23" fmla="*/ 0 h 203"/>
                    <a:gd name="T24" fmla="*/ 0 w 1077"/>
                    <a:gd name="T25" fmla="*/ 0 h 203"/>
                    <a:gd name="T26" fmla="*/ 0 w 1077"/>
                    <a:gd name="T27" fmla="*/ 0 h 203"/>
                    <a:gd name="T28" fmla="*/ 0 w 1077"/>
                    <a:gd name="T29" fmla="*/ 0 h 203"/>
                    <a:gd name="T30" fmla="*/ 0 w 1077"/>
                    <a:gd name="T31" fmla="*/ 0 h 203"/>
                    <a:gd name="T32" fmla="*/ 0 w 1077"/>
                    <a:gd name="T33" fmla="*/ 0 h 203"/>
                    <a:gd name="T34" fmla="*/ 0 w 1077"/>
                    <a:gd name="T35" fmla="*/ 0 h 203"/>
                    <a:gd name="T36" fmla="*/ 0 w 1077"/>
                    <a:gd name="T37" fmla="*/ 0 h 203"/>
                    <a:gd name="T38" fmla="*/ 0 w 1077"/>
                    <a:gd name="T39" fmla="*/ 0 h 203"/>
                    <a:gd name="T40" fmla="*/ 0 w 1077"/>
                    <a:gd name="T41" fmla="*/ 0 h 203"/>
                    <a:gd name="T42" fmla="*/ 0 w 1077"/>
                    <a:gd name="T43" fmla="*/ 0 h 203"/>
                    <a:gd name="T44" fmla="*/ 0 w 1077"/>
                    <a:gd name="T45" fmla="*/ 0 h 203"/>
                    <a:gd name="T46" fmla="*/ 0 w 1077"/>
                    <a:gd name="T47" fmla="*/ 0 h 203"/>
                    <a:gd name="T48" fmla="*/ 0 w 1077"/>
                    <a:gd name="T49" fmla="*/ 0 h 203"/>
                    <a:gd name="T50" fmla="*/ 0 w 1077"/>
                    <a:gd name="T51" fmla="*/ 0 h 203"/>
                    <a:gd name="T52" fmla="*/ 0 w 1077"/>
                    <a:gd name="T53" fmla="*/ 0 h 203"/>
                    <a:gd name="T54" fmla="*/ 0 w 1077"/>
                    <a:gd name="T55" fmla="*/ 0 h 203"/>
                    <a:gd name="T56" fmla="*/ 0 w 1077"/>
                    <a:gd name="T57" fmla="*/ 0 h 203"/>
                    <a:gd name="T58" fmla="*/ 0 w 1077"/>
                    <a:gd name="T59" fmla="*/ 0 h 203"/>
                    <a:gd name="T60" fmla="*/ 0 w 1077"/>
                    <a:gd name="T61" fmla="*/ 0 h 203"/>
                    <a:gd name="T62" fmla="*/ 0 w 1077"/>
                    <a:gd name="T63" fmla="*/ 0 h 203"/>
                    <a:gd name="T64" fmla="*/ 0 w 1077"/>
                    <a:gd name="T65" fmla="*/ 0 h 203"/>
                    <a:gd name="T66" fmla="*/ 0 w 1077"/>
                    <a:gd name="T67" fmla="*/ 0 h 203"/>
                    <a:gd name="T68" fmla="*/ 0 w 1077"/>
                    <a:gd name="T69" fmla="*/ 0 h 203"/>
                    <a:gd name="T70" fmla="*/ 0 w 1077"/>
                    <a:gd name="T71" fmla="*/ 0 h 203"/>
                    <a:gd name="T72" fmla="*/ 0 w 1077"/>
                    <a:gd name="T73" fmla="*/ 0 h 203"/>
                    <a:gd name="T74" fmla="*/ 0 w 1077"/>
                    <a:gd name="T75" fmla="*/ 0 h 203"/>
                    <a:gd name="T76" fmla="*/ 0 w 1077"/>
                    <a:gd name="T77" fmla="*/ 0 h 203"/>
                    <a:gd name="T78" fmla="*/ 0 w 1077"/>
                    <a:gd name="T79" fmla="*/ 0 h 203"/>
                    <a:gd name="T80" fmla="*/ 0 w 1077"/>
                    <a:gd name="T81" fmla="*/ 0 h 203"/>
                    <a:gd name="T82" fmla="*/ 0 w 1077"/>
                    <a:gd name="T83" fmla="*/ 0 h 203"/>
                    <a:gd name="T84" fmla="*/ 0 w 1077"/>
                    <a:gd name="T85" fmla="*/ 0 h 20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77"/>
                    <a:gd name="T130" fmla="*/ 0 h 203"/>
                    <a:gd name="T131" fmla="*/ 1077 w 1077"/>
                    <a:gd name="T132" fmla="*/ 203 h 20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77" h="203">
                      <a:moveTo>
                        <a:pt x="0" y="8"/>
                      </a:moveTo>
                      <a:lnTo>
                        <a:pt x="7" y="10"/>
                      </a:lnTo>
                      <a:lnTo>
                        <a:pt x="16" y="13"/>
                      </a:lnTo>
                      <a:lnTo>
                        <a:pt x="28" y="16"/>
                      </a:lnTo>
                      <a:lnTo>
                        <a:pt x="43" y="19"/>
                      </a:lnTo>
                      <a:lnTo>
                        <a:pt x="61" y="22"/>
                      </a:lnTo>
                      <a:lnTo>
                        <a:pt x="81" y="27"/>
                      </a:lnTo>
                      <a:lnTo>
                        <a:pt x="103" y="31"/>
                      </a:lnTo>
                      <a:lnTo>
                        <a:pt x="130" y="34"/>
                      </a:lnTo>
                      <a:lnTo>
                        <a:pt x="158" y="38"/>
                      </a:lnTo>
                      <a:lnTo>
                        <a:pt x="189" y="42"/>
                      </a:lnTo>
                      <a:lnTo>
                        <a:pt x="224" y="44"/>
                      </a:lnTo>
                      <a:lnTo>
                        <a:pt x="260" y="46"/>
                      </a:lnTo>
                      <a:lnTo>
                        <a:pt x="300" y="49"/>
                      </a:lnTo>
                      <a:lnTo>
                        <a:pt x="343" y="50"/>
                      </a:lnTo>
                      <a:lnTo>
                        <a:pt x="389" y="50"/>
                      </a:lnTo>
                      <a:lnTo>
                        <a:pt x="438" y="50"/>
                      </a:lnTo>
                      <a:lnTo>
                        <a:pt x="491" y="49"/>
                      </a:lnTo>
                      <a:lnTo>
                        <a:pt x="544" y="46"/>
                      </a:lnTo>
                      <a:lnTo>
                        <a:pt x="597" y="44"/>
                      </a:lnTo>
                      <a:lnTo>
                        <a:pt x="649" y="40"/>
                      </a:lnTo>
                      <a:lnTo>
                        <a:pt x="700" y="37"/>
                      </a:lnTo>
                      <a:lnTo>
                        <a:pt x="750" y="33"/>
                      </a:lnTo>
                      <a:lnTo>
                        <a:pt x="798" y="30"/>
                      </a:lnTo>
                      <a:lnTo>
                        <a:pt x="844" y="25"/>
                      </a:lnTo>
                      <a:lnTo>
                        <a:pt x="887" y="21"/>
                      </a:lnTo>
                      <a:lnTo>
                        <a:pt x="927" y="16"/>
                      </a:lnTo>
                      <a:lnTo>
                        <a:pt x="963" y="13"/>
                      </a:lnTo>
                      <a:lnTo>
                        <a:pt x="996" y="9"/>
                      </a:lnTo>
                      <a:lnTo>
                        <a:pt x="1023" y="6"/>
                      </a:lnTo>
                      <a:lnTo>
                        <a:pt x="1047" y="3"/>
                      </a:lnTo>
                      <a:lnTo>
                        <a:pt x="1065" y="1"/>
                      </a:lnTo>
                      <a:lnTo>
                        <a:pt x="1077" y="0"/>
                      </a:lnTo>
                      <a:lnTo>
                        <a:pt x="1073" y="18"/>
                      </a:lnTo>
                      <a:lnTo>
                        <a:pt x="1068" y="42"/>
                      </a:lnTo>
                      <a:lnTo>
                        <a:pt x="1063" y="67"/>
                      </a:lnTo>
                      <a:lnTo>
                        <a:pt x="1059" y="89"/>
                      </a:lnTo>
                      <a:lnTo>
                        <a:pt x="1057" y="106"/>
                      </a:lnTo>
                      <a:lnTo>
                        <a:pt x="1057" y="119"/>
                      </a:lnTo>
                      <a:lnTo>
                        <a:pt x="1059" y="128"/>
                      </a:lnTo>
                      <a:lnTo>
                        <a:pt x="1061" y="133"/>
                      </a:lnTo>
                      <a:lnTo>
                        <a:pt x="1056" y="163"/>
                      </a:lnTo>
                      <a:lnTo>
                        <a:pt x="1036" y="165"/>
                      </a:lnTo>
                      <a:lnTo>
                        <a:pt x="1016" y="167"/>
                      </a:lnTo>
                      <a:lnTo>
                        <a:pt x="995" y="170"/>
                      </a:lnTo>
                      <a:lnTo>
                        <a:pt x="972" y="172"/>
                      </a:lnTo>
                      <a:lnTo>
                        <a:pt x="947" y="175"/>
                      </a:lnTo>
                      <a:lnTo>
                        <a:pt x="921" y="177"/>
                      </a:lnTo>
                      <a:lnTo>
                        <a:pt x="895" y="179"/>
                      </a:lnTo>
                      <a:lnTo>
                        <a:pt x="866" y="182"/>
                      </a:lnTo>
                      <a:lnTo>
                        <a:pt x="836" y="184"/>
                      </a:lnTo>
                      <a:lnTo>
                        <a:pt x="805" y="187"/>
                      </a:lnTo>
                      <a:lnTo>
                        <a:pt x="772" y="189"/>
                      </a:lnTo>
                      <a:lnTo>
                        <a:pt x="737" y="191"/>
                      </a:lnTo>
                      <a:lnTo>
                        <a:pt x="702" y="194"/>
                      </a:lnTo>
                      <a:lnTo>
                        <a:pt x="664" y="195"/>
                      </a:lnTo>
                      <a:lnTo>
                        <a:pt x="626" y="197"/>
                      </a:lnTo>
                      <a:lnTo>
                        <a:pt x="587" y="200"/>
                      </a:lnTo>
                      <a:lnTo>
                        <a:pt x="519" y="202"/>
                      </a:lnTo>
                      <a:lnTo>
                        <a:pt x="457" y="203"/>
                      </a:lnTo>
                      <a:lnTo>
                        <a:pt x="400" y="203"/>
                      </a:lnTo>
                      <a:lnTo>
                        <a:pt x="347" y="202"/>
                      </a:lnTo>
                      <a:lnTo>
                        <a:pt x="299" y="201"/>
                      </a:lnTo>
                      <a:lnTo>
                        <a:pt x="256" y="199"/>
                      </a:lnTo>
                      <a:lnTo>
                        <a:pt x="218" y="195"/>
                      </a:lnTo>
                      <a:lnTo>
                        <a:pt x="183" y="191"/>
                      </a:lnTo>
                      <a:lnTo>
                        <a:pt x="153" y="188"/>
                      </a:lnTo>
                      <a:lnTo>
                        <a:pt x="127" y="184"/>
                      </a:lnTo>
                      <a:lnTo>
                        <a:pt x="104" y="179"/>
                      </a:lnTo>
                      <a:lnTo>
                        <a:pt x="85" y="176"/>
                      </a:lnTo>
                      <a:lnTo>
                        <a:pt x="70" y="172"/>
                      </a:lnTo>
                      <a:lnTo>
                        <a:pt x="58" y="170"/>
                      </a:lnTo>
                      <a:lnTo>
                        <a:pt x="49" y="166"/>
                      </a:lnTo>
                      <a:lnTo>
                        <a:pt x="44" y="165"/>
                      </a:lnTo>
                      <a:lnTo>
                        <a:pt x="35" y="140"/>
                      </a:lnTo>
                      <a:lnTo>
                        <a:pt x="35" y="139"/>
                      </a:lnTo>
                      <a:lnTo>
                        <a:pt x="24" y="121"/>
                      </a:lnTo>
                      <a:lnTo>
                        <a:pt x="28" y="110"/>
                      </a:lnTo>
                      <a:lnTo>
                        <a:pt x="27" y="106"/>
                      </a:lnTo>
                      <a:lnTo>
                        <a:pt x="23" y="93"/>
                      </a:lnTo>
                      <a:lnTo>
                        <a:pt x="15" y="63"/>
                      </a:lnTo>
                      <a:lnTo>
                        <a:pt x="0" y="9"/>
                      </a:lnTo>
                      <a:lnTo>
                        <a:pt x="0" y="8"/>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2" name="Freeform 820"/>
                <p:cNvSpPr>
                  <a:spLocks/>
                </p:cNvSpPr>
                <p:nvPr/>
              </p:nvSpPr>
              <p:spPr bwMode="auto">
                <a:xfrm>
                  <a:off x="5253" y="3471"/>
                  <a:ext cx="29" cy="8"/>
                </a:xfrm>
                <a:custGeom>
                  <a:avLst/>
                  <a:gdLst>
                    <a:gd name="T0" fmla="*/ 0 w 202"/>
                    <a:gd name="T1" fmla="*/ 0 h 38"/>
                    <a:gd name="T2" fmla="*/ 0 w 202"/>
                    <a:gd name="T3" fmla="*/ 0 h 38"/>
                    <a:gd name="T4" fmla="*/ 0 w 202"/>
                    <a:gd name="T5" fmla="*/ 0 h 38"/>
                    <a:gd name="T6" fmla="*/ 0 w 202"/>
                    <a:gd name="T7" fmla="*/ 0 h 38"/>
                    <a:gd name="T8" fmla="*/ 0 w 202"/>
                    <a:gd name="T9" fmla="*/ 0 h 38"/>
                    <a:gd name="T10" fmla="*/ 0 w 202"/>
                    <a:gd name="T11" fmla="*/ 0 h 38"/>
                    <a:gd name="T12" fmla="*/ 0 w 202"/>
                    <a:gd name="T13" fmla="*/ 0 h 38"/>
                    <a:gd name="T14" fmla="*/ 0 w 202"/>
                    <a:gd name="T15" fmla="*/ 0 h 38"/>
                    <a:gd name="T16" fmla="*/ 0 w 202"/>
                    <a:gd name="T17" fmla="*/ 0 h 38"/>
                    <a:gd name="T18" fmla="*/ 0 w 202"/>
                    <a:gd name="T19" fmla="*/ 0 h 38"/>
                    <a:gd name="T20" fmla="*/ 0 w 202"/>
                    <a:gd name="T21" fmla="*/ 0 h 38"/>
                    <a:gd name="T22" fmla="*/ 0 w 202"/>
                    <a:gd name="T23" fmla="*/ 0 h 38"/>
                    <a:gd name="T24" fmla="*/ 0 w 202"/>
                    <a:gd name="T25" fmla="*/ 0 h 38"/>
                    <a:gd name="T26" fmla="*/ 0 w 202"/>
                    <a:gd name="T27" fmla="*/ 0 h 38"/>
                    <a:gd name="T28" fmla="*/ 0 w 202"/>
                    <a:gd name="T29" fmla="*/ 0 h 38"/>
                    <a:gd name="T30" fmla="*/ 0 w 202"/>
                    <a:gd name="T31" fmla="*/ 0 h 38"/>
                    <a:gd name="T32" fmla="*/ 0 w 202"/>
                    <a:gd name="T33" fmla="*/ 0 h 38"/>
                    <a:gd name="T34" fmla="*/ 0 w 202"/>
                    <a:gd name="T35" fmla="*/ 0 h 38"/>
                    <a:gd name="T36" fmla="*/ 0 w 202"/>
                    <a:gd name="T37" fmla="*/ 0 h 38"/>
                    <a:gd name="T38" fmla="*/ 0 w 202"/>
                    <a:gd name="T39" fmla="*/ 0 h 38"/>
                    <a:gd name="T40" fmla="*/ 0 w 202"/>
                    <a:gd name="T41" fmla="*/ 0 h 38"/>
                    <a:gd name="T42" fmla="*/ 0 w 202"/>
                    <a:gd name="T43" fmla="*/ 0 h 38"/>
                    <a:gd name="T44" fmla="*/ 0 w 202"/>
                    <a:gd name="T45" fmla="*/ 0 h 38"/>
                    <a:gd name="T46" fmla="*/ 0 w 202"/>
                    <a:gd name="T47" fmla="*/ 0 h 38"/>
                    <a:gd name="T48" fmla="*/ 0 w 202"/>
                    <a:gd name="T49" fmla="*/ 0 h 38"/>
                    <a:gd name="T50" fmla="*/ 0 w 202"/>
                    <a:gd name="T51" fmla="*/ 0 h 38"/>
                    <a:gd name="T52" fmla="*/ 0 w 202"/>
                    <a:gd name="T53" fmla="*/ 0 h 38"/>
                    <a:gd name="T54" fmla="*/ 0 w 202"/>
                    <a:gd name="T55" fmla="*/ 0 h 38"/>
                    <a:gd name="T56" fmla="*/ 0 w 202"/>
                    <a:gd name="T57" fmla="*/ 0 h 38"/>
                    <a:gd name="T58" fmla="*/ 0 w 202"/>
                    <a:gd name="T59" fmla="*/ 0 h 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02"/>
                    <a:gd name="T91" fmla="*/ 0 h 38"/>
                    <a:gd name="T92" fmla="*/ 202 w 202"/>
                    <a:gd name="T93" fmla="*/ 38 h 3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02" h="38">
                      <a:moveTo>
                        <a:pt x="41" y="38"/>
                      </a:moveTo>
                      <a:lnTo>
                        <a:pt x="36" y="37"/>
                      </a:lnTo>
                      <a:lnTo>
                        <a:pt x="30" y="36"/>
                      </a:lnTo>
                      <a:lnTo>
                        <a:pt x="25" y="32"/>
                      </a:lnTo>
                      <a:lnTo>
                        <a:pt x="20" y="29"/>
                      </a:lnTo>
                      <a:lnTo>
                        <a:pt x="15" y="23"/>
                      </a:lnTo>
                      <a:lnTo>
                        <a:pt x="10" y="17"/>
                      </a:lnTo>
                      <a:lnTo>
                        <a:pt x="5" y="8"/>
                      </a:lnTo>
                      <a:lnTo>
                        <a:pt x="0" y="0"/>
                      </a:lnTo>
                      <a:lnTo>
                        <a:pt x="8" y="1"/>
                      </a:lnTo>
                      <a:lnTo>
                        <a:pt x="17" y="2"/>
                      </a:lnTo>
                      <a:lnTo>
                        <a:pt x="26" y="3"/>
                      </a:lnTo>
                      <a:lnTo>
                        <a:pt x="36" y="5"/>
                      </a:lnTo>
                      <a:lnTo>
                        <a:pt x="46" y="6"/>
                      </a:lnTo>
                      <a:lnTo>
                        <a:pt x="56" y="7"/>
                      </a:lnTo>
                      <a:lnTo>
                        <a:pt x="67" y="8"/>
                      </a:lnTo>
                      <a:lnTo>
                        <a:pt x="80" y="9"/>
                      </a:lnTo>
                      <a:lnTo>
                        <a:pt x="91" y="11"/>
                      </a:lnTo>
                      <a:lnTo>
                        <a:pt x="103" y="12"/>
                      </a:lnTo>
                      <a:lnTo>
                        <a:pt x="116" y="12"/>
                      </a:lnTo>
                      <a:lnTo>
                        <a:pt x="129" y="13"/>
                      </a:lnTo>
                      <a:lnTo>
                        <a:pt x="142" y="14"/>
                      </a:lnTo>
                      <a:lnTo>
                        <a:pt x="156" y="14"/>
                      </a:lnTo>
                      <a:lnTo>
                        <a:pt x="170" y="15"/>
                      </a:lnTo>
                      <a:lnTo>
                        <a:pt x="186" y="15"/>
                      </a:lnTo>
                      <a:lnTo>
                        <a:pt x="190" y="23"/>
                      </a:lnTo>
                      <a:lnTo>
                        <a:pt x="194" y="29"/>
                      </a:lnTo>
                      <a:lnTo>
                        <a:pt x="198" y="33"/>
                      </a:lnTo>
                      <a:lnTo>
                        <a:pt x="202" y="38"/>
                      </a:lnTo>
                      <a:lnTo>
                        <a:pt x="41"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3" name="Freeform 821"/>
                <p:cNvSpPr>
                  <a:spLocks/>
                </p:cNvSpPr>
                <p:nvPr/>
              </p:nvSpPr>
              <p:spPr bwMode="auto">
                <a:xfrm>
                  <a:off x="5282" y="3474"/>
                  <a:ext cx="9" cy="5"/>
                </a:xfrm>
                <a:custGeom>
                  <a:avLst/>
                  <a:gdLst>
                    <a:gd name="T0" fmla="*/ 0 w 63"/>
                    <a:gd name="T1" fmla="*/ 0 h 21"/>
                    <a:gd name="T2" fmla="*/ 0 w 63"/>
                    <a:gd name="T3" fmla="*/ 0 h 21"/>
                    <a:gd name="T4" fmla="*/ 0 w 63"/>
                    <a:gd name="T5" fmla="*/ 0 h 21"/>
                    <a:gd name="T6" fmla="*/ 0 w 63"/>
                    <a:gd name="T7" fmla="*/ 0 h 21"/>
                    <a:gd name="T8" fmla="*/ 0 w 63"/>
                    <a:gd name="T9" fmla="*/ 0 h 21"/>
                    <a:gd name="T10" fmla="*/ 0 w 63"/>
                    <a:gd name="T11" fmla="*/ 0 h 21"/>
                    <a:gd name="T12" fmla="*/ 0 w 63"/>
                    <a:gd name="T13" fmla="*/ 0 h 21"/>
                    <a:gd name="T14" fmla="*/ 0 w 63"/>
                    <a:gd name="T15" fmla="*/ 0 h 21"/>
                    <a:gd name="T16" fmla="*/ 0 w 63"/>
                    <a:gd name="T17" fmla="*/ 0 h 21"/>
                    <a:gd name="T18" fmla="*/ 0 w 63"/>
                    <a:gd name="T19" fmla="*/ 0 h 21"/>
                    <a:gd name="T20" fmla="*/ 0 w 63"/>
                    <a:gd name="T21" fmla="*/ 0 h 21"/>
                    <a:gd name="T22" fmla="*/ 0 w 63"/>
                    <a:gd name="T23" fmla="*/ 0 h 21"/>
                    <a:gd name="T24" fmla="*/ 0 w 63"/>
                    <a:gd name="T25" fmla="*/ 0 h 21"/>
                    <a:gd name="T26" fmla="*/ 0 w 63"/>
                    <a:gd name="T27" fmla="*/ 0 h 21"/>
                    <a:gd name="T28" fmla="*/ 0 w 63"/>
                    <a:gd name="T29" fmla="*/ 0 h 21"/>
                    <a:gd name="T30" fmla="*/ 0 w 63"/>
                    <a:gd name="T31" fmla="*/ 0 h 21"/>
                    <a:gd name="T32" fmla="*/ 0 w 63"/>
                    <a:gd name="T33" fmla="*/ 0 h 21"/>
                    <a:gd name="T34" fmla="*/ 0 w 63"/>
                    <a:gd name="T35" fmla="*/ 0 h 21"/>
                    <a:gd name="T36" fmla="*/ 0 w 63"/>
                    <a:gd name="T37" fmla="*/ 0 h 21"/>
                    <a:gd name="T38" fmla="*/ 0 w 63"/>
                    <a:gd name="T39" fmla="*/ 0 h 21"/>
                    <a:gd name="T40" fmla="*/ 0 w 63"/>
                    <a:gd name="T41" fmla="*/ 0 h 21"/>
                    <a:gd name="T42" fmla="*/ 0 w 63"/>
                    <a:gd name="T43" fmla="*/ 0 h 21"/>
                    <a:gd name="T44" fmla="*/ 0 w 63"/>
                    <a:gd name="T45" fmla="*/ 0 h 21"/>
                    <a:gd name="T46" fmla="*/ 0 w 63"/>
                    <a:gd name="T47" fmla="*/ 0 h 21"/>
                    <a:gd name="T48" fmla="*/ 0 w 63"/>
                    <a:gd name="T49" fmla="*/ 0 h 2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3"/>
                    <a:gd name="T76" fmla="*/ 0 h 21"/>
                    <a:gd name="T77" fmla="*/ 63 w 63"/>
                    <a:gd name="T78" fmla="*/ 21 h 2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3" h="21">
                      <a:moveTo>
                        <a:pt x="31" y="21"/>
                      </a:moveTo>
                      <a:lnTo>
                        <a:pt x="27" y="21"/>
                      </a:lnTo>
                      <a:lnTo>
                        <a:pt x="22" y="20"/>
                      </a:lnTo>
                      <a:lnTo>
                        <a:pt x="18" y="18"/>
                      </a:lnTo>
                      <a:lnTo>
                        <a:pt x="14" y="15"/>
                      </a:lnTo>
                      <a:lnTo>
                        <a:pt x="10" y="12"/>
                      </a:lnTo>
                      <a:lnTo>
                        <a:pt x="7" y="8"/>
                      </a:lnTo>
                      <a:lnTo>
                        <a:pt x="3" y="4"/>
                      </a:lnTo>
                      <a:lnTo>
                        <a:pt x="0" y="0"/>
                      </a:lnTo>
                      <a:lnTo>
                        <a:pt x="7" y="0"/>
                      </a:lnTo>
                      <a:lnTo>
                        <a:pt x="15" y="1"/>
                      </a:lnTo>
                      <a:lnTo>
                        <a:pt x="22" y="1"/>
                      </a:lnTo>
                      <a:lnTo>
                        <a:pt x="30" y="1"/>
                      </a:lnTo>
                      <a:lnTo>
                        <a:pt x="38" y="1"/>
                      </a:lnTo>
                      <a:lnTo>
                        <a:pt x="46" y="1"/>
                      </a:lnTo>
                      <a:lnTo>
                        <a:pt x="54" y="1"/>
                      </a:lnTo>
                      <a:lnTo>
                        <a:pt x="63" y="1"/>
                      </a:lnTo>
                      <a:lnTo>
                        <a:pt x="60" y="4"/>
                      </a:lnTo>
                      <a:lnTo>
                        <a:pt x="55" y="8"/>
                      </a:lnTo>
                      <a:lnTo>
                        <a:pt x="52" y="12"/>
                      </a:lnTo>
                      <a:lnTo>
                        <a:pt x="48" y="15"/>
                      </a:lnTo>
                      <a:lnTo>
                        <a:pt x="44" y="18"/>
                      </a:lnTo>
                      <a:lnTo>
                        <a:pt x="40" y="20"/>
                      </a:lnTo>
                      <a:lnTo>
                        <a:pt x="35" y="21"/>
                      </a:lnTo>
                      <a:lnTo>
                        <a:pt x="31"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4" name="Freeform 822"/>
                <p:cNvSpPr>
                  <a:spLocks/>
                </p:cNvSpPr>
                <p:nvPr/>
              </p:nvSpPr>
              <p:spPr bwMode="auto">
                <a:xfrm>
                  <a:off x="5238" y="3455"/>
                  <a:ext cx="166" cy="17"/>
                </a:xfrm>
                <a:custGeom>
                  <a:avLst/>
                  <a:gdLst>
                    <a:gd name="T0" fmla="*/ 0 w 1160"/>
                    <a:gd name="T1" fmla="*/ 0 h 85"/>
                    <a:gd name="T2" fmla="*/ 0 w 1160"/>
                    <a:gd name="T3" fmla="*/ 0 h 85"/>
                    <a:gd name="T4" fmla="*/ 0 w 1160"/>
                    <a:gd name="T5" fmla="*/ 0 h 85"/>
                    <a:gd name="T6" fmla="*/ 0 w 1160"/>
                    <a:gd name="T7" fmla="*/ 0 h 85"/>
                    <a:gd name="T8" fmla="*/ 0 w 1160"/>
                    <a:gd name="T9" fmla="*/ 0 h 85"/>
                    <a:gd name="T10" fmla="*/ 0 w 1160"/>
                    <a:gd name="T11" fmla="*/ 0 h 85"/>
                    <a:gd name="T12" fmla="*/ 0 w 1160"/>
                    <a:gd name="T13" fmla="*/ 0 h 85"/>
                    <a:gd name="T14" fmla="*/ 0 w 1160"/>
                    <a:gd name="T15" fmla="*/ 0 h 85"/>
                    <a:gd name="T16" fmla="*/ 0 w 1160"/>
                    <a:gd name="T17" fmla="*/ 0 h 85"/>
                    <a:gd name="T18" fmla="*/ 0 w 1160"/>
                    <a:gd name="T19" fmla="*/ 0 h 85"/>
                    <a:gd name="T20" fmla="*/ 0 w 1160"/>
                    <a:gd name="T21" fmla="*/ 0 h 85"/>
                    <a:gd name="T22" fmla="*/ 0 w 1160"/>
                    <a:gd name="T23" fmla="*/ 0 h 85"/>
                    <a:gd name="T24" fmla="*/ 0 w 1160"/>
                    <a:gd name="T25" fmla="*/ 0 h 85"/>
                    <a:gd name="T26" fmla="*/ 0 w 1160"/>
                    <a:gd name="T27" fmla="*/ 0 h 85"/>
                    <a:gd name="T28" fmla="*/ 0 w 1160"/>
                    <a:gd name="T29" fmla="*/ 0 h 85"/>
                    <a:gd name="T30" fmla="*/ 0 w 1160"/>
                    <a:gd name="T31" fmla="*/ 0 h 85"/>
                    <a:gd name="T32" fmla="*/ 0 w 1160"/>
                    <a:gd name="T33" fmla="*/ 0 h 85"/>
                    <a:gd name="T34" fmla="*/ 0 w 1160"/>
                    <a:gd name="T35" fmla="*/ 0 h 85"/>
                    <a:gd name="T36" fmla="*/ 0 w 1160"/>
                    <a:gd name="T37" fmla="*/ 0 h 85"/>
                    <a:gd name="T38" fmla="*/ 0 w 1160"/>
                    <a:gd name="T39" fmla="*/ 0 h 85"/>
                    <a:gd name="T40" fmla="*/ 0 w 1160"/>
                    <a:gd name="T41" fmla="*/ 0 h 85"/>
                    <a:gd name="T42" fmla="*/ 0 w 1160"/>
                    <a:gd name="T43" fmla="*/ 0 h 85"/>
                    <a:gd name="T44" fmla="*/ 0 w 1160"/>
                    <a:gd name="T45" fmla="*/ 0 h 85"/>
                    <a:gd name="T46" fmla="*/ 0 w 1160"/>
                    <a:gd name="T47" fmla="*/ 0 h 85"/>
                    <a:gd name="T48" fmla="*/ 0 w 1160"/>
                    <a:gd name="T49" fmla="*/ 0 h 85"/>
                    <a:gd name="T50" fmla="*/ 0 w 1160"/>
                    <a:gd name="T51" fmla="*/ 0 h 85"/>
                    <a:gd name="T52" fmla="*/ 0 w 1160"/>
                    <a:gd name="T53" fmla="*/ 0 h 85"/>
                    <a:gd name="T54" fmla="*/ 0 w 1160"/>
                    <a:gd name="T55" fmla="*/ 0 h 85"/>
                    <a:gd name="T56" fmla="*/ 0 w 1160"/>
                    <a:gd name="T57" fmla="*/ 0 h 85"/>
                    <a:gd name="T58" fmla="*/ 0 w 1160"/>
                    <a:gd name="T59" fmla="*/ 0 h 85"/>
                    <a:gd name="T60" fmla="*/ 0 w 1160"/>
                    <a:gd name="T61" fmla="*/ 0 h 85"/>
                    <a:gd name="T62" fmla="*/ 0 w 1160"/>
                    <a:gd name="T63" fmla="*/ 0 h 85"/>
                    <a:gd name="T64" fmla="*/ 0 w 1160"/>
                    <a:gd name="T65" fmla="*/ 0 h 85"/>
                    <a:gd name="T66" fmla="*/ 0 w 1160"/>
                    <a:gd name="T67" fmla="*/ 0 h 85"/>
                    <a:gd name="T68" fmla="*/ 0 w 1160"/>
                    <a:gd name="T69" fmla="*/ 0 h 85"/>
                    <a:gd name="T70" fmla="*/ 0 w 1160"/>
                    <a:gd name="T71" fmla="*/ 0 h 85"/>
                    <a:gd name="T72" fmla="*/ 0 w 1160"/>
                    <a:gd name="T73" fmla="*/ 0 h 85"/>
                    <a:gd name="T74" fmla="*/ 0 w 1160"/>
                    <a:gd name="T75" fmla="*/ 0 h 85"/>
                    <a:gd name="T76" fmla="*/ 0 w 1160"/>
                    <a:gd name="T77" fmla="*/ 0 h 85"/>
                    <a:gd name="T78" fmla="*/ 0 w 1160"/>
                    <a:gd name="T79" fmla="*/ 0 h 85"/>
                    <a:gd name="T80" fmla="*/ 0 w 1160"/>
                    <a:gd name="T81" fmla="*/ 0 h 8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60"/>
                    <a:gd name="T124" fmla="*/ 0 h 85"/>
                    <a:gd name="T125" fmla="*/ 1160 w 1160"/>
                    <a:gd name="T126" fmla="*/ 85 h 8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60" h="85">
                      <a:moveTo>
                        <a:pt x="474" y="85"/>
                      </a:moveTo>
                      <a:lnTo>
                        <a:pt x="412" y="85"/>
                      </a:lnTo>
                      <a:lnTo>
                        <a:pt x="356" y="85"/>
                      </a:lnTo>
                      <a:lnTo>
                        <a:pt x="305" y="83"/>
                      </a:lnTo>
                      <a:lnTo>
                        <a:pt x="259" y="81"/>
                      </a:lnTo>
                      <a:lnTo>
                        <a:pt x="218" y="79"/>
                      </a:lnTo>
                      <a:lnTo>
                        <a:pt x="180" y="75"/>
                      </a:lnTo>
                      <a:lnTo>
                        <a:pt x="147" y="73"/>
                      </a:lnTo>
                      <a:lnTo>
                        <a:pt x="118" y="68"/>
                      </a:lnTo>
                      <a:lnTo>
                        <a:pt x="92" y="64"/>
                      </a:lnTo>
                      <a:lnTo>
                        <a:pt x="71" y="61"/>
                      </a:lnTo>
                      <a:lnTo>
                        <a:pt x="52" y="56"/>
                      </a:lnTo>
                      <a:lnTo>
                        <a:pt x="37" y="52"/>
                      </a:lnTo>
                      <a:lnTo>
                        <a:pt x="24" y="49"/>
                      </a:lnTo>
                      <a:lnTo>
                        <a:pt x="14" y="45"/>
                      </a:lnTo>
                      <a:lnTo>
                        <a:pt x="6" y="43"/>
                      </a:lnTo>
                      <a:lnTo>
                        <a:pt x="0" y="40"/>
                      </a:lnTo>
                      <a:lnTo>
                        <a:pt x="14" y="20"/>
                      </a:lnTo>
                      <a:lnTo>
                        <a:pt x="20" y="22"/>
                      </a:lnTo>
                      <a:lnTo>
                        <a:pt x="29" y="25"/>
                      </a:lnTo>
                      <a:lnTo>
                        <a:pt x="42" y="27"/>
                      </a:lnTo>
                      <a:lnTo>
                        <a:pt x="58" y="31"/>
                      </a:lnTo>
                      <a:lnTo>
                        <a:pt x="77" y="34"/>
                      </a:lnTo>
                      <a:lnTo>
                        <a:pt x="101" y="39"/>
                      </a:lnTo>
                      <a:lnTo>
                        <a:pt x="127" y="43"/>
                      </a:lnTo>
                      <a:lnTo>
                        <a:pt x="158" y="46"/>
                      </a:lnTo>
                      <a:lnTo>
                        <a:pt x="193" y="50"/>
                      </a:lnTo>
                      <a:lnTo>
                        <a:pt x="231" y="52"/>
                      </a:lnTo>
                      <a:lnTo>
                        <a:pt x="274" y="55"/>
                      </a:lnTo>
                      <a:lnTo>
                        <a:pt x="322" y="57"/>
                      </a:lnTo>
                      <a:lnTo>
                        <a:pt x="375" y="57"/>
                      </a:lnTo>
                      <a:lnTo>
                        <a:pt x="431" y="57"/>
                      </a:lnTo>
                      <a:lnTo>
                        <a:pt x="493" y="56"/>
                      </a:lnTo>
                      <a:lnTo>
                        <a:pt x="560" y="54"/>
                      </a:lnTo>
                      <a:lnTo>
                        <a:pt x="627" y="50"/>
                      </a:lnTo>
                      <a:lnTo>
                        <a:pt x="691" y="46"/>
                      </a:lnTo>
                      <a:lnTo>
                        <a:pt x="751" y="43"/>
                      </a:lnTo>
                      <a:lnTo>
                        <a:pt x="805" y="39"/>
                      </a:lnTo>
                      <a:lnTo>
                        <a:pt x="857" y="34"/>
                      </a:lnTo>
                      <a:lnTo>
                        <a:pt x="904" y="31"/>
                      </a:lnTo>
                      <a:lnTo>
                        <a:pt x="947" y="26"/>
                      </a:lnTo>
                      <a:lnTo>
                        <a:pt x="986" y="22"/>
                      </a:lnTo>
                      <a:lnTo>
                        <a:pt x="1021" y="19"/>
                      </a:lnTo>
                      <a:lnTo>
                        <a:pt x="1052" y="15"/>
                      </a:lnTo>
                      <a:lnTo>
                        <a:pt x="1078" y="12"/>
                      </a:lnTo>
                      <a:lnTo>
                        <a:pt x="1101" y="8"/>
                      </a:lnTo>
                      <a:lnTo>
                        <a:pt x="1121" y="6"/>
                      </a:lnTo>
                      <a:lnTo>
                        <a:pt x="1136" y="3"/>
                      </a:lnTo>
                      <a:lnTo>
                        <a:pt x="1147" y="1"/>
                      </a:lnTo>
                      <a:lnTo>
                        <a:pt x="1155" y="0"/>
                      </a:lnTo>
                      <a:lnTo>
                        <a:pt x="1160" y="13"/>
                      </a:lnTo>
                      <a:lnTo>
                        <a:pt x="1155" y="14"/>
                      </a:lnTo>
                      <a:lnTo>
                        <a:pt x="1149" y="15"/>
                      </a:lnTo>
                      <a:lnTo>
                        <a:pt x="1142" y="16"/>
                      </a:lnTo>
                      <a:lnTo>
                        <a:pt x="1133" y="19"/>
                      </a:lnTo>
                      <a:lnTo>
                        <a:pt x="1123" y="21"/>
                      </a:lnTo>
                      <a:lnTo>
                        <a:pt x="1112" y="24"/>
                      </a:lnTo>
                      <a:lnTo>
                        <a:pt x="1099" y="26"/>
                      </a:lnTo>
                      <a:lnTo>
                        <a:pt x="1085" y="28"/>
                      </a:lnTo>
                      <a:lnTo>
                        <a:pt x="1071" y="31"/>
                      </a:lnTo>
                      <a:lnTo>
                        <a:pt x="1055" y="33"/>
                      </a:lnTo>
                      <a:lnTo>
                        <a:pt x="1038" y="36"/>
                      </a:lnTo>
                      <a:lnTo>
                        <a:pt x="1020" y="39"/>
                      </a:lnTo>
                      <a:lnTo>
                        <a:pt x="1001" y="42"/>
                      </a:lnTo>
                      <a:lnTo>
                        <a:pt x="981" y="45"/>
                      </a:lnTo>
                      <a:lnTo>
                        <a:pt x="960" y="48"/>
                      </a:lnTo>
                      <a:lnTo>
                        <a:pt x="938" y="51"/>
                      </a:lnTo>
                      <a:lnTo>
                        <a:pt x="914" y="54"/>
                      </a:lnTo>
                      <a:lnTo>
                        <a:pt x="891" y="57"/>
                      </a:lnTo>
                      <a:lnTo>
                        <a:pt x="866" y="59"/>
                      </a:lnTo>
                      <a:lnTo>
                        <a:pt x="841" y="63"/>
                      </a:lnTo>
                      <a:lnTo>
                        <a:pt x="814" y="65"/>
                      </a:lnTo>
                      <a:lnTo>
                        <a:pt x="787" y="68"/>
                      </a:lnTo>
                      <a:lnTo>
                        <a:pt x="759" y="70"/>
                      </a:lnTo>
                      <a:lnTo>
                        <a:pt x="729" y="73"/>
                      </a:lnTo>
                      <a:lnTo>
                        <a:pt x="700" y="75"/>
                      </a:lnTo>
                      <a:lnTo>
                        <a:pt x="670" y="77"/>
                      </a:lnTo>
                      <a:lnTo>
                        <a:pt x="638" y="79"/>
                      </a:lnTo>
                      <a:lnTo>
                        <a:pt x="607" y="81"/>
                      </a:lnTo>
                      <a:lnTo>
                        <a:pt x="575" y="82"/>
                      </a:lnTo>
                      <a:lnTo>
                        <a:pt x="541" y="83"/>
                      </a:lnTo>
                      <a:lnTo>
                        <a:pt x="508" y="85"/>
                      </a:lnTo>
                      <a:lnTo>
                        <a:pt x="474" y="85"/>
                      </a:lnTo>
                      <a:close/>
                    </a:path>
                  </a:pathLst>
                </a:custGeom>
                <a:solidFill>
                  <a:srgbClr val="A075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5" name="Freeform 823"/>
                <p:cNvSpPr>
                  <a:spLocks/>
                </p:cNvSpPr>
                <p:nvPr/>
              </p:nvSpPr>
              <p:spPr bwMode="auto">
                <a:xfrm>
                  <a:off x="5382" y="3465"/>
                  <a:ext cx="7" cy="14"/>
                </a:xfrm>
                <a:custGeom>
                  <a:avLst/>
                  <a:gdLst>
                    <a:gd name="T0" fmla="*/ 0 w 48"/>
                    <a:gd name="T1" fmla="*/ 0 h 66"/>
                    <a:gd name="T2" fmla="*/ 0 w 48"/>
                    <a:gd name="T3" fmla="*/ 0 h 66"/>
                    <a:gd name="T4" fmla="*/ 0 w 48"/>
                    <a:gd name="T5" fmla="*/ 0 h 66"/>
                    <a:gd name="T6" fmla="*/ 0 w 48"/>
                    <a:gd name="T7" fmla="*/ 0 h 66"/>
                    <a:gd name="T8" fmla="*/ 0 w 48"/>
                    <a:gd name="T9" fmla="*/ 0 h 66"/>
                    <a:gd name="T10" fmla="*/ 0 w 48"/>
                    <a:gd name="T11" fmla="*/ 0 h 66"/>
                    <a:gd name="T12" fmla="*/ 0 w 48"/>
                    <a:gd name="T13" fmla="*/ 0 h 66"/>
                    <a:gd name="T14" fmla="*/ 0 w 48"/>
                    <a:gd name="T15" fmla="*/ 0 h 66"/>
                    <a:gd name="T16" fmla="*/ 0 w 48"/>
                    <a:gd name="T17" fmla="*/ 0 h 66"/>
                    <a:gd name="T18" fmla="*/ 0 w 48"/>
                    <a:gd name="T19" fmla="*/ 0 h 66"/>
                    <a:gd name="T20" fmla="*/ 0 w 48"/>
                    <a:gd name="T21" fmla="*/ 0 h 66"/>
                    <a:gd name="T22" fmla="*/ 0 w 48"/>
                    <a:gd name="T23" fmla="*/ 0 h 66"/>
                    <a:gd name="T24" fmla="*/ 0 w 48"/>
                    <a:gd name="T25" fmla="*/ 0 h 66"/>
                    <a:gd name="T26" fmla="*/ 0 w 48"/>
                    <a:gd name="T27" fmla="*/ 0 h 66"/>
                    <a:gd name="T28" fmla="*/ 0 w 48"/>
                    <a:gd name="T29" fmla="*/ 0 h 66"/>
                    <a:gd name="T30" fmla="*/ 0 w 48"/>
                    <a:gd name="T31" fmla="*/ 0 h 66"/>
                    <a:gd name="T32" fmla="*/ 0 w 48"/>
                    <a:gd name="T33" fmla="*/ 0 h 66"/>
                    <a:gd name="T34" fmla="*/ 0 w 48"/>
                    <a:gd name="T35" fmla="*/ 0 h 66"/>
                    <a:gd name="T36" fmla="*/ 0 w 48"/>
                    <a:gd name="T37" fmla="*/ 0 h 66"/>
                    <a:gd name="T38" fmla="*/ 0 w 48"/>
                    <a:gd name="T39" fmla="*/ 0 h 66"/>
                    <a:gd name="T40" fmla="*/ 0 w 48"/>
                    <a:gd name="T41" fmla="*/ 0 h 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8"/>
                    <a:gd name="T64" fmla="*/ 0 h 66"/>
                    <a:gd name="T65" fmla="*/ 48 w 48"/>
                    <a:gd name="T66" fmla="*/ 66 h 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8" h="66">
                      <a:moveTo>
                        <a:pt x="0" y="2"/>
                      </a:moveTo>
                      <a:lnTo>
                        <a:pt x="3" y="2"/>
                      </a:lnTo>
                      <a:lnTo>
                        <a:pt x="7" y="0"/>
                      </a:lnTo>
                      <a:lnTo>
                        <a:pt x="10" y="0"/>
                      </a:lnTo>
                      <a:lnTo>
                        <a:pt x="13" y="0"/>
                      </a:lnTo>
                      <a:lnTo>
                        <a:pt x="17" y="11"/>
                      </a:lnTo>
                      <a:lnTo>
                        <a:pt x="20" y="22"/>
                      </a:lnTo>
                      <a:lnTo>
                        <a:pt x="25" y="30"/>
                      </a:lnTo>
                      <a:lnTo>
                        <a:pt x="29" y="40"/>
                      </a:lnTo>
                      <a:lnTo>
                        <a:pt x="34" y="47"/>
                      </a:lnTo>
                      <a:lnTo>
                        <a:pt x="38" y="54"/>
                      </a:lnTo>
                      <a:lnTo>
                        <a:pt x="43" y="61"/>
                      </a:lnTo>
                      <a:lnTo>
                        <a:pt x="48" y="66"/>
                      </a:lnTo>
                      <a:lnTo>
                        <a:pt x="42" y="64"/>
                      </a:lnTo>
                      <a:lnTo>
                        <a:pt x="35" y="60"/>
                      </a:lnTo>
                      <a:lnTo>
                        <a:pt x="29" y="54"/>
                      </a:lnTo>
                      <a:lnTo>
                        <a:pt x="23" y="47"/>
                      </a:lnTo>
                      <a:lnTo>
                        <a:pt x="17" y="37"/>
                      </a:lnTo>
                      <a:lnTo>
                        <a:pt x="11" y="28"/>
                      </a:lnTo>
                      <a:lnTo>
                        <a:pt x="5" y="15"/>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6" name="Freeform 824"/>
                <p:cNvSpPr>
                  <a:spLocks/>
                </p:cNvSpPr>
                <p:nvPr/>
              </p:nvSpPr>
              <p:spPr bwMode="auto">
                <a:xfrm>
                  <a:off x="5406" y="3387"/>
                  <a:ext cx="22" cy="92"/>
                </a:xfrm>
                <a:custGeom>
                  <a:avLst/>
                  <a:gdLst>
                    <a:gd name="T0" fmla="*/ 0 w 153"/>
                    <a:gd name="T1" fmla="*/ 0 h 456"/>
                    <a:gd name="T2" fmla="*/ 0 w 153"/>
                    <a:gd name="T3" fmla="*/ 0 h 456"/>
                    <a:gd name="T4" fmla="*/ 0 w 153"/>
                    <a:gd name="T5" fmla="*/ 0 h 456"/>
                    <a:gd name="T6" fmla="*/ 0 w 153"/>
                    <a:gd name="T7" fmla="*/ 0 h 456"/>
                    <a:gd name="T8" fmla="*/ 0 w 153"/>
                    <a:gd name="T9" fmla="*/ 0 h 456"/>
                    <a:gd name="T10" fmla="*/ 0 w 153"/>
                    <a:gd name="T11" fmla="*/ 0 h 456"/>
                    <a:gd name="T12" fmla="*/ 0 w 153"/>
                    <a:gd name="T13" fmla="*/ 0 h 456"/>
                    <a:gd name="T14" fmla="*/ 0 w 153"/>
                    <a:gd name="T15" fmla="*/ 0 h 456"/>
                    <a:gd name="T16" fmla="*/ 0 w 153"/>
                    <a:gd name="T17" fmla="*/ 0 h 456"/>
                    <a:gd name="T18" fmla="*/ 0 w 153"/>
                    <a:gd name="T19" fmla="*/ 0 h 456"/>
                    <a:gd name="T20" fmla="*/ 0 w 153"/>
                    <a:gd name="T21" fmla="*/ 0 h 456"/>
                    <a:gd name="T22" fmla="*/ 0 w 153"/>
                    <a:gd name="T23" fmla="*/ 0 h 456"/>
                    <a:gd name="T24" fmla="*/ 0 w 153"/>
                    <a:gd name="T25" fmla="*/ 0 h 456"/>
                    <a:gd name="T26" fmla="*/ 0 w 153"/>
                    <a:gd name="T27" fmla="*/ 0 h 456"/>
                    <a:gd name="T28" fmla="*/ 0 w 153"/>
                    <a:gd name="T29" fmla="*/ 0 h 456"/>
                    <a:gd name="T30" fmla="*/ 0 w 153"/>
                    <a:gd name="T31" fmla="*/ 0 h 456"/>
                    <a:gd name="T32" fmla="*/ 0 w 153"/>
                    <a:gd name="T33" fmla="*/ 0 h 456"/>
                    <a:gd name="T34" fmla="*/ 0 w 153"/>
                    <a:gd name="T35" fmla="*/ 0 h 456"/>
                    <a:gd name="T36" fmla="*/ 0 w 153"/>
                    <a:gd name="T37" fmla="*/ 0 h 456"/>
                    <a:gd name="T38" fmla="*/ 0 w 153"/>
                    <a:gd name="T39" fmla="*/ 0 h 456"/>
                    <a:gd name="T40" fmla="*/ 0 w 153"/>
                    <a:gd name="T41" fmla="*/ 0 h 456"/>
                    <a:gd name="T42" fmla="*/ 0 w 153"/>
                    <a:gd name="T43" fmla="*/ 0 h 456"/>
                    <a:gd name="T44" fmla="*/ 0 w 153"/>
                    <a:gd name="T45" fmla="*/ 0 h 456"/>
                    <a:gd name="T46" fmla="*/ 0 w 153"/>
                    <a:gd name="T47" fmla="*/ 0 h 456"/>
                    <a:gd name="T48" fmla="*/ 0 w 153"/>
                    <a:gd name="T49" fmla="*/ 0 h 456"/>
                    <a:gd name="T50" fmla="*/ 0 w 153"/>
                    <a:gd name="T51" fmla="*/ 0 h 456"/>
                    <a:gd name="T52" fmla="*/ 0 w 153"/>
                    <a:gd name="T53" fmla="*/ 0 h 456"/>
                    <a:gd name="T54" fmla="*/ 0 w 153"/>
                    <a:gd name="T55" fmla="*/ 0 h 456"/>
                    <a:gd name="T56" fmla="*/ 0 w 153"/>
                    <a:gd name="T57" fmla="*/ 0 h 456"/>
                    <a:gd name="T58" fmla="*/ 0 w 153"/>
                    <a:gd name="T59" fmla="*/ 0 h 456"/>
                    <a:gd name="T60" fmla="*/ 0 w 153"/>
                    <a:gd name="T61" fmla="*/ 0 h 456"/>
                    <a:gd name="T62" fmla="*/ 0 w 153"/>
                    <a:gd name="T63" fmla="*/ 0 h 456"/>
                    <a:gd name="T64" fmla="*/ 0 w 153"/>
                    <a:gd name="T65" fmla="*/ 0 h 456"/>
                    <a:gd name="T66" fmla="*/ 0 w 153"/>
                    <a:gd name="T67" fmla="*/ 0 h 456"/>
                    <a:gd name="T68" fmla="*/ 0 w 153"/>
                    <a:gd name="T69" fmla="*/ 0 h 456"/>
                    <a:gd name="T70" fmla="*/ 0 w 153"/>
                    <a:gd name="T71" fmla="*/ 0 h 456"/>
                    <a:gd name="T72" fmla="*/ 0 w 153"/>
                    <a:gd name="T73" fmla="*/ 0 h 456"/>
                    <a:gd name="T74" fmla="*/ 0 w 153"/>
                    <a:gd name="T75" fmla="*/ 0 h 456"/>
                    <a:gd name="T76" fmla="*/ 0 w 153"/>
                    <a:gd name="T77" fmla="*/ 0 h 456"/>
                    <a:gd name="T78" fmla="*/ 0 w 153"/>
                    <a:gd name="T79" fmla="*/ 0 h 456"/>
                    <a:gd name="T80" fmla="*/ 0 w 153"/>
                    <a:gd name="T81" fmla="*/ 0 h 456"/>
                    <a:gd name="T82" fmla="*/ 0 w 153"/>
                    <a:gd name="T83" fmla="*/ 0 h 456"/>
                    <a:gd name="T84" fmla="*/ 0 w 153"/>
                    <a:gd name="T85" fmla="*/ 0 h 456"/>
                    <a:gd name="T86" fmla="*/ 0 w 153"/>
                    <a:gd name="T87" fmla="*/ 0 h 456"/>
                    <a:gd name="T88" fmla="*/ 0 w 153"/>
                    <a:gd name="T89" fmla="*/ 0 h 456"/>
                    <a:gd name="T90" fmla="*/ 0 w 153"/>
                    <a:gd name="T91" fmla="*/ 0 h 456"/>
                    <a:gd name="T92" fmla="*/ 0 w 153"/>
                    <a:gd name="T93" fmla="*/ 0 h 456"/>
                    <a:gd name="T94" fmla="*/ 0 w 153"/>
                    <a:gd name="T95" fmla="*/ 0 h 456"/>
                    <a:gd name="T96" fmla="*/ 0 w 153"/>
                    <a:gd name="T97" fmla="*/ 0 h 456"/>
                    <a:gd name="T98" fmla="*/ 0 w 153"/>
                    <a:gd name="T99" fmla="*/ 0 h 456"/>
                    <a:gd name="T100" fmla="*/ 0 w 153"/>
                    <a:gd name="T101" fmla="*/ 0 h 456"/>
                    <a:gd name="T102" fmla="*/ 0 w 153"/>
                    <a:gd name="T103" fmla="*/ 0 h 45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53"/>
                    <a:gd name="T157" fmla="*/ 0 h 456"/>
                    <a:gd name="T158" fmla="*/ 153 w 153"/>
                    <a:gd name="T159" fmla="*/ 456 h 45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53" h="456">
                      <a:moveTo>
                        <a:pt x="77" y="456"/>
                      </a:moveTo>
                      <a:lnTo>
                        <a:pt x="70" y="455"/>
                      </a:lnTo>
                      <a:lnTo>
                        <a:pt x="64" y="453"/>
                      </a:lnTo>
                      <a:lnTo>
                        <a:pt x="57" y="448"/>
                      </a:lnTo>
                      <a:lnTo>
                        <a:pt x="51" y="441"/>
                      </a:lnTo>
                      <a:lnTo>
                        <a:pt x="41" y="425"/>
                      </a:lnTo>
                      <a:lnTo>
                        <a:pt x="31" y="406"/>
                      </a:lnTo>
                      <a:lnTo>
                        <a:pt x="23" y="383"/>
                      </a:lnTo>
                      <a:lnTo>
                        <a:pt x="15" y="356"/>
                      </a:lnTo>
                      <a:lnTo>
                        <a:pt x="9" y="327"/>
                      </a:lnTo>
                      <a:lnTo>
                        <a:pt x="5" y="296"/>
                      </a:lnTo>
                      <a:lnTo>
                        <a:pt x="2" y="263"/>
                      </a:lnTo>
                      <a:lnTo>
                        <a:pt x="1" y="229"/>
                      </a:lnTo>
                      <a:lnTo>
                        <a:pt x="1" y="225"/>
                      </a:lnTo>
                      <a:lnTo>
                        <a:pt x="0" y="225"/>
                      </a:lnTo>
                      <a:lnTo>
                        <a:pt x="4" y="197"/>
                      </a:lnTo>
                      <a:lnTo>
                        <a:pt x="9" y="167"/>
                      </a:lnTo>
                      <a:lnTo>
                        <a:pt x="15" y="137"/>
                      </a:lnTo>
                      <a:lnTo>
                        <a:pt x="23" y="109"/>
                      </a:lnTo>
                      <a:lnTo>
                        <a:pt x="31" y="80"/>
                      </a:lnTo>
                      <a:lnTo>
                        <a:pt x="40" y="52"/>
                      </a:lnTo>
                      <a:lnTo>
                        <a:pt x="49" y="28"/>
                      </a:lnTo>
                      <a:lnTo>
                        <a:pt x="59" y="7"/>
                      </a:lnTo>
                      <a:lnTo>
                        <a:pt x="61" y="9"/>
                      </a:lnTo>
                      <a:lnTo>
                        <a:pt x="66" y="4"/>
                      </a:lnTo>
                      <a:lnTo>
                        <a:pt x="69" y="2"/>
                      </a:lnTo>
                      <a:lnTo>
                        <a:pt x="73" y="0"/>
                      </a:lnTo>
                      <a:lnTo>
                        <a:pt x="77" y="0"/>
                      </a:lnTo>
                      <a:lnTo>
                        <a:pt x="84" y="1"/>
                      </a:lnTo>
                      <a:lnTo>
                        <a:pt x="91" y="3"/>
                      </a:lnTo>
                      <a:lnTo>
                        <a:pt x="97" y="9"/>
                      </a:lnTo>
                      <a:lnTo>
                        <a:pt x="104" y="15"/>
                      </a:lnTo>
                      <a:lnTo>
                        <a:pt x="114" y="30"/>
                      </a:lnTo>
                      <a:lnTo>
                        <a:pt x="123" y="46"/>
                      </a:lnTo>
                      <a:lnTo>
                        <a:pt x="131" y="67"/>
                      </a:lnTo>
                      <a:lnTo>
                        <a:pt x="138" y="91"/>
                      </a:lnTo>
                      <a:lnTo>
                        <a:pt x="143" y="116"/>
                      </a:lnTo>
                      <a:lnTo>
                        <a:pt x="148" y="143"/>
                      </a:lnTo>
                      <a:lnTo>
                        <a:pt x="151" y="173"/>
                      </a:lnTo>
                      <a:lnTo>
                        <a:pt x="153" y="203"/>
                      </a:lnTo>
                      <a:lnTo>
                        <a:pt x="151" y="241"/>
                      </a:lnTo>
                      <a:lnTo>
                        <a:pt x="149" y="275"/>
                      </a:lnTo>
                      <a:lnTo>
                        <a:pt x="147" y="303"/>
                      </a:lnTo>
                      <a:lnTo>
                        <a:pt x="146" y="322"/>
                      </a:lnTo>
                      <a:lnTo>
                        <a:pt x="141" y="350"/>
                      </a:lnTo>
                      <a:lnTo>
                        <a:pt x="135" y="376"/>
                      </a:lnTo>
                      <a:lnTo>
                        <a:pt x="127" y="399"/>
                      </a:lnTo>
                      <a:lnTo>
                        <a:pt x="119" y="418"/>
                      </a:lnTo>
                      <a:lnTo>
                        <a:pt x="109" y="435"/>
                      </a:lnTo>
                      <a:lnTo>
                        <a:pt x="99" y="447"/>
                      </a:lnTo>
                      <a:lnTo>
                        <a:pt x="88" y="454"/>
                      </a:lnTo>
                      <a:lnTo>
                        <a:pt x="77" y="456"/>
                      </a:lnTo>
                      <a:close/>
                    </a:path>
                  </a:pathLst>
                </a:custGeom>
                <a:solidFill>
                  <a:srgbClr val="232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7" name="Freeform 825"/>
                <p:cNvSpPr>
                  <a:spLocks/>
                </p:cNvSpPr>
                <p:nvPr/>
              </p:nvSpPr>
              <p:spPr bwMode="auto">
                <a:xfrm>
                  <a:off x="5429" y="3398"/>
                  <a:ext cx="8" cy="59"/>
                </a:xfrm>
                <a:custGeom>
                  <a:avLst/>
                  <a:gdLst>
                    <a:gd name="T0" fmla="*/ 0 w 56"/>
                    <a:gd name="T1" fmla="*/ 0 h 292"/>
                    <a:gd name="T2" fmla="*/ 0 w 56"/>
                    <a:gd name="T3" fmla="*/ 0 h 292"/>
                    <a:gd name="T4" fmla="*/ 0 w 56"/>
                    <a:gd name="T5" fmla="*/ 0 h 292"/>
                    <a:gd name="T6" fmla="*/ 0 w 56"/>
                    <a:gd name="T7" fmla="*/ 0 h 292"/>
                    <a:gd name="T8" fmla="*/ 0 w 56"/>
                    <a:gd name="T9" fmla="*/ 0 h 292"/>
                    <a:gd name="T10" fmla="*/ 0 w 56"/>
                    <a:gd name="T11" fmla="*/ 0 h 292"/>
                    <a:gd name="T12" fmla="*/ 0 w 56"/>
                    <a:gd name="T13" fmla="*/ 0 h 292"/>
                    <a:gd name="T14" fmla="*/ 0 w 56"/>
                    <a:gd name="T15" fmla="*/ 0 h 292"/>
                    <a:gd name="T16" fmla="*/ 0 w 56"/>
                    <a:gd name="T17" fmla="*/ 0 h 292"/>
                    <a:gd name="T18" fmla="*/ 0 w 56"/>
                    <a:gd name="T19" fmla="*/ 0 h 292"/>
                    <a:gd name="T20" fmla="*/ 0 w 56"/>
                    <a:gd name="T21" fmla="*/ 0 h 292"/>
                    <a:gd name="T22" fmla="*/ 0 w 56"/>
                    <a:gd name="T23" fmla="*/ 0 h 292"/>
                    <a:gd name="T24" fmla="*/ 0 w 56"/>
                    <a:gd name="T25" fmla="*/ 0 h 292"/>
                    <a:gd name="T26" fmla="*/ 0 w 56"/>
                    <a:gd name="T27" fmla="*/ 0 h 292"/>
                    <a:gd name="T28" fmla="*/ 0 w 56"/>
                    <a:gd name="T29" fmla="*/ 0 h 292"/>
                    <a:gd name="T30" fmla="*/ 0 w 56"/>
                    <a:gd name="T31" fmla="*/ 0 h 292"/>
                    <a:gd name="T32" fmla="*/ 0 w 56"/>
                    <a:gd name="T33" fmla="*/ 0 h 292"/>
                    <a:gd name="T34" fmla="*/ 0 w 56"/>
                    <a:gd name="T35" fmla="*/ 0 h 292"/>
                    <a:gd name="T36" fmla="*/ 0 w 56"/>
                    <a:gd name="T37" fmla="*/ 0 h 292"/>
                    <a:gd name="T38" fmla="*/ 0 w 56"/>
                    <a:gd name="T39" fmla="*/ 0 h 292"/>
                    <a:gd name="T40" fmla="*/ 0 w 56"/>
                    <a:gd name="T41" fmla="*/ 0 h 292"/>
                    <a:gd name="T42" fmla="*/ 0 w 56"/>
                    <a:gd name="T43" fmla="*/ 0 h 292"/>
                    <a:gd name="T44" fmla="*/ 0 w 56"/>
                    <a:gd name="T45" fmla="*/ 0 h 292"/>
                    <a:gd name="T46" fmla="*/ 0 w 56"/>
                    <a:gd name="T47" fmla="*/ 0 h 292"/>
                    <a:gd name="T48" fmla="*/ 0 w 56"/>
                    <a:gd name="T49" fmla="*/ 0 h 292"/>
                    <a:gd name="T50" fmla="*/ 0 w 56"/>
                    <a:gd name="T51" fmla="*/ 0 h 292"/>
                    <a:gd name="T52" fmla="*/ 0 w 56"/>
                    <a:gd name="T53" fmla="*/ 0 h 292"/>
                    <a:gd name="T54" fmla="*/ 0 w 56"/>
                    <a:gd name="T55" fmla="*/ 0 h 292"/>
                    <a:gd name="T56" fmla="*/ 0 w 56"/>
                    <a:gd name="T57" fmla="*/ 0 h 292"/>
                    <a:gd name="T58" fmla="*/ 0 w 56"/>
                    <a:gd name="T59" fmla="*/ 0 h 292"/>
                    <a:gd name="T60" fmla="*/ 0 w 56"/>
                    <a:gd name="T61" fmla="*/ 0 h 292"/>
                    <a:gd name="T62" fmla="*/ 0 w 56"/>
                    <a:gd name="T63" fmla="*/ 0 h 292"/>
                    <a:gd name="T64" fmla="*/ 0 w 56"/>
                    <a:gd name="T65" fmla="*/ 0 h 2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6"/>
                    <a:gd name="T100" fmla="*/ 0 h 292"/>
                    <a:gd name="T101" fmla="*/ 56 w 56"/>
                    <a:gd name="T102" fmla="*/ 292 h 2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6" h="292">
                      <a:moveTo>
                        <a:pt x="6" y="124"/>
                      </a:moveTo>
                      <a:lnTo>
                        <a:pt x="12" y="22"/>
                      </a:lnTo>
                      <a:lnTo>
                        <a:pt x="12" y="20"/>
                      </a:lnTo>
                      <a:lnTo>
                        <a:pt x="12" y="16"/>
                      </a:lnTo>
                      <a:lnTo>
                        <a:pt x="12" y="12"/>
                      </a:lnTo>
                      <a:lnTo>
                        <a:pt x="12" y="4"/>
                      </a:lnTo>
                      <a:lnTo>
                        <a:pt x="14" y="4"/>
                      </a:lnTo>
                      <a:lnTo>
                        <a:pt x="15" y="4"/>
                      </a:lnTo>
                      <a:lnTo>
                        <a:pt x="17" y="4"/>
                      </a:lnTo>
                      <a:lnTo>
                        <a:pt x="19" y="3"/>
                      </a:lnTo>
                      <a:lnTo>
                        <a:pt x="25" y="3"/>
                      </a:lnTo>
                      <a:lnTo>
                        <a:pt x="31" y="2"/>
                      </a:lnTo>
                      <a:lnTo>
                        <a:pt x="39" y="1"/>
                      </a:lnTo>
                      <a:lnTo>
                        <a:pt x="48" y="0"/>
                      </a:lnTo>
                      <a:lnTo>
                        <a:pt x="56" y="1"/>
                      </a:lnTo>
                      <a:lnTo>
                        <a:pt x="56" y="278"/>
                      </a:lnTo>
                      <a:lnTo>
                        <a:pt x="47" y="280"/>
                      </a:lnTo>
                      <a:lnTo>
                        <a:pt x="38" y="282"/>
                      </a:lnTo>
                      <a:lnTo>
                        <a:pt x="31" y="284"/>
                      </a:lnTo>
                      <a:lnTo>
                        <a:pt x="24" y="286"/>
                      </a:lnTo>
                      <a:lnTo>
                        <a:pt x="18" y="288"/>
                      </a:lnTo>
                      <a:lnTo>
                        <a:pt x="13" y="290"/>
                      </a:lnTo>
                      <a:lnTo>
                        <a:pt x="8" y="291"/>
                      </a:lnTo>
                      <a:lnTo>
                        <a:pt x="5" y="292"/>
                      </a:lnTo>
                      <a:lnTo>
                        <a:pt x="0" y="279"/>
                      </a:lnTo>
                      <a:lnTo>
                        <a:pt x="3" y="254"/>
                      </a:lnTo>
                      <a:lnTo>
                        <a:pt x="6" y="228"/>
                      </a:lnTo>
                      <a:lnTo>
                        <a:pt x="7" y="201"/>
                      </a:lnTo>
                      <a:lnTo>
                        <a:pt x="8" y="175"/>
                      </a:lnTo>
                      <a:lnTo>
                        <a:pt x="8" y="161"/>
                      </a:lnTo>
                      <a:lnTo>
                        <a:pt x="7" y="148"/>
                      </a:lnTo>
                      <a:lnTo>
                        <a:pt x="7" y="136"/>
                      </a:lnTo>
                      <a:lnTo>
                        <a:pt x="6" y="124"/>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8" name="Freeform 826"/>
                <p:cNvSpPr>
                  <a:spLocks/>
                </p:cNvSpPr>
                <p:nvPr/>
              </p:nvSpPr>
              <p:spPr bwMode="auto">
                <a:xfrm>
                  <a:off x="5462" y="3448"/>
                  <a:ext cx="6" cy="13"/>
                </a:xfrm>
                <a:custGeom>
                  <a:avLst/>
                  <a:gdLst>
                    <a:gd name="T0" fmla="*/ 0 w 42"/>
                    <a:gd name="T1" fmla="*/ 0 h 67"/>
                    <a:gd name="T2" fmla="*/ 0 w 42"/>
                    <a:gd name="T3" fmla="*/ 0 h 67"/>
                    <a:gd name="T4" fmla="*/ 0 w 42"/>
                    <a:gd name="T5" fmla="*/ 0 h 67"/>
                    <a:gd name="T6" fmla="*/ 0 w 42"/>
                    <a:gd name="T7" fmla="*/ 0 h 67"/>
                    <a:gd name="T8" fmla="*/ 0 w 42"/>
                    <a:gd name="T9" fmla="*/ 0 h 67"/>
                    <a:gd name="T10" fmla="*/ 0 w 42"/>
                    <a:gd name="T11" fmla="*/ 0 h 67"/>
                    <a:gd name="T12" fmla="*/ 0 w 42"/>
                    <a:gd name="T13" fmla="*/ 0 h 67"/>
                    <a:gd name="T14" fmla="*/ 0 w 42"/>
                    <a:gd name="T15" fmla="*/ 0 h 67"/>
                    <a:gd name="T16" fmla="*/ 0 w 42"/>
                    <a:gd name="T17" fmla="*/ 0 h 67"/>
                    <a:gd name="T18" fmla="*/ 0 w 42"/>
                    <a:gd name="T19" fmla="*/ 0 h 67"/>
                    <a:gd name="T20" fmla="*/ 0 w 42"/>
                    <a:gd name="T21" fmla="*/ 0 h 67"/>
                    <a:gd name="T22" fmla="*/ 0 w 42"/>
                    <a:gd name="T23" fmla="*/ 0 h 67"/>
                    <a:gd name="T24" fmla="*/ 0 w 42"/>
                    <a:gd name="T25" fmla="*/ 0 h 67"/>
                    <a:gd name="T26" fmla="*/ 0 w 42"/>
                    <a:gd name="T27" fmla="*/ 0 h 67"/>
                    <a:gd name="T28" fmla="*/ 0 w 42"/>
                    <a:gd name="T29" fmla="*/ 0 h 67"/>
                    <a:gd name="T30" fmla="*/ 0 w 42"/>
                    <a:gd name="T31" fmla="*/ 0 h 67"/>
                    <a:gd name="T32" fmla="*/ 0 w 42"/>
                    <a:gd name="T33" fmla="*/ 0 h 67"/>
                    <a:gd name="T34" fmla="*/ 0 w 42"/>
                    <a:gd name="T35" fmla="*/ 0 h 67"/>
                    <a:gd name="T36" fmla="*/ 0 w 42"/>
                    <a:gd name="T37" fmla="*/ 0 h 67"/>
                    <a:gd name="T38" fmla="*/ 0 w 42"/>
                    <a:gd name="T39" fmla="*/ 0 h 67"/>
                    <a:gd name="T40" fmla="*/ 0 w 42"/>
                    <a:gd name="T41" fmla="*/ 0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
                    <a:gd name="T64" fmla="*/ 0 h 67"/>
                    <a:gd name="T65" fmla="*/ 42 w 42"/>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 h="67">
                      <a:moveTo>
                        <a:pt x="0" y="1"/>
                      </a:moveTo>
                      <a:lnTo>
                        <a:pt x="2" y="1"/>
                      </a:lnTo>
                      <a:lnTo>
                        <a:pt x="5" y="1"/>
                      </a:lnTo>
                      <a:lnTo>
                        <a:pt x="8" y="1"/>
                      </a:lnTo>
                      <a:lnTo>
                        <a:pt x="10" y="0"/>
                      </a:lnTo>
                      <a:lnTo>
                        <a:pt x="13" y="11"/>
                      </a:lnTo>
                      <a:lnTo>
                        <a:pt x="17" y="21"/>
                      </a:lnTo>
                      <a:lnTo>
                        <a:pt x="20" y="31"/>
                      </a:lnTo>
                      <a:lnTo>
                        <a:pt x="25" y="41"/>
                      </a:lnTo>
                      <a:lnTo>
                        <a:pt x="29" y="48"/>
                      </a:lnTo>
                      <a:lnTo>
                        <a:pt x="33" y="55"/>
                      </a:lnTo>
                      <a:lnTo>
                        <a:pt x="38" y="62"/>
                      </a:lnTo>
                      <a:lnTo>
                        <a:pt x="42" y="67"/>
                      </a:lnTo>
                      <a:lnTo>
                        <a:pt x="36" y="65"/>
                      </a:lnTo>
                      <a:lnTo>
                        <a:pt x="31" y="60"/>
                      </a:lnTo>
                      <a:lnTo>
                        <a:pt x="25" y="54"/>
                      </a:lnTo>
                      <a:lnTo>
                        <a:pt x="20" y="47"/>
                      </a:lnTo>
                      <a:lnTo>
                        <a:pt x="15" y="37"/>
                      </a:lnTo>
                      <a:lnTo>
                        <a:pt x="10" y="26"/>
                      </a:lnTo>
                      <a:lnTo>
                        <a:pt x="5" y="14"/>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79" name="Freeform 827"/>
                <p:cNvSpPr>
                  <a:spLocks/>
                </p:cNvSpPr>
                <p:nvPr/>
              </p:nvSpPr>
              <p:spPr bwMode="auto">
                <a:xfrm>
                  <a:off x="5485" y="3377"/>
                  <a:ext cx="18" cy="85"/>
                </a:xfrm>
                <a:custGeom>
                  <a:avLst/>
                  <a:gdLst>
                    <a:gd name="T0" fmla="*/ 0 w 125"/>
                    <a:gd name="T1" fmla="*/ 0 h 421"/>
                    <a:gd name="T2" fmla="*/ 0 w 125"/>
                    <a:gd name="T3" fmla="*/ 0 h 421"/>
                    <a:gd name="T4" fmla="*/ 0 w 125"/>
                    <a:gd name="T5" fmla="*/ 0 h 421"/>
                    <a:gd name="T6" fmla="*/ 0 w 125"/>
                    <a:gd name="T7" fmla="*/ 0 h 421"/>
                    <a:gd name="T8" fmla="*/ 0 w 125"/>
                    <a:gd name="T9" fmla="*/ 0 h 421"/>
                    <a:gd name="T10" fmla="*/ 0 w 125"/>
                    <a:gd name="T11" fmla="*/ 0 h 421"/>
                    <a:gd name="T12" fmla="*/ 0 w 125"/>
                    <a:gd name="T13" fmla="*/ 0 h 421"/>
                    <a:gd name="T14" fmla="*/ 0 w 125"/>
                    <a:gd name="T15" fmla="*/ 0 h 421"/>
                    <a:gd name="T16" fmla="*/ 0 w 125"/>
                    <a:gd name="T17" fmla="*/ 0 h 421"/>
                    <a:gd name="T18" fmla="*/ 0 w 125"/>
                    <a:gd name="T19" fmla="*/ 0 h 421"/>
                    <a:gd name="T20" fmla="*/ 0 w 125"/>
                    <a:gd name="T21" fmla="*/ 0 h 421"/>
                    <a:gd name="T22" fmla="*/ 0 w 125"/>
                    <a:gd name="T23" fmla="*/ 0 h 421"/>
                    <a:gd name="T24" fmla="*/ 0 w 125"/>
                    <a:gd name="T25" fmla="*/ 0 h 421"/>
                    <a:gd name="T26" fmla="*/ 0 w 125"/>
                    <a:gd name="T27" fmla="*/ 0 h 421"/>
                    <a:gd name="T28" fmla="*/ 0 w 125"/>
                    <a:gd name="T29" fmla="*/ 0 h 421"/>
                    <a:gd name="T30" fmla="*/ 0 w 125"/>
                    <a:gd name="T31" fmla="*/ 0 h 421"/>
                    <a:gd name="T32" fmla="*/ 0 w 125"/>
                    <a:gd name="T33" fmla="*/ 0 h 421"/>
                    <a:gd name="T34" fmla="*/ 0 w 125"/>
                    <a:gd name="T35" fmla="*/ 0 h 421"/>
                    <a:gd name="T36" fmla="*/ 0 w 125"/>
                    <a:gd name="T37" fmla="*/ 0 h 421"/>
                    <a:gd name="T38" fmla="*/ 0 w 125"/>
                    <a:gd name="T39" fmla="*/ 0 h 421"/>
                    <a:gd name="T40" fmla="*/ 0 w 125"/>
                    <a:gd name="T41" fmla="*/ 0 h 421"/>
                    <a:gd name="T42" fmla="*/ 0 w 125"/>
                    <a:gd name="T43" fmla="*/ 0 h 421"/>
                    <a:gd name="T44" fmla="*/ 0 w 125"/>
                    <a:gd name="T45" fmla="*/ 0 h 421"/>
                    <a:gd name="T46" fmla="*/ 0 w 125"/>
                    <a:gd name="T47" fmla="*/ 0 h 421"/>
                    <a:gd name="T48" fmla="*/ 0 w 125"/>
                    <a:gd name="T49" fmla="*/ 0 h 421"/>
                    <a:gd name="T50" fmla="*/ 0 w 125"/>
                    <a:gd name="T51" fmla="*/ 0 h 421"/>
                    <a:gd name="T52" fmla="*/ 0 w 125"/>
                    <a:gd name="T53" fmla="*/ 0 h 421"/>
                    <a:gd name="T54" fmla="*/ 0 w 125"/>
                    <a:gd name="T55" fmla="*/ 0 h 421"/>
                    <a:gd name="T56" fmla="*/ 0 w 125"/>
                    <a:gd name="T57" fmla="*/ 0 h 421"/>
                    <a:gd name="T58" fmla="*/ 0 w 125"/>
                    <a:gd name="T59" fmla="*/ 0 h 421"/>
                    <a:gd name="T60" fmla="*/ 0 w 125"/>
                    <a:gd name="T61" fmla="*/ 0 h 421"/>
                    <a:gd name="T62" fmla="*/ 0 w 125"/>
                    <a:gd name="T63" fmla="*/ 0 h 421"/>
                    <a:gd name="T64" fmla="*/ 0 w 125"/>
                    <a:gd name="T65" fmla="*/ 0 h 421"/>
                    <a:gd name="T66" fmla="*/ 0 w 125"/>
                    <a:gd name="T67" fmla="*/ 0 h 421"/>
                    <a:gd name="T68" fmla="*/ 0 w 125"/>
                    <a:gd name="T69" fmla="*/ 0 h 421"/>
                    <a:gd name="T70" fmla="*/ 0 w 125"/>
                    <a:gd name="T71" fmla="*/ 0 h 421"/>
                    <a:gd name="T72" fmla="*/ 0 w 125"/>
                    <a:gd name="T73" fmla="*/ 0 h 421"/>
                    <a:gd name="T74" fmla="*/ 0 w 125"/>
                    <a:gd name="T75" fmla="*/ 0 h 421"/>
                    <a:gd name="T76" fmla="*/ 0 w 125"/>
                    <a:gd name="T77" fmla="*/ 0 h 421"/>
                    <a:gd name="T78" fmla="*/ 0 w 125"/>
                    <a:gd name="T79" fmla="*/ 0 h 421"/>
                    <a:gd name="T80" fmla="*/ 0 w 125"/>
                    <a:gd name="T81" fmla="*/ 0 h 421"/>
                    <a:gd name="T82" fmla="*/ 0 w 125"/>
                    <a:gd name="T83" fmla="*/ 0 h 421"/>
                    <a:gd name="T84" fmla="*/ 0 w 125"/>
                    <a:gd name="T85" fmla="*/ 0 h 421"/>
                    <a:gd name="T86" fmla="*/ 0 w 125"/>
                    <a:gd name="T87" fmla="*/ 0 h 421"/>
                    <a:gd name="T88" fmla="*/ 0 w 125"/>
                    <a:gd name="T89" fmla="*/ 0 h 421"/>
                    <a:gd name="T90" fmla="*/ 0 w 125"/>
                    <a:gd name="T91" fmla="*/ 0 h 421"/>
                    <a:gd name="T92" fmla="*/ 0 w 125"/>
                    <a:gd name="T93" fmla="*/ 0 h 421"/>
                    <a:gd name="T94" fmla="*/ 0 w 125"/>
                    <a:gd name="T95" fmla="*/ 0 h 421"/>
                    <a:gd name="T96" fmla="*/ 0 w 125"/>
                    <a:gd name="T97" fmla="*/ 0 h 421"/>
                    <a:gd name="T98" fmla="*/ 0 w 125"/>
                    <a:gd name="T99" fmla="*/ 0 h 421"/>
                    <a:gd name="T100" fmla="*/ 0 w 125"/>
                    <a:gd name="T101" fmla="*/ 0 h 421"/>
                    <a:gd name="T102" fmla="*/ 0 w 125"/>
                    <a:gd name="T103" fmla="*/ 0 h 421"/>
                    <a:gd name="T104" fmla="*/ 0 w 125"/>
                    <a:gd name="T105" fmla="*/ 0 h 42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5"/>
                    <a:gd name="T160" fmla="*/ 0 h 421"/>
                    <a:gd name="T161" fmla="*/ 125 w 125"/>
                    <a:gd name="T162" fmla="*/ 421 h 421"/>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5" h="421">
                      <a:moveTo>
                        <a:pt x="58" y="421"/>
                      </a:moveTo>
                      <a:lnTo>
                        <a:pt x="50" y="419"/>
                      </a:lnTo>
                      <a:lnTo>
                        <a:pt x="42" y="414"/>
                      </a:lnTo>
                      <a:lnTo>
                        <a:pt x="34" y="404"/>
                      </a:lnTo>
                      <a:lnTo>
                        <a:pt x="26" y="392"/>
                      </a:lnTo>
                      <a:lnTo>
                        <a:pt x="19" y="378"/>
                      </a:lnTo>
                      <a:lnTo>
                        <a:pt x="11" y="360"/>
                      </a:lnTo>
                      <a:lnTo>
                        <a:pt x="5" y="341"/>
                      </a:lnTo>
                      <a:lnTo>
                        <a:pt x="0" y="318"/>
                      </a:lnTo>
                      <a:lnTo>
                        <a:pt x="2" y="317"/>
                      </a:lnTo>
                      <a:lnTo>
                        <a:pt x="2" y="313"/>
                      </a:lnTo>
                      <a:lnTo>
                        <a:pt x="2" y="282"/>
                      </a:lnTo>
                      <a:lnTo>
                        <a:pt x="2" y="245"/>
                      </a:lnTo>
                      <a:lnTo>
                        <a:pt x="4" y="203"/>
                      </a:lnTo>
                      <a:lnTo>
                        <a:pt x="7" y="159"/>
                      </a:lnTo>
                      <a:lnTo>
                        <a:pt x="12" y="116"/>
                      </a:lnTo>
                      <a:lnTo>
                        <a:pt x="20" y="74"/>
                      </a:lnTo>
                      <a:lnTo>
                        <a:pt x="29" y="36"/>
                      </a:lnTo>
                      <a:lnTo>
                        <a:pt x="40" y="6"/>
                      </a:lnTo>
                      <a:lnTo>
                        <a:pt x="41" y="8"/>
                      </a:lnTo>
                      <a:lnTo>
                        <a:pt x="45" y="4"/>
                      </a:lnTo>
                      <a:lnTo>
                        <a:pt x="48" y="2"/>
                      </a:lnTo>
                      <a:lnTo>
                        <a:pt x="52" y="0"/>
                      </a:lnTo>
                      <a:lnTo>
                        <a:pt x="57" y="0"/>
                      </a:lnTo>
                      <a:lnTo>
                        <a:pt x="58" y="0"/>
                      </a:lnTo>
                      <a:lnTo>
                        <a:pt x="64" y="2"/>
                      </a:lnTo>
                      <a:lnTo>
                        <a:pt x="70" y="3"/>
                      </a:lnTo>
                      <a:lnTo>
                        <a:pt x="75" y="8"/>
                      </a:lnTo>
                      <a:lnTo>
                        <a:pt x="81" y="14"/>
                      </a:lnTo>
                      <a:lnTo>
                        <a:pt x="90" y="28"/>
                      </a:lnTo>
                      <a:lnTo>
                        <a:pt x="99" y="45"/>
                      </a:lnTo>
                      <a:lnTo>
                        <a:pt x="106" y="66"/>
                      </a:lnTo>
                      <a:lnTo>
                        <a:pt x="113" y="92"/>
                      </a:lnTo>
                      <a:lnTo>
                        <a:pt x="118" y="118"/>
                      </a:lnTo>
                      <a:lnTo>
                        <a:pt x="122" y="147"/>
                      </a:lnTo>
                      <a:lnTo>
                        <a:pt x="124" y="178"/>
                      </a:lnTo>
                      <a:lnTo>
                        <a:pt x="125" y="209"/>
                      </a:lnTo>
                      <a:lnTo>
                        <a:pt x="124" y="219"/>
                      </a:lnTo>
                      <a:lnTo>
                        <a:pt x="123" y="228"/>
                      </a:lnTo>
                      <a:lnTo>
                        <a:pt x="122" y="235"/>
                      </a:lnTo>
                      <a:lnTo>
                        <a:pt x="122" y="239"/>
                      </a:lnTo>
                      <a:lnTo>
                        <a:pt x="122" y="245"/>
                      </a:lnTo>
                      <a:lnTo>
                        <a:pt x="122" y="257"/>
                      </a:lnTo>
                      <a:lnTo>
                        <a:pt x="121" y="273"/>
                      </a:lnTo>
                      <a:lnTo>
                        <a:pt x="121" y="289"/>
                      </a:lnTo>
                      <a:lnTo>
                        <a:pt x="116" y="318"/>
                      </a:lnTo>
                      <a:lnTo>
                        <a:pt x="110" y="344"/>
                      </a:lnTo>
                      <a:lnTo>
                        <a:pt x="102" y="367"/>
                      </a:lnTo>
                      <a:lnTo>
                        <a:pt x="94" y="385"/>
                      </a:lnTo>
                      <a:lnTo>
                        <a:pt x="86" y="401"/>
                      </a:lnTo>
                      <a:lnTo>
                        <a:pt x="77" y="412"/>
                      </a:lnTo>
                      <a:lnTo>
                        <a:pt x="67" y="419"/>
                      </a:lnTo>
                      <a:lnTo>
                        <a:pt x="58" y="421"/>
                      </a:lnTo>
                      <a:close/>
                    </a:path>
                  </a:pathLst>
                </a:custGeom>
                <a:solidFill>
                  <a:srgbClr val="2323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0" name="Freeform 828"/>
                <p:cNvSpPr>
                  <a:spLocks/>
                </p:cNvSpPr>
                <p:nvPr/>
              </p:nvSpPr>
              <p:spPr bwMode="auto">
                <a:xfrm>
                  <a:off x="5493" y="3373"/>
                  <a:ext cx="10" cy="19"/>
                </a:xfrm>
                <a:custGeom>
                  <a:avLst/>
                  <a:gdLst>
                    <a:gd name="T0" fmla="*/ 0 w 66"/>
                    <a:gd name="T1" fmla="*/ 0 h 97"/>
                    <a:gd name="T2" fmla="*/ 0 w 66"/>
                    <a:gd name="T3" fmla="*/ 0 h 97"/>
                    <a:gd name="T4" fmla="*/ 0 w 66"/>
                    <a:gd name="T5" fmla="*/ 0 h 97"/>
                    <a:gd name="T6" fmla="*/ 0 w 66"/>
                    <a:gd name="T7" fmla="*/ 0 h 97"/>
                    <a:gd name="T8" fmla="*/ 0 w 66"/>
                    <a:gd name="T9" fmla="*/ 0 h 97"/>
                    <a:gd name="T10" fmla="*/ 0 w 66"/>
                    <a:gd name="T11" fmla="*/ 0 h 97"/>
                    <a:gd name="T12" fmla="*/ 0 w 66"/>
                    <a:gd name="T13" fmla="*/ 0 h 97"/>
                    <a:gd name="T14" fmla="*/ 0 w 66"/>
                    <a:gd name="T15" fmla="*/ 0 h 97"/>
                    <a:gd name="T16" fmla="*/ 0 w 66"/>
                    <a:gd name="T17" fmla="*/ 0 h 97"/>
                    <a:gd name="T18" fmla="*/ 0 w 66"/>
                    <a:gd name="T19" fmla="*/ 0 h 97"/>
                    <a:gd name="T20" fmla="*/ 0 w 66"/>
                    <a:gd name="T21" fmla="*/ 0 h 97"/>
                    <a:gd name="T22" fmla="*/ 0 w 66"/>
                    <a:gd name="T23" fmla="*/ 0 h 97"/>
                    <a:gd name="T24" fmla="*/ 0 w 66"/>
                    <a:gd name="T25" fmla="*/ 0 h 97"/>
                    <a:gd name="T26" fmla="*/ 0 w 66"/>
                    <a:gd name="T27" fmla="*/ 0 h 97"/>
                    <a:gd name="T28" fmla="*/ 0 w 66"/>
                    <a:gd name="T29" fmla="*/ 0 h 97"/>
                    <a:gd name="T30" fmla="*/ 0 w 66"/>
                    <a:gd name="T31" fmla="*/ 0 h 97"/>
                    <a:gd name="T32" fmla="*/ 0 w 66"/>
                    <a:gd name="T33" fmla="*/ 0 h 97"/>
                    <a:gd name="T34" fmla="*/ 0 w 66"/>
                    <a:gd name="T35" fmla="*/ 0 h 97"/>
                    <a:gd name="T36" fmla="*/ 0 w 66"/>
                    <a:gd name="T37" fmla="*/ 0 h 97"/>
                    <a:gd name="T38" fmla="*/ 0 w 66"/>
                    <a:gd name="T39" fmla="*/ 0 h 97"/>
                    <a:gd name="T40" fmla="*/ 0 w 66"/>
                    <a:gd name="T41" fmla="*/ 0 h 97"/>
                    <a:gd name="T42" fmla="*/ 0 w 66"/>
                    <a:gd name="T43" fmla="*/ 0 h 97"/>
                    <a:gd name="T44" fmla="*/ 0 w 66"/>
                    <a:gd name="T45" fmla="*/ 0 h 97"/>
                    <a:gd name="T46" fmla="*/ 0 w 66"/>
                    <a:gd name="T47" fmla="*/ 0 h 97"/>
                    <a:gd name="T48" fmla="*/ 0 w 66"/>
                    <a:gd name="T49" fmla="*/ 0 h 97"/>
                    <a:gd name="T50" fmla="*/ 0 w 66"/>
                    <a:gd name="T51" fmla="*/ 0 h 97"/>
                    <a:gd name="T52" fmla="*/ 0 w 66"/>
                    <a:gd name="T53" fmla="*/ 0 h 97"/>
                    <a:gd name="T54" fmla="*/ 0 w 66"/>
                    <a:gd name="T55" fmla="*/ 0 h 97"/>
                    <a:gd name="T56" fmla="*/ 0 w 66"/>
                    <a:gd name="T57" fmla="*/ 0 h 97"/>
                    <a:gd name="T58" fmla="*/ 0 w 66"/>
                    <a:gd name="T59" fmla="*/ 0 h 97"/>
                    <a:gd name="T60" fmla="*/ 0 w 66"/>
                    <a:gd name="T61" fmla="*/ 0 h 97"/>
                    <a:gd name="T62" fmla="*/ 0 w 66"/>
                    <a:gd name="T63" fmla="*/ 0 h 97"/>
                    <a:gd name="T64" fmla="*/ 0 w 66"/>
                    <a:gd name="T65" fmla="*/ 0 h 97"/>
                    <a:gd name="T66" fmla="*/ 0 w 66"/>
                    <a:gd name="T67" fmla="*/ 0 h 97"/>
                    <a:gd name="T68" fmla="*/ 0 w 66"/>
                    <a:gd name="T69" fmla="*/ 0 h 9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6"/>
                    <a:gd name="T106" fmla="*/ 0 h 97"/>
                    <a:gd name="T107" fmla="*/ 66 w 66"/>
                    <a:gd name="T108" fmla="*/ 97 h 9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6" h="97">
                      <a:moveTo>
                        <a:pt x="0" y="7"/>
                      </a:moveTo>
                      <a:lnTo>
                        <a:pt x="0" y="7"/>
                      </a:lnTo>
                      <a:lnTo>
                        <a:pt x="3" y="4"/>
                      </a:lnTo>
                      <a:lnTo>
                        <a:pt x="6" y="3"/>
                      </a:lnTo>
                      <a:lnTo>
                        <a:pt x="9" y="2"/>
                      </a:lnTo>
                      <a:lnTo>
                        <a:pt x="12" y="1"/>
                      </a:lnTo>
                      <a:lnTo>
                        <a:pt x="19" y="0"/>
                      </a:lnTo>
                      <a:lnTo>
                        <a:pt x="26" y="1"/>
                      </a:lnTo>
                      <a:lnTo>
                        <a:pt x="32" y="3"/>
                      </a:lnTo>
                      <a:lnTo>
                        <a:pt x="37" y="8"/>
                      </a:lnTo>
                      <a:lnTo>
                        <a:pt x="48" y="23"/>
                      </a:lnTo>
                      <a:lnTo>
                        <a:pt x="57" y="45"/>
                      </a:lnTo>
                      <a:lnTo>
                        <a:pt x="62" y="69"/>
                      </a:lnTo>
                      <a:lnTo>
                        <a:pt x="66" y="97"/>
                      </a:lnTo>
                      <a:lnTo>
                        <a:pt x="63" y="85"/>
                      </a:lnTo>
                      <a:lnTo>
                        <a:pt x="59" y="74"/>
                      </a:lnTo>
                      <a:lnTo>
                        <a:pt x="56" y="64"/>
                      </a:lnTo>
                      <a:lnTo>
                        <a:pt x="52" y="55"/>
                      </a:lnTo>
                      <a:lnTo>
                        <a:pt x="47" y="46"/>
                      </a:lnTo>
                      <a:lnTo>
                        <a:pt x="42" y="38"/>
                      </a:lnTo>
                      <a:lnTo>
                        <a:pt x="38" y="31"/>
                      </a:lnTo>
                      <a:lnTo>
                        <a:pt x="33" y="25"/>
                      </a:lnTo>
                      <a:lnTo>
                        <a:pt x="29" y="20"/>
                      </a:lnTo>
                      <a:lnTo>
                        <a:pt x="25" y="16"/>
                      </a:lnTo>
                      <a:lnTo>
                        <a:pt x="21" y="14"/>
                      </a:lnTo>
                      <a:lnTo>
                        <a:pt x="17" y="11"/>
                      </a:lnTo>
                      <a:lnTo>
                        <a:pt x="13" y="9"/>
                      </a:lnTo>
                      <a:lnTo>
                        <a:pt x="9" y="8"/>
                      </a:lnTo>
                      <a:lnTo>
                        <a:pt x="5" y="7"/>
                      </a:lnTo>
                      <a:lnTo>
                        <a:pt x="1" y="7"/>
                      </a:lnTo>
                      <a:lnTo>
                        <a:pt x="0" y="7"/>
                      </a:lnTo>
                      <a:close/>
                    </a:path>
                  </a:pathLst>
                </a:custGeom>
                <a:solidFill>
                  <a:srgbClr val="5126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1" name="Freeform 829"/>
                <p:cNvSpPr>
                  <a:spLocks/>
                </p:cNvSpPr>
                <p:nvPr/>
              </p:nvSpPr>
              <p:spPr bwMode="auto">
                <a:xfrm>
                  <a:off x="5242" y="3435"/>
                  <a:ext cx="9" cy="12"/>
                </a:xfrm>
                <a:custGeom>
                  <a:avLst/>
                  <a:gdLst>
                    <a:gd name="T0" fmla="*/ 0 w 63"/>
                    <a:gd name="T1" fmla="*/ 0 h 60"/>
                    <a:gd name="T2" fmla="*/ 0 w 63"/>
                    <a:gd name="T3" fmla="*/ 0 h 60"/>
                    <a:gd name="T4" fmla="*/ 0 w 63"/>
                    <a:gd name="T5" fmla="*/ 0 h 60"/>
                    <a:gd name="T6" fmla="*/ 0 w 63"/>
                    <a:gd name="T7" fmla="*/ 0 h 60"/>
                    <a:gd name="T8" fmla="*/ 0 w 63"/>
                    <a:gd name="T9" fmla="*/ 0 h 60"/>
                    <a:gd name="T10" fmla="*/ 0 w 63"/>
                    <a:gd name="T11" fmla="*/ 0 h 60"/>
                    <a:gd name="T12" fmla="*/ 0 w 63"/>
                    <a:gd name="T13" fmla="*/ 0 h 60"/>
                    <a:gd name="T14" fmla="*/ 0 w 63"/>
                    <a:gd name="T15" fmla="*/ 0 h 60"/>
                    <a:gd name="T16" fmla="*/ 0 w 63"/>
                    <a:gd name="T17" fmla="*/ 0 h 60"/>
                    <a:gd name="T18" fmla="*/ 0 w 63"/>
                    <a:gd name="T19" fmla="*/ 0 h 60"/>
                    <a:gd name="T20" fmla="*/ 0 w 63"/>
                    <a:gd name="T21" fmla="*/ 0 h 60"/>
                    <a:gd name="T22" fmla="*/ 0 w 63"/>
                    <a:gd name="T23" fmla="*/ 0 h 60"/>
                    <a:gd name="T24" fmla="*/ 0 w 63"/>
                    <a:gd name="T25" fmla="*/ 0 h 60"/>
                    <a:gd name="T26" fmla="*/ 0 w 63"/>
                    <a:gd name="T27" fmla="*/ 0 h 60"/>
                    <a:gd name="T28" fmla="*/ 0 w 63"/>
                    <a:gd name="T29" fmla="*/ 0 h 60"/>
                    <a:gd name="T30" fmla="*/ 0 w 63"/>
                    <a:gd name="T31" fmla="*/ 0 h 60"/>
                    <a:gd name="T32" fmla="*/ 0 w 63"/>
                    <a:gd name="T33" fmla="*/ 0 h 60"/>
                    <a:gd name="T34" fmla="*/ 0 w 63"/>
                    <a:gd name="T35" fmla="*/ 0 h 60"/>
                    <a:gd name="T36" fmla="*/ 0 w 63"/>
                    <a:gd name="T37" fmla="*/ 0 h 60"/>
                    <a:gd name="T38" fmla="*/ 0 w 63"/>
                    <a:gd name="T39" fmla="*/ 0 h 60"/>
                    <a:gd name="T40" fmla="*/ 0 w 63"/>
                    <a:gd name="T41" fmla="*/ 0 h 60"/>
                    <a:gd name="T42" fmla="*/ 0 w 63"/>
                    <a:gd name="T43" fmla="*/ 0 h 60"/>
                    <a:gd name="T44" fmla="*/ 0 w 63"/>
                    <a:gd name="T45" fmla="*/ 0 h 60"/>
                    <a:gd name="T46" fmla="*/ 0 w 63"/>
                    <a:gd name="T47" fmla="*/ 0 h 60"/>
                    <a:gd name="T48" fmla="*/ 0 w 63"/>
                    <a:gd name="T49" fmla="*/ 0 h 60"/>
                    <a:gd name="T50" fmla="*/ 0 w 63"/>
                    <a:gd name="T51" fmla="*/ 0 h 60"/>
                    <a:gd name="T52" fmla="*/ 0 w 63"/>
                    <a:gd name="T53" fmla="*/ 0 h 60"/>
                    <a:gd name="T54" fmla="*/ 0 w 63"/>
                    <a:gd name="T55" fmla="*/ 0 h 60"/>
                    <a:gd name="T56" fmla="*/ 0 w 63"/>
                    <a:gd name="T57" fmla="*/ 0 h 60"/>
                    <a:gd name="T58" fmla="*/ 0 w 63"/>
                    <a:gd name="T59" fmla="*/ 0 h 60"/>
                    <a:gd name="T60" fmla="*/ 0 w 63"/>
                    <a:gd name="T61" fmla="*/ 0 h 60"/>
                    <a:gd name="T62" fmla="*/ 0 w 63"/>
                    <a:gd name="T63" fmla="*/ 0 h 60"/>
                    <a:gd name="T64" fmla="*/ 0 w 63"/>
                    <a:gd name="T65" fmla="*/ 0 h 60"/>
                    <a:gd name="T66" fmla="*/ 0 w 63"/>
                    <a:gd name="T67" fmla="*/ 0 h 60"/>
                    <a:gd name="T68" fmla="*/ 0 w 63"/>
                    <a:gd name="T69" fmla="*/ 0 h 60"/>
                    <a:gd name="T70" fmla="*/ 0 w 63"/>
                    <a:gd name="T71" fmla="*/ 0 h 60"/>
                    <a:gd name="T72" fmla="*/ 0 w 63"/>
                    <a:gd name="T73" fmla="*/ 0 h 6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3"/>
                    <a:gd name="T112" fmla="*/ 0 h 60"/>
                    <a:gd name="T113" fmla="*/ 63 w 63"/>
                    <a:gd name="T114" fmla="*/ 60 h 6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3" h="60">
                      <a:moveTo>
                        <a:pt x="32" y="60"/>
                      </a:moveTo>
                      <a:lnTo>
                        <a:pt x="37" y="60"/>
                      </a:lnTo>
                      <a:lnTo>
                        <a:pt x="43" y="57"/>
                      </a:lnTo>
                      <a:lnTo>
                        <a:pt x="47" y="55"/>
                      </a:lnTo>
                      <a:lnTo>
                        <a:pt x="52" y="52"/>
                      </a:lnTo>
                      <a:lnTo>
                        <a:pt x="55" y="49"/>
                      </a:lnTo>
                      <a:lnTo>
                        <a:pt x="59" y="44"/>
                      </a:lnTo>
                      <a:lnTo>
                        <a:pt x="61" y="39"/>
                      </a:lnTo>
                      <a:lnTo>
                        <a:pt x="63" y="33"/>
                      </a:lnTo>
                      <a:lnTo>
                        <a:pt x="58" y="39"/>
                      </a:lnTo>
                      <a:lnTo>
                        <a:pt x="52" y="44"/>
                      </a:lnTo>
                      <a:lnTo>
                        <a:pt x="45" y="48"/>
                      </a:lnTo>
                      <a:lnTo>
                        <a:pt x="37" y="49"/>
                      </a:lnTo>
                      <a:lnTo>
                        <a:pt x="30" y="48"/>
                      </a:lnTo>
                      <a:lnTo>
                        <a:pt x="24" y="46"/>
                      </a:lnTo>
                      <a:lnTo>
                        <a:pt x="19" y="43"/>
                      </a:lnTo>
                      <a:lnTo>
                        <a:pt x="14" y="38"/>
                      </a:lnTo>
                      <a:lnTo>
                        <a:pt x="10" y="32"/>
                      </a:lnTo>
                      <a:lnTo>
                        <a:pt x="7" y="26"/>
                      </a:lnTo>
                      <a:lnTo>
                        <a:pt x="6" y="19"/>
                      </a:lnTo>
                      <a:lnTo>
                        <a:pt x="5" y="10"/>
                      </a:lnTo>
                      <a:lnTo>
                        <a:pt x="5" y="8"/>
                      </a:lnTo>
                      <a:lnTo>
                        <a:pt x="6" y="5"/>
                      </a:lnTo>
                      <a:lnTo>
                        <a:pt x="6" y="2"/>
                      </a:lnTo>
                      <a:lnTo>
                        <a:pt x="7" y="0"/>
                      </a:lnTo>
                      <a:lnTo>
                        <a:pt x="4" y="5"/>
                      </a:lnTo>
                      <a:lnTo>
                        <a:pt x="2" y="9"/>
                      </a:lnTo>
                      <a:lnTo>
                        <a:pt x="1" y="15"/>
                      </a:lnTo>
                      <a:lnTo>
                        <a:pt x="0" y="21"/>
                      </a:lnTo>
                      <a:lnTo>
                        <a:pt x="1" y="30"/>
                      </a:lnTo>
                      <a:lnTo>
                        <a:pt x="3" y="37"/>
                      </a:lnTo>
                      <a:lnTo>
                        <a:pt x="6" y="43"/>
                      </a:lnTo>
                      <a:lnTo>
                        <a:pt x="10" y="49"/>
                      </a:lnTo>
                      <a:lnTo>
                        <a:pt x="14" y="54"/>
                      </a:lnTo>
                      <a:lnTo>
                        <a:pt x="20" y="57"/>
                      </a:lnTo>
                      <a:lnTo>
                        <a:pt x="26" y="58"/>
                      </a:lnTo>
                      <a:lnTo>
                        <a:pt x="32"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2" name="Freeform 830"/>
                <p:cNvSpPr>
                  <a:spLocks/>
                </p:cNvSpPr>
                <p:nvPr/>
              </p:nvSpPr>
              <p:spPr bwMode="auto">
                <a:xfrm>
                  <a:off x="5253" y="3435"/>
                  <a:ext cx="9" cy="12"/>
                </a:xfrm>
                <a:custGeom>
                  <a:avLst/>
                  <a:gdLst>
                    <a:gd name="T0" fmla="*/ 0 w 63"/>
                    <a:gd name="T1" fmla="*/ 0 h 61"/>
                    <a:gd name="T2" fmla="*/ 0 w 63"/>
                    <a:gd name="T3" fmla="*/ 0 h 61"/>
                    <a:gd name="T4" fmla="*/ 0 w 63"/>
                    <a:gd name="T5" fmla="*/ 0 h 61"/>
                    <a:gd name="T6" fmla="*/ 0 w 63"/>
                    <a:gd name="T7" fmla="*/ 0 h 61"/>
                    <a:gd name="T8" fmla="*/ 0 w 63"/>
                    <a:gd name="T9" fmla="*/ 0 h 61"/>
                    <a:gd name="T10" fmla="*/ 0 w 63"/>
                    <a:gd name="T11" fmla="*/ 0 h 61"/>
                    <a:gd name="T12" fmla="*/ 0 w 63"/>
                    <a:gd name="T13" fmla="*/ 0 h 61"/>
                    <a:gd name="T14" fmla="*/ 0 w 63"/>
                    <a:gd name="T15" fmla="*/ 0 h 61"/>
                    <a:gd name="T16" fmla="*/ 0 w 63"/>
                    <a:gd name="T17" fmla="*/ 0 h 61"/>
                    <a:gd name="T18" fmla="*/ 0 w 63"/>
                    <a:gd name="T19" fmla="*/ 0 h 61"/>
                    <a:gd name="T20" fmla="*/ 0 w 63"/>
                    <a:gd name="T21" fmla="*/ 0 h 61"/>
                    <a:gd name="T22" fmla="*/ 0 w 63"/>
                    <a:gd name="T23" fmla="*/ 0 h 61"/>
                    <a:gd name="T24" fmla="*/ 0 w 63"/>
                    <a:gd name="T25" fmla="*/ 0 h 61"/>
                    <a:gd name="T26" fmla="*/ 0 w 63"/>
                    <a:gd name="T27" fmla="*/ 0 h 61"/>
                    <a:gd name="T28" fmla="*/ 0 w 63"/>
                    <a:gd name="T29" fmla="*/ 0 h 61"/>
                    <a:gd name="T30" fmla="*/ 0 w 63"/>
                    <a:gd name="T31" fmla="*/ 0 h 61"/>
                    <a:gd name="T32" fmla="*/ 0 w 63"/>
                    <a:gd name="T33" fmla="*/ 0 h 61"/>
                    <a:gd name="T34" fmla="*/ 0 w 63"/>
                    <a:gd name="T35" fmla="*/ 0 h 61"/>
                    <a:gd name="T36" fmla="*/ 0 w 63"/>
                    <a:gd name="T37" fmla="*/ 0 h 61"/>
                    <a:gd name="T38" fmla="*/ 0 w 63"/>
                    <a:gd name="T39" fmla="*/ 0 h 61"/>
                    <a:gd name="T40" fmla="*/ 0 w 63"/>
                    <a:gd name="T41" fmla="*/ 0 h 61"/>
                    <a:gd name="T42" fmla="*/ 0 w 63"/>
                    <a:gd name="T43" fmla="*/ 0 h 61"/>
                    <a:gd name="T44" fmla="*/ 0 w 63"/>
                    <a:gd name="T45" fmla="*/ 0 h 61"/>
                    <a:gd name="T46" fmla="*/ 0 w 63"/>
                    <a:gd name="T47" fmla="*/ 0 h 61"/>
                    <a:gd name="T48" fmla="*/ 0 w 63"/>
                    <a:gd name="T49" fmla="*/ 0 h 61"/>
                    <a:gd name="T50" fmla="*/ 0 w 63"/>
                    <a:gd name="T51" fmla="*/ 0 h 61"/>
                    <a:gd name="T52" fmla="*/ 0 w 63"/>
                    <a:gd name="T53" fmla="*/ 0 h 61"/>
                    <a:gd name="T54" fmla="*/ 0 w 63"/>
                    <a:gd name="T55" fmla="*/ 0 h 61"/>
                    <a:gd name="T56" fmla="*/ 0 w 63"/>
                    <a:gd name="T57" fmla="*/ 0 h 61"/>
                    <a:gd name="T58" fmla="*/ 0 w 63"/>
                    <a:gd name="T59" fmla="*/ 0 h 61"/>
                    <a:gd name="T60" fmla="*/ 0 w 63"/>
                    <a:gd name="T61" fmla="*/ 0 h 61"/>
                    <a:gd name="T62" fmla="*/ 0 w 63"/>
                    <a:gd name="T63" fmla="*/ 0 h 61"/>
                    <a:gd name="T64" fmla="*/ 0 w 63"/>
                    <a:gd name="T65" fmla="*/ 0 h 61"/>
                    <a:gd name="T66" fmla="*/ 0 w 63"/>
                    <a:gd name="T67" fmla="*/ 0 h 61"/>
                    <a:gd name="T68" fmla="*/ 0 w 63"/>
                    <a:gd name="T69" fmla="*/ 0 h 61"/>
                    <a:gd name="T70" fmla="*/ 0 w 63"/>
                    <a:gd name="T71" fmla="*/ 0 h 61"/>
                    <a:gd name="T72" fmla="*/ 0 w 63"/>
                    <a:gd name="T73" fmla="*/ 0 h 6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3"/>
                    <a:gd name="T112" fmla="*/ 0 h 61"/>
                    <a:gd name="T113" fmla="*/ 63 w 63"/>
                    <a:gd name="T114" fmla="*/ 61 h 6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3" h="61">
                      <a:moveTo>
                        <a:pt x="32" y="61"/>
                      </a:moveTo>
                      <a:lnTo>
                        <a:pt x="37" y="61"/>
                      </a:lnTo>
                      <a:lnTo>
                        <a:pt x="43" y="59"/>
                      </a:lnTo>
                      <a:lnTo>
                        <a:pt x="47" y="56"/>
                      </a:lnTo>
                      <a:lnTo>
                        <a:pt x="52" y="53"/>
                      </a:lnTo>
                      <a:lnTo>
                        <a:pt x="55" y="49"/>
                      </a:lnTo>
                      <a:lnTo>
                        <a:pt x="59" y="44"/>
                      </a:lnTo>
                      <a:lnTo>
                        <a:pt x="61" y="40"/>
                      </a:lnTo>
                      <a:lnTo>
                        <a:pt x="63" y="34"/>
                      </a:lnTo>
                      <a:lnTo>
                        <a:pt x="58" y="41"/>
                      </a:lnTo>
                      <a:lnTo>
                        <a:pt x="52" y="46"/>
                      </a:lnTo>
                      <a:lnTo>
                        <a:pt x="44" y="49"/>
                      </a:lnTo>
                      <a:lnTo>
                        <a:pt x="37" y="50"/>
                      </a:lnTo>
                      <a:lnTo>
                        <a:pt x="30" y="49"/>
                      </a:lnTo>
                      <a:lnTo>
                        <a:pt x="24" y="47"/>
                      </a:lnTo>
                      <a:lnTo>
                        <a:pt x="19" y="43"/>
                      </a:lnTo>
                      <a:lnTo>
                        <a:pt x="14" y="38"/>
                      </a:lnTo>
                      <a:lnTo>
                        <a:pt x="10" y="34"/>
                      </a:lnTo>
                      <a:lnTo>
                        <a:pt x="7" y="26"/>
                      </a:lnTo>
                      <a:lnTo>
                        <a:pt x="6" y="19"/>
                      </a:lnTo>
                      <a:lnTo>
                        <a:pt x="5" y="12"/>
                      </a:lnTo>
                      <a:lnTo>
                        <a:pt x="5" y="8"/>
                      </a:lnTo>
                      <a:lnTo>
                        <a:pt x="5" y="6"/>
                      </a:lnTo>
                      <a:lnTo>
                        <a:pt x="5" y="3"/>
                      </a:lnTo>
                      <a:lnTo>
                        <a:pt x="6" y="0"/>
                      </a:lnTo>
                      <a:lnTo>
                        <a:pt x="4" y="5"/>
                      </a:lnTo>
                      <a:lnTo>
                        <a:pt x="2" y="11"/>
                      </a:lnTo>
                      <a:lnTo>
                        <a:pt x="1" y="17"/>
                      </a:lnTo>
                      <a:lnTo>
                        <a:pt x="0" y="23"/>
                      </a:lnTo>
                      <a:lnTo>
                        <a:pt x="1" y="30"/>
                      </a:lnTo>
                      <a:lnTo>
                        <a:pt x="3" y="37"/>
                      </a:lnTo>
                      <a:lnTo>
                        <a:pt x="6" y="44"/>
                      </a:lnTo>
                      <a:lnTo>
                        <a:pt x="10" y="49"/>
                      </a:lnTo>
                      <a:lnTo>
                        <a:pt x="14" y="54"/>
                      </a:lnTo>
                      <a:lnTo>
                        <a:pt x="20" y="58"/>
                      </a:lnTo>
                      <a:lnTo>
                        <a:pt x="26" y="60"/>
                      </a:lnTo>
                      <a:lnTo>
                        <a:pt x="32"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3" name="Freeform 831"/>
                <p:cNvSpPr>
                  <a:spLocks/>
                </p:cNvSpPr>
                <p:nvPr/>
              </p:nvSpPr>
              <p:spPr bwMode="auto">
                <a:xfrm>
                  <a:off x="5357" y="3431"/>
                  <a:ext cx="9" cy="12"/>
                </a:xfrm>
                <a:custGeom>
                  <a:avLst/>
                  <a:gdLst>
                    <a:gd name="T0" fmla="*/ 0 w 63"/>
                    <a:gd name="T1" fmla="*/ 0 h 61"/>
                    <a:gd name="T2" fmla="*/ 0 w 63"/>
                    <a:gd name="T3" fmla="*/ 0 h 61"/>
                    <a:gd name="T4" fmla="*/ 0 w 63"/>
                    <a:gd name="T5" fmla="*/ 0 h 61"/>
                    <a:gd name="T6" fmla="*/ 0 w 63"/>
                    <a:gd name="T7" fmla="*/ 0 h 61"/>
                    <a:gd name="T8" fmla="*/ 0 w 63"/>
                    <a:gd name="T9" fmla="*/ 0 h 61"/>
                    <a:gd name="T10" fmla="*/ 0 w 63"/>
                    <a:gd name="T11" fmla="*/ 0 h 61"/>
                    <a:gd name="T12" fmla="*/ 0 w 63"/>
                    <a:gd name="T13" fmla="*/ 0 h 61"/>
                    <a:gd name="T14" fmla="*/ 0 w 63"/>
                    <a:gd name="T15" fmla="*/ 0 h 61"/>
                    <a:gd name="T16" fmla="*/ 0 w 63"/>
                    <a:gd name="T17" fmla="*/ 0 h 61"/>
                    <a:gd name="T18" fmla="*/ 0 w 63"/>
                    <a:gd name="T19" fmla="*/ 0 h 61"/>
                    <a:gd name="T20" fmla="*/ 0 w 63"/>
                    <a:gd name="T21" fmla="*/ 0 h 61"/>
                    <a:gd name="T22" fmla="*/ 0 w 63"/>
                    <a:gd name="T23" fmla="*/ 0 h 61"/>
                    <a:gd name="T24" fmla="*/ 0 w 63"/>
                    <a:gd name="T25" fmla="*/ 0 h 61"/>
                    <a:gd name="T26" fmla="*/ 0 w 63"/>
                    <a:gd name="T27" fmla="*/ 0 h 61"/>
                    <a:gd name="T28" fmla="*/ 0 w 63"/>
                    <a:gd name="T29" fmla="*/ 0 h 61"/>
                    <a:gd name="T30" fmla="*/ 0 w 63"/>
                    <a:gd name="T31" fmla="*/ 0 h 61"/>
                    <a:gd name="T32" fmla="*/ 0 w 63"/>
                    <a:gd name="T33" fmla="*/ 0 h 61"/>
                    <a:gd name="T34" fmla="*/ 0 w 63"/>
                    <a:gd name="T35" fmla="*/ 0 h 61"/>
                    <a:gd name="T36" fmla="*/ 0 w 63"/>
                    <a:gd name="T37" fmla="*/ 0 h 61"/>
                    <a:gd name="T38" fmla="*/ 0 w 63"/>
                    <a:gd name="T39" fmla="*/ 0 h 61"/>
                    <a:gd name="T40" fmla="*/ 0 w 63"/>
                    <a:gd name="T41" fmla="*/ 0 h 61"/>
                    <a:gd name="T42" fmla="*/ 0 w 63"/>
                    <a:gd name="T43" fmla="*/ 0 h 61"/>
                    <a:gd name="T44" fmla="*/ 0 w 63"/>
                    <a:gd name="T45" fmla="*/ 0 h 61"/>
                    <a:gd name="T46" fmla="*/ 0 w 63"/>
                    <a:gd name="T47" fmla="*/ 0 h 61"/>
                    <a:gd name="T48" fmla="*/ 0 w 63"/>
                    <a:gd name="T49" fmla="*/ 0 h 61"/>
                    <a:gd name="T50" fmla="*/ 0 w 63"/>
                    <a:gd name="T51" fmla="*/ 0 h 61"/>
                    <a:gd name="T52" fmla="*/ 0 w 63"/>
                    <a:gd name="T53" fmla="*/ 0 h 61"/>
                    <a:gd name="T54" fmla="*/ 0 w 63"/>
                    <a:gd name="T55" fmla="*/ 0 h 61"/>
                    <a:gd name="T56" fmla="*/ 0 w 63"/>
                    <a:gd name="T57" fmla="*/ 0 h 61"/>
                    <a:gd name="T58" fmla="*/ 0 w 63"/>
                    <a:gd name="T59" fmla="*/ 0 h 61"/>
                    <a:gd name="T60" fmla="*/ 0 w 63"/>
                    <a:gd name="T61" fmla="*/ 0 h 61"/>
                    <a:gd name="T62" fmla="*/ 0 w 63"/>
                    <a:gd name="T63" fmla="*/ 0 h 61"/>
                    <a:gd name="T64" fmla="*/ 0 w 63"/>
                    <a:gd name="T65" fmla="*/ 0 h 61"/>
                    <a:gd name="T66" fmla="*/ 0 w 63"/>
                    <a:gd name="T67" fmla="*/ 0 h 61"/>
                    <a:gd name="T68" fmla="*/ 0 w 63"/>
                    <a:gd name="T69" fmla="*/ 0 h 61"/>
                    <a:gd name="T70" fmla="*/ 0 w 63"/>
                    <a:gd name="T71" fmla="*/ 0 h 61"/>
                    <a:gd name="T72" fmla="*/ 0 w 63"/>
                    <a:gd name="T73" fmla="*/ 0 h 6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3"/>
                    <a:gd name="T112" fmla="*/ 0 h 61"/>
                    <a:gd name="T113" fmla="*/ 63 w 63"/>
                    <a:gd name="T114" fmla="*/ 61 h 6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3" h="61">
                      <a:moveTo>
                        <a:pt x="32" y="61"/>
                      </a:moveTo>
                      <a:lnTo>
                        <a:pt x="37" y="61"/>
                      </a:lnTo>
                      <a:lnTo>
                        <a:pt x="43" y="59"/>
                      </a:lnTo>
                      <a:lnTo>
                        <a:pt x="47" y="56"/>
                      </a:lnTo>
                      <a:lnTo>
                        <a:pt x="52" y="53"/>
                      </a:lnTo>
                      <a:lnTo>
                        <a:pt x="55" y="49"/>
                      </a:lnTo>
                      <a:lnTo>
                        <a:pt x="59" y="44"/>
                      </a:lnTo>
                      <a:lnTo>
                        <a:pt x="61" y="39"/>
                      </a:lnTo>
                      <a:lnTo>
                        <a:pt x="63" y="33"/>
                      </a:lnTo>
                      <a:lnTo>
                        <a:pt x="58" y="41"/>
                      </a:lnTo>
                      <a:lnTo>
                        <a:pt x="52" y="45"/>
                      </a:lnTo>
                      <a:lnTo>
                        <a:pt x="45" y="49"/>
                      </a:lnTo>
                      <a:lnTo>
                        <a:pt x="37" y="50"/>
                      </a:lnTo>
                      <a:lnTo>
                        <a:pt x="30" y="49"/>
                      </a:lnTo>
                      <a:lnTo>
                        <a:pt x="24" y="47"/>
                      </a:lnTo>
                      <a:lnTo>
                        <a:pt x="19" y="43"/>
                      </a:lnTo>
                      <a:lnTo>
                        <a:pt x="14" y="38"/>
                      </a:lnTo>
                      <a:lnTo>
                        <a:pt x="10" y="33"/>
                      </a:lnTo>
                      <a:lnTo>
                        <a:pt x="7" y="26"/>
                      </a:lnTo>
                      <a:lnTo>
                        <a:pt x="6" y="19"/>
                      </a:lnTo>
                      <a:lnTo>
                        <a:pt x="5" y="12"/>
                      </a:lnTo>
                      <a:lnTo>
                        <a:pt x="5" y="8"/>
                      </a:lnTo>
                      <a:lnTo>
                        <a:pt x="6" y="6"/>
                      </a:lnTo>
                      <a:lnTo>
                        <a:pt x="6" y="2"/>
                      </a:lnTo>
                      <a:lnTo>
                        <a:pt x="7" y="0"/>
                      </a:lnTo>
                      <a:lnTo>
                        <a:pt x="4" y="5"/>
                      </a:lnTo>
                      <a:lnTo>
                        <a:pt x="2" y="11"/>
                      </a:lnTo>
                      <a:lnTo>
                        <a:pt x="1" y="17"/>
                      </a:lnTo>
                      <a:lnTo>
                        <a:pt x="0" y="23"/>
                      </a:lnTo>
                      <a:lnTo>
                        <a:pt x="1" y="30"/>
                      </a:lnTo>
                      <a:lnTo>
                        <a:pt x="3" y="37"/>
                      </a:lnTo>
                      <a:lnTo>
                        <a:pt x="6" y="44"/>
                      </a:lnTo>
                      <a:lnTo>
                        <a:pt x="10" y="49"/>
                      </a:lnTo>
                      <a:lnTo>
                        <a:pt x="14" y="54"/>
                      </a:lnTo>
                      <a:lnTo>
                        <a:pt x="20" y="57"/>
                      </a:lnTo>
                      <a:lnTo>
                        <a:pt x="26" y="60"/>
                      </a:lnTo>
                      <a:lnTo>
                        <a:pt x="32"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4" name="Freeform 832"/>
                <p:cNvSpPr>
                  <a:spLocks/>
                </p:cNvSpPr>
                <p:nvPr/>
              </p:nvSpPr>
              <p:spPr bwMode="auto">
                <a:xfrm>
                  <a:off x="5368" y="3432"/>
                  <a:ext cx="9" cy="12"/>
                </a:xfrm>
                <a:custGeom>
                  <a:avLst/>
                  <a:gdLst>
                    <a:gd name="T0" fmla="*/ 0 w 64"/>
                    <a:gd name="T1" fmla="*/ 0 h 61"/>
                    <a:gd name="T2" fmla="*/ 0 w 64"/>
                    <a:gd name="T3" fmla="*/ 0 h 61"/>
                    <a:gd name="T4" fmla="*/ 0 w 64"/>
                    <a:gd name="T5" fmla="*/ 0 h 61"/>
                    <a:gd name="T6" fmla="*/ 0 w 64"/>
                    <a:gd name="T7" fmla="*/ 0 h 61"/>
                    <a:gd name="T8" fmla="*/ 0 w 64"/>
                    <a:gd name="T9" fmla="*/ 0 h 61"/>
                    <a:gd name="T10" fmla="*/ 0 w 64"/>
                    <a:gd name="T11" fmla="*/ 0 h 61"/>
                    <a:gd name="T12" fmla="*/ 0 w 64"/>
                    <a:gd name="T13" fmla="*/ 0 h 61"/>
                    <a:gd name="T14" fmla="*/ 0 w 64"/>
                    <a:gd name="T15" fmla="*/ 0 h 61"/>
                    <a:gd name="T16" fmla="*/ 0 w 64"/>
                    <a:gd name="T17" fmla="*/ 0 h 61"/>
                    <a:gd name="T18" fmla="*/ 0 w 64"/>
                    <a:gd name="T19" fmla="*/ 0 h 61"/>
                    <a:gd name="T20" fmla="*/ 0 w 64"/>
                    <a:gd name="T21" fmla="*/ 0 h 61"/>
                    <a:gd name="T22" fmla="*/ 0 w 64"/>
                    <a:gd name="T23" fmla="*/ 0 h 61"/>
                    <a:gd name="T24" fmla="*/ 0 w 64"/>
                    <a:gd name="T25" fmla="*/ 0 h 61"/>
                    <a:gd name="T26" fmla="*/ 0 w 64"/>
                    <a:gd name="T27" fmla="*/ 0 h 61"/>
                    <a:gd name="T28" fmla="*/ 0 w 64"/>
                    <a:gd name="T29" fmla="*/ 0 h 61"/>
                    <a:gd name="T30" fmla="*/ 0 w 64"/>
                    <a:gd name="T31" fmla="*/ 0 h 61"/>
                    <a:gd name="T32" fmla="*/ 0 w 64"/>
                    <a:gd name="T33" fmla="*/ 0 h 61"/>
                    <a:gd name="T34" fmla="*/ 0 w 64"/>
                    <a:gd name="T35" fmla="*/ 0 h 61"/>
                    <a:gd name="T36" fmla="*/ 0 w 64"/>
                    <a:gd name="T37" fmla="*/ 0 h 61"/>
                    <a:gd name="T38" fmla="*/ 0 w 64"/>
                    <a:gd name="T39" fmla="*/ 0 h 61"/>
                    <a:gd name="T40" fmla="*/ 0 w 64"/>
                    <a:gd name="T41" fmla="*/ 0 h 61"/>
                    <a:gd name="T42" fmla="*/ 0 w 64"/>
                    <a:gd name="T43" fmla="*/ 0 h 61"/>
                    <a:gd name="T44" fmla="*/ 0 w 64"/>
                    <a:gd name="T45" fmla="*/ 0 h 61"/>
                    <a:gd name="T46" fmla="*/ 0 w 64"/>
                    <a:gd name="T47" fmla="*/ 0 h 61"/>
                    <a:gd name="T48" fmla="*/ 0 w 64"/>
                    <a:gd name="T49" fmla="*/ 0 h 61"/>
                    <a:gd name="T50" fmla="*/ 0 w 64"/>
                    <a:gd name="T51" fmla="*/ 0 h 61"/>
                    <a:gd name="T52" fmla="*/ 0 w 64"/>
                    <a:gd name="T53" fmla="*/ 0 h 61"/>
                    <a:gd name="T54" fmla="*/ 0 w 64"/>
                    <a:gd name="T55" fmla="*/ 0 h 61"/>
                    <a:gd name="T56" fmla="*/ 0 w 64"/>
                    <a:gd name="T57" fmla="*/ 0 h 61"/>
                    <a:gd name="T58" fmla="*/ 0 w 64"/>
                    <a:gd name="T59" fmla="*/ 0 h 61"/>
                    <a:gd name="T60" fmla="*/ 0 w 64"/>
                    <a:gd name="T61" fmla="*/ 0 h 61"/>
                    <a:gd name="T62" fmla="*/ 0 w 64"/>
                    <a:gd name="T63" fmla="*/ 0 h 61"/>
                    <a:gd name="T64" fmla="*/ 0 w 64"/>
                    <a:gd name="T65" fmla="*/ 0 h 61"/>
                    <a:gd name="T66" fmla="*/ 0 w 64"/>
                    <a:gd name="T67" fmla="*/ 0 h 61"/>
                    <a:gd name="T68" fmla="*/ 0 w 64"/>
                    <a:gd name="T69" fmla="*/ 0 h 61"/>
                    <a:gd name="T70" fmla="*/ 0 w 64"/>
                    <a:gd name="T71" fmla="*/ 0 h 61"/>
                    <a:gd name="T72" fmla="*/ 0 w 64"/>
                    <a:gd name="T73" fmla="*/ 0 h 6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4"/>
                    <a:gd name="T112" fmla="*/ 0 h 61"/>
                    <a:gd name="T113" fmla="*/ 64 w 64"/>
                    <a:gd name="T114" fmla="*/ 61 h 6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4" h="61">
                      <a:moveTo>
                        <a:pt x="33" y="61"/>
                      </a:moveTo>
                      <a:lnTo>
                        <a:pt x="38" y="61"/>
                      </a:lnTo>
                      <a:lnTo>
                        <a:pt x="44" y="59"/>
                      </a:lnTo>
                      <a:lnTo>
                        <a:pt x="48" y="57"/>
                      </a:lnTo>
                      <a:lnTo>
                        <a:pt x="53" y="54"/>
                      </a:lnTo>
                      <a:lnTo>
                        <a:pt x="56" y="51"/>
                      </a:lnTo>
                      <a:lnTo>
                        <a:pt x="60" y="46"/>
                      </a:lnTo>
                      <a:lnTo>
                        <a:pt x="62" y="41"/>
                      </a:lnTo>
                      <a:lnTo>
                        <a:pt x="64" y="35"/>
                      </a:lnTo>
                      <a:lnTo>
                        <a:pt x="59" y="41"/>
                      </a:lnTo>
                      <a:lnTo>
                        <a:pt x="53" y="46"/>
                      </a:lnTo>
                      <a:lnTo>
                        <a:pt x="46" y="49"/>
                      </a:lnTo>
                      <a:lnTo>
                        <a:pt x="38" y="51"/>
                      </a:lnTo>
                      <a:lnTo>
                        <a:pt x="31" y="49"/>
                      </a:lnTo>
                      <a:lnTo>
                        <a:pt x="25" y="48"/>
                      </a:lnTo>
                      <a:lnTo>
                        <a:pt x="20" y="45"/>
                      </a:lnTo>
                      <a:lnTo>
                        <a:pt x="15" y="40"/>
                      </a:lnTo>
                      <a:lnTo>
                        <a:pt x="10" y="34"/>
                      </a:lnTo>
                      <a:lnTo>
                        <a:pt x="7" y="28"/>
                      </a:lnTo>
                      <a:lnTo>
                        <a:pt x="6" y="21"/>
                      </a:lnTo>
                      <a:lnTo>
                        <a:pt x="5" y="12"/>
                      </a:lnTo>
                      <a:lnTo>
                        <a:pt x="5" y="10"/>
                      </a:lnTo>
                      <a:lnTo>
                        <a:pt x="5" y="6"/>
                      </a:lnTo>
                      <a:lnTo>
                        <a:pt x="5" y="3"/>
                      </a:lnTo>
                      <a:lnTo>
                        <a:pt x="6" y="0"/>
                      </a:lnTo>
                      <a:lnTo>
                        <a:pt x="4" y="5"/>
                      </a:lnTo>
                      <a:lnTo>
                        <a:pt x="2" y="11"/>
                      </a:lnTo>
                      <a:lnTo>
                        <a:pt x="1" y="17"/>
                      </a:lnTo>
                      <a:lnTo>
                        <a:pt x="0" y="23"/>
                      </a:lnTo>
                      <a:lnTo>
                        <a:pt x="1" y="31"/>
                      </a:lnTo>
                      <a:lnTo>
                        <a:pt x="3" y="39"/>
                      </a:lnTo>
                      <a:lnTo>
                        <a:pt x="6" y="45"/>
                      </a:lnTo>
                      <a:lnTo>
                        <a:pt x="10" y="51"/>
                      </a:lnTo>
                      <a:lnTo>
                        <a:pt x="15" y="55"/>
                      </a:lnTo>
                      <a:lnTo>
                        <a:pt x="21" y="59"/>
                      </a:lnTo>
                      <a:lnTo>
                        <a:pt x="27" y="60"/>
                      </a:lnTo>
                      <a:lnTo>
                        <a:pt x="33" y="6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5" name="Freeform 833"/>
                <p:cNvSpPr>
                  <a:spLocks/>
                </p:cNvSpPr>
                <p:nvPr/>
              </p:nvSpPr>
              <p:spPr bwMode="auto">
                <a:xfrm>
                  <a:off x="5409" y="3405"/>
                  <a:ext cx="12" cy="56"/>
                </a:xfrm>
                <a:custGeom>
                  <a:avLst/>
                  <a:gdLst>
                    <a:gd name="T0" fmla="*/ 0 w 86"/>
                    <a:gd name="T1" fmla="*/ 0 h 280"/>
                    <a:gd name="T2" fmla="*/ 0 w 86"/>
                    <a:gd name="T3" fmla="*/ 0 h 280"/>
                    <a:gd name="T4" fmla="*/ 0 w 86"/>
                    <a:gd name="T5" fmla="*/ 0 h 280"/>
                    <a:gd name="T6" fmla="*/ 0 w 86"/>
                    <a:gd name="T7" fmla="*/ 0 h 280"/>
                    <a:gd name="T8" fmla="*/ 0 w 86"/>
                    <a:gd name="T9" fmla="*/ 0 h 280"/>
                    <a:gd name="T10" fmla="*/ 0 w 86"/>
                    <a:gd name="T11" fmla="*/ 0 h 280"/>
                    <a:gd name="T12" fmla="*/ 0 w 86"/>
                    <a:gd name="T13" fmla="*/ 0 h 280"/>
                    <a:gd name="T14" fmla="*/ 0 w 86"/>
                    <a:gd name="T15" fmla="*/ 0 h 280"/>
                    <a:gd name="T16" fmla="*/ 0 w 86"/>
                    <a:gd name="T17" fmla="*/ 0 h 280"/>
                    <a:gd name="T18" fmla="*/ 0 w 86"/>
                    <a:gd name="T19" fmla="*/ 0 h 280"/>
                    <a:gd name="T20" fmla="*/ 0 w 86"/>
                    <a:gd name="T21" fmla="*/ 0 h 280"/>
                    <a:gd name="T22" fmla="*/ 0 w 86"/>
                    <a:gd name="T23" fmla="*/ 0 h 280"/>
                    <a:gd name="T24" fmla="*/ 0 w 86"/>
                    <a:gd name="T25" fmla="*/ 0 h 280"/>
                    <a:gd name="T26" fmla="*/ 0 w 86"/>
                    <a:gd name="T27" fmla="*/ 0 h 280"/>
                    <a:gd name="T28" fmla="*/ 0 w 86"/>
                    <a:gd name="T29" fmla="*/ 0 h 280"/>
                    <a:gd name="T30" fmla="*/ 0 w 86"/>
                    <a:gd name="T31" fmla="*/ 0 h 280"/>
                    <a:gd name="T32" fmla="*/ 0 w 86"/>
                    <a:gd name="T33" fmla="*/ 0 h 280"/>
                    <a:gd name="T34" fmla="*/ 0 w 86"/>
                    <a:gd name="T35" fmla="*/ 0 h 280"/>
                    <a:gd name="T36" fmla="*/ 0 w 86"/>
                    <a:gd name="T37" fmla="*/ 0 h 280"/>
                    <a:gd name="T38" fmla="*/ 0 w 86"/>
                    <a:gd name="T39" fmla="*/ 0 h 280"/>
                    <a:gd name="T40" fmla="*/ 0 w 86"/>
                    <a:gd name="T41" fmla="*/ 0 h 280"/>
                    <a:gd name="T42" fmla="*/ 0 w 86"/>
                    <a:gd name="T43" fmla="*/ 0 h 280"/>
                    <a:gd name="T44" fmla="*/ 0 w 86"/>
                    <a:gd name="T45" fmla="*/ 0 h 280"/>
                    <a:gd name="T46" fmla="*/ 0 w 86"/>
                    <a:gd name="T47" fmla="*/ 0 h 280"/>
                    <a:gd name="T48" fmla="*/ 0 w 86"/>
                    <a:gd name="T49" fmla="*/ 0 h 280"/>
                    <a:gd name="T50" fmla="*/ 0 w 86"/>
                    <a:gd name="T51" fmla="*/ 0 h 280"/>
                    <a:gd name="T52" fmla="*/ 0 w 86"/>
                    <a:gd name="T53" fmla="*/ 0 h 280"/>
                    <a:gd name="T54" fmla="*/ 0 w 86"/>
                    <a:gd name="T55" fmla="*/ 0 h 280"/>
                    <a:gd name="T56" fmla="*/ 0 w 86"/>
                    <a:gd name="T57" fmla="*/ 0 h 280"/>
                    <a:gd name="T58" fmla="*/ 0 w 86"/>
                    <a:gd name="T59" fmla="*/ 0 h 280"/>
                    <a:gd name="T60" fmla="*/ 0 w 86"/>
                    <a:gd name="T61" fmla="*/ 0 h 280"/>
                    <a:gd name="T62" fmla="*/ 0 w 86"/>
                    <a:gd name="T63" fmla="*/ 0 h 280"/>
                    <a:gd name="T64" fmla="*/ 0 w 86"/>
                    <a:gd name="T65" fmla="*/ 0 h 2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6"/>
                    <a:gd name="T100" fmla="*/ 0 h 280"/>
                    <a:gd name="T101" fmla="*/ 86 w 86"/>
                    <a:gd name="T102" fmla="*/ 280 h 2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6" h="280">
                      <a:moveTo>
                        <a:pt x="59" y="10"/>
                      </a:moveTo>
                      <a:lnTo>
                        <a:pt x="55" y="6"/>
                      </a:lnTo>
                      <a:lnTo>
                        <a:pt x="51" y="3"/>
                      </a:lnTo>
                      <a:lnTo>
                        <a:pt x="47" y="1"/>
                      </a:lnTo>
                      <a:lnTo>
                        <a:pt x="43" y="0"/>
                      </a:lnTo>
                      <a:lnTo>
                        <a:pt x="34" y="3"/>
                      </a:lnTo>
                      <a:lnTo>
                        <a:pt x="26" y="11"/>
                      </a:lnTo>
                      <a:lnTo>
                        <a:pt x="19" y="23"/>
                      </a:lnTo>
                      <a:lnTo>
                        <a:pt x="13" y="40"/>
                      </a:lnTo>
                      <a:lnTo>
                        <a:pt x="7" y="61"/>
                      </a:lnTo>
                      <a:lnTo>
                        <a:pt x="3" y="84"/>
                      </a:lnTo>
                      <a:lnTo>
                        <a:pt x="1" y="112"/>
                      </a:lnTo>
                      <a:lnTo>
                        <a:pt x="0" y="141"/>
                      </a:lnTo>
                      <a:lnTo>
                        <a:pt x="2" y="182"/>
                      </a:lnTo>
                      <a:lnTo>
                        <a:pt x="8" y="220"/>
                      </a:lnTo>
                      <a:lnTo>
                        <a:pt x="16" y="251"/>
                      </a:lnTo>
                      <a:lnTo>
                        <a:pt x="28" y="271"/>
                      </a:lnTo>
                      <a:lnTo>
                        <a:pt x="32" y="275"/>
                      </a:lnTo>
                      <a:lnTo>
                        <a:pt x="36" y="278"/>
                      </a:lnTo>
                      <a:lnTo>
                        <a:pt x="40" y="280"/>
                      </a:lnTo>
                      <a:lnTo>
                        <a:pt x="44" y="280"/>
                      </a:lnTo>
                      <a:lnTo>
                        <a:pt x="47" y="280"/>
                      </a:lnTo>
                      <a:lnTo>
                        <a:pt x="51" y="278"/>
                      </a:lnTo>
                      <a:lnTo>
                        <a:pt x="55" y="275"/>
                      </a:lnTo>
                      <a:lnTo>
                        <a:pt x="59" y="271"/>
                      </a:lnTo>
                      <a:lnTo>
                        <a:pt x="70" y="251"/>
                      </a:lnTo>
                      <a:lnTo>
                        <a:pt x="79" y="220"/>
                      </a:lnTo>
                      <a:lnTo>
                        <a:pt x="84" y="182"/>
                      </a:lnTo>
                      <a:lnTo>
                        <a:pt x="86" y="141"/>
                      </a:lnTo>
                      <a:lnTo>
                        <a:pt x="84" y="99"/>
                      </a:lnTo>
                      <a:lnTo>
                        <a:pt x="79" y="60"/>
                      </a:lnTo>
                      <a:lnTo>
                        <a:pt x="70" y="30"/>
                      </a:lnTo>
                      <a:lnTo>
                        <a:pt x="5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6" name="Freeform 834"/>
                <p:cNvSpPr>
                  <a:spLocks/>
                </p:cNvSpPr>
                <p:nvPr/>
              </p:nvSpPr>
              <p:spPr bwMode="auto">
                <a:xfrm>
                  <a:off x="5410" y="3407"/>
                  <a:ext cx="10" cy="52"/>
                </a:xfrm>
                <a:custGeom>
                  <a:avLst/>
                  <a:gdLst>
                    <a:gd name="T0" fmla="*/ 0 w 69"/>
                    <a:gd name="T1" fmla="*/ 0 h 259"/>
                    <a:gd name="T2" fmla="*/ 0 w 69"/>
                    <a:gd name="T3" fmla="*/ 0 h 259"/>
                    <a:gd name="T4" fmla="*/ 0 w 69"/>
                    <a:gd name="T5" fmla="*/ 0 h 259"/>
                    <a:gd name="T6" fmla="*/ 0 w 69"/>
                    <a:gd name="T7" fmla="*/ 0 h 259"/>
                    <a:gd name="T8" fmla="*/ 0 w 69"/>
                    <a:gd name="T9" fmla="*/ 0 h 259"/>
                    <a:gd name="T10" fmla="*/ 0 w 69"/>
                    <a:gd name="T11" fmla="*/ 0 h 259"/>
                    <a:gd name="T12" fmla="*/ 0 w 69"/>
                    <a:gd name="T13" fmla="*/ 0 h 259"/>
                    <a:gd name="T14" fmla="*/ 0 w 69"/>
                    <a:gd name="T15" fmla="*/ 0 h 259"/>
                    <a:gd name="T16" fmla="*/ 0 w 69"/>
                    <a:gd name="T17" fmla="*/ 0 h 259"/>
                    <a:gd name="T18" fmla="*/ 0 w 69"/>
                    <a:gd name="T19" fmla="*/ 0 h 259"/>
                    <a:gd name="T20" fmla="*/ 0 w 69"/>
                    <a:gd name="T21" fmla="*/ 0 h 259"/>
                    <a:gd name="T22" fmla="*/ 0 w 69"/>
                    <a:gd name="T23" fmla="*/ 0 h 259"/>
                    <a:gd name="T24" fmla="*/ 0 w 69"/>
                    <a:gd name="T25" fmla="*/ 0 h 259"/>
                    <a:gd name="T26" fmla="*/ 0 w 69"/>
                    <a:gd name="T27" fmla="*/ 0 h 259"/>
                    <a:gd name="T28" fmla="*/ 0 w 69"/>
                    <a:gd name="T29" fmla="*/ 0 h 259"/>
                    <a:gd name="T30" fmla="*/ 0 w 69"/>
                    <a:gd name="T31" fmla="*/ 0 h 259"/>
                    <a:gd name="T32" fmla="*/ 0 w 69"/>
                    <a:gd name="T33" fmla="*/ 0 h 259"/>
                    <a:gd name="T34" fmla="*/ 0 w 69"/>
                    <a:gd name="T35" fmla="*/ 0 h 259"/>
                    <a:gd name="T36" fmla="*/ 0 w 69"/>
                    <a:gd name="T37" fmla="*/ 0 h 259"/>
                    <a:gd name="T38" fmla="*/ 0 w 69"/>
                    <a:gd name="T39" fmla="*/ 0 h 259"/>
                    <a:gd name="T40" fmla="*/ 0 w 69"/>
                    <a:gd name="T41" fmla="*/ 0 h 259"/>
                    <a:gd name="T42" fmla="*/ 0 w 69"/>
                    <a:gd name="T43" fmla="*/ 0 h 259"/>
                    <a:gd name="T44" fmla="*/ 0 w 69"/>
                    <a:gd name="T45" fmla="*/ 0 h 259"/>
                    <a:gd name="T46" fmla="*/ 0 w 69"/>
                    <a:gd name="T47" fmla="*/ 0 h 259"/>
                    <a:gd name="T48" fmla="*/ 0 w 69"/>
                    <a:gd name="T49" fmla="*/ 0 h 259"/>
                    <a:gd name="T50" fmla="*/ 0 w 69"/>
                    <a:gd name="T51" fmla="*/ 0 h 259"/>
                    <a:gd name="T52" fmla="*/ 0 w 69"/>
                    <a:gd name="T53" fmla="*/ 0 h 259"/>
                    <a:gd name="T54" fmla="*/ 0 w 69"/>
                    <a:gd name="T55" fmla="*/ 0 h 259"/>
                    <a:gd name="T56" fmla="*/ 0 w 69"/>
                    <a:gd name="T57" fmla="*/ 0 h 25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9"/>
                    <a:gd name="T88" fmla="*/ 0 h 259"/>
                    <a:gd name="T89" fmla="*/ 69 w 69"/>
                    <a:gd name="T90" fmla="*/ 259 h 25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9" h="259">
                      <a:moveTo>
                        <a:pt x="34" y="259"/>
                      </a:moveTo>
                      <a:lnTo>
                        <a:pt x="32" y="259"/>
                      </a:lnTo>
                      <a:lnTo>
                        <a:pt x="30" y="258"/>
                      </a:lnTo>
                      <a:lnTo>
                        <a:pt x="27" y="255"/>
                      </a:lnTo>
                      <a:lnTo>
                        <a:pt x="25" y="253"/>
                      </a:lnTo>
                      <a:lnTo>
                        <a:pt x="15" y="234"/>
                      </a:lnTo>
                      <a:lnTo>
                        <a:pt x="7" y="205"/>
                      </a:lnTo>
                      <a:lnTo>
                        <a:pt x="2" y="170"/>
                      </a:lnTo>
                      <a:lnTo>
                        <a:pt x="0" y="130"/>
                      </a:lnTo>
                      <a:lnTo>
                        <a:pt x="2" y="89"/>
                      </a:lnTo>
                      <a:lnTo>
                        <a:pt x="7" y="53"/>
                      </a:lnTo>
                      <a:lnTo>
                        <a:pt x="15" y="24"/>
                      </a:lnTo>
                      <a:lnTo>
                        <a:pt x="25" y="6"/>
                      </a:lnTo>
                      <a:lnTo>
                        <a:pt x="30" y="1"/>
                      </a:lnTo>
                      <a:lnTo>
                        <a:pt x="35" y="0"/>
                      </a:lnTo>
                      <a:lnTo>
                        <a:pt x="39" y="1"/>
                      </a:lnTo>
                      <a:lnTo>
                        <a:pt x="44" y="6"/>
                      </a:lnTo>
                      <a:lnTo>
                        <a:pt x="54" y="24"/>
                      </a:lnTo>
                      <a:lnTo>
                        <a:pt x="62" y="53"/>
                      </a:lnTo>
                      <a:lnTo>
                        <a:pt x="67" y="89"/>
                      </a:lnTo>
                      <a:lnTo>
                        <a:pt x="69" y="130"/>
                      </a:lnTo>
                      <a:lnTo>
                        <a:pt x="68" y="157"/>
                      </a:lnTo>
                      <a:lnTo>
                        <a:pt x="66" y="182"/>
                      </a:lnTo>
                      <a:lnTo>
                        <a:pt x="62" y="204"/>
                      </a:lnTo>
                      <a:lnTo>
                        <a:pt x="58" y="223"/>
                      </a:lnTo>
                      <a:lnTo>
                        <a:pt x="53" y="239"/>
                      </a:lnTo>
                      <a:lnTo>
                        <a:pt x="47" y="249"/>
                      </a:lnTo>
                      <a:lnTo>
                        <a:pt x="40" y="257"/>
                      </a:lnTo>
                      <a:lnTo>
                        <a:pt x="34" y="259"/>
                      </a:lnTo>
                      <a:close/>
                    </a:path>
                  </a:pathLst>
                </a:custGeom>
                <a:solidFill>
                  <a:srgbClr val="BFD6D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7" name="Freeform 835"/>
                <p:cNvSpPr>
                  <a:spLocks/>
                </p:cNvSpPr>
                <p:nvPr/>
              </p:nvSpPr>
              <p:spPr bwMode="auto">
                <a:xfrm>
                  <a:off x="5411" y="3411"/>
                  <a:ext cx="9" cy="44"/>
                </a:xfrm>
                <a:custGeom>
                  <a:avLst/>
                  <a:gdLst>
                    <a:gd name="T0" fmla="*/ 0 w 61"/>
                    <a:gd name="T1" fmla="*/ 0 h 217"/>
                    <a:gd name="T2" fmla="*/ 0 w 61"/>
                    <a:gd name="T3" fmla="*/ 0 h 217"/>
                    <a:gd name="T4" fmla="*/ 0 w 61"/>
                    <a:gd name="T5" fmla="*/ 0 h 217"/>
                    <a:gd name="T6" fmla="*/ 0 w 61"/>
                    <a:gd name="T7" fmla="*/ 0 h 217"/>
                    <a:gd name="T8" fmla="*/ 0 w 61"/>
                    <a:gd name="T9" fmla="*/ 0 h 217"/>
                    <a:gd name="T10" fmla="*/ 0 w 61"/>
                    <a:gd name="T11" fmla="*/ 0 h 217"/>
                    <a:gd name="T12" fmla="*/ 0 w 61"/>
                    <a:gd name="T13" fmla="*/ 0 h 217"/>
                    <a:gd name="T14" fmla="*/ 0 w 61"/>
                    <a:gd name="T15" fmla="*/ 0 h 217"/>
                    <a:gd name="T16" fmla="*/ 0 w 61"/>
                    <a:gd name="T17" fmla="*/ 0 h 217"/>
                    <a:gd name="T18" fmla="*/ 0 w 61"/>
                    <a:gd name="T19" fmla="*/ 0 h 217"/>
                    <a:gd name="T20" fmla="*/ 0 w 61"/>
                    <a:gd name="T21" fmla="*/ 0 h 217"/>
                    <a:gd name="T22" fmla="*/ 0 w 61"/>
                    <a:gd name="T23" fmla="*/ 0 h 217"/>
                    <a:gd name="T24" fmla="*/ 0 w 61"/>
                    <a:gd name="T25" fmla="*/ 0 h 217"/>
                    <a:gd name="T26" fmla="*/ 0 w 61"/>
                    <a:gd name="T27" fmla="*/ 0 h 217"/>
                    <a:gd name="T28" fmla="*/ 0 w 61"/>
                    <a:gd name="T29" fmla="*/ 0 h 217"/>
                    <a:gd name="T30" fmla="*/ 0 w 61"/>
                    <a:gd name="T31" fmla="*/ 0 h 217"/>
                    <a:gd name="T32" fmla="*/ 0 w 61"/>
                    <a:gd name="T33" fmla="*/ 0 h 217"/>
                    <a:gd name="T34" fmla="*/ 0 w 61"/>
                    <a:gd name="T35" fmla="*/ 0 h 217"/>
                    <a:gd name="T36" fmla="*/ 0 w 61"/>
                    <a:gd name="T37" fmla="*/ 0 h 217"/>
                    <a:gd name="T38" fmla="*/ 0 w 61"/>
                    <a:gd name="T39" fmla="*/ 0 h 217"/>
                    <a:gd name="T40" fmla="*/ 0 w 61"/>
                    <a:gd name="T41" fmla="*/ 0 h 217"/>
                    <a:gd name="T42" fmla="*/ 0 w 61"/>
                    <a:gd name="T43" fmla="*/ 0 h 217"/>
                    <a:gd name="T44" fmla="*/ 0 w 61"/>
                    <a:gd name="T45" fmla="*/ 0 h 217"/>
                    <a:gd name="T46" fmla="*/ 0 w 61"/>
                    <a:gd name="T47" fmla="*/ 0 h 217"/>
                    <a:gd name="T48" fmla="*/ 0 w 61"/>
                    <a:gd name="T49" fmla="*/ 0 h 217"/>
                    <a:gd name="T50" fmla="*/ 0 w 61"/>
                    <a:gd name="T51" fmla="*/ 0 h 217"/>
                    <a:gd name="T52" fmla="*/ 0 w 61"/>
                    <a:gd name="T53" fmla="*/ 0 h 217"/>
                    <a:gd name="T54" fmla="*/ 0 w 61"/>
                    <a:gd name="T55" fmla="*/ 0 h 217"/>
                    <a:gd name="T56" fmla="*/ 0 w 61"/>
                    <a:gd name="T57" fmla="*/ 0 h 2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1"/>
                    <a:gd name="T88" fmla="*/ 0 h 217"/>
                    <a:gd name="T89" fmla="*/ 61 w 61"/>
                    <a:gd name="T90" fmla="*/ 217 h 21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1" h="217">
                      <a:moveTo>
                        <a:pt x="41" y="6"/>
                      </a:moveTo>
                      <a:lnTo>
                        <a:pt x="39" y="4"/>
                      </a:lnTo>
                      <a:lnTo>
                        <a:pt x="36" y="2"/>
                      </a:lnTo>
                      <a:lnTo>
                        <a:pt x="33" y="0"/>
                      </a:lnTo>
                      <a:lnTo>
                        <a:pt x="30" y="0"/>
                      </a:lnTo>
                      <a:lnTo>
                        <a:pt x="23" y="3"/>
                      </a:lnTo>
                      <a:lnTo>
                        <a:pt x="17" y="10"/>
                      </a:lnTo>
                      <a:lnTo>
                        <a:pt x="12" y="21"/>
                      </a:lnTo>
                      <a:lnTo>
                        <a:pt x="8" y="35"/>
                      </a:lnTo>
                      <a:lnTo>
                        <a:pt x="4" y="52"/>
                      </a:lnTo>
                      <a:lnTo>
                        <a:pt x="2" y="70"/>
                      </a:lnTo>
                      <a:lnTo>
                        <a:pt x="1" y="89"/>
                      </a:lnTo>
                      <a:lnTo>
                        <a:pt x="0" y="110"/>
                      </a:lnTo>
                      <a:lnTo>
                        <a:pt x="1" y="143"/>
                      </a:lnTo>
                      <a:lnTo>
                        <a:pt x="6" y="173"/>
                      </a:lnTo>
                      <a:lnTo>
                        <a:pt x="12" y="197"/>
                      </a:lnTo>
                      <a:lnTo>
                        <a:pt x="20" y="213"/>
                      </a:lnTo>
                      <a:lnTo>
                        <a:pt x="25" y="216"/>
                      </a:lnTo>
                      <a:lnTo>
                        <a:pt x="30" y="217"/>
                      </a:lnTo>
                      <a:lnTo>
                        <a:pt x="36" y="216"/>
                      </a:lnTo>
                      <a:lnTo>
                        <a:pt x="41" y="213"/>
                      </a:lnTo>
                      <a:lnTo>
                        <a:pt x="49" y="197"/>
                      </a:lnTo>
                      <a:lnTo>
                        <a:pt x="56" y="173"/>
                      </a:lnTo>
                      <a:lnTo>
                        <a:pt x="60" y="143"/>
                      </a:lnTo>
                      <a:lnTo>
                        <a:pt x="61" y="110"/>
                      </a:lnTo>
                      <a:lnTo>
                        <a:pt x="60" y="75"/>
                      </a:lnTo>
                      <a:lnTo>
                        <a:pt x="56" y="45"/>
                      </a:lnTo>
                      <a:lnTo>
                        <a:pt x="49" y="22"/>
                      </a:lnTo>
                      <a:lnTo>
                        <a:pt x="4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8" name="Freeform 836"/>
                <p:cNvSpPr>
                  <a:spLocks/>
                </p:cNvSpPr>
                <p:nvPr/>
              </p:nvSpPr>
              <p:spPr bwMode="auto">
                <a:xfrm>
                  <a:off x="5412" y="3422"/>
                  <a:ext cx="2" cy="22"/>
                </a:xfrm>
                <a:custGeom>
                  <a:avLst/>
                  <a:gdLst>
                    <a:gd name="T0" fmla="*/ 0 w 15"/>
                    <a:gd name="T1" fmla="*/ 0 h 107"/>
                    <a:gd name="T2" fmla="*/ 0 w 15"/>
                    <a:gd name="T3" fmla="*/ 0 h 107"/>
                    <a:gd name="T4" fmla="*/ 0 w 15"/>
                    <a:gd name="T5" fmla="*/ 0 h 107"/>
                    <a:gd name="T6" fmla="*/ 0 w 15"/>
                    <a:gd name="T7" fmla="*/ 0 h 107"/>
                    <a:gd name="T8" fmla="*/ 0 w 15"/>
                    <a:gd name="T9" fmla="*/ 0 h 107"/>
                    <a:gd name="T10" fmla="*/ 0 w 15"/>
                    <a:gd name="T11" fmla="*/ 0 h 107"/>
                    <a:gd name="T12" fmla="*/ 0 w 15"/>
                    <a:gd name="T13" fmla="*/ 0 h 107"/>
                    <a:gd name="T14" fmla="*/ 0 w 15"/>
                    <a:gd name="T15" fmla="*/ 0 h 107"/>
                    <a:gd name="T16" fmla="*/ 0 w 15"/>
                    <a:gd name="T17" fmla="*/ 0 h 107"/>
                    <a:gd name="T18" fmla="*/ 0 w 15"/>
                    <a:gd name="T19" fmla="*/ 0 h 107"/>
                    <a:gd name="T20" fmla="*/ 0 w 15"/>
                    <a:gd name="T21" fmla="*/ 0 h 107"/>
                    <a:gd name="T22" fmla="*/ 0 w 15"/>
                    <a:gd name="T23" fmla="*/ 0 h 107"/>
                    <a:gd name="T24" fmla="*/ 0 w 15"/>
                    <a:gd name="T25" fmla="*/ 0 h 107"/>
                    <a:gd name="T26" fmla="*/ 0 w 15"/>
                    <a:gd name="T27" fmla="*/ 0 h 107"/>
                    <a:gd name="T28" fmla="*/ 0 w 15"/>
                    <a:gd name="T29" fmla="*/ 0 h 107"/>
                    <a:gd name="T30" fmla="*/ 0 w 15"/>
                    <a:gd name="T31" fmla="*/ 0 h 107"/>
                    <a:gd name="T32" fmla="*/ 0 w 15"/>
                    <a:gd name="T33" fmla="*/ 0 h 107"/>
                    <a:gd name="T34" fmla="*/ 0 w 15"/>
                    <a:gd name="T35" fmla="*/ 0 h 107"/>
                    <a:gd name="T36" fmla="*/ 0 w 15"/>
                    <a:gd name="T37" fmla="*/ 0 h 107"/>
                    <a:gd name="T38" fmla="*/ 0 w 15"/>
                    <a:gd name="T39" fmla="*/ 0 h 107"/>
                    <a:gd name="T40" fmla="*/ 0 w 15"/>
                    <a:gd name="T41" fmla="*/ 0 h 1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
                    <a:gd name="T64" fmla="*/ 0 h 107"/>
                    <a:gd name="T65" fmla="*/ 15 w 15"/>
                    <a:gd name="T66" fmla="*/ 107 h 10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 h="107">
                      <a:moveTo>
                        <a:pt x="4" y="0"/>
                      </a:moveTo>
                      <a:lnTo>
                        <a:pt x="4" y="0"/>
                      </a:lnTo>
                      <a:lnTo>
                        <a:pt x="5" y="0"/>
                      </a:lnTo>
                      <a:lnTo>
                        <a:pt x="9" y="7"/>
                      </a:lnTo>
                      <a:lnTo>
                        <a:pt x="12" y="19"/>
                      </a:lnTo>
                      <a:lnTo>
                        <a:pt x="14" y="34"/>
                      </a:lnTo>
                      <a:lnTo>
                        <a:pt x="15" y="54"/>
                      </a:lnTo>
                      <a:lnTo>
                        <a:pt x="14" y="74"/>
                      </a:lnTo>
                      <a:lnTo>
                        <a:pt x="11" y="89"/>
                      </a:lnTo>
                      <a:lnTo>
                        <a:pt x="8" y="101"/>
                      </a:lnTo>
                      <a:lnTo>
                        <a:pt x="4" y="107"/>
                      </a:lnTo>
                      <a:lnTo>
                        <a:pt x="3" y="95"/>
                      </a:lnTo>
                      <a:lnTo>
                        <a:pt x="1" y="82"/>
                      </a:lnTo>
                      <a:lnTo>
                        <a:pt x="0" y="68"/>
                      </a:lnTo>
                      <a:lnTo>
                        <a:pt x="0" y="54"/>
                      </a:lnTo>
                      <a:lnTo>
                        <a:pt x="0" y="38"/>
                      </a:lnTo>
                      <a:lnTo>
                        <a:pt x="1" y="24"/>
                      </a:lnTo>
                      <a:lnTo>
                        <a:pt x="3" y="12"/>
                      </a:lnTo>
                      <a:lnTo>
                        <a:pt x="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89" name="Freeform 837"/>
                <p:cNvSpPr>
                  <a:spLocks/>
                </p:cNvSpPr>
                <p:nvPr/>
              </p:nvSpPr>
              <p:spPr bwMode="auto">
                <a:xfrm>
                  <a:off x="5413" y="3413"/>
                  <a:ext cx="5" cy="40"/>
                </a:xfrm>
                <a:custGeom>
                  <a:avLst/>
                  <a:gdLst>
                    <a:gd name="T0" fmla="*/ 0 w 39"/>
                    <a:gd name="T1" fmla="*/ 0 h 199"/>
                    <a:gd name="T2" fmla="*/ 0 w 39"/>
                    <a:gd name="T3" fmla="*/ 0 h 199"/>
                    <a:gd name="T4" fmla="*/ 0 w 39"/>
                    <a:gd name="T5" fmla="*/ 0 h 199"/>
                    <a:gd name="T6" fmla="*/ 0 w 39"/>
                    <a:gd name="T7" fmla="*/ 0 h 199"/>
                    <a:gd name="T8" fmla="*/ 0 w 39"/>
                    <a:gd name="T9" fmla="*/ 0 h 199"/>
                    <a:gd name="T10" fmla="*/ 0 w 39"/>
                    <a:gd name="T11" fmla="*/ 0 h 199"/>
                    <a:gd name="T12" fmla="*/ 0 w 39"/>
                    <a:gd name="T13" fmla="*/ 0 h 199"/>
                    <a:gd name="T14" fmla="*/ 0 w 39"/>
                    <a:gd name="T15" fmla="*/ 0 h 199"/>
                    <a:gd name="T16" fmla="*/ 0 w 39"/>
                    <a:gd name="T17" fmla="*/ 0 h 199"/>
                    <a:gd name="T18" fmla="*/ 0 w 39"/>
                    <a:gd name="T19" fmla="*/ 0 h 199"/>
                    <a:gd name="T20" fmla="*/ 0 w 39"/>
                    <a:gd name="T21" fmla="*/ 0 h 199"/>
                    <a:gd name="T22" fmla="*/ 0 w 39"/>
                    <a:gd name="T23" fmla="*/ 0 h 199"/>
                    <a:gd name="T24" fmla="*/ 0 w 39"/>
                    <a:gd name="T25" fmla="*/ 0 h 199"/>
                    <a:gd name="T26" fmla="*/ 0 w 39"/>
                    <a:gd name="T27" fmla="*/ 0 h 199"/>
                    <a:gd name="T28" fmla="*/ 0 w 39"/>
                    <a:gd name="T29" fmla="*/ 0 h 199"/>
                    <a:gd name="T30" fmla="*/ 0 w 39"/>
                    <a:gd name="T31" fmla="*/ 0 h 199"/>
                    <a:gd name="T32" fmla="*/ 0 w 39"/>
                    <a:gd name="T33" fmla="*/ 0 h 199"/>
                    <a:gd name="T34" fmla="*/ 0 w 39"/>
                    <a:gd name="T35" fmla="*/ 0 h 199"/>
                    <a:gd name="T36" fmla="*/ 0 w 39"/>
                    <a:gd name="T37" fmla="*/ 0 h 199"/>
                    <a:gd name="T38" fmla="*/ 0 w 39"/>
                    <a:gd name="T39" fmla="*/ 0 h 199"/>
                    <a:gd name="T40" fmla="*/ 0 w 39"/>
                    <a:gd name="T41" fmla="*/ 0 h 199"/>
                    <a:gd name="T42" fmla="*/ 0 w 39"/>
                    <a:gd name="T43" fmla="*/ 0 h 199"/>
                    <a:gd name="T44" fmla="*/ 0 w 39"/>
                    <a:gd name="T45" fmla="*/ 0 h 199"/>
                    <a:gd name="T46" fmla="*/ 0 w 39"/>
                    <a:gd name="T47" fmla="*/ 0 h 199"/>
                    <a:gd name="T48" fmla="*/ 0 w 39"/>
                    <a:gd name="T49" fmla="*/ 0 h 199"/>
                    <a:gd name="T50" fmla="*/ 0 w 39"/>
                    <a:gd name="T51" fmla="*/ 0 h 199"/>
                    <a:gd name="T52" fmla="*/ 0 w 39"/>
                    <a:gd name="T53" fmla="*/ 0 h 199"/>
                    <a:gd name="T54" fmla="*/ 0 w 39"/>
                    <a:gd name="T55" fmla="*/ 0 h 199"/>
                    <a:gd name="T56" fmla="*/ 0 w 39"/>
                    <a:gd name="T57" fmla="*/ 0 h 199"/>
                    <a:gd name="T58" fmla="*/ 0 w 39"/>
                    <a:gd name="T59" fmla="*/ 0 h 199"/>
                    <a:gd name="T60" fmla="*/ 0 w 39"/>
                    <a:gd name="T61" fmla="*/ 0 h 199"/>
                    <a:gd name="T62" fmla="*/ 0 w 39"/>
                    <a:gd name="T63" fmla="*/ 0 h 199"/>
                    <a:gd name="T64" fmla="*/ 0 w 39"/>
                    <a:gd name="T65" fmla="*/ 0 h 19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9"/>
                    <a:gd name="T100" fmla="*/ 0 h 199"/>
                    <a:gd name="T101" fmla="*/ 39 w 39"/>
                    <a:gd name="T102" fmla="*/ 199 h 19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9" h="199">
                      <a:moveTo>
                        <a:pt x="16" y="199"/>
                      </a:moveTo>
                      <a:lnTo>
                        <a:pt x="12" y="197"/>
                      </a:lnTo>
                      <a:lnTo>
                        <a:pt x="8" y="189"/>
                      </a:lnTo>
                      <a:lnTo>
                        <a:pt x="3" y="179"/>
                      </a:lnTo>
                      <a:lnTo>
                        <a:pt x="0" y="163"/>
                      </a:lnTo>
                      <a:lnTo>
                        <a:pt x="1" y="163"/>
                      </a:lnTo>
                      <a:lnTo>
                        <a:pt x="2" y="162"/>
                      </a:lnTo>
                      <a:lnTo>
                        <a:pt x="4" y="161"/>
                      </a:lnTo>
                      <a:lnTo>
                        <a:pt x="5" y="159"/>
                      </a:lnTo>
                      <a:lnTo>
                        <a:pt x="10" y="150"/>
                      </a:lnTo>
                      <a:lnTo>
                        <a:pt x="14" y="135"/>
                      </a:lnTo>
                      <a:lnTo>
                        <a:pt x="17" y="119"/>
                      </a:lnTo>
                      <a:lnTo>
                        <a:pt x="18" y="100"/>
                      </a:lnTo>
                      <a:lnTo>
                        <a:pt x="17" y="80"/>
                      </a:lnTo>
                      <a:lnTo>
                        <a:pt x="14" y="62"/>
                      </a:lnTo>
                      <a:lnTo>
                        <a:pt x="10" y="49"/>
                      </a:lnTo>
                      <a:lnTo>
                        <a:pt x="5" y="40"/>
                      </a:lnTo>
                      <a:lnTo>
                        <a:pt x="4" y="38"/>
                      </a:lnTo>
                      <a:lnTo>
                        <a:pt x="2" y="37"/>
                      </a:lnTo>
                      <a:lnTo>
                        <a:pt x="1" y="36"/>
                      </a:lnTo>
                      <a:lnTo>
                        <a:pt x="0" y="35"/>
                      </a:lnTo>
                      <a:lnTo>
                        <a:pt x="3" y="20"/>
                      </a:lnTo>
                      <a:lnTo>
                        <a:pt x="8" y="10"/>
                      </a:lnTo>
                      <a:lnTo>
                        <a:pt x="12" y="2"/>
                      </a:lnTo>
                      <a:lnTo>
                        <a:pt x="16" y="0"/>
                      </a:lnTo>
                      <a:lnTo>
                        <a:pt x="23" y="7"/>
                      </a:lnTo>
                      <a:lnTo>
                        <a:pt x="31" y="26"/>
                      </a:lnTo>
                      <a:lnTo>
                        <a:pt x="37" y="58"/>
                      </a:lnTo>
                      <a:lnTo>
                        <a:pt x="39" y="100"/>
                      </a:lnTo>
                      <a:lnTo>
                        <a:pt x="37" y="140"/>
                      </a:lnTo>
                      <a:lnTo>
                        <a:pt x="31" y="173"/>
                      </a:lnTo>
                      <a:lnTo>
                        <a:pt x="24" y="192"/>
                      </a:lnTo>
                      <a:lnTo>
                        <a:pt x="16" y="1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0" name="Freeform 838"/>
                <p:cNvSpPr>
                  <a:spLocks/>
                </p:cNvSpPr>
                <p:nvPr/>
              </p:nvSpPr>
              <p:spPr bwMode="auto">
                <a:xfrm>
                  <a:off x="5486" y="3394"/>
                  <a:ext cx="11" cy="51"/>
                </a:xfrm>
                <a:custGeom>
                  <a:avLst/>
                  <a:gdLst>
                    <a:gd name="T0" fmla="*/ 0 w 78"/>
                    <a:gd name="T1" fmla="*/ 0 h 259"/>
                    <a:gd name="T2" fmla="*/ 0 w 78"/>
                    <a:gd name="T3" fmla="*/ 0 h 259"/>
                    <a:gd name="T4" fmla="*/ 0 w 78"/>
                    <a:gd name="T5" fmla="*/ 0 h 259"/>
                    <a:gd name="T6" fmla="*/ 0 w 78"/>
                    <a:gd name="T7" fmla="*/ 0 h 259"/>
                    <a:gd name="T8" fmla="*/ 0 w 78"/>
                    <a:gd name="T9" fmla="*/ 0 h 259"/>
                    <a:gd name="T10" fmla="*/ 0 w 78"/>
                    <a:gd name="T11" fmla="*/ 0 h 259"/>
                    <a:gd name="T12" fmla="*/ 0 w 78"/>
                    <a:gd name="T13" fmla="*/ 0 h 259"/>
                    <a:gd name="T14" fmla="*/ 0 w 78"/>
                    <a:gd name="T15" fmla="*/ 0 h 259"/>
                    <a:gd name="T16" fmla="*/ 0 w 78"/>
                    <a:gd name="T17" fmla="*/ 0 h 259"/>
                    <a:gd name="T18" fmla="*/ 0 w 78"/>
                    <a:gd name="T19" fmla="*/ 0 h 259"/>
                    <a:gd name="T20" fmla="*/ 0 w 78"/>
                    <a:gd name="T21" fmla="*/ 0 h 259"/>
                    <a:gd name="T22" fmla="*/ 0 w 78"/>
                    <a:gd name="T23" fmla="*/ 0 h 259"/>
                    <a:gd name="T24" fmla="*/ 0 w 78"/>
                    <a:gd name="T25" fmla="*/ 0 h 259"/>
                    <a:gd name="T26" fmla="*/ 0 w 78"/>
                    <a:gd name="T27" fmla="*/ 0 h 259"/>
                    <a:gd name="T28" fmla="*/ 0 w 78"/>
                    <a:gd name="T29" fmla="*/ 0 h 259"/>
                    <a:gd name="T30" fmla="*/ 0 w 78"/>
                    <a:gd name="T31" fmla="*/ 0 h 259"/>
                    <a:gd name="T32" fmla="*/ 0 w 78"/>
                    <a:gd name="T33" fmla="*/ 0 h 259"/>
                    <a:gd name="T34" fmla="*/ 0 w 78"/>
                    <a:gd name="T35" fmla="*/ 0 h 259"/>
                    <a:gd name="T36" fmla="*/ 0 w 78"/>
                    <a:gd name="T37" fmla="*/ 0 h 259"/>
                    <a:gd name="T38" fmla="*/ 0 w 78"/>
                    <a:gd name="T39" fmla="*/ 0 h 259"/>
                    <a:gd name="T40" fmla="*/ 0 w 78"/>
                    <a:gd name="T41" fmla="*/ 0 h 259"/>
                    <a:gd name="T42" fmla="*/ 0 w 78"/>
                    <a:gd name="T43" fmla="*/ 0 h 259"/>
                    <a:gd name="T44" fmla="*/ 0 w 78"/>
                    <a:gd name="T45" fmla="*/ 0 h 259"/>
                    <a:gd name="T46" fmla="*/ 0 w 78"/>
                    <a:gd name="T47" fmla="*/ 0 h 259"/>
                    <a:gd name="T48" fmla="*/ 0 w 78"/>
                    <a:gd name="T49" fmla="*/ 0 h 259"/>
                    <a:gd name="T50" fmla="*/ 0 w 78"/>
                    <a:gd name="T51" fmla="*/ 0 h 259"/>
                    <a:gd name="T52" fmla="*/ 0 w 78"/>
                    <a:gd name="T53" fmla="*/ 0 h 259"/>
                    <a:gd name="T54" fmla="*/ 0 w 78"/>
                    <a:gd name="T55" fmla="*/ 0 h 259"/>
                    <a:gd name="T56" fmla="*/ 0 w 78"/>
                    <a:gd name="T57" fmla="*/ 0 h 25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8"/>
                    <a:gd name="T88" fmla="*/ 0 h 259"/>
                    <a:gd name="T89" fmla="*/ 78 w 78"/>
                    <a:gd name="T90" fmla="*/ 259 h 25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8" h="259">
                      <a:moveTo>
                        <a:pt x="53" y="8"/>
                      </a:moveTo>
                      <a:lnTo>
                        <a:pt x="50" y="5"/>
                      </a:lnTo>
                      <a:lnTo>
                        <a:pt x="46" y="2"/>
                      </a:lnTo>
                      <a:lnTo>
                        <a:pt x="43" y="0"/>
                      </a:lnTo>
                      <a:lnTo>
                        <a:pt x="39" y="0"/>
                      </a:lnTo>
                      <a:lnTo>
                        <a:pt x="30" y="3"/>
                      </a:lnTo>
                      <a:lnTo>
                        <a:pt x="23" y="12"/>
                      </a:lnTo>
                      <a:lnTo>
                        <a:pt x="16" y="24"/>
                      </a:lnTo>
                      <a:lnTo>
                        <a:pt x="11" y="41"/>
                      </a:lnTo>
                      <a:lnTo>
                        <a:pt x="5" y="61"/>
                      </a:lnTo>
                      <a:lnTo>
                        <a:pt x="2" y="82"/>
                      </a:lnTo>
                      <a:lnTo>
                        <a:pt x="1" y="105"/>
                      </a:lnTo>
                      <a:lnTo>
                        <a:pt x="0" y="129"/>
                      </a:lnTo>
                      <a:lnTo>
                        <a:pt x="2" y="169"/>
                      </a:lnTo>
                      <a:lnTo>
                        <a:pt x="7" y="205"/>
                      </a:lnTo>
                      <a:lnTo>
                        <a:pt x="16" y="232"/>
                      </a:lnTo>
                      <a:lnTo>
                        <a:pt x="26" y="251"/>
                      </a:lnTo>
                      <a:lnTo>
                        <a:pt x="32" y="256"/>
                      </a:lnTo>
                      <a:lnTo>
                        <a:pt x="40" y="259"/>
                      </a:lnTo>
                      <a:lnTo>
                        <a:pt x="47" y="256"/>
                      </a:lnTo>
                      <a:lnTo>
                        <a:pt x="53" y="251"/>
                      </a:lnTo>
                      <a:lnTo>
                        <a:pt x="63" y="232"/>
                      </a:lnTo>
                      <a:lnTo>
                        <a:pt x="71" y="205"/>
                      </a:lnTo>
                      <a:lnTo>
                        <a:pt x="76" y="169"/>
                      </a:lnTo>
                      <a:lnTo>
                        <a:pt x="78" y="129"/>
                      </a:lnTo>
                      <a:lnTo>
                        <a:pt x="76" y="90"/>
                      </a:lnTo>
                      <a:lnTo>
                        <a:pt x="71" y="55"/>
                      </a:lnTo>
                      <a:lnTo>
                        <a:pt x="63" y="27"/>
                      </a:lnTo>
                      <a:lnTo>
                        <a:pt x="5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1" name="Freeform 839"/>
                <p:cNvSpPr>
                  <a:spLocks/>
                </p:cNvSpPr>
                <p:nvPr/>
              </p:nvSpPr>
              <p:spPr bwMode="auto">
                <a:xfrm>
                  <a:off x="5487" y="3395"/>
                  <a:ext cx="9" cy="48"/>
                </a:xfrm>
                <a:custGeom>
                  <a:avLst/>
                  <a:gdLst>
                    <a:gd name="T0" fmla="*/ 0 w 61"/>
                    <a:gd name="T1" fmla="*/ 0 h 240"/>
                    <a:gd name="T2" fmla="*/ 0 w 61"/>
                    <a:gd name="T3" fmla="*/ 0 h 240"/>
                    <a:gd name="T4" fmla="*/ 0 w 61"/>
                    <a:gd name="T5" fmla="*/ 0 h 240"/>
                    <a:gd name="T6" fmla="*/ 0 w 61"/>
                    <a:gd name="T7" fmla="*/ 0 h 240"/>
                    <a:gd name="T8" fmla="*/ 0 w 61"/>
                    <a:gd name="T9" fmla="*/ 0 h 240"/>
                    <a:gd name="T10" fmla="*/ 0 w 61"/>
                    <a:gd name="T11" fmla="*/ 0 h 240"/>
                    <a:gd name="T12" fmla="*/ 0 w 61"/>
                    <a:gd name="T13" fmla="*/ 0 h 240"/>
                    <a:gd name="T14" fmla="*/ 0 w 61"/>
                    <a:gd name="T15" fmla="*/ 0 h 240"/>
                    <a:gd name="T16" fmla="*/ 0 w 61"/>
                    <a:gd name="T17" fmla="*/ 0 h 240"/>
                    <a:gd name="T18" fmla="*/ 0 w 61"/>
                    <a:gd name="T19" fmla="*/ 0 h 240"/>
                    <a:gd name="T20" fmla="*/ 0 w 61"/>
                    <a:gd name="T21" fmla="*/ 0 h 240"/>
                    <a:gd name="T22" fmla="*/ 0 w 61"/>
                    <a:gd name="T23" fmla="*/ 0 h 240"/>
                    <a:gd name="T24" fmla="*/ 0 w 61"/>
                    <a:gd name="T25" fmla="*/ 0 h 240"/>
                    <a:gd name="T26" fmla="*/ 0 w 61"/>
                    <a:gd name="T27" fmla="*/ 0 h 240"/>
                    <a:gd name="T28" fmla="*/ 0 w 61"/>
                    <a:gd name="T29" fmla="*/ 0 h 240"/>
                    <a:gd name="T30" fmla="*/ 0 w 61"/>
                    <a:gd name="T31" fmla="*/ 0 h 240"/>
                    <a:gd name="T32" fmla="*/ 0 w 61"/>
                    <a:gd name="T33" fmla="*/ 0 h 240"/>
                    <a:gd name="T34" fmla="*/ 0 w 61"/>
                    <a:gd name="T35" fmla="*/ 0 h 240"/>
                    <a:gd name="T36" fmla="*/ 0 w 61"/>
                    <a:gd name="T37" fmla="*/ 0 h 240"/>
                    <a:gd name="T38" fmla="*/ 0 w 61"/>
                    <a:gd name="T39" fmla="*/ 0 h 240"/>
                    <a:gd name="T40" fmla="*/ 0 w 61"/>
                    <a:gd name="T41" fmla="*/ 0 h 240"/>
                    <a:gd name="T42" fmla="*/ 0 w 61"/>
                    <a:gd name="T43" fmla="*/ 0 h 240"/>
                    <a:gd name="T44" fmla="*/ 0 w 61"/>
                    <a:gd name="T45" fmla="*/ 0 h 240"/>
                    <a:gd name="T46" fmla="*/ 0 w 61"/>
                    <a:gd name="T47" fmla="*/ 0 h 240"/>
                    <a:gd name="T48" fmla="*/ 0 w 61"/>
                    <a:gd name="T49" fmla="*/ 0 h 240"/>
                    <a:gd name="T50" fmla="*/ 0 w 61"/>
                    <a:gd name="T51" fmla="*/ 0 h 240"/>
                    <a:gd name="T52" fmla="*/ 0 w 61"/>
                    <a:gd name="T53" fmla="*/ 0 h 240"/>
                    <a:gd name="T54" fmla="*/ 0 w 61"/>
                    <a:gd name="T55" fmla="*/ 0 h 240"/>
                    <a:gd name="T56" fmla="*/ 0 w 61"/>
                    <a:gd name="T57" fmla="*/ 0 h 24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61"/>
                    <a:gd name="T88" fmla="*/ 0 h 240"/>
                    <a:gd name="T89" fmla="*/ 61 w 61"/>
                    <a:gd name="T90" fmla="*/ 240 h 24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61" h="240">
                      <a:moveTo>
                        <a:pt x="30" y="240"/>
                      </a:moveTo>
                      <a:lnTo>
                        <a:pt x="28" y="240"/>
                      </a:lnTo>
                      <a:lnTo>
                        <a:pt x="26" y="239"/>
                      </a:lnTo>
                      <a:lnTo>
                        <a:pt x="24" y="238"/>
                      </a:lnTo>
                      <a:lnTo>
                        <a:pt x="22" y="235"/>
                      </a:lnTo>
                      <a:lnTo>
                        <a:pt x="13" y="218"/>
                      </a:lnTo>
                      <a:lnTo>
                        <a:pt x="6" y="191"/>
                      </a:lnTo>
                      <a:lnTo>
                        <a:pt x="2" y="157"/>
                      </a:lnTo>
                      <a:lnTo>
                        <a:pt x="0" y="120"/>
                      </a:lnTo>
                      <a:lnTo>
                        <a:pt x="2" y="83"/>
                      </a:lnTo>
                      <a:lnTo>
                        <a:pt x="6" y="49"/>
                      </a:lnTo>
                      <a:lnTo>
                        <a:pt x="13" y="23"/>
                      </a:lnTo>
                      <a:lnTo>
                        <a:pt x="22" y="6"/>
                      </a:lnTo>
                      <a:lnTo>
                        <a:pt x="26" y="3"/>
                      </a:lnTo>
                      <a:lnTo>
                        <a:pt x="31" y="0"/>
                      </a:lnTo>
                      <a:lnTo>
                        <a:pt x="35" y="3"/>
                      </a:lnTo>
                      <a:lnTo>
                        <a:pt x="39" y="6"/>
                      </a:lnTo>
                      <a:lnTo>
                        <a:pt x="48" y="23"/>
                      </a:lnTo>
                      <a:lnTo>
                        <a:pt x="55" y="49"/>
                      </a:lnTo>
                      <a:lnTo>
                        <a:pt x="59" y="83"/>
                      </a:lnTo>
                      <a:lnTo>
                        <a:pt x="61" y="120"/>
                      </a:lnTo>
                      <a:lnTo>
                        <a:pt x="60" y="145"/>
                      </a:lnTo>
                      <a:lnTo>
                        <a:pt x="58" y="169"/>
                      </a:lnTo>
                      <a:lnTo>
                        <a:pt x="55" y="190"/>
                      </a:lnTo>
                      <a:lnTo>
                        <a:pt x="51" y="206"/>
                      </a:lnTo>
                      <a:lnTo>
                        <a:pt x="46" y="221"/>
                      </a:lnTo>
                      <a:lnTo>
                        <a:pt x="41" y="232"/>
                      </a:lnTo>
                      <a:lnTo>
                        <a:pt x="36" y="238"/>
                      </a:lnTo>
                      <a:lnTo>
                        <a:pt x="30" y="240"/>
                      </a:lnTo>
                      <a:close/>
                    </a:path>
                  </a:pathLst>
                </a:custGeom>
                <a:solidFill>
                  <a:srgbClr val="C6C1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2" name="Freeform 840"/>
                <p:cNvSpPr>
                  <a:spLocks/>
                </p:cNvSpPr>
                <p:nvPr/>
              </p:nvSpPr>
              <p:spPr bwMode="auto">
                <a:xfrm>
                  <a:off x="5488" y="3399"/>
                  <a:ext cx="8" cy="41"/>
                </a:xfrm>
                <a:custGeom>
                  <a:avLst/>
                  <a:gdLst>
                    <a:gd name="T0" fmla="*/ 0 w 55"/>
                    <a:gd name="T1" fmla="*/ 0 h 201"/>
                    <a:gd name="T2" fmla="*/ 0 w 55"/>
                    <a:gd name="T3" fmla="*/ 0 h 201"/>
                    <a:gd name="T4" fmla="*/ 0 w 55"/>
                    <a:gd name="T5" fmla="*/ 0 h 201"/>
                    <a:gd name="T6" fmla="*/ 0 w 55"/>
                    <a:gd name="T7" fmla="*/ 0 h 201"/>
                    <a:gd name="T8" fmla="*/ 0 w 55"/>
                    <a:gd name="T9" fmla="*/ 0 h 201"/>
                    <a:gd name="T10" fmla="*/ 0 w 55"/>
                    <a:gd name="T11" fmla="*/ 0 h 201"/>
                    <a:gd name="T12" fmla="*/ 0 w 55"/>
                    <a:gd name="T13" fmla="*/ 0 h 201"/>
                    <a:gd name="T14" fmla="*/ 0 w 55"/>
                    <a:gd name="T15" fmla="*/ 0 h 201"/>
                    <a:gd name="T16" fmla="*/ 0 w 55"/>
                    <a:gd name="T17" fmla="*/ 0 h 201"/>
                    <a:gd name="T18" fmla="*/ 0 w 55"/>
                    <a:gd name="T19" fmla="*/ 0 h 201"/>
                    <a:gd name="T20" fmla="*/ 0 w 55"/>
                    <a:gd name="T21" fmla="*/ 0 h 201"/>
                    <a:gd name="T22" fmla="*/ 0 w 55"/>
                    <a:gd name="T23" fmla="*/ 0 h 201"/>
                    <a:gd name="T24" fmla="*/ 0 w 55"/>
                    <a:gd name="T25" fmla="*/ 0 h 201"/>
                    <a:gd name="T26" fmla="*/ 0 w 55"/>
                    <a:gd name="T27" fmla="*/ 0 h 201"/>
                    <a:gd name="T28" fmla="*/ 0 w 55"/>
                    <a:gd name="T29" fmla="*/ 0 h 201"/>
                    <a:gd name="T30" fmla="*/ 0 w 55"/>
                    <a:gd name="T31" fmla="*/ 0 h 201"/>
                    <a:gd name="T32" fmla="*/ 0 w 55"/>
                    <a:gd name="T33" fmla="*/ 0 h 201"/>
                    <a:gd name="T34" fmla="*/ 0 w 55"/>
                    <a:gd name="T35" fmla="*/ 0 h 201"/>
                    <a:gd name="T36" fmla="*/ 0 w 55"/>
                    <a:gd name="T37" fmla="*/ 0 h 201"/>
                    <a:gd name="T38" fmla="*/ 0 w 55"/>
                    <a:gd name="T39" fmla="*/ 0 h 201"/>
                    <a:gd name="T40" fmla="*/ 0 w 55"/>
                    <a:gd name="T41" fmla="*/ 0 h 201"/>
                    <a:gd name="T42" fmla="*/ 0 w 55"/>
                    <a:gd name="T43" fmla="*/ 0 h 201"/>
                    <a:gd name="T44" fmla="*/ 0 w 55"/>
                    <a:gd name="T45" fmla="*/ 0 h 201"/>
                    <a:gd name="T46" fmla="*/ 0 w 55"/>
                    <a:gd name="T47" fmla="*/ 0 h 201"/>
                    <a:gd name="T48" fmla="*/ 0 w 55"/>
                    <a:gd name="T49" fmla="*/ 0 h 2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55"/>
                    <a:gd name="T76" fmla="*/ 0 h 201"/>
                    <a:gd name="T77" fmla="*/ 55 w 55"/>
                    <a:gd name="T78" fmla="*/ 201 h 20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55" h="201">
                      <a:moveTo>
                        <a:pt x="37" y="4"/>
                      </a:moveTo>
                      <a:lnTo>
                        <a:pt x="35" y="2"/>
                      </a:lnTo>
                      <a:lnTo>
                        <a:pt x="32" y="1"/>
                      </a:lnTo>
                      <a:lnTo>
                        <a:pt x="30" y="0"/>
                      </a:lnTo>
                      <a:lnTo>
                        <a:pt x="27" y="0"/>
                      </a:lnTo>
                      <a:lnTo>
                        <a:pt x="15" y="8"/>
                      </a:lnTo>
                      <a:lnTo>
                        <a:pt x="7" y="31"/>
                      </a:lnTo>
                      <a:lnTo>
                        <a:pt x="2" y="63"/>
                      </a:lnTo>
                      <a:lnTo>
                        <a:pt x="0" y="100"/>
                      </a:lnTo>
                      <a:lnTo>
                        <a:pt x="1" y="133"/>
                      </a:lnTo>
                      <a:lnTo>
                        <a:pt x="5" y="160"/>
                      </a:lnTo>
                      <a:lnTo>
                        <a:pt x="11" y="182"/>
                      </a:lnTo>
                      <a:lnTo>
                        <a:pt x="18" y="196"/>
                      </a:lnTo>
                      <a:lnTo>
                        <a:pt x="23" y="200"/>
                      </a:lnTo>
                      <a:lnTo>
                        <a:pt x="28" y="201"/>
                      </a:lnTo>
                      <a:lnTo>
                        <a:pt x="32" y="200"/>
                      </a:lnTo>
                      <a:lnTo>
                        <a:pt x="37" y="196"/>
                      </a:lnTo>
                      <a:lnTo>
                        <a:pt x="44" y="182"/>
                      </a:lnTo>
                      <a:lnTo>
                        <a:pt x="50" y="160"/>
                      </a:lnTo>
                      <a:lnTo>
                        <a:pt x="54" y="133"/>
                      </a:lnTo>
                      <a:lnTo>
                        <a:pt x="55" y="100"/>
                      </a:lnTo>
                      <a:lnTo>
                        <a:pt x="54" y="68"/>
                      </a:lnTo>
                      <a:lnTo>
                        <a:pt x="50" y="40"/>
                      </a:lnTo>
                      <a:lnTo>
                        <a:pt x="44" y="19"/>
                      </a:lnTo>
                      <a:lnTo>
                        <a:pt x="3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3" name="Freeform 841"/>
                <p:cNvSpPr>
                  <a:spLocks/>
                </p:cNvSpPr>
                <p:nvPr/>
              </p:nvSpPr>
              <p:spPr bwMode="auto">
                <a:xfrm>
                  <a:off x="5489" y="3410"/>
                  <a:ext cx="2" cy="19"/>
                </a:xfrm>
                <a:custGeom>
                  <a:avLst/>
                  <a:gdLst>
                    <a:gd name="T0" fmla="*/ 0 w 13"/>
                    <a:gd name="T1" fmla="*/ 0 h 98"/>
                    <a:gd name="T2" fmla="*/ 0 w 13"/>
                    <a:gd name="T3" fmla="*/ 0 h 98"/>
                    <a:gd name="T4" fmla="*/ 0 w 13"/>
                    <a:gd name="T5" fmla="*/ 0 h 98"/>
                    <a:gd name="T6" fmla="*/ 0 w 13"/>
                    <a:gd name="T7" fmla="*/ 0 h 98"/>
                    <a:gd name="T8" fmla="*/ 0 w 13"/>
                    <a:gd name="T9" fmla="*/ 0 h 98"/>
                    <a:gd name="T10" fmla="*/ 0 w 13"/>
                    <a:gd name="T11" fmla="*/ 0 h 98"/>
                    <a:gd name="T12" fmla="*/ 0 w 13"/>
                    <a:gd name="T13" fmla="*/ 0 h 98"/>
                    <a:gd name="T14" fmla="*/ 0 w 13"/>
                    <a:gd name="T15" fmla="*/ 0 h 98"/>
                    <a:gd name="T16" fmla="*/ 0 w 13"/>
                    <a:gd name="T17" fmla="*/ 0 h 98"/>
                    <a:gd name="T18" fmla="*/ 0 w 13"/>
                    <a:gd name="T19" fmla="*/ 0 h 98"/>
                    <a:gd name="T20" fmla="*/ 0 w 13"/>
                    <a:gd name="T21" fmla="*/ 0 h 98"/>
                    <a:gd name="T22" fmla="*/ 0 w 13"/>
                    <a:gd name="T23" fmla="*/ 0 h 98"/>
                    <a:gd name="T24" fmla="*/ 0 w 13"/>
                    <a:gd name="T25" fmla="*/ 0 h 98"/>
                    <a:gd name="T26" fmla="*/ 0 w 13"/>
                    <a:gd name="T27" fmla="*/ 0 h 98"/>
                    <a:gd name="T28" fmla="*/ 0 w 13"/>
                    <a:gd name="T29" fmla="*/ 0 h 98"/>
                    <a:gd name="T30" fmla="*/ 0 w 13"/>
                    <a:gd name="T31" fmla="*/ 0 h 98"/>
                    <a:gd name="T32" fmla="*/ 0 w 13"/>
                    <a:gd name="T33" fmla="*/ 0 h 9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
                    <a:gd name="T52" fmla="*/ 0 h 98"/>
                    <a:gd name="T53" fmla="*/ 13 w 13"/>
                    <a:gd name="T54" fmla="*/ 98 h 9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 h="98">
                      <a:moveTo>
                        <a:pt x="3" y="0"/>
                      </a:moveTo>
                      <a:lnTo>
                        <a:pt x="7" y="7"/>
                      </a:lnTo>
                      <a:lnTo>
                        <a:pt x="10" y="18"/>
                      </a:lnTo>
                      <a:lnTo>
                        <a:pt x="12" y="32"/>
                      </a:lnTo>
                      <a:lnTo>
                        <a:pt x="13" y="49"/>
                      </a:lnTo>
                      <a:lnTo>
                        <a:pt x="12" y="68"/>
                      </a:lnTo>
                      <a:lnTo>
                        <a:pt x="10" y="83"/>
                      </a:lnTo>
                      <a:lnTo>
                        <a:pt x="6" y="92"/>
                      </a:lnTo>
                      <a:lnTo>
                        <a:pt x="3" y="98"/>
                      </a:lnTo>
                      <a:lnTo>
                        <a:pt x="2" y="88"/>
                      </a:lnTo>
                      <a:lnTo>
                        <a:pt x="1" y="76"/>
                      </a:lnTo>
                      <a:lnTo>
                        <a:pt x="0" y="64"/>
                      </a:lnTo>
                      <a:lnTo>
                        <a:pt x="0" y="49"/>
                      </a:lnTo>
                      <a:lnTo>
                        <a:pt x="0" y="36"/>
                      </a:lnTo>
                      <a:lnTo>
                        <a:pt x="1" y="23"/>
                      </a:lnTo>
                      <a:lnTo>
                        <a:pt x="2" y="11"/>
                      </a:lnTo>
                      <a:lnTo>
                        <a:pt x="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4" name="Freeform 842"/>
                <p:cNvSpPr>
                  <a:spLocks/>
                </p:cNvSpPr>
                <p:nvPr/>
              </p:nvSpPr>
              <p:spPr bwMode="auto">
                <a:xfrm>
                  <a:off x="5490" y="3401"/>
                  <a:ext cx="5" cy="37"/>
                </a:xfrm>
                <a:custGeom>
                  <a:avLst/>
                  <a:gdLst>
                    <a:gd name="T0" fmla="*/ 0 w 34"/>
                    <a:gd name="T1" fmla="*/ 0 h 182"/>
                    <a:gd name="T2" fmla="*/ 0 w 34"/>
                    <a:gd name="T3" fmla="*/ 0 h 182"/>
                    <a:gd name="T4" fmla="*/ 0 w 34"/>
                    <a:gd name="T5" fmla="*/ 0 h 182"/>
                    <a:gd name="T6" fmla="*/ 0 w 34"/>
                    <a:gd name="T7" fmla="*/ 0 h 182"/>
                    <a:gd name="T8" fmla="*/ 0 w 34"/>
                    <a:gd name="T9" fmla="*/ 0 h 182"/>
                    <a:gd name="T10" fmla="*/ 0 w 34"/>
                    <a:gd name="T11" fmla="*/ 0 h 182"/>
                    <a:gd name="T12" fmla="*/ 0 w 34"/>
                    <a:gd name="T13" fmla="*/ 0 h 182"/>
                    <a:gd name="T14" fmla="*/ 0 w 34"/>
                    <a:gd name="T15" fmla="*/ 0 h 182"/>
                    <a:gd name="T16" fmla="*/ 0 w 34"/>
                    <a:gd name="T17" fmla="*/ 0 h 182"/>
                    <a:gd name="T18" fmla="*/ 0 w 34"/>
                    <a:gd name="T19" fmla="*/ 0 h 182"/>
                    <a:gd name="T20" fmla="*/ 0 w 34"/>
                    <a:gd name="T21" fmla="*/ 0 h 182"/>
                    <a:gd name="T22" fmla="*/ 0 w 34"/>
                    <a:gd name="T23" fmla="*/ 0 h 182"/>
                    <a:gd name="T24" fmla="*/ 0 w 34"/>
                    <a:gd name="T25" fmla="*/ 0 h 182"/>
                    <a:gd name="T26" fmla="*/ 0 w 34"/>
                    <a:gd name="T27" fmla="*/ 0 h 182"/>
                    <a:gd name="T28" fmla="*/ 0 w 34"/>
                    <a:gd name="T29" fmla="*/ 0 h 182"/>
                    <a:gd name="T30" fmla="*/ 0 w 34"/>
                    <a:gd name="T31" fmla="*/ 0 h 182"/>
                    <a:gd name="T32" fmla="*/ 0 w 34"/>
                    <a:gd name="T33" fmla="*/ 0 h 182"/>
                    <a:gd name="T34" fmla="*/ 0 w 34"/>
                    <a:gd name="T35" fmla="*/ 0 h 182"/>
                    <a:gd name="T36" fmla="*/ 0 w 34"/>
                    <a:gd name="T37" fmla="*/ 0 h 182"/>
                    <a:gd name="T38" fmla="*/ 0 w 34"/>
                    <a:gd name="T39" fmla="*/ 0 h 182"/>
                    <a:gd name="T40" fmla="*/ 0 w 34"/>
                    <a:gd name="T41" fmla="*/ 0 h 182"/>
                    <a:gd name="T42" fmla="*/ 0 w 34"/>
                    <a:gd name="T43" fmla="*/ 0 h 182"/>
                    <a:gd name="T44" fmla="*/ 0 w 34"/>
                    <a:gd name="T45" fmla="*/ 0 h 182"/>
                    <a:gd name="T46" fmla="*/ 0 w 34"/>
                    <a:gd name="T47" fmla="*/ 0 h 182"/>
                    <a:gd name="T48" fmla="*/ 0 w 34"/>
                    <a:gd name="T49" fmla="*/ 0 h 182"/>
                    <a:gd name="T50" fmla="*/ 0 w 34"/>
                    <a:gd name="T51" fmla="*/ 0 h 182"/>
                    <a:gd name="T52" fmla="*/ 0 w 34"/>
                    <a:gd name="T53" fmla="*/ 0 h 182"/>
                    <a:gd name="T54" fmla="*/ 0 w 34"/>
                    <a:gd name="T55" fmla="*/ 0 h 182"/>
                    <a:gd name="T56" fmla="*/ 0 w 34"/>
                    <a:gd name="T57" fmla="*/ 0 h 182"/>
                    <a:gd name="T58" fmla="*/ 0 w 34"/>
                    <a:gd name="T59" fmla="*/ 0 h 182"/>
                    <a:gd name="T60" fmla="*/ 0 w 34"/>
                    <a:gd name="T61" fmla="*/ 0 h 182"/>
                    <a:gd name="T62" fmla="*/ 0 w 34"/>
                    <a:gd name="T63" fmla="*/ 0 h 182"/>
                    <a:gd name="T64" fmla="*/ 0 w 34"/>
                    <a:gd name="T65" fmla="*/ 0 h 182"/>
                    <a:gd name="T66" fmla="*/ 0 w 34"/>
                    <a:gd name="T67" fmla="*/ 0 h 182"/>
                    <a:gd name="T68" fmla="*/ 0 w 34"/>
                    <a:gd name="T69" fmla="*/ 0 h 182"/>
                    <a:gd name="T70" fmla="*/ 0 w 34"/>
                    <a:gd name="T71" fmla="*/ 0 h 182"/>
                    <a:gd name="T72" fmla="*/ 0 w 34"/>
                    <a:gd name="T73" fmla="*/ 0 h 182"/>
                    <a:gd name="T74" fmla="*/ 0 w 34"/>
                    <a:gd name="T75" fmla="*/ 0 h 182"/>
                    <a:gd name="T76" fmla="*/ 0 w 34"/>
                    <a:gd name="T77" fmla="*/ 0 h 182"/>
                    <a:gd name="T78" fmla="*/ 0 w 34"/>
                    <a:gd name="T79" fmla="*/ 0 h 182"/>
                    <a:gd name="T80" fmla="*/ 0 w 34"/>
                    <a:gd name="T81" fmla="*/ 0 h 18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4"/>
                    <a:gd name="T124" fmla="*/ 0 h 182"/>
                    <a:gd name="T125" fmla="*/ 34 w 34"/>
                    <a:gd name="T126" fmla="*/ 182 h 18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4" h="182">
                      <a:moveTo>
                        <a:pt x="14" y="182"/>
                      </a:moveTo>
                      <a:lnTo>
                        <a:pt x="13" y="182"/>
                      </a:lnTo>
                      <a:lnTo>
                        <a:pt x="12" y="181"/>
                      </a:lnTo>
                      <a:lnTo>
                        <a:pt x="11" y="180"/>
                      </a:lnTo>
                      <a:lnTo>
                        <a:pt x="8" y="176"/>
                      </a:lnTo>
                      <a:lnTo>
                        <a:pt x="5" y="169"/>
                      </a:lnTo>
                      <a:lnTo>
                        <a:pt x="2" y="161"/>
                      </a:lnTo>
                      <a:lnTo>
                        <a:pt x="0" y="151"/>
                      </a:lnTo>
                      <a:lnTo>
                        <a:pt x="1" y="150"/>
                      </a:lnTo>
                      <a:lnTo>
                        <a:pt x="2" y="149"/>
                      </a:lnTo>
                      <a:lnTo>
                        <a:pt x="3" y="149"/>
                      </a:lnTo>
                      <a:lnTo>
                        <a:pt x="4" y="148"/>
                      </a:lnTo>
                      <a:lnTo>
                        <a:pt x="9" y="139"/>
                      </a:lnTo>
                      <a:lnTo>
                        <a:pt x="13" y="126"/>
                      </a:lnTo>
                      <a:lnTo>
                        <a:pt x="15" y="109"/>
                      </a:lnTo>
                      <a:lnTo>
                        <a:pt x="16" y="91"/>
                      </a:lnTo>
                      <a:lnTo>
                        <a:pt x="15" y="73"/>
                      </a:lnTo>
                      <a:lnTo>
                        <a:pt x="13" y="58"/>
                      </a:lnTo>
                      <a:lnTo>
                        <a:pt x="9" y="44"/>
                      </a:lnTo>
                      <a:lnTo>
                        <a:pt x="4" y="35"/>
                      </a:lnTo>
                      <a:lnTo>
                        <a:pt x="3" y="34"/>
                      </a:lnTo>
                      <a:lnTo>
                        <a:pt x="2" y="34"/>
                      </a:lnTo>
                      <a:lnTo>
                        <a:pt x="1" y="32"/>
                      </a:lnTo>
                      <a:lnTo>
                        <a:pt x="0" y="32"/>
                      </a:lnTo>
                      <a:lnTo>
                        <a:pt x="2" y="23"/>
                      </a:lnTo>
                      <a:lnTo>
                        <a:pt x="5" y="13"/>
                      </a:lnTo>
                      <a:lnTo>
                        <a:pt x="8" y="7"/>
                      </a:lnTo>
                      <a:lnTo>
                        <a:pt x="11" y="3"/>
                      </a:lnTo>
                      <a:lnTo>
                        <a:pt x="13" y="0"/>
                      </a:lnTo>
                      <a:lnTo>
                        <a:pt x="15" y="0"/>
                      </a:lnTo>
                      <a:lnTo>
                        <a:pt x="16" y="0"/>
                      </a:lnTo>
                      <a:lnTo>
                        <a:pt x="18" y="3"/>
                      </a:lnTo>
                      <a:lnTo>
                        <a:pt x="24" y="15"/>
                      </a:lnTo>
                      <a:lnTo>
                        <a:pt x="29" y="34"/>
                      </a:lnTo>
                      <a:lnTo>
                        <a:pt x="33" y="60"/>
                      </a:lnTo>
                      <a:lnTo>
                        <a:pt x="34" y="91"/>
                      </a:lnTo>
                      <a:lnTo>
                        <a:pt x="32" y="130"/>
                      </a:lnTo>
                      <a:lnTo>
                        <a:pt x="27" y="158"/>
                      </a:lnTo>
                      <a:lnTo>
                        <a:pt x="21" y="176"/>
                      </a:lnTo>
                      <a:lnTo>
                        <a:pt x="14" y="18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5" name="Freeform 843"/>
                <p:cNvSpPr>
                  <a:spLocks/>
                </p:cNvSpPr>
                <p:nvPr/>
              </p:nvSpPr>
              <p:spPr bwMode="auto">
                <a:xfrm>
                  <a:off x="5440" y="3399"/>
                  <a:ext cx="19" cy="9"/>
                </a:xfrm>
                <a:custGeom>
                  <a:avLst/>
                  <a:gdLst>
                    <a:gd name="T0" fmla="*/ 0 w 134"/>
                    <a:gd name="T1" fmla="*/ 0 h 43"/>
                    <a:gd name="T2" fmla="*/ 0 w 134"/>
                    <a:gd name="T3" fmla="*/ 0 h 43"/>
                    <a:gd name="T4" fmla="*/ 0 w 134"/>
                    <a:gd name="T5" fmla="*/ 0 h 43"/>
                    <a:gd name="T6" fmla="*/ 0 w 134"/>
                    <a:gd name="T7" fmla="*/ 0 h 43"/>
                    <a:gd name="T8" fmla="*/ 0 60000 65536"/>
                    <a:gd name="T9" fmla="*/ 0 60000 65536"/>
                    <a:gd name="T10" fmla="*/ 0 60000 65536"/>
                    <a:gd name="T11" fmla="*/ 0 60000 65536"/>
                    <a:gd name="T12" fmla="*/ 0 w 134"/>
                    <a:gd name="T13" fmla="*/ 0 h 43"/>
                    <a:gd name="T14" fmla="*/ 134 w 134"/>
                    <a:gd name="T15" fmla="*/ 43 h 43"/>
                  </a:gdLst>
                  <a:ahLst/>
                  <a:cxnLst>
                    <a:cxn ang="T8">
                      <a:pos x="T0" y="T1"/>
                    </a:cxn>
                    <a:cxn ang="T9">
                      <a:pos x="T2" y="T3"/>
                    </a:cxn>
                    <a:cxn ang="T10">
                      <a:pos x="T4" y="T5"/>
                    </a:cxn>
                    <a:cxn ang="T11">
                      <a:pos x="T6" y="T7"/>
                    </a:cxn>
                  </a:cxnLst>
                  <a:rect l="T12" t="T13" r="T14" b="T15"/>
                  <a:pathLst>
                    <a:path w="134" h="43">
                      <a:moveTo>
                        <a:pt x="134" y="0"/>
                      </a:moveTo>
                      <a:lnTo>
                        <a:pt x="0" y="43"/>
                      </a:lnTo>
                      <a:lnTo>
                        <a:pt x="131" y="13"/>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6" name="Freeform 844"/>
                <p:cNvSpPr>
                  <a:spLocks/>
                </p:cNvSpPr>
                <p:nvPr/>
              </p:nvSpPr>
              <p:spPr bwMode="auto">
                <a:xfrm>
                  <a:off x="5440" y="3407"/>
                  <a:ext cx="19" cy="8"/>
                </a:xfrm>
                <a:custGeom>
                  <a:avLst/>
                  <a:gdLst>
                    <a:gd name="T0" fmla="*/ 0 w 134"/>
                    <a:gd name="T1" fmla="*/ 0 h 43"/>
                    <a:gd name="T2" fmla="*/ 0 w 134"/>
                    <a:gd name="T3" fmla="*/ 0 h 43"/>
                    <a:gd name="T4" fmla="*/ 0 w 134"/>
                    <a:gd name="T5" fmla="*/ 0 h 43"/>
                    <a:gd name="T6" fmla="*/ 0 w 134"/>
                    <a:gd name="T7" fmla="*/ 0 h 43"/>
                    <a:gd name="T8" fmla="*/ 0 60000 65536"/>
                    <a:gd name="T9" fmla="*/ 0 60000 65536"/>
                    <a:gd name="T10" fmla="*/ 0 60000 65536"/>
                    <a:gd name="T11" fmla="*/ 0 60000 65536"/>
                    <a:gd name="T12" fmla="*/ 0 w 134"/>
                    <a:gd name="T13" fmla="*/ 0 h 43"/>
                    <a:gd name="T14" fmla="*/ 134 w 134"/>
                    <a:gd name="T15" fmla="*/ 43 h 43"/>
                  </a:gdLst>
                  <a:ahLst/>
                  <a:cxnLst>
                    <a:cxn ang="T8">
                      <a:pos x="T0" y="T1"/>
                    </a:cxn>
                    <a:cxn ang="T9">
                      <a:pos x="T2" y="T3"/>
                    </a:cxn>
                    <a:cxn ang="T10">
                      <a:pos x="T4" y="T5"/>
                    </a:cxn>
                    <a:cxn ang="T11">
                      <a:pos x="T6" y="T7"/>
                    </a:cxn>
                  </a:cxnLst>
                  <a:rect l="T12" t="T13" r="T14" b="T15"/>
                  <a:pathLst>
                    <a:path w="134" h="43">
                      <a:moveTo>
                        <a:pt x="134" y="0"/>
                      </a:moveTo>
                      <a:lnTo>
                        <a:pt x="0" y="43"/>
                      </a:lnTo>
                      <a:lnTo>
                        <a:pt x="131" y="12"/>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7" name="Freeform 845"/>
                <p:cNvSpPr>
                  <a:spLocks/>
                </p:cNvSpPr>
                <p:nvPr/>
              </p:nvSpPr>
              <p:spPr bwMode="auto">
                <a:xfrm>
                  <a:off x="5440" y="3414"/>
                  <a:ext cx="19" cy="9"/>
                </a:xfrm>
                <a:custGeom>
                  <a:avLst/>
                  <a:gdLst>
                    <a:gd name="T0" fmla="*/ 0 w 134"/>
                    <a:gd name="T1" fmla="*/ 0 h 42"/>
                    <a:gd name="T2" fmla="*/ 0 w 134"/>
                    <a:gd name="T3" fmla="*/ 0 h 42"/>
                    <a:gd name="T4" fmla="*/ 0 w 134"/>
                    <a:gd name="T5" fmla="*/ 0 h 42"/>
                    <a:gd name="T6" fmla="*/ 0 w 134"/>
                    <a:gd name="T7" fmla="*/ 0 h 42"/>
                    <a:gd name="T8" fmla="*/ 0 60000 65536"/>
                    <a:gd name="T9" fmla="*/ 0 60000 65536"/>
                    <a:gd name="T10" fmla="*/ 0 60000 65536"/>
                    <a:gd name="T11" fmla="*/ 0 60000 65536"/>
                    <a:gd name="T12" fmla="*/ 0 w 134"/>
                    <a:gd name="T13" fmla="*/ 0 h 42"/>
                    <a:gd name="T14" fmla="*/ 134 w 134"/>
                    <a:gd name="T15" fmla="*/ 42 h 42"/>
                  </a:gdLst>
                  <a:ahLst/>
                  <a:cxnLst>
                    <a:cxn ang="T8">
                      <a:pos x="T0" y="T1"/>
                    </a:cxn>
                    <a:cxn ang="T9">
                      <a:pos x="T2" y="T3"/>
                    </a:cxn>
                    <a:cxn ang="T10">
                      <a:pos x="T4" y="T5"/>
                    </a:cxn>
                    <a:cxn ang="T11">
                      <a:pos x="T6" y="T7"/>
                    </a:cxn>
                  </a:cxnLst>
                  <a:rect l="T12" t="T13" r="T14" b="T15"/>
                  <a:pathLst>
                    <a:path w="134" h="42">
                      <a:moveTo>
                        <a:pt x="134" y="0"/>
                      </a:moveTo>
                      <a:lnTo>
                        <a:pt x="0" y="42"/>
                      </a:lnTo>
                      <a:lnTo>
                        <a:pt x="131" y="12"/>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8" name="Freeform 846"/>
                <p:cNvSpPr>
                  <a:spLocks/>
                </p:cNvSpPr>
                <p:nvPr/>
              </p:nvSpPr>
              <p:spPr bwMode="auto">
                <a:xfrm>
                  <a:off x="5440" y="3421"/>
                  <a:ext cx="19" cy="9"/>
                </a:xfrm>
                <a:custGeom>
                  <a:avLst/>
                  <a:gdLst>
                    <a:gd name="T0" fmla="*/ 0 w 134"/>
                    <a:gd name="T1" fmla="*/ 0 h 43"/>
                    <a:gd name="T2" fmla="*/ 0 w 134"/>
                    <a:gd name="T3" fmla="*/ 0 h 43"/>
                    <a:gd name="T4" fmla="*/ 0 w 134"/>
                    <a:gd name="T5" fmla="*/ 0 h 43"/>
                    <a:gd name="T6" fmla="*/ 0 w 134"/>
                    <a:gd name="T7" fmla="*/ 0 h 43"/>
                    <a:gd name="T8" fmla="*/ 0 60000 65536"/>
                    <a:gd name="T9" fmla="*/ 0 60000 65536"/>
                    <a:gd name="T10" fmla="*/ 0 60000 65536"/>
                    <a:gd name="T11" fmla="*/ 0 60000 65536"/>
                    <a:gd name="T12" fmla="*/ 0 w 134"/>
                    <a:gd name="T13" fmla="*/ 0 h 43"/>
                    <a:gd name="T14" fmla="*/ 134 w 134"/>
                    <a:gd name="T15" fmla="*/ 43 h 43"/>
                  </a:gdLst>
                  <a:ahLst/>
                  <a:cxnLst>
                    <a:cxn ang="T8">
                      <a:pos x="T0" y="T1"/>
                    </a:cxn>
                    <a:cxn ang="T9">
                      <a:pos x="T2" y="T3"/>
                    </a:cxn>
                    <a:cxn ang="T10">
                      <a:pos x="T4" y="T5"/>
                    </a:cxn>
                    <a:cxn ang="T11">
                      <a:pos x="T6" y="T7"/>
                    </a:cxn>
                  </a:cxnLst>
                  <a:rect l="T12" t="T13" r="T14" b="T15"/>
                  <a:pathLst>
                    <a:path w="134" h="43">
                      <a:moveTo>
                        <a:pt x="134" y="0"/>
                      </a:moveTo>
                      <a:lnTo>
                        <a:pt x="0" y="43"/>
                      </a:lnTo>
                      <a:lnTo>
                        <a:pt x="131" y="12"/>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99" name="Freeform 847"/>
                <p:cNvSpPr>
                  <a:spLocks/>
                </p:cNvSpPr>
                <p:nvPr/>
              </p:nvSpPr>
              <p:spPr bwMode="auto">
                <a:xfrm>
                  <a:off x="5440" y="3429"/>
                  <a:ext cx="19" cy="8"/>
                </a:xfrm>
                <a:custGeom>
                  <a:avLst/>
                  <a:gdLst>
                    <a:gd name="T0" fmla="*/ 0 w 134"/>
                    <a:gd name="T1" fmla="*/ 0 h 43"/>
                    <a:gd name="T2" fmla="*/ 0 w 134"/>
                    <a:gd name="T3" fmla="*/ 0 h 43"/>
                    <a:gd name="T4" fmla="*/ 0 w 134"/>
                    <a:gd name="T5" fmla="*/ 0 h 43"/>
                    <a:gd name="T6" fmla="*/ 0 w 134"/>
                    <a:gd name="T7" fmla="*/ 0 h 43"/>
                    <a:gd name="T8" fmla="*/ 0 60000 65536"/>
                    <a:gd name="T9" fmla="*/ 0 60000 65536"/>
                    <a:gd name="T10" fmla="*/ 0 60000 65536"/>
                    <a:gd name="T11" fmla="*/ 0 60000 65536"/>
                    <a:gd name="T12" fmla="*/ 0 w 134"/>
                    <a:gd name="T13" fmla="*/ 0 h 43"/>
                    <a:gd name="T14" fmla="*/ 134 w 134"/>
                    <a:gd name="T15" fmla="*/ 43 h 43"/>
                  </a:gdLst>
                  <a:ahLst/>
                  <a:cxnLst>
                    <a:cxn ang="T8">
                      <a:pos x="T0" y="T1"/>
                    </a:cxn>
                    <a:cxn ang="T9">
                      <a:pos x="T2" y="T3"/>
                    </a:cxn>
                    <a:cxn ang="T10">
                      <a:pos x="T4" y="T5"/>
                    </a:cxn>
                    <a:cxn ang="T11">
                      <a:pos x="T6" y="T7"/>
                    </a:cxn>
                  </a:cxnLst>
                  <a:rect l="T12" t="T13" r="T14" b="T15"/>
                  <a:pathLst>
                    <a:path w="134" h="43">
                      <a:moveTo>
                        <a:pt x="134" y="0"/>
                      </a:moveTo>
                      <a:lnTo>
                        <a:pt x="0" y="43"/>
                      </a:lnTo>
                      <a:lnTo>
                        <a:pt x="131" y="12"/>
                      </a:lnTo>
                      <a:lnTo>
                        <a:pt x="1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00" name="Freeform 848"/>
                <p:cNvSpPr>
                  <a:spLocks/>
                </p:cNvSpPr>
                <p:nvPr/>
              </p:nvSpPr>
              <p:spPr bwMode="auto">
                <a:xfrm>
                  <a:off x="5266" y="3367"/>
                  <a:ext cx="107" cy="48"/>
                </a:xfrm>
                <a:custGeom>
                  <a:avLst/>
                  <a:gdLst>
                    <a:gd name="T0" fmla="*/ 0 w 745"/>
                    <a:gd name="T1" fmla="*/ 0 h 240"/>
                    <a:gd name="T2" fmla="*/ 0 w 745"/>
                    <a:gd name="T3" fmla="*/ 0 h 240"/>
                    <a:gd name="T4" fmla="*/ 0 w 745"/>
                    <a:gd name="T5" fmla="*/ 0 h 240"/>
                    <a:gd name="T6" fmla="*/ 0 w 745"/>
                    <a:gd name="T7" fmla="*/ 0 h 240"/>
                    <a:gd name="T8" fmla="*/ 0 w 745"/>
                    <a:gd name="T9" fmla="*/ 0 h 240"/>
                    <a:gd name="T10" fmla="*/ 0 w 745"/>
                    <a:gd name="T11" fmla="*/ 0 h 240"/>
                    <a:gd name="T12" fmla="*/ 0 w 745"/>
                    <a:gd name="T13" fmla="*/ 0 h 240"/>
                    <a:gd name="T14" fmla="*/ 0 w 745"/>
                    <a:gd name="T15" fmla="*/ 0 h 240"/>
                    <a:gd name="T16" fmla="*/ 0 w 745"/>
                    <a:gd name="T17" fmla="*/ 0 h 240"/>
                    <a:gd name="T18" fmla="*/ 0 w 745"/>
                    <a:gd name="T19" fmla="*/ 0 h 240"/>
                    <a:gd name="T20" fmla="*/ 0 w 745"/>
                    <a:gd name="T21" fmla="*/ 0 h 240"/>
                    <a:gd name="T22" fmla="*/ 0 w 745"/>
                    <a:gd name="T23" fmla="*/ 0 h 240"/>
                    <a:gd name="T24" fmla="*/ 0 w 745"/>
                    <a:gd name="T25" fmla="*/ 0 h 240"/>
                    <a:gd name="T26" fmla="*/ 0 w 745"/>
                    <a:gd name="T27" fmla="*/ 0 h 240"/>
                    <a:gd name="T28" fmla="*/ 0 w 745"/>
                    <a:gd name="T29" fmla="*/ 0 h 240"/>
                    <a:gd name="T30" fmla="*/ 0 w 745"/>
                    <a:gd name="T31" fmla="*/ 0 h 240"/>
                    <a:gd name="T32" fmla="*/ 0 w 745"/>
                    <a:gd name="T33" fmla="*/ 0 h 240"/>
                    <a:gd name="T34" fmla="*/ 0 w 745"/>
                    <a:gd name="T35" fmla="*/ 0 h 240"/>
                    <a:gd name="T36" fmla="*/ 0 w 745"/>
                    <a:gd name="T37" fmla="*/ 0 h 240"/>
                    <a:gd name="T38" fmla="*/ 0 w 745"/>
                    <a:gd name="T39" fmla="*/ 0 h 240"/>
                    <a:gd name="T40" fmla="*/ 0 w 745"/>
                    <a:gd name="T41" fmla="*/ 0 h 240"/>
                    <a:gd name="T42" fmla="*/ 0 w 745"/>
                    <a:gd name="T43" fmla="*/ 0 h 240"/>
                    <a:gd name="T44" fmla="*/ 0 w 745"/>
                    <a:gd name="T45" fmla="*/ 0 h 240"/>
                    <a:gd name="T46" fmla="*/ 0 w 745"/>
                    <a:gd name="T47" fmla="*/ 0 h 240"/>
                    <a:gd name="T48" fmla="*/ 0 w 745"/>
                    <a:gd name="T49" fmla="*/ 0 h 240"/>
                    <a:gd name="T50" fmla="*/ 0 w 745"/>
                    <a:gd name="T51" fmla="*/ 0 h 240"/>
                    <a:gd name="T52" fmla="*/ 0 w 745"/>
                    <a:gd name="T53" fmla="*/ 0 h 240"/>
                    <a:gd name="T54" fmla="*/ 0 w 745"/>
                    <a:gd name="T55" fmla="*/ 0 h 240"/>
                    <a:gd name="T56" fmla="*/ 0 w 745"/>
                    <a:gd name="T57" fmla="*/ 0 h 240"/>
                    <a:gd name="T58" fmla="*/ 0 w 745"/>
                    <a:gd name="T59" fmla="*/ 0 h 240"/>
                    <a:gd name="T60" fmla="*/ 0 w 745"/>
                    <a:gd name="T61" fmla="*/ 0 h 240"/>
                    <a:gd name="T62" fmla="*/ 0 w 745"/>
                    <a:gd name="T63" fmla="*/ 0 h 240"/>
                    <a:gd name="T64" fmla="*/ 0 w 745"/>
                    <a:gd name="T65" fmla="*/ 0 h 2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45"/>
                    <a:gd name="T100" fmla="*/ 0 h 240"/>
                    <a:gd name="T101" fmla="*/ 745 w 745"/>
                    <a:gd name="T102" fmla="*/ 240 h 24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45" h="240">
                      <a:moveTo>
                        <a:pt x="134" y="86"/>
                      </a:moveTo>
                      <a:lnTo>
                        <a:pt x="155" y="67"/>
                      </a:lnTo>
                      <a:lnTo>
                        <a:pt x="174" y="54"/>
                      </a:lnTo>
                      <a:lnTo>
                        <a:pt x="188" y="43"/>
                      </a:lnTo>
                      <a:lnTo>
                        <a:pt x="198" y="36"/>
                      </a:lnTo>
                      <a:lnTo>
                        <a:pt x="206" y="31"/>
                      </a:lnTo>
                      <a:lnTo>
                        <a:pt x="211" y="29"/>
                      </a:lnTo>
                      <a:lnTo>
                        <a:pt x="213" y="28"/>
                      </a:lnTo>
                      <a:lnTo>
                        <a:pt x="214" y="28"/>
                      </a:lnTo>
                      <a:lnTo>
                        <a:pt x="712" y="16"/>
                      </a:lnTo>
                      <a:lnTo>
                        <a:pt x="711" y="17"/>
                      </a:lnTo>
                      <a:lnTo>
                        <a:pt x="708" y="19"/>
                      </a:lnTo>
                      <a:lnTo>
                        <a:pt x="703" y="23"/>
                      </a:lnTo>
                      <a:lnTo>
                        <a:pt x="695" y="29"/>
                      </a:lnTo>
                      <a:lnTo>
                        <a:pt x="685" y="38"/>
                      </a:lnTo>
                      <a:lnTo>
                        <a:pt x="673" y="50"/>
                      </a:lnTo>
                      <a:lnTo>
                        <a:pt x="657" y="65"/>
                      </a:lnTo>
                      <a:lnTo>
                        <a:pt x="639" y="83"/>
                      </a:lnTo>
                      <a:lnTo>
                        <a:pt x="616" y="107"/>
                      </a:lnTo>
                      <a:lnTo>
                        <a:pt x="594" y="131"/>
                      </a:lnTo>
                      <a:lnTo>
                        <a:pt x="574" y="156"/>
                      </a:lnTo>
                      <a:lnTo>
                        <a:pt x="557" y="179"/>
                      </a:lnTo>
                      <a:lnTo>
                        <a:pt x="542" y="199"/>
                      </a:lnTo>
                      <a:lnTo>
                        <a:pt x="529" y="216"/>
                      </a:lnTo>
                      <a:lnTo>
                        <a:pt x="522" y="226"/>
                      </a:lnTo>
                      <a:lnTo>
                        <a:pt x="519" y="230"/>
                      </a:lnTo>
                      <a:lnTo>
                        <a:pt x="522" y="226"/>
                      </a:lnTo>
                      <a:lnTo>
                        <a:pt x="529" y="216"/>
                      </a:lnTo>
                      <a:lnTo>
                        <a:pt x="542" y="200"/>
                      </a:lnTo>
                      <a:lnTo>
                        <a:pt x="557" y="181"/>
                      </a:lnTo>
                      <a:lnTo>
                        <a:pt x="575" y="158"/>
                      </a:lnTo>
                      <a:lnTo>
                        <a:pt x="596" y="134"/>
                      </a:lnTo>
                      <a:lnTo>
                        <a:pt x="619" y="109"/>
                      </a:lnTo>
                      <a:lnTo>
                        <a:pt x="644" y="85"/>
                      </a:lnTo>
                      <a:lnTo>
                        <a:pt x="668" y="63"/>
                      </a:lnTo>
                      <a:lnTo>
                        <a:pt x="688" y="45"/>
                      </a:lnTo>
                      <a:lnTo>
                        <a:pt x="705" y="31"/>
                      </a:lnTo>
                      <a:lnTo>
                        <a:pt x="719" y="19"/>
                      </a:lnTo>
                      <a:lnTo>
                        <a:pt x="731" y="11"/>
                      </a:lnTo>
                      <a:lnTo>
                        <a:pt x="739" y="5"/>
                      </a:lnTo>
                      <a:lnTo>
                        <a:pt x="743" y="1"/>
                      </a:lnTo>
                      <a:lnTo>
                        <a:pt x="745" y="0"/>
                      </a:lnTo>
                      <a:lnTo>
                        <a:pt x="211" y="13"/>
                      </a:lnTo>
                      <a:lnTo>
                        <a:pt x="209" y="14"/>
                      </a:lnTo>
                      <a:lnTo>
                        <a:pt x="206" y="18"/>
                      </a:lnTo>
                      <a:lnTo>
                        <a:pt x="200" y="23"/>
                      </a:lnTo>
                      <a:lnTo>
                        <a:pt x="191" y="31"/>
                      </a:lnTo>
                      <a:lnTo>
                        <a:pt x="179" y="42"/>
                      </a:lnTo>
                      <a:lnTo>
                        <a:pt x="160" y="57"/>
                      </a:lnTo>
                      <a:lnTo>
                        <a:pt x="138" y="78"/>
                      </a:lnTo>
                      <a:lnTo>
                        <a:pt x="113" y="103"/>
                      </a:lnTo>
                      <a:lnTo>
                        <a:pt x="88" y="129"/>
                      </a:lnTo>
                      <a:lnTo>
                        <a:pt x="64" y="157"/>
                      </a:lnTo>
                      <a:lnTo>
                        <a:pt x="43" y="182"/>
                      </a:lnTo>
                      <a:lnTo>
                        <a:pt x="26" y="205"/>
                      </a:lnTo>
                      <a:lnTo>
                        <a:pt x="12" y="223"/>
                      </a:lnTo>
                      <a:lnTo>
                        <a:pt x="3" y="235"/>
                      </a:lnTo>
                      <a:lnTo>
                        <a:pt x="0" y="240"/>
                      </a:lnTo>
                      <a:lnTo>
                        <a:pt x="3" y="235"/>
                      </a:lnTo>
                      <a:lnTo>
                        <a:pt x="12" y="224"/>
                      </a:lnTo>
                      <a:lnTo>
                        <a:pt x="26" y="206"/>
                      </a:lnTo>
                      <a:lnTo>
                        <a:pt x="43" y="185"/>
                      </a:lnTo>
                      <a:lnTo>
                        <a:pt x="64" y="161"/>
                      </a:lnTo>
                      <a:lnTo>
                        <a:pt x="87" y="134"/>
                      </a:lnTo>
                      <a:lnTo>
                        <a:pt x="110" y="109"/>
                      </a:lnTo>
                      <a:lnTo>
                        <a:pt x="134" y="8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01" name="Line 849"/>
                <p:cNvSpPr>
                  <a:spLocks noChangeShapeType="1"/>
                </p:cNvSpPr>
                <p:nvPr/>
              </p:nvSpPr>
              <p:spPr bwMode="auto">
                <a:xfrm>
                  <a:off x="4720" y="2960"/>
                  <a:ext cx="960" cy="336"/>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2" name="Line 850"/>
                <p:cNvSpPr>
                  <a:spLocks noChangeShapeType="1"/>
                </p:cNvSpPr>
                <p:nvPr/>
              </p:nvSpPr>
              <p:spPr bwMode="auto">
                <a:xfrm>
                  <a:off x="4048" y="3248"/>
                  <a:ext cx="0" cy="432"/>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3" name="Line 851"/>
                <p:cNvSpPr>
                  <a:spLocks noChangeShapeType="1"/>
                </p:cNvSpPr>
                <p:nvPr/>
              </p:nvSpPr>
              <p:spPr bwMode="auto">
                <a:xfrm>
                  <a:off x="5536" y="3234"/>
                  <a:ext cx="0" cy="446"/>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4" name="Line 852"/>
                <p:cNvSpPr>
                  <a:spLocks noChangeShapeType="1"/>
                </p:cNvSpPr>
                <p:nvPr/>
              </p:nvSpPr>
              <p:spPr bwMode="auto">
                <a:xfrm>
                  <a:off x="4048" y="3248"/>
                  <a:ext cx="1488" cy="0"/>
                </a:xfrm>
                <a:prstGeom prst="line">
                  <a:avLst/>
                </a:prstGeom>
                <a:noFill/>
                <a:ln w="5715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5" name="Line 853"/>
                <p:cNvSpPr>
                  <a:spLocks noChangeShapeType="1"/>
                </p:cNvSpPr>
                <p:nvPr/>
              </p:nvSpPr>
              <p:spPr bwMode="auto">
                <a:xfrm>
                  <a:off x="4048" y="3680"/>
                  <a:ext cx="1488" cy="0"/>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6" name="Rectangle 854"/>
                <p:cNvSpPr>
                  <a:spLocks noChangeArrowheads="1"/>
                </p:cNvSpPr>
                <p:nvPr/>
              </p:nvSpPr>
              <p:spPr bwMode="auto">
                <a:xfrm>
                  <a:off x="4704" y="3104"/>
                  <a:ext cx="96" cy="48"/>
                </a:xfrm>
                <a:prstGeom prst="rect">
                  <a:avLst/>
                </a:prstGeom>
                <a:solidFill>
                  <a:schemeClr val="bg1"/>
                </a:solidFill>
                <a:ln w="19050">
                  <a:solidFill>
                    <a:srgbClr val="0033CC"/>
                  </a:solidFill>
                  <a:miter lim="800000"/>
                  <a:headEnd/>
                  <a:tailEnd/>
                </a:ln>
              </p:spPr>
              <p:txBody>
                <a:bodyPr wrap="none" lIns="90000" tIns="90000" r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Times New Roman" panose="02020603050405020304" pitchFamily="18" charset="0"/>
                    <a:buChar char="•"/>
                  </a:pPr>
                  <a:endParaRPr lang="en-US" altLang="en-US" sz="1800">
                    <a:solidFill>
                      <a:srgbClr val="008034"/>
                    </a:solidFill>
                    <a:latin typeface="Arial" panose="020B0604020202020204" pitchFamily="34" charset="0"/>
                  </a:endParaRPr>
                </a:p>
              </p:txBody>
            </p:sp>
            <p:sp>
              <p:nvSpPr>
                <p:cNvPr id="6407" name="Line 855"/>
                <p:cNvSpPr>
                  <a:spLocks noChangeShapeType="1"/>
                </p:cNvSpPr>
                <p:nvPr/>
              </p:nvSpPr>
              <p:spPr bwMode="auto">
                <a:xfrm flipH="1">
                  <a:off x="3904" y="2960"/>
                  <a:ext cx="816" cy="336"/>
                </a:xfrm>
                <a:prstGeom prst="line">
                  <a:avLst/>
                </a:prstGeom>
                <a:noFill/>
                <a:ln w="38100">
                  <a:solidFill>
                    <a:srgbClr val="0033CC"/>
                  </a:solidFill>
                  <a:round/>
                  <a:headEnd/>
                  <a:tailEnd/>
                </a:ln>
                <a:extLst>
                  <a:ext uri="{909E8E84-426E-40DD-AFC4-6F175D3DCCD1}">
                    <a14:hiddenFill xmlns:a14="http://schemas.microsoft.com/office/drawing/2010/main">
                      <a:noFill/>
                    </a14:hiddenFill>
                  </a:ext>
                </a:extLst>
              </p:spPr>
              <p:txBody>
                <a:bodyPr lIns="90000" tIns="90000" rIns="90000" bIns="90000"/>
                <a:lstStyle/>
                <a:p>
                  <a:endParaRPr lang="en-US"/>
                </a:p>
              </p:txBody>
            </p:sp>
            <p:sp>
              <p:nvSpPr>
                <p:cNvPr id="6408" name="Line 856"/>
                <p:cNvSpPr>
                  <a:spLocks noChangeShapeType="1"/>
                </p:cNvSpPr>
                <p:nvPr/>
              </p:nvSpPr>
              <p:spPr bwMode="auto">
                <a:xfrm flipV="1">
                  <a:off x="5136" y="2816"/>
                  <a:ext cx="0" cy="288"/>
                </a:xfrm>
                <a:prstGeom prst="line">
                  <a:avLst/>
                </a:prstGeom>
                <a:noFill/>
                <a:ln w="254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09" name="Line 857"/>
                <p:cNvSpPr>
                  <a:spLocks noChangeShapeType="1"/>
                </p:cNvSpPr>
                <p:nvPr/>
              </p:nvSpPr>
              <p:spPr bwMode="auto">
                <a:xfrm>
                  <a:off x="5136" y="2816"/>
                  <a:ext cx="96" cy="0"/>
                </a:xfrm>
                <a:prstGeom prst="line">
                  <a:avLst/>
                </a:prstGeom>
                <a:noFill/>
                <a:ln w="254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10" name="Line 858"/>
                <p:cNvSpPr>
                  <a:spLocks noChangeShapeType="1"/>
                </p:cNvSpPr>
                <p:nvPr/>
              </p:nvSpPr>
              <p:spPr bwMode="auto">
                <a:xfrm>
                  <a:off x="5232" y="2816"/>
                  <a:ext cx="0" cy="336"/>
                </a:xfrm>
                <a:prstGeom prst="line">
                  <a:avLst/>
                </a:prstGeom>
                <a:noFill/>
                <a:ln w="25400">
                  <a:solidFill>
                    <a:srgbClr val="0033CC"/>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11" name="Oval 859"/>
                <p:cNvSpPr>
                  <a:spLocks noChangeArrowheads="1"/>
                </p:cNvSpPr>
                <p:nvPr/>
              </p:nvSpPr>
              <p:spPr bwMode="auto">
                <a:xfrm>
                  <a:off x="5136" y="2624"/>
                  <a:ext cx="144" cy="144"/>
                </a:xfrm>
                <a:prstGeom prst="ellipse">
                  <a:avLst/>
                </a:prstGeom>
                <a:solidFill>
                  <a:srgbClr val="FF0000"/>
                </a:solidFill>
                <a:ln w="25400">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412" name="Oval 860"/>
                <p:cNvSpPr>
                  <a:spLocks noChangeArrowheads="1"/>
                </p:cNvSpPr>
                <p:nvPr/>
              </p:nvSpPr>
              <p:spPr bwMode="auto">
                <a:xfrm>
                  <a:off x="5376" y="2288"/>
                  <a:ext cx="48" cy="48"/>
                </a:xfrm>
                <a:prstGeom prst="ellipse">
                  <a:avLst/>
                </a:prstGeom>
                <a:solidFill>
                  <a:srgbClr val="FF0000"/>
                </a:solidFill>
                <a:ln w="25400">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413" name="Oval 861"/>
                <p:cNvSpPr>
                  <a:spLocks noChangeArrowheads="1"/>
                </p:cNvSpPr>
                <p:nvPr/>
              </p:nvSpPr>
              <p:spPr bwMode="auto">
                <a:xfrm>
                  <a:off x="5232" y="2384"/>
                  <a:ext cx="48" cy="48"/>
                </a:xfrm>
                <a:prstGeom prst="ellipse">
                  <a:avLst/>
                </a:prstGeom>
                <a:solidFill>
                  <a:srgbClr val="FF0000"/>
                </a:solidFill>
                <a:ln w="25400">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6414" name="Group 862"/>
                <p:cNvGrpSpPr>
                  <a:grpSpLocks/>
                </p:cNvGrpSpPr>
                <p:nvPr/>
              </p:nvGrpSpPr>
              <p:grpSpPr bwMode="auto">
                <a:xfrm>
                  <a:off x="3936" y="3248"/>
                  <a:ext cx="495" cy="117"/>
                  <a:chOff x="4171" y="3544"/>
                  <a:chExt cx="495" cy="117"/>
                </a:xfrm>
              </p:grpSpPr>
              <p:sp>
                <p:nvSpPr>
                  <p:cNvPr id="6418" name="Freeform 863"/>
                  <p:cNvSpPr>
                    <a:spLocks/>
                  </p:cNvSpPr>
                  <p:nvPr/>
                </p:nvSpPr>
                <p:spPr bwMode="auto">
                  <a:xfrm>
                    <a:off x="4352" y="3544"/>
                    <a:ext cx="8" cy="7"/>
                  </a:xfrm>
                  <a:custGeom>
                    <a:avLst/>
                    <a:gdLst>
                      <a:gd name="T0" fmla="*/ 1 w 16"/>
                      <a:gd name="T1" fmla="*/ 1 h 14"/>
                      <a:gd name="T2" fmla="*/ 1 w 16"/>
                      <a:gd name="T3" fmla="*/ 1 h 14"/>
                      <a:gd name="T4" fmla="*/ 1 w 16"/>
                      <a:gd name="T5" fmla="*/ 1 h 14"/>
                      <a:gd name="T6" fmla="*/ 1 w 16"/>
                      <a:gd name="T7" fmla="*/ 1 h 14"/>
                      <a:gd name="T8" fmla="*/ 1 w 16"/>
                      <a:gd name="T9" fmla="*/ 1 h 14"/>
                      <a:gd name="T10" fmla="*/ 1 w 16"/>
                      <a:gd name="T11" fmla="*/ 1 h 14"/>
                      <a:gd name="T12" fmla="*/ 1 w 16"/>
                      <a:gd name="T13" fmla="*/ 1 h 14"/>
                      <a:gd name="T14" fmla="*/ 1 w 16"/>
                      <a:gd name="T15" fmla="*/ 1 h 14"/>
                      <a:gd name="T16" fmla="*/ 1 w 16"/>
                      <a:gd name="T17" fmla="*/ 1 h 14"/>
                      <a:gd name="T18" fmla="*/ 0 w 16"/>
                      <a:gd name="T19" fmla="*/ 0 h 14"/>
                      <a:gd name="T20" fmla="*/ 1 w 16"/>
                      <a:gd name="T21" fmla="*/ 0 h 14"/>
                      <a:gd name="T22" fmla="*/ 1 w 16"/>
                      <a:gd name="T23" fmla="*/ 1 h 14"/>
                      <a:gd name="T24" fmla="*/ 1 w 16"/>
                      <a:gd name="T25" fmla="*/ 1 h 1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6"/>
                      <a:gd name="T40" fmla="*/ 0 h 14"/>
                      <a:gd name="T41" fmla="*/ 16 w 16"/>
                      <a:gd name="T42" fmla="*/ 14 h 1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6" h="14">
                        <a:moveTo>
                          <a:pt x="5" y="4"/>
                        </a:moveTo>
                        <a:lnTo>
                          <a:pt x="11" y="10"/>
                        </a:lnTo>
                        <a:lnTo>
                          <a:pt x="14" y="11"/>
                        </a:lnTo>
                        <a:lnTo>
                          <a:pt x="16" y="14"/>
                        </a:lnTo>
                        <a:lnTo>
                          <a:pt x="10" y="14"/>
                        </a:lnTo>
                        <a:lnTo>
                          <a:pt x="7" y="10"/>
                        </a:lnTo>
                        <a:lnTo>
                          <a:pt x="5" y="8"/>
                        </a:lnTo>
                        <a:lnTo>
                          <a:pt x="4" y="5"/>
                        </a:lnTo>
                        <a:lnTo>
                          <a:pt x="2" y="3"/>
                        </a:lnTo>
                        <a:lnTo>
                          <a:pt x="0" y="0"/>
                        </a:lnTo>
                        <a:lnTo>
                          <a:pt x="3" y="0"/>
                        </a:lnTo>
                        <a:lnTo>
                          <a:pt x="3" y="2"/>
                        </a:lnTo>
                        <a:lnTo>
                          <a:pt x="5" y="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19" name="Freeform 864"/>
                  <p:cNvSpPr>
                    <a:spLocks/>
                  </p:cNvSpPr>
                  <p:nvPr/>
                </p:nvSpPr>
                <p:spPr bwMode="auto">
                  <a:xfrm>
                    <a:off x="4354" y="3546"/>
                    <a:ext cx="7" cy="6"/>
                  </a:xfrm>
                  <a:custGeom>
                    <a:avLst/>
                    <a:gdLst>
                      <a:gd name="T0" fmla="*/ 1 w 14"/>
                      <a:gd name="T1" fmla="*/ 1 h 11"/>
                      <a:gd name="T2" fmla="*/ 1 w 14"/>
                      <a:gd name="T3" fmla="*/ 1 h 11"/>
                      <a:gd name="T4" fmla="*/ 1 w 14"/>
                      <a:gd name="T5" fmla="*/ 1 h 11"/>
                      <a:gd name="T6" fmla="*/ 1 w 14"/>
                      <a:gd name="T7" fmla="*/ 1 h 11"/>
                      <a:gd name="T8" fmla="*/ 1 w 14"/>
                      <a:gd name="T9" fmla="*/ 0 h 11"/>
                      <a:gd name="T10" fmla="*/ 0 w 14"/>
                      <a:gd name="T11" fmla="*/ 1 h 11"/>
                      <a:gd name="T12" fmla="*/ 1 w 14"/>
                      <a:gd name="T13" fmla="*/ 1 h 11"/>
                      <a:gd name="T14" fmla="*/ 1 w 14"/>
                      <a:gd name="T15" fmla="*/ 1 h 11"/>
                      <a:gd name="T16" fmla="*/ 1 w 14"/>
                      <a:gd name="T17" fmla="*/ 1 h 11"/>
                      <a:gd name="T18" fmla="*/ 1 w 14"/>
                      <a:gd name="T19" fmla="*/ 1 h 11"/>
                      <a:gd name="T20" fmla="*/ 1 w 14"/>
                      <a:gd name="T21" fmla="*/ 1 h 11"/>
                      <a:gd name="T22" fmla="*/ 1 w 14"/>
                      <a:gd name="T23" fmla="*/ 1 h 11"/>
                      <a:gd name="T24" fmla="*/ 1 w 14"/>
                      <a:gd name="T25" fmla="*/ 1 h 11"/>
                      <a:gd name="T26" fmla="*/ 1 w 14"/>
                      <a:gd name="T27" fmla="*/ 1 h 11"/>
                      <a:gd name="T28" fmla="*/ 1 w 14"/>
                      <a:gd name="T29" fmla="*/ 1 h 11"/>
                      <a:gd name="T30" fmla="*/ 1 w 14"/>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
                      <a:gd name="T49" fmla="*/ 0 h 11"/>
                      <a:gd name="T50" fmla="*/ 14 w 14"/>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 h="11">
                        <a:moveTo>
                          <a:pt x="12" y="11"/>
                        </a:moveTo>
                        <a:lnTo>
                          <a:pt x="12" y="9"/>
                        </a:lnTo>
                        <a:lnTo>
                          <a:pt x="5" y="1"/>
                        </a:lnTo>
                        <a:lnTo>
                          <a:pt x="4" y="1"/>
                        </a:lnTo>
                        <a:lnTo>
                          <a:pt x="3" y="0"/>
                        </a:lnTo>
                        <a:lnTo>
                          <a:pt x="0" y="1"/>
                        </a:lnTo>
                        <a:lnTo>
                          <a:pt x="1" y="2"/>
                        </a:lnTo>
                        <a:lnTo>
                          <a:pt x="4" y="4"/>
                        </a:lnTo>
                        <a:lnTo>
                          <a:pt x="9" y="9"/>
                        </a:lnTo>
                        <a:lnTo>
                          <a:pt x="10" y="9"/>
                        </a:lnTo>
                        <a:lnTo>
                          <a:pt x="11" y="10"/>
                        </a:lnTo>
                        <a:lnTo>
                          <a:pt x="11" y="9"/>
                        </a:lnTo>
                        <a:lnTo>
                          <a:pt x="12" y="11"/>
                        </a:lnTo>
                        <a:lnTo>
                          <a:pt x="14" y="10"/>
                        </a:lnTo>
                        <a:lnTo>
                          <a:pt x="12" y="9"/>
                        </a:lnTo>
                        <a:lnTo>
                          <a:pt x="12"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0" name="Freeform 865"/>
                  <p:cNvSpPr>
                    <a:spLocks/>
                  </p:cNvSpPr>
                  <p:nvPr/>
                </p:nvSpPr>
                <p:spPr bwMode="auto">
                  <a:xfrm>
                    <a:off x="4350" y="3544"/>
                    <a:ext cx="10" cy="8"/>
                  </a:xfrm>
                  <a:custGeom>
                    <a:avLst/>
                    <a:gdLst>
                      <a:gd name="T0" fmla="*/ 1 w 19"/>
                      <a:gd name="T1" fmla="*/ 0 h 16"/>
                      <a:gd name="T2" fmla="*/ 1 w 19"/>
                      <a:gd name="T3" fmla="*/ 1 h 16"/>
                      <a:gd name="T4" fmla="*/ 1 w 19"/>
                      <a:gd name="T5" fmla="*/ 1 h 16"/>
                      <a:gd name="T6" fmla="*/ 1 w 19"/>
                      <a:gd name="T7" fmla="*/ 1 h 16"/>
                      <a:gd name="T8" fmla="*/ 1 w 19"/>
                      <a:gd name="T9" fmla="*/ 1 h 16"/>
                      <a:gd name="T10" fmla="*/ 1 w 19"/>
                      <a:gd name="T11" fmla="*/ 1 h 16"/>
                      <a:gd name="T12" fmla="*/ 1 w 19"/>
                      <a:gd name="T13" fmla="*/ 1 h 16"/>
                      <a:gd name="T14" fmla="*/ 1 w 19"/>
                      <a:gd name="T15" fmla="*/ 1 h 16"/>
                      <a:gd name="T16" fmla="*/ 1 w 19"/>
                      <a:gd name="T17" fmla="*/ 1 h 16"/>
                      <a:gd name="T18" fmla="*/ 1 w 19"/>
                      <a:gd name="T19" fmla="*/ 1 h 16"/>
                      <a:gd name="T20" fmla="*/ 1 w 19"/>
                      <a:gd name="T21" fmla="*/ 1 h 16"/>
                      <a:gd name="T22" fmla="*/ 1 w 19"/>
                      <a:gd name="T23" fmla="*/ 1 h 16"/>
                      <a:gd name="T24" fmla="*/ 1 w 19"/>
                      <a:gd name="T25" fmla="*/ 1 h 16"/>
                      <a:gd name="T26" fmla="*/ 1 w 19"/>
                      <a:gd name="T27" fmla="*/ 1 h 16"/>
                      <a:gd name="T28" fmla="*/ 1 w 19"/>
                      <a:gd name="T29" fmla="*/ 0 h 16"/>
                      <a:gd name="T30" fmla="*/ 1 w 19"/>
                      <a:gd name="T31" fmla="*/ 1 h 16"/>
                      <a:gd name="T32" fmla="*/ 1 w 19"/>
                      <a:gd name="T33" fmla="*/ 0 h 16"/>
                      <a:gd name="T34" fmla="*/ 0 w 19"/>
                      <a:gd name="T35" fmla="*/ 1 h 16"/>
                      <a:gd name="T36" fmla="*/ 1 w 19"/>
                      <a:gd name="T37" fmla="*/ 1 h 16"/>
                      <a:gd name="T38" fmla="*/ 1 w 19"/>
                      <a:gd name="T39" fmla="*/ 0 h 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
                      <a:gd name="T61" fmla="*/ 0 h 16"/>
                      <a:gd name="T62" fmla="*/ 19 w 19"/>
                      <a:gd name="T63" fmla="*/ 16 h 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 h="16">
                        <a:moveTo>
                          <a:pt x="2" y="0"/>
                        </a:moveTo>
                        <a:lnTo>
                          <a:pt x="2" y="3"/>
                        </a:lnTo>
                        <a:lnTo>
                          <a:pt x="6" y="6"/>
                        </a:lnTo>
                        <a:lnTo>
                          <a:pt x="7" y="9"/>
                        </a:lnTo>
                        <a:lnTo>
                          <a:pt x="8" y="11"/>
                        </a:lnTo>
                        <a:lnTo>
                          <a:pt x="13" y="16"/>
                        </a:lnTo>
                        <a:lnTo>
                          <a:pt x="19" y="16"/>
                        </a:lnTo>
                        <a:lnTo>
                          <a:pt x="18" y="14"/>
                        </a:lnTo>
                        <a:lnTo>
                          <a:pt x="13" y="14"/>
                        </a:lnTo>
                        <a:lnTo>
                          <a:pt x="12" y="12"/>
                        </a:lnTo>
                        <a:lnTo>
                          <a:pt x="11" y="10"/>
                        </a:lnTo>
                        <a:lnTo>
                          <a:pt x="10" y="7"/>
                        </a:lnTo>
                        <a:lnTo>
                          <a:pt x="7" y="5"/>
                        </a:lnTo>
                        <a:lnTo>
                          <a:pt x="6" y="3"/>
                        </a:lnTo>
                        <a:lnTo>
                          <a:pt x="3" y="0"/>
                        </a:lnTo>
                        <a:lnTo>
                          <a:pt x="3" y="3"/>
                        </a:lnTo>
                        <a:lnTo>
                          <a:pt x="2" y="0"/>
                        </a:lnTo>
                        <a:lnTo>
                          <a:pt x="0" y="1"/>
                        </a:lnTo>
                        <a:lnTo>
                          <a:pt x="2" y="3"/>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1" name="Freeform 866"/>
                  <p:cNvSpPr>
                    <a:spLocks/>
                  </p:cNvSpPr>
                  <p:nvPr/>
                </p:nvSpPr>
                <p:spPr bwMode="auto">
                  <a:xfrm>
                    <a:off x="4352" y="3544"/>
                    <a:ext cx="3" cy="3"/>
                  </a:xfrm>
                  <a:custGeom>
                    <a:avLst/>
                    <a:gdLst>
                      <a:gd name="T0" fmla="*/ 0 w 8"/>
                      <a:gd name="T1" fmla="*/ 1 h 6"/>
                      <a:gd name="T2" fmla="*/ 0 w 8"/>
                      <a:gd name="T3" fmla="*/ 1 h 6"/>
                      <a:gd name="T4" fmla="*/ 0 w 8"/>
                      <a:gd name="T5" fmla="*/ 0 h 6"/>
                      <a:gd name="T6" fmla="*/ 0 w 8"/>
                      <a:gd name="T7" fmla="*/ 0 h 6"/>
                      <a:gd name="T8" fmla="*/ 0 w 8"/>
                      <a:gd name="T9" fmla="*/ 1 h 6"/>
                      <a:gd name="T10" fmla="*/ 0 w 8"/>
                      <a:gd name="T11" fmla="*/ 1 h 6"/>
                      <a:gd name="T12" fmla="*/ 0 w 8"/>
                      <a:gd name="T13" fmla="*/ 1 h 6"/>
                      <a:gd name="T14" fmla="*/ 0 w 8"/>
                      <a:gd name="T15" fmla="*/ 1 h 6"/>
                      <a:gd name="T16" fmla="*/ 0 w 8"/>
                      <a:gd name="T17" fmla="*/ 1 h 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8"/>
                      <a:gd name="T28" fmla="*/ 0 h 6"/>
                      <a:gd name="T29" fmla="*/ 8 w 8"/>
                      <a:gd name="T30" fmla="*/ 6 h 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8" h="6">
                        <a:moveTo>
                          <a:pt x="8" y="5"/>
                        </a:moveTo>
                        <a:lnTo>
                          <a:pt x="6" y="3"/>
                        </a:lnTo>
                        <a:lnTo>
                          <a:pt x="4" y="0"/>
                        </a:lnTo>
                        <a:lnTo>
                          <a:pt x="0" y="0"/>
                        </a:lnTo>
                        <a:lnTo>
                          <a:pt x="1" y="3"/>
                        </a:lnTo>
                        <a:lnTo>
                          <a:pt x="4" y="3"/>
                        </a:lnTo>
                        <a:lnTo>
                          <a:pt x="4" y="5"/>
                        </a:lnTo>
                        <a:lnTo>
                          <a:pt x="5" y="6"/>
                        </a:lnTo>
                        <a:lnTo>
                          <a:pt x="8"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2" name="Freeform 867"/>
                  <p:cNvSpPr>
                    <a:spLocks/>
                  </p:cNvSpPr>
                  <p:nvPr/>
                </p:nvSpPr>
                <p:spPr bwMode="auto">
                  <a:xfrm>
                    <a:off x="4444" y="3544"/>
                    <a:ext cx="14" cy="3"/>
                  </a:xfrm>
                  <a:custGeom>
                    <a:avLst/>
                    <a:gdLst>
                      <a:gd name="T0" fmla="*/ 1 w 27"/>
                      <a:gd name="T1" fmla="*/ 1 h 5"/>
                      <a:gd name="T2" fmla="*/ 1 w 27"/>
                      <a:gd name="T3" fmla="*/ 1 h 5"/>
                      <a:gd name="T4" fmla="*/ 1 w 27"/>
                      <a:gd name="T5" fmla="*/ 1 h 5"/>
                      <a:gd name="T6" fmla="*/ 1 w 27"/>
                      <a:gd name="T7" fmla="*/ 1 h 5"/>
                      <a:gd name="T8" fmla="*/ 1 w 27"/>
                      <a:gd name="T9" fmla="*/ 1 h 5"/>
                      <a:gd name="T10" fmla="*/ 1 w 27"/>
                      <a:gd name="T11" fmla="*/ 1 h 5"/>
                      <a:gd name="T12" fmla="*/ 0 w 27"/>
                      <a:gd name="T13" fmla="*/ 1 h 5"/>
                      <a:gd name="T14" fmla="*/ 0 w 27"/>
                      <a:gd name="T15" fmla="*/ 1 h 5"/>
                      <a:gd name="T16" fmla="*/ 1 w 27"/>
                      <a:gd name="T17" fmla="*/ 1 h 5"/>
                      <a:gd name="T18" fmla="*/ 1 w 27"/>
                      <a:gd name="T19" fmla="*/ 1 h 5"/>
                      <a:gd name="T20" fmla="*/ 1 w 27"/>
                      <a:gd name="T21" fmla="*/ 0 h 5"/>
                      <a:gd name="T22" fmla="*/ 1 w 27"/>
                      <a:gd name="T23" fmla="*/ 0 h 5"/>
                      <a:gd name="T24" fmla="*/ 1 w 27"/>
                      <a:gd name="T25" fmla="*/ 1 h 5"/>
                      <a:gd name="T26" fmla="*/ 1 w 27"/>
                      <a:gd name="T27" fmla="*/ 1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7"/>
                      <a:gd name="T43" fmla="*/ 0 h 5"/>
                      <a:gd name="T44" fmla="*/ 27 w 27"/>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7" h="5">
                        <a:moveTo>
                          <a:pt x="27" y="2"/>
                        </a:moveTo>
                        <a:lnTo>
                          <a:pt x="23" y="3"/>
                        </a:lnTo>
                        <a:lnTo>
                          <a:pt x="21" y="4"/>
                        </a:lnTo>
                        <a:lnTo>
                          <a:pt x="4" y="4"/>
                        </a:lnTo>
                        <a:lnTo>
                          <a:pt x="1" y="5"/>
                        </a:lnTo>
                        <a:lnTo>
                          <a:pt x="1" y="4"/>
                        </a:lnTo>
                        <a:lnTo>
                          <a:pt x="0" y="4"/>
                        </a:lnTo>
                        <a:lnTo>
                          <a:pt x="0" y="3"/>
                        </a:lnTo>
                        <a:lnTo>
                          <a:pt x="2" y="2"/>
                        </a:lnTo>
                        <a:lnTo>
                          <a:pt x="6" y="2"/>
                        </a:lnTo>
                        <a:lnTo>
                          <a:pt x="10" y="0"/>
                        </a:lnTo>
                        <a:lnTo>
                          <a:pt x="20" y="0"/>
                        </a:lnTo>
                        <a:lnTo>
                          <a:pt x="23" y="2"/>
                        </a:lnTo>
                        <a:lnTo>
                          <a:pt x="2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3" name="Freeform 868"/>
                  <p:cNvSpPr>
                    <a:spLocks/>
                  </p:cNvSpPr>
                  <p:nvPr/>
                </p:nvSpPr>
                <p:spPr bwMode="auto">
                  <a:xfrm>
                    <a:off x="4444" y="3544"/>
                    <a:ext cx="14" cy="3"/>
                  </a:xfrm>
                  <a:custGeom>
                    <a:avLst/>
                    <a:gdLst>
                      <a:gd name="T0" fmla="*/ 0 w 27"/>
                      <a:gd name="T1" fmla="*/ 1 h 6"/>
                      <a:gd name="T2" fmla="*/ 1 w 27"/>
                      <a:gd name="T3" fmla="*/ 1 h 6"/>
                      <a:gd name="T4" fmla="*/ 1 w 27"/>
                      <a:gd name="T5" fmla="*/ 1 h 6"/>
                      <a:gd name="T6" fmla="*/ 1 w 27"/>
                      <a:gd name="T7" fmla="*/ 1 h 6"/>
                      <a:gd name="T8" fmla="*/ 1 w 27"/>
                      <a:gd name="T9" fmla="*/ 1 h 6"/>
                      <a:gd name="T10" fmla="*/ 1 w 27"/>
                      <a:gd name="T11" fmla="*/ 1 h 6"/>
                      <a:gd name="T12" fmla="*/ 1 w 27"/>
                      <a:gd name="T13" fmla="*/ 0 h 6"/>
                      <a:gd name="T14" fmla="*/ 1 w 27"/>
                      <a:gd name="T15" fmla="*/ 1 h 6"/>
                      <a:gd name="T16" fmla="*/ 1 w 27"/>
                      <a:gd name="T17" fmla="*/ 1 h 6"/>
                      <a:gd name="T18" fmla="*/ 1 w 27"/>
                      <a:gd name="T19" fmla="*/ 1 h 6"/>
                      <a:gd name="T20" fmla="*/ 1 w 27"/>
                      <a:gd name="T21" fmla="*/ 1 h 6"/>
                      <a:gd name="T22" fmla="*/ 1 w 27"/>
                      <a:gd name="T23" fmla="*/ 1 h 6"/>
                      <a:gd name="T24" fmla="*/ 1 w 27"/>
                      <a:gd name="T25" fmla="*/ 1 h 6"/>
                      <a:gd name="T26" fmla="*/ 0 w 27"/>
                      <a:gd name="T27" fmla="*/ 1 h 6"/>
                      <a:gd name="T28" fmla="*/ 0 w 27"/>
                      <a:gd name="T29" fmla="*/ 1 h 6"/>
                      <a:gd name="T30" fmla="*/ 1 w 27"/>
                      <a:gd name="T31" fmla="*/ 1 h 6"/>
                      <a:gd name="T32" fmla="*/ 0 w 27"/>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7"/>
                      <a:gd name="T52" fmla="*/ 0 h 6"/>
                      <a:gd name="T53" fmla="*/ 27 w 27"/>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7" h="6">
                        <a:moveTo>
                          <a:pt x="0" y="5"/>
                        </a:moveTo>
                        <a:lnTo>
                          <a:pt x="1" y="6"/>
                        </a:lnTo>
                        <a:lnTo>
                          <a:pt x="5" y="5"/>
                        </a:lnTo>
                        <a:lnTo>
                          <a:pt x="21" y="5"/>
                        </a:lnTo>
                        <a:lnTo>
                          <a:pt x="23" y="4"/>
                        </a:lnTo>
                        <a:lnTo>
                          <a:pt x="27" y="3"/>
                        </a:lnTo>
                        <a:lnTo>
                          <a:pt x="26" y="0"/>
                        </a:lnTo>
                        <a:lnTo>
                          <a:pt x="23" y="2"/>
                        </a:lnTo>
                        <a:lnTo>
                          <a:pt x="20" y="2"/>
                        </a:lnTo>
                        <a:lnTo>
                          <a:pt x="17" y="3"/>
                        </a:lnTo>
                        <a:lnTo>
                          <a:pt x="4" y="3"/>
                        </a:lnTo>
                        <a:lnTo>
                          <a:pt x="1" y="4"/>
                        </a:lnTo>
                        <a:lnTo>
                          <a:pt x="2" y="4"/>
                        </a:lnTo>
                        <a:lnTo>
                          <a:pt x="0" y="5"/>
                        </a:lnTo>
                        <a:lnTo>
                          <a:pt x="0" y="6"/>
                        </a:lnTo>
                        <a:lnTo>
                          <a:pt x="1" y="6"/>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4" name="Freeform 869"/>
                  <p:cNvSpPr>
                    <a:spLocks/>
                  </p:cNvSpPr>
                  <p:nvPr/>
                </p:nvSpPr>
                <p:spPr bwMode="auto">
                  <a:xfrm>
                    <a:off x="4443" y="3545"/>
                    <a:ext cx="2" cy="2"/>
                  </a:xfrm>
                  <a:custGeom>
                    <a:avLst/>
                    <a:gdLst>
                      <a:gd name="T0" fmla="*/ 1 w 3"/>
                      <a:gd name="T1" fmla="*/ 0 h 3"/>
                      <a:gd name="T2" fmla="*/ 0 w 3"/>
                      <a:gd name="T3" fmla="*/ 0 h 3"/>
                      <a:gd name="T4" fmla="*/ 0 w 3"/>
                      <a:gd name="T5" fmla="*/ 1 h 3"/>
                      <a:gd name="T6" fmla="*/ 1 w 3"/>
                      <a:gd name="T7" fmla="*/ 1 h 3"/>
                      <a:gd name="T8" fmla="*/ 1 w 3"/>
                      <a:gd name="T9" fmla="*/ 1 h 3"/>
                      <a:gd name="T10" fmla="*/ 1 w 3"/>
                      <a:gd name="T11" fmla="*/ 1 h 3"/>
                      <a:gd name="T12" fmla="*/ 1 w 3"/>
                      <a:gd name="T13" fmla="*/ 1 h 3"/>
                      <a:gd name="T14" fmla="*/ 1 w 3"/>
                      <a:gd name="T15" fmla="*/ 1 h 3"/>
                      <a:gd name="T16" fmla="*/ 1 w 3"/>
                      <a:gd name="T17" fmla="*/ 0 h 3"/>
                      <a:gd name="T18" fmla="*/ 0 w 3"/>
                      <a:gd name="T19" fmla="*/ 0 h 3"/>
                      <a:gd name="T20" fmla="*/ 1 w 3"/>
                      <a:gd name="T21" fmla="*/ 0 h 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3"/>
                      <a:gd name="T35" fmla="*/ 3 w 3"/>
                      <a:gd name="T36" fmla="*/ 3 h 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3">
                        <a:moveTo>
                          <a:pt x="1" y="0"/>
                        </a:moveTo>
                        <a:lnTo>
                          <a:pt x="0" y="0"/>
                        </a:lnTo>
                        <a:lnTo>
                          <a:pt x="0" y="3"/>
                        </a:lnTo>
                        <a:lnTo>
                          <a:pt x="1" y="3"/>
                        </a:lnTo>
                        <a:lnTo>
                          <a:pt x="3" y="2"/>
                        </a:lnTo>
                        <a:lnTo>
                          <a:pt x="2" y="2"/>
                        </a:lnTo>
                        <a:lnTo>
                          <a:pt x="2" y="1"/>
                        </a:lnTo>
                        <a:lnTo>
                          <a:pt x="1" y="2"/>
                        </a:lnTo>
                        <a:lnTo>
                          <a:pt x="1" y="0"/>
                        </a:lnTo>
                        <a:lnTo>
                          <a:pt x="0"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5" name="Freeform 870"/>
                  <p:cNvSpPr>
                    <a:spLocks/>
                  </p:cNvSpPr>
                  <p:nvPr/>
                </p:nvSpPr>
                <p:spPr bwMode="auto">
                  <a:xfrm>
                    <a:off x="4444" y="3544"/>
                    <a:ext cx="15" cy="2"/>
                  </a:xfrm>
                  <a:custGeom>
                    <a:avLst/>
                    <a:gdLst>
                      <a:gd name="T0" fmla="*/ 0 w 31"/>
                      <a:gd name="T1" fmla="*/ 0 h 5"/>
                      <a:gd name="T2" fmla="*/ 0 w 31"/>
                      <a:gd name="T3" fmla="*/ 0 h 5"/>
                      <a:gd name="T4" fmla="*/ 0 w 31"/>
                      <a:gd name="T5" fmla="*/ 0 h 5"/>
                      <a:gd name="T6" fmla="*/ 0 w 31"/>
                      <a:gd name="T7" fmla="*/ 0 h 5"/>
                      <a:gd name="T8" fmla="*/ 0 w 31"/>
                      <a:gd name="T9" fmla="*/ 0 h 5"/>
                      <a:gd name="T10" fmla="*/ 0 w 31"/>
                      <a:gd name="T11" fmla="*/ 0 h 5"/>
                      <a:gd name="T12" fmla="*/ 0 w 31"/>
                      <a:gd name="T13" fmla="*/ 0 h 5"/>
                      <a:gd name="T14" fmla="*/ 0 w 31"/>
                      <a:gd name="T15" fmla="*/ 0 h 5"/>
                      <a:gd name="T16" fmla="*/ 0 w 31"/>
                      <a:gd name="T17" fmla="*/ 0 h 5"/>
                      <a:gd name="T18" fmla="*/ 0 w 31"/>
                      <a:gd name="T19" fmla="*/ 0 h 5"/>
                      <a:gd name="T20" fmla="*/ 0 w 31"/>
                      <a:gd name="T21" fmla="*/ 0 h 5"/>
                      <a:gd name="T22" fmla="*/ 0 w 31"/>
                      <a:gd name="T23" fmla="*/ 0 h 5"/>
                      <a:gd name="T24" fmla="*/ 0 w 31"/>
                      <a:gd name="T25" fmla="*/ 0 h 5"/>
                      <a:gd name="T26" fmla="*/ 0 w 31"/>
                      <a:gd name="T27" fmla="*/ 0 h 5"/>
                      <a:gd name="T28" fmla="*/ 0 w 31"/>
                      <a:gd name="T29" fmla="*/ 0 h 5"/>
                      <a:gd name="T30" fmla="*/ 0 w 31"/>
                      <a:gd name="T31" fmla="*/ 0 h 5"/>
                      <a:gd name="T32" fmla="*/ 0 w 31"/>
                      <a:gd name="T33" fmla="*/ 0 h 5"/>
                      <a:gd name="T34" fmla="*/ 0 w 31"/>
                      <a:gd name="T35" fmla="*/ 0 h 5"/>
                      <a:gd name="T36" fmla="*/ 0 w 31"/>
                      <a:gd name="T37" fmla="*/ 0 h 5"/>
                      <a:gd name="T38" fmla="*/ 0 w 31"/>
                      <a:gd name="T39" fmla="*/ 0 h 5"/>
                      <a:gd name="T40" fmla="*/ 0 w 31"/>
                      <a:gd name="T41" fmla="*/ 0 h 5"/>
                      <a:gd name="T42" fmla="*/ 0 w 31"/>
                      <a:gd name="T43" fmla="*/ 0 h 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1"/>
                      <a:gd name="T67" fmla="*/ 0 h 5"/>
                      <a:gd name="T68" fmla="*/ 31 w 31"/>
                      <a:gd name="T69" fmla="*/ 5 h 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1" h="5">
                        <a:moveTo>
                          <a:pt x="27" y="4"/>
                        </a:moveTo>
                        <a:lnTo>
                          <a:pt x="27" y="1"/>
                        </a:lnTo>
                        <a:lnTo>
                          <a:pt x="23" y="1"/>
                        </a:lnTo>
                        <a:lnTo>
                          <a:pt x="20" y="0"/>
                        </a:lnTo>
                        <a:lnTo>
                          <a:pt x="10" y="0"/>
                        </a:lnTo>
                        <a:lnTo>
                          <a:pt x="6" y="1"/>
                        </a:lnTo>
                        <a:lnTo>
                          <a:pt x="2" y="1"/>
                        </a:lnTo>
                        <a:lnTo>
                          <a:pt x="0" y="3"/>
                        </a:lnTo>
                        <a:lnTo>
                          <a:pt x="0" y="5"/>
                        </a:lnTo>
                        <a:lnTo>
                          <a:pt x="2" y="4"/>
                        </a:lnTo>
                        <a:lnTo>
                          <a:pt x="6" y="4"/>
                        </a:lnTo>
                        <a:lnTo>
                          <a:pt x="10" y="3"/>
                        </a:lnTo>
                        <a:lnTo>
                          <a:pt x="13" y="3"/>
                        </a:lnTo>
                        <a:lnTo>
                          <a:pt x="16" y="4"/>
                        </a:lnTo>
                        <a:lnTo>
                          <a:pt x="20" y="3"/>
                        </a:lnTo>
                        <a:lnTo>
                          <a:pt x="23" y="4"/>
                        </a:lnTo>
                        <a:lnTo>
                          <a:pt x="27" y="4"/>
                        </a:lnTo>
                        <a:lnTo>
                          <a:pt x="26" y="1"/>
                        </a:lnTo>
                        <a:lnTo>
                          <a:pt x="27" y="4"/>
                        </a:lnTo>
                        <a:lnTo>
                          <a:pt x="31" y="1"/>
                        </a:lnTo>
                        <a:lnTo>
                          <a:pt x="27" y="1"/>
                        </a:lnTo>
                        <a:lnTo>
                          <a:pt x="27"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6" name="Freeform 871"/>
                  <p:cNvSpPr>
                    <a:spLocks/>
                  </p:cNvSpPr>
                  <p:nvPr/>
                </p:nvSpPr>
                <p:spPr bwMode="auto">
                  <a:xfrm>
                    <a:off x="4358" y="3545"/>
                    <a:ext cx="7" cy="3"/>
                  </a:xfrm>
                  <a:custGeom>
                    <a:avLst/>
                    <a:gdLst>
                      <a:gd name="T0" fmla="*/ 0 w 15"/>
                      <a:gd name="T1" fmla="*/ 0 h 7"/>
                      <a:gd name="T2" fmla="*/ 0 w 15"/>
                      <a:gd name="T3" fmla="*/ 0 h 7"/>
                      <a:gd name="T4" fmla="*/ 0 w 15"/>
                      <a:gd name="T5" fmla="*/ 0 h 7"/>
                      <a:gd name="T6" fmla="*/ 0 w 15"/>
                      <a:gd name="T7" fmla="*/ 0 h 7"/>
                      <a:gd name="T8" fmla="*/ 0 w 15"/>
                      <a:gd name="T9" fmla="*/ 0 h 7"/>
                      <a:gd name="T10" fmla="*/ 0 w 15"/>
                      <a:gd name="T11" fmla="*/ 0 h 7"/>
                      <a:gd name="T12" fmla="*/ 0 w 15"/>
                      <a:gd name="T13" fmla="*/ 0 h 7"/>
                      <a:gd name="T14" fmla="*/ 0 w 15"/>
                      <a:gd name="T15" fmla="*/ 0 h 7"/>
                      <a:gd name="T16" fmla="*/ 0 w 15"/>
                      <a:gd name="T17" fmla="*/ 0 h 7"/>
                      <a:gd name="T18" fmla="*/ 0 w 15"/>
                      <a:gd name="T19" fmla="*/ 0 h 7"/>
                      <a:gd name="T20" fmla="*/ 0 w 15"/>
                      <a:gd name="T21" fmla="*/ 0 h 7"/>
                      <a:gd name="T22" fmla="*/ 0 w 15"/>
                      <a:gd name="T23" fmla="*/ 0 h 7"/>
                      <a:gd name="T24" fmla="*/ 0 w 15"/>
                      <a:gd name="T25" fmla="*/ 0 h 7"/>
                      <a:gd name="T26" fmla="*/ 0 w 15"/>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5"/>
                      <a:gd name="T43" fmla="*/ 0 h 7"/>
                      <a:gd name="T44" fmla="*/ 15 w 15"/>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5" h="7">
                        <a:moveTo>
                          <a:pt x="15" y="3"/>
                        </a:moveTo>
                        <a:lnTo>
                          <a:pt x="12" y="7"/>
                        </a:lnTo>
                        <a:lnTo>
                          <a:pt x="8" y="7"/>
                        </a:lnTo>
                        <a:lnTo>
                          <a:pt x="5" y="4"/>
                        </a:lnTo>
                        <a:lnTo>
                          <a:pt x="4" y="4"/>
                        </a:lnTo>
                        <a:lnTo>
                          <a:pt x="0" y="1"/>
                        </a:lnTo>
                        <a:lnTo>
                          <a:pt x="3" y="0"/>
                        </a:lnTo>
                        <a:lnTo>
                          <a:pt x="5" y="0"/>
                        </a:lnTo>
                        <a:lnTo>
                          <a:pt x="7" y="1"/>
                        </a:lnTo>
                        <a:lnTo>
                          <a:pt x="9" y="1"/>
                        </a:lnTo>
                        <a:lnTo>
                          <a:pt x="10" y="2"/>
                        </a:lnTo>
                        <a:lnTo>
                          <a:pt x="12" y="2"/>
                        </a:lnTo>
                        <a:lnTo>
                          <a:pt x="14" y="3"/>
                        </a:lnTo>
                        <a:lnTo>
                          <a:pt x="15" y="3"/>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7" name="Freeform 872"/>
                  <p:cNvSpPr>
                    <a:spLocks/>
                  </p:cNvSpPr>
                  <p:nvPr/>
                </p:nvSpPr>
                <p:spPr bwMode="auto">
                  <a:xfrm>
                    <a:off x="4363" y="3547"/>
                    <a:ext cx="3" cy="2"/>
                  </a:xfrm>
                  <a:custGeom>
                    <a:avLst/>
                    <a:gdLst>
                      <a:gd name="T0" fmla="*/ 0 w 6"/>
                      <a:gd name="T1" fmla="*/ 0 h 5"/>
                      <a:gd name="T2" fmla="*/ 1 w 6"/>
                      <a:gd name="T3" fmla="*/ 0 h 5"/>
                      <a:gd name="T4" fmla="*/ 1 w 6"/>
                      <a:gd name="T5" fmla="*/ 0 h 5"/>
                      <a:gd name="T6" fmla="*/ 1 w 6"/>
                      <a:gd name="T7" fmla="*/ 0 h 5"/>
                      <a:gd name="T8" fmla="*/ 1 w 6"/>
                      <a:gd name="T9" fmla="*/ 0 h 5"/>
                      <a:gd name="T10" fmla="*/ 1 w 6"/>
                      <a:gd name="T11" fmla="*/ 0 h 5"/>
                      <a:gd name="T12" fmla="*/ 1 w 6"/>
                      <a:gd name="T13" fmla="*/ 0 h 5"/>
                      <a:gd name="T14" fmla="*/ 0 w 6"/>
                      <a:gd name="T15" fmla="*/ 0 h 5"/>
                      <a:gd name="T16" fmla="*/ 0 w 6"/>
                      <a:gd name="T17" fmla="*/ 0 h 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5"/>
                      <a:gd name="T29" fmla="*/ 6 w 6"/>
                      <a:gd name="T30" fmla="*/ 5 h 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5">
                        <a:moveTo>
                          <a:pt x="0" y="5"/>
                        </a:moveTo>
                        <a:lnTo>
                          <a:pt x="3" y="5"/>
                        </a:lnTo>
                        <a:lnTo>
                          <a:pt x="5" y="3"/>
                        </a:lnTo>
                        <a:lnTo>
                          <a:pt x="6" y="0"/>
                        </a:lnTo>
                        <a:lnTo>
                          <a:pt x="3" y="0"/>
                        </a:lnTo>
                        <a:lnTo>
                          <a:pt x="3" y="1"/>
                        </a:lnTo>
                        <a:lnTo>
                          <a:pt x="2" y="3"/>
                        </a:lnTo>
                        <a:lnTo>
                          <a:pt x="0" y="3"/>
                        </a:lnTo>
                        <a:lnTo>
                          <a:pt x="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8" name="Freeform 873"/>
                  <p:cNvSpPr>
                    <a:spLocks/>
                  </p:cNvSpPr>
                  <p:nvPr/>
                </p:nvSpPr>
                <p:spPr bwMode="auto">
                  <a:xfrm>
                    <a:off x="4356" y="3545"/>
                    <a:ext cx="7" cy="4"/>
                  </a:xfrm>
                  <a:custGeom>
                    <a:avLst/>
                    <a:gdLst>
                      <a:gd name="T0" fmla="*/ 1 w 12"/>
                      <a:gd name="T1" fmla="*/ 0 h 8"/>
                      <a:gd name="T2" fmla="*/ 1 w 12"/>
                      <a:gd name="T3" fmla="*/ 1 h 8"/>
                      <a:gd name="T4" fmla="*/ 1 w 12"/>
                      <a:gd name="T5" fmla="*/ 1 h 8"/>
                      <a:gd name="T6" fmla="*/ 1 w 12"/>
                      <a:gd name="T7" fmla="*/ 1 h 8"/>
                      <a:gd name="T8" fmla="*/ 1 w 12"/>
                      <a:gd name="T9" fmla="*/ 1 h 8"/>
                      <a:gd name="T10" fmla="*/ 1 w 12"/>
                      <a:gd name="T11" fmla="*/ 1 h 8"/>
                      <a:gd name="T12" fmla="*/ 1 w 12"/>
                      <a:gd name="T13" fmla="*/ 1 h 8"/>
                      <a:gd name="T14" fmla="*/ 1 w 12"/>
                      <a:gd name="T15" fmla="*/ 1 h 8"/>
                      <a:gd name="T16" fmla="*/ 1 w 12"/>
                      <a:gd name="T17" fmla="*/ 1 h 8"/>
                      <a:gd name="T18" fmla="*/ 1 w 12"/>
                      <a:gd name="T19" fmla="*/ 1 h 8"/>
                      <a:gd name="T20" fmla="*/ 1 w 12"/>
                      <a:gd name="T21" fmla="*/ 0 h 8"/>
                      <a:gd name="T22" fmla="*/ 1 w 12"/>
                      <a:gd name="T23" fmla="*/ 1 h 8"/>
                      <a:gd name="T24" fmla="*/ 1 w 12"/>
                      <a:gd name="T25" fmla="*/ 0 h 8"/>
                      <a:gd name="T26" fmla="*/ 0 w 12"/>
                      <a:gd name="T27" fmla="*/ 0 h 8"/>
                      <a:gd name="T28" fmla="*/ 1 w 12"/>
                      <a:gd name="T29" fmla="*/ 1 h 8"/>
                      <a:gd name="T30" fmla="*/ 1 w 12"/>
                      <a:gd name="T31" fmla="*/ 0 h 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8"/>
                      <a:gd name="T50" fmla="*/ 12 w 12"/>
                      <a:gd name="T51" fmla="*/ 8 h 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8">
                        <a:moveTo>
                          <a:pt x="2" y="0"/>
                        </a:moveTo>
                        <a:lnTo>
                          <a:pt x="1" y="1"/>
                        </a:lnTo>
                        <a:lnTo>
                          <a:pt x="9" y="8"/>
                        </a:lnTo>
                        <a:lnTo>
                          <a:pt x="12" y="8"/>
                        </a:lnTo>
                        <a:lnTo>
                          <a:pt x="12" y="6"/>
                        </a:lnTo>
                        <a:lnTo>
                          <a:pt x="10" y="6"/>
                        </a:lnTo>
                        <a:lnTo>
                          <a:pt x="9" y="4"/>
                        </a:lnTo>
                        <a:lnTo>
                          <a:pt x="7" y="4"/>
                        </a:lnTo>
                        <a:lnTo>
                          <a:pt x="6" y="3"/>
                        </a:lnTo>
                        <a:lnTo>
                          <a:pt x="6" y="2"/>
                        </a:lnTo>
                        <a:lnTo>
                          <a:pt x="4" y="0"/>
                        </a:lnTo>
                        <a:lnTo>
                          <a:pt x="2" y="2"/>
                        </a:lnTo>
                        <a:lnTo>
                          <a:pt x="2" y="0"/>
                        </a:lnTo>
                        <a:lnTo>
                          <a:pt x="0" y="0"/>
                        </a:lnTo>
                        <a:lnTo>
                          <a:pt x="1" y="1"/>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29" name="Freeform 874"/>
                  <p:cNvSpPr>
                    <a:spLocks/>
                  </p:cNvSpPr>
                  <p:nvPr/>
                </p:nvSpPr>
                <p:spPr bwMode="auto">
                  <a:xfrm>
                    <a:off x="4358" y="3544"/>
                    <a:ext cx="8" cy="3"/>
                  </a:xfrm>
                  <a:custGeom>
                    <a:avLst/>
                    <a:gdLst>
                      <a:gd name="T0" fmla="*/ 0 w 18"/>
                      <a:gd name="T1" fmla="*/ 1 h 6"/>
                      <a:gd name="T2" fmla="*/ 0 w 18"/>
                      <a:gd name="T3" fmla="*/ 1 h 6"/>
                      <a:gd name="T4" fmla="*/ 0 w 18"/>
                      <a:gd name="T5" fmla="*/ 1 h 6"/>
                      <a:gd name="T6" fmla="*/ 0 w 18"/>
                      <a:gd name="T7" fmla="*/ 1 h 6"/>
                      <a:gd name="T8" fmla="*/ 0 w 18"/>
                      <a:gd name="T9" fmla="*/ 1 h 6"/>
                      <a:gd name="T10" fmla="*/ 0 w 18"/>
                      <a:gd name="T11" fmla="*/ 1 h 6"/>
                      <a:gd name="T12" fmla="*/ 0 w 18"/>
                      <a:gd name="T13" fmla="*/ 1 h 6"/>
                      <a:gd name="T14" fmla="*/ 0 w 18"/>
                      <a:gd name="T15" fmla="*/ 0 h 6"/>
                      <a:gd name="T16" fmla="*/ 0 w 18"/>
                      <a:gd name="T17" fmla="*/ 0 h 6"/>
                      <a:gd name="T18" fmla="*/ 0 w 18"/>
                      <a:gd name="T19" fmla="*/ 1 h 6"/>
                      <a:gd name="T20" fmla="*/ 0 w 18"/>
                      <a:gd name="T21" fmla="*/ 1 h 6"/>
                      <a:gd name="T22" fmla="*/ 0 w 18"/>
                      <a:gd name="T23" fmla="*/ 1 h 6"/>
                      <a:gd name="T24" fmla="*/ 0 w 18"/>
                      <a:gd name="T25" fmla="*/ 1 h 6"/>
                      <a:gd name="T26" fmla="*/ 0 w 18"/>
                      <a:gd name="T27" fmla="*/ 1 h 6"/>
                      <a:gd name="T28" fmla="*/ 0 w 18"/>
                      <a:gd name="T29" fmla="*/ 1 h 6"/>
                      <a:gd name="T30" fmla="*/ 0 w 18"/>
                      <a:gd name="T31" fmla="*/ 1 h 6"/>
                      <a:gd name="T32" fmla="*/ 0 w 18"/>
                      <a:gd name="T33" fmla="*/ 1 h 6"/>
                      <a:gd name="T34" fmla="*/ 0 w 18"/>
                      <a:gd name="T35" fmla="*/ 1 h 6"/>
                      <a:gd name="T36" fmla="*/ 0 w 18"/>
                      <a:gd name="T37" fmla="*/ 1 h 6"/>
                      <a:gd name="T38" fmla="*/ 0 w 18"/>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
                      <a:gd name="T61" fmla="*/ 0 h 6"/>
                      <a:gd name="T62" fmla="*/ 18 w 18"/>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 h="6">
                        <a:moveTo>
                          <a:pt x="16" y="5"/>
                        </a:moveTo>
                        <a:lnTo>
                          <a:pt x="15" y="4"/>
                        </a:lnTo>
                        <a:lnTo>
                          <a:pt x="14" y="4"/>
                        </a:lnTo>
                        <a:lnTo>
                          <a:pt x="13" y="3"/>
                        </a:lnTo>
                        <a:lnTo>
                          <a:pt x="10" y="3"/>
                        </a:lnTo>
                        <a:lnTo>
                          <a:pt x="9" y="2"/>
                        </a:lnTo>
                        <a:lnTo>
                          <a:pt x="7" y="2"/>
                        </a:lnTo>
                        <a:lnTo>
                          <a:pt x="5" y="0"/>
                        </a:lnTo>
                        <a:lnTo>
                          <a:pt x="3" y="0"/>
                        </a:lnTo>
                        <a:lnTo>
                          <a:pt x="0" y="2"/>
                        </a:lnTo>
                        <a:lnTo>
                          <a:pt x="0" y="4"/>
                        </a:lnTo>
                        <a:lnTo>
                          <a:pt x="8" y="4"/>
                        </a:lnTo>
                        <a:lnTo>
                          <a:pt x="10" y="5"/>
                        </a:lnTo>
                        <a:lnTo>
                          <a:pt x="13" y="5"/>
                        </a:lnTo>
                        <a:lnTo>
                          <a:pt x="15" y="6"/>
                        </a:lnTo>
                        <a:lnTo>
                          <a:pt x="14" y="5"/>
                        </a:lnTo>
                        <a:lnTo>
                          <a:pt x="16" y="5"/>
                        </a:lnTo>
                        <a:lnTo>
                          <a:pt x="18" y="4"/>
                        </a:lnTo>
                        <a:lnTo>
                          <a:pt x="15" y="4"/>
                        </a:lnTo>
                        <a:lnTo>
                          <a:pt x="16"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0" name="Freeform 875"/>
                  <p:cNvSpPr>
                    <a:spLocks/>
                  </p:cNvSpPr>
                  <p:nvPr/>
                </p:nvSpPr>
                <p:spPr bwMode="auto">
                  <a:xfrm>
                    <a:off x="4393" y="3549"/>
                    <a:ext cx="74" cy="51"/>
                  </a:xfrm>
                  <a:custGeom>
                    <a:avLst/>
                    <a:gdLst>
                      <a:gd name="T0" fmla="*/ 2 w 148"/>
                      <a:gd name="T1" fmla="*/ 2 h 101"/>
                      <a:gd name="T2" fmla="*/ 3 w 148"/>
                      <a:gd name="T3" fmla="*/ 2 h 101"/>
                      <a:gd name="T4" fmla="*/ 3 w 148"/>
                      <a:gd name="T5" fmla="*/ 2 h 101"/>
                      <a:gd name="T6" fmla="*/ 3 w 148"/>
                      <a:gd name="T7" fmla="*/ 2 h 101"/>
                      <a:gd name="T8" fmla="*/ 3 w 148"/>
                      <a:gd name="T9" fmla="*/ 2 h 101"/>
                      <a:gd name="T10" fmla="*/ 3 w 148"/>
                      <a:gd name="T11" fmla="*/ 2 h 101"/>
                      <a:gd name="T12" fmla="*/ 3 w 148"/>
                      <a:gd name="T13" fmla="*/ 2 h 101"/>
                      <a:gd name="T14" fmla="*/ 3 w 148"/>
                      <a:gd name="T15" fmla="*/ 2 h 101"/>
                      <a:gd name="T16" fmla="*/ 3 w 148"/>
                      <a:gd name="T17" fmla="*/ 2 h 101"/>
                      <a:gd name="T18" fmla="*/ 4 w 148"/>
                      <a:gd name="T19" fmla="*/ 3 h 101"/>
                      <a:gd name="T20" fmla="*/ 4 w 148"/>
                      <a:gd name="T21" fmla="*/ 3 h 101"/>
                      <a:gd name="T22" fmla="*/ 4 w 148"/>
                      <a:gd name="T23" fmla="*/ 3 h 101"/>
                      <a:gd name="T24" fmla="*/ 5 w 148"/>
                      <a:gd name="T25" fmla="*/ 3 h 101"/>
                      <a:gd name="T26" fmla="*/ 5 w 148"/>
                      <a:gd name="T27" fmla="*/ 4 h 101"/>
                      <a:gd name="T28" fmla="*/ 5 w 148"/>
                      <a:gd name="T29" fmla="*/ 4 h 101"/>
                      <a:gd name="T30" fmla="*/ 5 w 148"/>
                      <a:gd name="T31" fmla="*/ 4 h 101"/>
                      <a:gd name="T32" fmla="*/ 5 w 148"/>
                      <a:gd name="T33" fmla="*/ 3 h 101"/>
                      <a:gd name="T34" fmla="*/ 4 w 148"/>
                      <a:gd name="T35" fmla="*/ 3 h 101"/>
                      <a:gd name="T36" fmla="*/ 4 w 148"/>
                      <a:gd name="T37" fmla="*/ 3 h 101"/>
                      <a:gd name="T38" fmla="*/ 3 w 148"/>
                      <a:gd name="T39" fmla="*/ 3 h 101"/>
                      <a:gd name="T40" fmla="*/ 3 w 148"/>
                      <a:gd name="T41" fmla="*/ 2 h 101"/>
                      <a:gd name="T42" fmla="*/ 3 w 148"/>
                      <a:gd name="T43" fmla="*/ 2 h 101"/>
                      <a:gd name="T44" fmla="*/ 3 w 148"/>
                      <a:gd name="T45" fmla="*/ 2 h 101"/>
                      <a:gd name="T46" fmla="*/ 3 w 148"/>
                      <a:gd name="T47" fmla="*/ 2 h 101"/>
                      <a:gd name="T48" fmla="*/ 3 w 148"/>
                      <a:gd name="T49" fmla="*/ 2 h 101"/>
                      <a:gd name="T50" fmla="*/ 3 w 148"/>
                      <a:gd name="T51" fmla="*/ 2 h 101"/>
                      <a:gd name="T52" fmla="*/ 2 w 148"/>
                      <a:gd name="T53" fmla="*/ 2 h 101"/>
                      <a:gd name="T54" fmla="*/ 2 w 148"/>
                      <a:gd name="T55" fmla="*/ 2 h 101"/>
                      <a:gd name="T56" fmla="*/ 2 w 148"/>
                      <a:gd name="T57" fmla="*/ 2 h 101"/>
                      <a:gd name="T58" fmla="*/ 2 w 148"/>
                      <a:gd name="T59" fmla="*/ 1 h 101"/>
                      <a:gd name="T60" fmla="*/ 2 w 148"/>
                      <a:gd name="T61" fmla="*/ 1 h 101"/>
                      <a:gd name="T62" fmla="*/ 2 w 148"/>
                      <a:gd name="T63" fmla="*/ 1 h 101"/>
                      <a:gd name="T64" fmla="*/ 1 w 148"/>
                      <a:gd name="T65" fmla="*/ 1 h 101"/>
                      <a:gd name="T66" fmla="*/ 1 w 148"/>
                      <a:gd name="T67" fmla="*/ 1 h 101"/>
                      <a:gd name="T68" fmla="*/ 1 w 148"/>
                      <a:gd name="T69" fmla="*/ 1 h 101"/>
                      <a:gd name="T70" fmla="*/ 1 w 148"/>
                      <a:gd name="T71" fmla="*/ 1 h 101"/>
                      <a:gd name="T72" fmla="*/ 1 w 148"/>
                      <a:gd name="T73" fmla="*/ 1 h 101"/>
                      <a:gd name="T74" fmla="*/ 1 w 148"/>
                      <a:gd name="T75" fmla="*/ 1 h 101"/>
                      <a:gd name="T76" fmla="*/ 0 w 148"/>
                      <a:gd name="T77" fmla="*/ 1 h 101"/>
                      <a:gd name="T78" fmla="*/ 1 w 148"/>
                      <a:gd name="T79" fmla="*/ 1 h 101"/>
                      <a:gd name="T80" fmla="*/ 1 w 148"/>
                      <a:gd name="T81" fmla="*/ 1 h 101"/>
                      <a:gd name="T82" fmla="*/ 1 w 148"/>
                      <a:gd name="T83" fmla="*/ 1 h 101"/>
                      <a:gd name="T84" fmla="*/ 1 w 148"/>
                      <a:gd name="T85" fmla="*/ 1 h 101"/>
                      <a:gd name="T86" fmla="*/ 2 w 148"/>
                      <a:gd name="T87" fmla="*/ 1 h 101"/>
                      <a:gd name="T88" fmla="*/ 2 w 148"/>
                      <a:gd name="T89" fmla="*/ 1 h 101"/>
                      <a:gd name="T90" fmla="*/ 2 w 148"/>
                      <a:gd name="T91" fmla="*/ 1 h 101"/>
                      <a:gd name="T92" fmla="*/ 2 w 148"/>
                      <a:gd name="T93" fmla="*/ 1 h 101"/>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48"/>
                      <a:gd name="T142" fmla="*/ 0 h 101"/>
                      <a:gd name="T143" fmla="*/ 148 w 148"/>
                      <a:gd name="T144" fmla="*/ 101 h 101"/>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48" h="101">
                        <a:moveTo>
                          <a:pt x="59" y="35"/>
                        </a:moveTo>
                        <a:lnTo>
                          <a:pt x="60" y="36"/>
                        </a:lnTo>
                        <a:lnTo>
                          <a:pt x="63" y="37"/>
                        </a:lnTo>
                        <a:lnTo>
                          <a:pt x="65" y="38"/>
                        </a:lnTo>
                        <a:lnTo>
                          <a:pt x="66" y="40"/>
                        </a:lnTo>
                        <a:lnTo>
                          <a:pt x="69" y="41"/>
                        </a:lnTo>
                        <a:lnTo>
                          <a:pt x="70" y="42"/>
                        </a:lnTo>
                        <a:lnTo>
                          <a:pt x="73" y="43"/>
                        </a:lnTo>
                        <a:lnTo>
                          <a:pt x="75" y="45"/>
                        </a:lnTo>
                        <a:lnTo>
                          <a:pt x="76" y="46"/>
                        </a:lnTo>
                        <a:lnTo>
                          <a:pt x="79" y="47"/>
                        </a:lnTo>
                        <a:lnTo>
                          <a:pt x="81" y="48"/>
                        </a:lnTo>
                        <a:lnTo>
                          <a:pt x="82" y="49"/>
                        </a:lnTo>
                        <a:lnTo>
                          <a:pt x="85" y="51"/>
                        </a:lnTo>
                        <a:lnTo>
                          <a:pt x="89" y="54"/>
                        </a:lnTo>
                        <a:lnTo>
                          <a:pt x="91" y="56"/>
                        </a:lnTo>
                        <a:lnTo>
                          <a:pt x="97" y="62"/>
                        </a:lnTo>
                        <a:lnTo>
                          <a:pt x="102" y="64"/>
                        </a:lnTo>
                        <a:lnTo>
                          <a:pt x="108" y="70"/>
                        </a:lnTo>
                        <a:lnTo>
                          <a:pt x="112" y="73"/>
                        </a:lnTo>
                        <a:lnTo>
                          <a:pt x="116" y="75"/>
                        </a:lnTo>
                        <a:lnTo>
                          <a:pt x="119" y="79"/>
                        </a:lnTo>
                        <a:lnTo>
                          <a:pt x="123" y="82"/>
                        </a:lnTo>
                        <a:lnTo>
                          <a:pt x="127" y="84"/>
                        </a:lnTo>
                        <a:lnTo>
                          <a:pt x="130" y="88"/>
                        </a:lnTo>
                        <a:lnTo>
                          <a:pt x="134" y="90"/>
                        </a:lnTo>
                        <a:lnTo>
                          <a:pt x="140" y="96"/>
                        </a:lnTo>
                        <a:lnTo>
                          <a:pt x="144" y="99"/>
                        </a:lnTo>
                        <a:lnTo>
                          <a:pt x="148" y="101"/>
                        </a:lnTo>
                        <a:lnTo>
                          <a:pt x="144" y="101"/>
                        </a:lnTo>
                        <a:lnTo>
                          <a:pt x="142" y="100"/>
                        </a:lnTo>
                        <a:lnTo>
                          <a:pt x="139" y="99"/>
                        </a:lnTo>
                        <a:lnTo>
                          <a:pt x="132" y="91"/>
                        </a:lnTo>
                        <a:lnTo>
                          <a:pt x="129" y="90"/>
                        </a:lnTo>
                        <a:lnTo>
                          <a:pt x="127" y="88"/>
                        </a:lnTo>
                        <a:lnTo>
                          <a:pt x="123" y="86"/>
                        </a:lnTo>
                        <a:lnTo>
                          <a:pt x="116" y="79"/>
                        </a:lnTo>
                        <a:lnTo>
                          <a:pt x="112" y="78"/>
                        </a:lnTo>
                        <a:lnTo>
                          <a:pt x="105" y="70"/>
                        </a:lnTo>
                        <a:lnTo>
                          <a:pt x="102" y="69"/>
                        </a:lnTo>
                        <a:lnTo>
                          <a:pt x="98" y="67"/>
                        </a:lnTo>
                        <a:lnTo>
                          <a:pt x="96" y="64"/>
                        </a:lnTo>
                        <a:lnTo>
                          <a:pt x="94" y="63"/>
                        </a:lnTo>
                        <a:lnTo>
                          <a:pt x="90" y="61"/>
                        </a:lnTo>
                        <a:lnTo>
                          <a:pt x="85" y="56"/>
                        </a:lnTo>
                        <a:lnTo>
                          <a:pt x="82" y="54"/>
                        </a:lnTo>
                        <a:lnTo>
                          <a:pt x="80" y="52"/>
                        </a:lnTo>
                        <a:lnTo>
                          <a:pt x="78" y="51"/>
                        </a:lnTo>
                        <a:lnTo>
                          <a:pt x="75" y="49"/>
                        </a:lnTo>
                        <a:lnTo>
                          <a:pt x="73" y="47"/>
                        </a:lnTo>
                        <a:lnTo>
                          <a:pt x="70" y="46"/>
                        </a:lnTo>
                        <a:lnTo>
                          <a:pt x="68" y="43"/>
                        </a:lnTo>
                        <a:lnTo>
                          <a:pt x="65" y="42"/>
                        </a:lnTo>
                        <a:lnTo>
                          <a:pt x="63" y="41"/>
                        </a:lnTo>
                        <a:lnTo>
                          <a:pt x="59" y="38"/>
                        </a:lnTo>
                        <a:lnTo>
                          <a:pt x="57" y="37"/>
                        </a:lnTo>
                        <a:lnTo>
                          <a:pt x="54" y="36"/>
                        </a:lnTo>
                        <a:lnTo>
                          <a:pt x="52" y="33"/>
                        </a:lnTo>
                        <a:lnTo>
                          <a:pt x="49" y="32"/>
                        </a:lnTo>
                        <a:lnTo>
                          <a:pt x="47" y="31"/>
                        </a:lnTo>
                        <a:lnTo>
                          <a:pt x="43" y="30"/>
                        </a:lnTo>
                        <a:lnTo>
                          <a:pt x="42" y="27"/>
                        </a:lnTo>
                        <a:lnTo>
                          <a:pt x="38" y="26"/>
                        </a:lnTo>
                        <a:lnTo>
                          <a:pt x="36" y="25"/>
                        </a:lnTo>
                        <a:lnTo>
                          <a:pt x="33" y="22"/>
                        </a:lnTo>
                        <a:lnTo>
                          <a:pt x="31" y="21"/>
                        </a:lnTo>
                        <a:lnTo>
                          <a:pt x="28" y="20"/>
                        </a:lnTo>
                        <a:lnTo>
                          <a:pt x="26" y="17"/>
                        </a:lnTo>
                        <a:lnTo>
                          <a:pt x="23" y="16"/>
                        </a:lnTo>
                        <a:lnTo>
                          <a:pt x="21" y="15"/>
                        </a:lnTo>
                        <a:lnTo>
                          <a:pt x="18" y="12"/>
                        </a:lnTo>
                        <a:lnTo>
                          <a:pt x="16" y="11"/>
                        </a:lnTo>
                        <a:lnTo>
                          <a:pt x="13" y="9"/>
                        </a:lnTo>
                        <a:lnTo>
                          <a:pt x="11" y="9"/>
                        </a:lnTo>
                        <a:lnTo>
                          <a:pt x="9" y="6"/>
                        </a:lnTo>
                        <a:lnTo>
                          <a:pt x="5" y="5"/>
                        </a:lnTo>
                        <a:lnTo>
                          <a:pt x="2" y="4"/>
                        </a:lnTo>
                        <a:lnTo>
                          <a:pt x="0" y="4"/>
                        </a:lnTo>
                        <a:lnTo>
                          <a:pt x="0" y="0"/>
                        </a:lnTo>
                        <a:lnTo>
                          <a:pt x="4" y="3"/>
                        </a:lnTo>
                        <a:lnTo>
                          <a:pt x="7" y="4"/>
                        </a:lnTo>
                        <a:lnTo>
                          <a:pt x="11" y="5"/>
                        </a:lnTo>
                        <a:lnTo>
                          <a:pt x="15" y="8"/>
                        </a:lnTo>
                        <a:lnTo>
                          <a:pt x="18" y="10"/>
                        </a:lnTo>
                        <a:lnTo>
                          <a:pt x="22" y="11"/>
                        </a:lnTo>
                        <a:lnTo>
                          <a:pt x="26" y="14"/>
                        </a:lnTo>
                        <a:lnTo>
                          <a:pt x="29" y="16"/>
                        </a:lnTo>
                        <a:lnTo>
                          <a:pt x="33" y="19"/>
                        </a:lnTo>
                        <a:lnTo>
                          <a:pt x="37" y="21"/>
                        </a:lnTo>
                        <a:lnTo>
                          <a:pt x="41" y="24"/>
                        </a:lnTo>
                        <a:lnTo>
                          <a:pt x="44" y="26"/>
                        </a:lnTo>
                        <a:lnTo>
                          <a:pt x="48" y="29"/>
                        </a:lnTo>
                        <a:lnTo>
                          <a:pt x="52" y="30"/>
                        </a:lnTo>
                        <a:lnTo>
                          <a:pt x="55" y="32"/>
                        </a:lnTo>
                        <a:lnTo>
                          <a:pt x="59"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1" name="Freeform 876"/>
                  <p:cNvSpPr>
                    <a:spLocks/>
                  </p:cNvSpPr>
                  <p:nvPr/>
                </p:nvSpPr>
                <p:spPr bwMode="auto">
                  <a:xfrm>
                    <a:off x="4422" y="3566"/>
                    <a:ext cx="17" cy="11"/>
                  </a:xfrm>
                  <a:custGeom>
                    <a:avLst/>
                    <a:gdLst>
                      <a:gd name="T0" fmla="*/ 2 w 33"/>
                      <a:gd name="T1" fmla="*/ 0 h 24"/>
                      <a:gd name="T2" fmla="*/ 1 w 33"/>
                      <a:gd name="T3" fmla="*/ 0 h 24"/>
                      <a:gd name="T4" fmla="*/ 1 w 33"/>
                      <a:gd name="T5" fmla="*/ 0 h 24"/>
                      <a:gd name="T6" fmla="*/ 1 w 33"/>
                      <a:gd name="T7" fmla="*/ 0 h 24"/>
                      <a:gd name="T8" fmla="*/ 1 w 33"/>
                      <a:gd name="T9" fmla="*/ 0 h 24"/>
                      <a:gd name="T10" fmla="*/ 1 w 33"/>
                      <a:gd name="T11" fmla="*/ 0 h 24"/>
                      <a:gd name="T12" fmla="*/ 1 w 33"/>
                      <a:gd name="T13" fmla="*/ 0 h 24"/>
                      <a:gd name="T14" fmla="*/ 1 w 33"/>
                      <a:gd name="T15" fmla="*/ 0 h 24"/>
                      <a:gd name="T16" fmla="*/ 1 w 33"/>
                      <a:gd name="T17" fmla="*/ 0 h 24"/>
                      <a:gd name="T18" fmla="*/ 1 w 33"/>
                      <a:gd name="T19" fmla="*/ 0 h 24"/>
                      <a:gd name="T20" fmla="*/ 1 w 33"/>
                      <a:gd name="T21" fmla="*/ 0 h 24"/>
                      <a:gd name="T22" fmla="*/ 1 w 33"/>
                      <a:gd name="T23" fmla="*/ 0 h 24"/>
                      <a:gd name="T24" fmla="*/ 1 w 33"/>
                      <a:gd name="T25" fmla="*/ 0 h 24"/>
                      <a:gd name="T26" fmla="*/ 1 w 33"/>
                      <a:gd name="T27" fmla="*/ 0 h 24"/>
                      <a:gd name="T28" fmla="*/ 1 w 33"/>
                      <a:gd name="T29" fmla="*/ 0 h 24"/>
                      <a:gd name="T30" fmla="*/ 0 w 33"/>
                      <a:gd name="T31" fmla="*/ 0 h 24"/>
                      <a:gd name="T32" fmla="*/ 1 w 33"/>
                      <a:gd name="T33" fmla="*/ 0 h 24"/>
                      <a:gd name="T34" fmla="*/ 1 w 33"/>
                      <a:gd name="T35" fmla="*/ 0 h 24"/>
                      <a:gd name="T36" fmla="*/ 1 w 33"/>
                      <a:gd name="T37" fmla="*/ 0 h 24"/>
                      <a:gd name="T38" fmla="*/ 1 w 33"/>
                      <a:gd name="T39" fmla="*/ 0 h 24"/>
                      <a:gd name="T40" fmla="*/ 1 w 33"/>
                      <a:gd name="T41" fmla="*/ 0 h 24"/>
                      <a:gd name="T42" fmla="*/ 1 w 33"/>
                      <a:gd name="T43" fmla="*/ 0 h 24"/>
                      <a:gd name="T44" fmla="*/ 1 w 33"/>
                      <a:gd name="T45" fmla="*/ 0 h 24"/>
                      <a:gd name="T46" fmla="*/ 1 w 33"/>
                      <a:gd name="T47" fmla="*/ 0 h 24"/>
                      <a:gd name="T48" fmla="*/ 1 w 33"/>
                      <a:gd name="T49" fmla="*/ 0 h 24"/>
                      <a:gd name="T50" fmla="*/ 1 w 33"/>
                      <a:gd name="T51" fmla="*/ 0 h 24"/>
                      <a:gd name="T52" fmla="*/ 1 w 33"/>
                      <a:gd name="T53" fmla="*/ 0 h 24"/>
                      <a:gd name="T54" fmla="*/ 1 w 33"/>
                      <a:gd name="T55" fmla="*/ 0 h 24"/>
                      <a:gd name="T56" fmla="*/ 1 w 33"/>
                      <a:gd name="T57" fmla="*/ 0 h 24"/>
                      <a:gd name="T58" fmla="*/ 1 w 33"/>
                      <a:gd name="T59" fmla="*/ 0 h 24"/>
                      <a:gd name="T60" fmla="*/ 1 w 33"/>
                      <a:gd name="T61" fmla="*/ 0 h 24"/>
                      <a:gd name="T62" fmla="*/ 2 w 33"/>
                      <a:gd name="T63" fmla="*/ 0 h 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3"/>
                      <a:gd name="T97" fmla="*/ 0 h 24"/>
                      <a:gd name="T98" fmla="*/ 33 w 33"/>
                      <a:gd name="T99" fmla="*/ 24 h 2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3" h="24">
                        <a:moveTo>
                          <a:pt x="33" y="23"/>
                        </a:moveTo>
                        <a:lnTo>
                          <a:pt x="32" y="20"/>
                        </a:lnTo>
                        <a:lnTo>
                          <a:pt x="31" y="19"/>
                        </a:lnTo>
                        <a:lnTo>
                          <a:pt x="28" y="18"/>
                        </a:lnTo>
                        <a:lnTo>
                          <a:pt x="26" y="16"/>
                        </a:lnTo>
                        <a:lnTo>
                          <a:pt x="23" y="15"/>
                        </a:lnTo>
                        <a:lnTo>
                          <a:pt x="18" y="10"/>
                        </a:lnTo>
                        <a:lnTo>
                          <a:pt x="16" y="10"/>
                        </a:lnTo>
                        <a:lnTo>
                          <a:pt x="13" y="8"/>
                        </a:lnTo>
                        <a:lnTo>
                          <a:pt x="11" y="7"/>
                        </a:lnTo>
                        <a:lnTo>
                          <a:pt x="10" y="5"/>
                        </a:lnTo>
                        <a:lnTo>
                          <a:pt x="7" y="4"/>
                        </a:lnTo>
                        <a:lnTo>
                          <a:pt x="5" y="3"/>
                        </a:lnTo>
                        <a:lnTo>
                          <a:pt x="3" y="2"/>
                        </a:lnTo>
                        <a:lnTo>
                          <a:pt x="1" y="0"/>
                        </a:lnTo>
                        <a:lnTo>
                          <a:pt x="0" y="3"/>
                        </a:lnTo>
                        <a:lnTo>
                          <a:pt x="2" y="4"/>
                        </a:lnTo>
                        <a:lnTo>
                          <a:pt x="5" y="5"/>
                        </a:lnTo>
                        <a:lnTo>
                          <a:pt x="6" y="7"/>
                        </a:lnTo>
                        <a:lnTo>
                          <a:pt x="8" y="8"/>
                        </a:lnTo>
                        <a:lnTo>
                          <a:pt x="10" y="9"/>
                        </a:lnTo>
                        <a:lnTo>
                          <a:pt x="12" y="10"/>
                        </a:lnTo>
                        <a:lnTo>
                          <a:pt x="15" y="12"/>
                        </a:lnTo>
                        <a:lnTo>
                          <a:pt x="17" y="13"/>
                        </a:lnTo>
                        <a:lnTo>
                          <a:pt x="18" y="14"/>
                        </a:lnTo>
                        <a:lnTo>
                          <a:pt x="21" y="15"/>
                        </a:lnTo>
                        <a:lnTo>
                          <a:pt x="22" y="16"/>
                        </a:lnTo>
                        <a:lnTo>
                          <a:pt x="24" y="18"/>
                        </a:lnTo>
                        <a:lnTo>
                          <a:pt x="28" y="21"/>
                        </a:lnTo>
                        <a:lnTo>
                          <a:pt x="31" y="23"/>
                        </a:lnTo>
                        <a:lnTo>
                          <a:pt x="32" y="24"/>
                        </a:lnTo>
                        <a:lnTo>
                          <a:pt x="33"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2" name="Freeform 877"/>
                  <p:cNvSpPr>
                    <a:spLocks/>
                  </p:cNvSpPr>
                  <p:nvPr/>
                </p:nvSpPr>
                <p:spPr bwMode="auto">
                  <a:xfrm>
                    <a:off x="4438" y="3577"/>
                    <a:ext cx="31" cy="23"/>
                  </a:xfrm>
                  <a:custGeom>
                    <a:avLst/>
                    <a:gdLst>
                      <a:gd name="T0" fmla="*/ 2 w 61"/>
                      <a:gd name="T1" fmla="*/ 2 h 46"/>
                      <a:gd name="T2" fmla="*/ 2 w 61"/>
                      <a:gd name="T3" fmla="*/ 2 h 46"/>
                      <a:gd name="T4" fmla="*/ 2 w 61"/>
                      <a:gd name="T5" fmla="*/ 2 h 46"/>
                      <a:gd name="T6" fmla="*/ 2 w 61"/>
                      <a:gd name="T7" fmla="*/ 2 h 46"/>
                      <a:gd name="T8" fmla="*/ 2 w 61"/>
                      <a:gd name="T9" fmla="*/ 2 h 46"/>
                      <a:gd name="T10" fmla="*/ 2 w 61"/>
                      <a:gd name="T11" fmla="*/ 2 h 46"/>
                      <a:gd name="T12" fmla="*/ 2 w 61"/>
                      <a:gd name="T13" fmla="*/ 1 h 46"/>
                      <a:gd name="T14" fmla="*/ 2 w 61"/>
                      <a:gd name="T15" fmla="*/ 1 h 46"/>
                      <a:gd name="T16" fmla="*/ 1 w 61"/>
                      <a:gd name="T17" fmla="*/ 1 h 46"/>
                      <a:gd name="T18" fmla="*/ 1 w 61"/>
                      <a:gd name="T19" fmla="*/ 1 h 46"/>
                      <a:gd name="T20" fmla="*/ 1 w 61"/>
                      <a:gd name="T21" fmla="*/ 1 h 46"/>
                      <a:gd name="T22" fmla="*/ 1 w 61"/>
                      <a:gd name="T23" fmla="*/ 1 h 46"/>
                      <a:gd name="T24" fmla="*/ 1 w 61"/>
                      <a:gd name="T25" fmla="*/ 1 h 46"/>
                      <a:gd name="T26" fmla="*/ 1 w 61"/>
                      <a:gd name="T27" fmla="*/ 1 h 46"/>
                      <a:gd name="T28" fmla="*/ 1 w 61"/>
                      <a:gd name="T29" fmla="*/ 1 h 46"/>
                      <a:gd name="T30" fmla="*/ 1 w 61"/>
                      <a:gd name="T31" fmla="*/ 1 h 46"/>
                      <a:gd name="T32" fmla="*/ 1 w 61"/>
                      <a:gd name="T33" fmla="*/ 0 h 46"/>
                      <a:gd name="T34" fmla="*/ 0 w 61"/>
                      <a:gd name="T35" fmla="*/ 1 h 46"/>
                      <a:gd name="T36" fmla="*/ 1 w 61"/>
                      <a:gd name="T37" fmla="*/ 1 h 46"/>
                      <a:gd name="T38" fmla="*/ 1 w 61"/>
                      <a:gd name="T39" fmla="*/ 1 h 46"/>
                      <a:gd name="T40" fmla="*/ 1 w 61"/>
                      <a:gd name="T41" fmla="*/ 1 h 46"/>
                      <a:gd name="T42" fmla="*/ 1 w 61"/>
                      <a:gd name="T43" fmla="*/ 1 h 46"/>
                      <a:gd name="T44" fmla="*/ 1 w 61"/>
                      <a:gd name="T45" fmla="*/ 1 h 46"/>
                      <a:gd name="T46" fmla="*/ 1 w 61"/>
                      <a:gd name="T47" fmla="*/ 1 h 46"/>
                      <a:gd name="T48" fmla="*/ 1 w 61"/>
                      <a:gd name="T49" fmla="*/ 1 h 46"/>
                      <a:gd name="T50" fmla="*/ 1 w 61"/>
                      <a:gd name="T51" fmla="*/ 1 h 46"/>
                      <a:gd name="T52" fmla="*/ 2 w 61"/>
                      <a:gd name="T53" fmla="*/ 1 h 46"/>
                      <a:gd name="T54" fmla="*/ 2 w 61"/>
                      <a:gd name="T55" fmla="*/ 1 h 46"/>
                      <a:gd name="T56" fmla="*/ 2 w 61"/>
                      <a:gd name="T57" fmla="*/ 2 h 46"/>
                      <a:gd name="T58" fmla="*/ 2 w 61"/>
                      <a:gd name="T59" fmla="*/ 2 h 46"/>
                      <a:gd name="T60" fmla="*/ 2 w 61"/>
                      <a:gd name="T61" fmla="*/ 2 h 46"/>
                      <a:gd name="T62" fmla="*/ 2 w 61"/>
                      <a:gd name="T63" fmla="*/ 2 h 46"/>
                      <a:gd name="T64" fmla="*/ 2 w 61"/>
                      <a:gd name="T65" fmla="*/ 2 h 46"/>
                      <a:gd name="T66" fmla="*/ 2 w 61"/>
                      <a:gd name="T67" fmla="*/ 2 h 46"/>
                      <a:gd name="T68" fmla="*/ 2 w 61"/>
                      <a:gd name="T69" fmla="*/ 2 h 46"/>
                      <a:gd name="T70" fmla="*/ 2 w 61"/>
                      <a:gd name="T71" fmla="*/ 2 h 46"/>
                      <a:gd name="T72" fmla="*/ 2 w 61"/>
                      <a:gd name="T73" fmla="*/ 2 h 46"/>
                      <a:gd name="T74" fmla="*/ 2 w 61"/>
                      <a:gd name="T75" fmla="*/ 2 h 4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1"/>
                      <a:gd name="T115" fmla="*/ 0 h 46"/>
                      <a:gd name="T116" fmla="*/ 61 w 61"/>
                      <a:gd name="T117" fmla="*/ 46 h 4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1" h="46">
                        <a:moveTo>
                          <a:pt x="58" y="46"/>
                        </a:moveTo>
                        <a:lnTo>
                          <a:pt x="59" y="44"/>
                        </a:lnTo>
                        <a:lnTo>
                          <a:pt x="55" y="42"/>
                        </a:lnTo>
                        <a:lnTo>
                          <a:pt x="52" y="39"/>
                        </a:lnTo>
                        <a:lnTo>
                          <a:pt x="48" y="35"/>
                        </a:lnTo>
                        <a:lnTo>
                          <a:pt x="44" y="33"/>
                        </a:lnTo>
                        <a:lnTo>
                          <a:pt x="40" y="30"/>
                        </a:lnTo>
                        <a:lnTo>
                          <a:pt x="34" y="24"/>
                        </a:lnTo>
                        <a:lnTo>
                          <a:pt x="31" y="22"/>
                        </a:lnTo>
                        <a:lnTo>
                          <a:pt x="27" y="19"/>
                        </a:lnTo>
                        <a:lnTo>
                          <a:pt x="23" y="16"/>
                        </a:lnTo>
                        <a:lnTo>
                          <a:pt x="20" y="13"/>
                        </a:lnTo>
                        <a:lnTo>
                          <a:pt x="16" y="11"/>
                        </a:lnTo>
                        <a:lnTo>
                          <a:pt x="12" y="7"/>
                        </a:lnTo>
                        <a:lnTo>
                          <a:pt x="8" y="5"/>
                        </a:lnTo>
                        <a:lnTo>
                          <a:pt x="5" y="2"/>
                        </a:lnTo>
                        <a:lnTo>
                          <a:pt x="1" y="0"/>
                        </a:lnTo>
                        <a:lnTo>
                          <a:pt x="0" y="1"/>
                        </a:lnTo>
                        <a:lnTo>
                          <a:pt x="4" y="3"/>
                        </a:lnTo>
                        <a:lnTo>
                          <a:pt x="7" y="7"/>
                        </a:lnTo>
                        <a:lnTo>
                          <a:pt x="11" y="10"/>
                        </a:lnTo>
                        <a:lnTo>
                          <a:pt x="15" y="12"/>
                        </a:lnTo>
                        <a:lnTo>
                          <a:pt x="18" y="16"/>
                        </a:lnTo>
                        <a:lnTo>
                          <a:pt x="22" y="18"/>
                        </a:lnTo>
                        <a:lnTo>
                          <a:pt x="26" y="21"/>
                        </a:lnTo>
                        <a:lnTo>
                          <a:pt x="32" y="27"/>
                        </a:lnTo>
                        <a:lnTo>
                          <a:pt x="36" y="29"/>
                        </a:lnTo>
                        <a:lnTo>
                          <a:pt x="39" y="32"/>
                        </a:lnTo>
                        <a:lnTo>
                          <a:pt x="43" y="34"/>
                        </a:lnTo>
                        <a:lnTo>
                          <a:pt x="47" y="38"/>
                        </a:lnTo>
                        <a:lnTo>
                          <a:pt x="50" y="40"/>
                        </a:lnTo>
                        <a:lnTo>
                          <a:pt x="54" y="43"/>
                        </a:lnTo>
                        <a:lnTo>
                          <a:pt x="56" y="46"/>
                        </a:lnTo>
                        <a:lnTo>
                          <a:pt x="58" y="44"/>
                        </a:lnTo>
                        <a:lnTo>
                          <a:pt x="58" y="46"/>
                        </a:lnTo>
                        <a:lnTo>
                          <a:pt x="61" y="46"/>
                        </a:lnTo>
                        <a:lnTo>
                          <a:pt x="59" y="44"/>
                        </a:lnTo>
                        <a:lnTo>
                          <a:pt x="58" y="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3" name="Freeform 878"/>
                  <p:cNvSpPr>
                    <a:spLocks/>
                  </p:cNvSpPr>
                  <p:nvPr/>
                </p:nvSpPr>
                <p:spPr bwMode="auto">
                  <a:xfrm>
                    <a:off x="4456" y="3593"/>
                    <a:ext cx="11" cy="7"/>
                  </a:xfrm>
                  <a:custGeom>
                    <a:avLst/>
                    <a:gdLst>
                      <a:gd name="T0" fmla="*/ 0 w 22"/>
                      <a:gd name="T1" fmla="*/ 1 h 14"/>
                      <a:gd name="T2" fmla="*/ 1 w 22"/>
                      <a:gd name="T3" fmla="*/ 1 h 14"/>
                      <a:gd name="T4" fmla="*/ 1 w 22"/>
                      <a:gd name="T5" fmla="*/ 1 h 14"/>
                      <a:gd name="T6" fmla="*/ 1 w 22"/>
                      <a:gd name="T7" fmla="*/ 1 h 14"/>
                      <a:gd name="T8" fmla="*/ 1 w 22"/>
                      <a:gd name="T9" fmla="*/ 1 h 14"/>
                      <a:gd name="T10" fmla="*/ 1 w 22"/>
                      <a:gd name="T11" fmla="*/ 1 h 14"/>
                      <a:gd name="T12" fmla="*/ 1 w 22"/>
                      <a:gd name="T13" fmla="*/ 1 h 14"/>
                      <a:gd name="T14" fmla="*/ 1 w 22"/>
                      <a:gd name="T15" fmla="*/ 1 h 14"/>
                      <a:gd name="T16" fmla="*/ 1 w 22"/>
                      <a:gd name="T17" fmla="*/ 1 h 14"/>
                      <a:gd name="T18" fmla="*/ 1 w 22"/>
                      <a:gd name="T19" fmla="*/ 1 h 14"/>
                      <a:gd name="T20" fmla="*/ 1 w 22"/>
                      <a:gd name="T21" fmla="*/ 1 h 14"/>
                      <a:gd name="T22" fmla="*/ 1 w 22"/>
                      <a:gd name="T23" fmla="*/ 1 h 14"/>
                      <a:gd name="T24" fmla="*/ 1 w 22"/>
                      <a:gd name="T25" fmla="*/ 0 h 14"/>
                      <a:gd name="T26" fmla="*/ 0 w 22"/>
                      <a:gd name="T27" fmla="*/ 1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2"/>
                      <a:gd name="T43" fmla="*/ 0 h 14"/>
                      <a:gd name="T44" fmla="*/ 22 w 22"/>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2" h="14">
                        <a:moveTo>
                          <a:pt x="0" y="1"/>
                        </a:moveTo>
                        <a:lnTo>
                          <a:pt x="2" y="2"/>
                        </a:lnTo>
                        <a:lnTo>
                          <a:pt x="12" y="12"/>
                        </a:lnTo>
                        <a:lnTo>
                          <a:pt x="16" y="13"/>
                        </a:lnTo>
                        <a:lnTo>
                          <a:pt x="18" y="14"/>
                        </a:lnTo>
                        <a:lnTo>
                          <a:pt x="22" y="14"/>
                        </a:lnTo>
                        <a:lnTo>
                          <a:pt x="22" y="12"/>
                        </a:lnTo>
                        <a:lnTo>
                          <a:pt x="19" y="12"/>
                        </a:lnTo>
                        <a:lnTo>
                          <a:pt x="17" y="11"/>
                        </a:lnTo>
                        <a:lnTo>
                          <a:pt x="13" y="10"/>
                        </a:lnTo>
                        <a:lnTo>
                          <a:pt x="11" y="8"/>
                        </a:lnTo>
                        <a:lnTo>
                          <a:pt x="3" y="1"/>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4" name="Freeform 879"/>
                  <p:cNvSpPr>
                    <a:spLocks/>
                  </p:cNvSpPr>
                  <p:nvPr/>
                </p:nvSpPr>
                <p:spPr bwMode="auto">
                  <a:xfrm>
                    <a:off x="4434" y="3576"/>
                    <a:ext cx="23" cy="17"/>
                  </a:xfrm>
                  <a:custGeom>
                    <a:avLst/>
                    <a:gdLst>
                      <a:gd name="T0" fmla="*/ 0 w 46"/>
                      <a:gd name="T1" fmla="*/ 0 h 36"/>
                      <a:gd name="T2" fmla="*/ 1 w 46"/>
                      <a:gd name="T3" fmla="*/ 0 h 36"/>
                      <a:gd name="T4" fmla="*/ 1 w 46"/>
                      <a:gd name="T5" fmla="*/ 0 h 36"/>
                      <a:gd name="T6" fmla="*/ 1 w 46"/>
                      <a:gd name="T7" fmla="*/ 0 h 36"/>
                      <a:gd name="T8" fmla="*/ 1 w 46"/>
                      <a:gd name="T9" fmla="*/ 0 h 36"/>
                      <a:gd name="T10" fmla="*/ 1 w 46"/>
                      <a:gd name="T11" fmla="*/ 0 h 36"/>
                      <a:gd name="T12" fmla="*/ 1 w 46"/>
                      <a:gd name="T13" fmla="*/ 0 h 36"/>
                      <a:gd name="T14" fmla="*/ 1 w 46"/>
                      <a:gd name="T15" fmla="*/ 0 h 36"/>
                      <a:gd name="T16" fmla="*/ 1 w 46"/>
                      <a:gd name="T17" fmla="*/ 0 h 36"/>
                      <a:gd name="T18" fmla="*/ 1 w 46"/>
                      <a:gd name="T19" fmla="*/ 0 h 36"/>
                      <a:gd name="T20" fmla="*/ 1 w 46"/>
                      <a:gd name="T21" fmla="*/ 0 h 36"/>
                      <a:gd name="T22" fmla="*/ 2 w 46"/>
                      <a:gd name="T23" fmla="*/ 0 h 36"/>
                      <a:gd name="T24" fmla="*/ 2 w 46"/>
                      <a:gd name="T25" fmla="*/ 1 h 36"/>
                      <a:gd name="T26" fmla="*/ 2 w 46"/>
                      <a:gd name="T27" fmla="*/ 1 h 36"/>
                      <a:gd name="T28" fmla="*/ 2 w 46"/>
                      <a:gd name="T29" fmla="*/ 1 h 36"/>
                      <a:gd name="T30" fmla="*/ 2 w 46"/>
                      <a:gd name="T31" fmla="*/ 0 h 36"/>
                      <a:gd name="T32" fmla="*/ 2 w 46"/>
                      <a:gd name="T33" fmla="*/ 0 h 36"/>
                      <a:gd name="T34" fmla="*/ 2 w 46"/>
                      <a:gd name="T35" fmla="*/ 0 h 36"/>
                      <a:gd name="T36" fmla="*/ 1 w 46"/>
                      <a:gd name="T37" fmla="*/ 0 h 36"/>
                      <a:gd name="T38" fmla="*/ 1 w 46"/>
                      <a:gd name="T39" fmla="*/ 0 h 36"/>
                      <a:gd name="T40" fmla="*/ 1 w 46"/>
                      <a:gd name="T41" fmla="*/ 0 h 36"/>
                      <a:gd name="T42" fmla="*/ 1 w 46"/>
                      <a:gd name="T43" fmla="*/ 0 h 36"/>
                      <a:gd name="T44" fmla="*/ 1 w 46"/>
                      <a:gd name="T45" fmla="*/ 0 h 36"/>
                      <a:gd name="T46" fmla="*/ 1 w 46"/>
                      <a:gd name="T47" fmla="*/ 0 h 36"/>
                      <a:gd name="T48" fmla="*/ 1 w 46"/>
                      <a:gd name="T49" fmla="*/ 0 h 36"/>
                      <a:gd name="T50" fmla="*/ 1 w 46"/>
                      <a:gd name="T51" fmla="*/ 0 h 36"/>
                      <a:gd name="T52" fmla="*/ 0 w 46"/>
                      <a:gd name="T53" fmla="*/ 0 h 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6"/>
                      <a:gd name="T82" fmla="*/ 0 h 36"/>
                      <a:gd name="T83" fmla="*/ 46 w 46"/>
                      <a:gd name="T84" fmla="*/ 36 h 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6" h="36">
                        <a:moveTo>
                          <a:pt x="0" y="1"/>
                        </a:moveTo>
                        <a:lnTo>
                          <a:pt x="3" y="4"/>
                        </a:lnTo>
                        <a:lnTo>
                          <a:pt x="6" y="6"/>
                        </a:lnTo>
                        <a:lnTo>
                          <a:pt x="9" y="9"/>
                        </a:lnTo>
                        <a:lnTo>
                          <a:pt x="11" y="10"/>
                        </a:lnTo>
                        <a:lnTo>
                          <a:pt x="16" y="15"/>
                        </a:lnTo>
                        <a:lnTo>
                          <a:pt x="20" y="17"/>
                        </a:lnTo>
                        <a:lnTo>
                          <a:pt x="22" y="19"/>
                        </a:lnTo>
                        <a:lnTo>
                          <a:pt x="25" y="21"/>
                        </a:lnTo>
                        <a:lnTo>
                          <a:pt x="29" y="24"/>
                        </a:lnTo>
                        <a:lnTo>
                          <a:pt x="31" y="25"/>
                        </a:lnTo>
                        <a:lnTo>
                          <a:pt x="38" y="32"/>
                        </a:lnTo>
                        <a:lnTo>
                          <a:pt x="42" y="33"/>
                        </a:lnTo>
                        <a:lnTo>
                          <a:pt x="45" y="36"/>
                        </a:lnTo>
                        <a:lnTo>
                          <a:pt x="46" y="35"/>
                        </a:lnTo>
                        <a:lnTo>
                          <a:pt x="41" y="30"/>
                        </a:lnTo>
                        <a:lnTo>
                          <a:pt x="37" y="27"/>
                        </a:lnTo>
                        <a:lnTo>
                          <a:pt x="35" y="26"/>
                        </a:lnTo>
                        <a:lnTo>
                          <a:pt x="27" y="19"/>
                        </a:lnTo>
                        <a:lnTo>
                          <a:pt x="24" y="17"/>
                        </a:lnTo>
                        <a:lnTo>
                          <a:pt x="19" y="13"/>
                        </a:lnTo>
                        <a:lnTo>
                          <a:pt x="15" y="10"/>
                        </a:lnTo>
                        <a:lnTo>
                          <a:pt x="13" y="9"/>
                        </a:lnTo>
                        <a:lnTo>
                          <a:pt x="8" y="4"/>
                        </a:lnTo>
                        <a:lnTo>
                          <a:pt x="5" y="3"/>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5" name="Freeform 880"/>
                  <p:cNvSpPr>
                    <a:spLocks/>
                  </p:cNvSpPr>
                  <p:nvPr/>
                </p:nvSpPr>
                <p:spPr bwMode="auto">
                  <a:xfrm>
                    <a:off x="4414" y="3562"/>
                    <a:ext cx="21" cy="14"/>
                  </a:xfrm>
                  <a:custGeom>
                    <a:avLst/>
                    <a:gdLst>
                      <a:gd name="T0" fmla="*/ 0 w 41"/>
                      <a:gd name="T1" fmla="*/ 1 h 28"/>
                      <a:gd name="T2" fmla="*/ 1 w 41"/>
                      <a:gd name="T3" fmla="*/ 1 h 28"/>
                      <a:gd name="T4" fmla="*/ 1 w 41"/>
                      <a:gd name="T5" fmla="*/ 1 h 28"/>
                      <a:gd name="T6" fmla="*/ 1 w 41"/>
                      <a:gd name="T7" fmla="*/ 1 h 28"/>
                      <a:gd name="T8" fmla="*/ 1 w 41"/>
                      <a:gd name="T9" fmla="*/ 1 h 28"/>
                      <a:gd name="T10" fmla="*/ 1 w 41"/>
                      <a:gd name="T11" fmla="*/ 1 h 28"/>
                      <a:gd name="T12" fmla="*/ 1 w 41"/>
                      <a:gd name="T13" fmla="*/ 1 h 28"/>
                      <a:gd name="T14" fmla="*/ 1 w 41"/>
                      <a:gd name="T15" fmla="*/ 1 h 28"/>
                      <a:gd name="T16" fmla="*/ 1 w 41"/>
                      <a:gd name="T17" fmla="*/ 1 h 28"/>
                      <a:gd name="T18" fmla="*/ 1 w 41"/>
                      <a:gd name="T19" fmla="*/ 1 h 28"/>
                      <a:gd name="T20" fmla="*/ 1 w 41"/>
                      <a:gd name="T21" fmla="*/ 1 h 28"/>
                      <a:gd name="T22" fmla="*/ 1 w 41"/>
                      <a:gd name="T23" fmla="*/ 1 h 28"/>
                      <a:gd name="T24" fmla="*/ 1 w 41"/>
                      <a:gd name="T25" fmla="*/ 1 h 28"/>
                      <a:gd name="T26" fmla="*/ 2 w 41"/>
                      <a:gd name="T27" fmla="*/ 1 h 28"/>
                      <a:gd name="T28" fmla="*/ 2 w 41"/>
                      <a:gd name="T29" fmla="*/ 1 h 28"/>
                      <a:gd name="T30" fmla="*/ 2 w 41"/>
                      <a:gd name="T31" fmla="*/ 1 h 28"/>
                      <a:gd name="T32" fmla="*/ 2 w 41"/>
                      <a:gd name="T33" fmla="*/ 1 h 28"/>
                      <a:gd name="T34" fmla="*/ 2 w 41"/>
                      <a:gd name="T35" fmla="*/ 1 h 28"/>
                      <a:gd name="T36" fmla="*/ 2 w 41"/>
                      <a:gd name="T37" fmla="*/ 1 h 28"/>
                      <a:gd name="T38" fmla="*/ 2 w 41"/>
                      <a:gd name="T39" fmla="*/ 1 h 28"/>
                      <a:gd name="T40" fmla="*/ 1 w 41"/>
                      <a:gd name="T41" fmla="*/ 1 h 28"/>
                      <a:gd name="T42" fmla="*/ 1 w 41"/>
                      <a:gd name="T43" fmla="*/ 1 h 28"/>
                      <a:gd name="T44" fmla="*/ 1 w 41"/>
                      <a:gd name="T45" fmla="*/ 1 h 28"/>
                      <a:gd name="T46" fmla="*/ 1 w 41"/>
                      <a:gd name="T47" fmla="*/ 1 h 28"/>
                      <a:gd name="T48" fmla="*/ 1 w 41"/>
                      <a:gd name="T49" fmla="*/ 1 h 28"/>
                      <a:gd name="T50" fmla="*/ 1 w 41"/>
                      <a:gd name="T51" fmla="*/ 1 h 28"/>
                      <a:gd name="T52" fmla="*/ 1 w 41"/>
                      <a:gd name="T53" fmla="*/ 1 h 28"/>
                      <a:gd name="T54" fmla="*/ 1 w 41"/>
                      <a:gd name="T55" fmla="*/ 1 h 28"/>
                      <a:gd name="T56" fmla="*/ 1 w 41"/>
                      <a:gd name="T57" fmla="*/ 1 h 28"/>
                      <a:gd name="T58" fmla="*/ 1 w 41"/>
                      <a:gd name="T59" fmla="*/ 1 h 28"/>
                      <a:gd name="T60" fmla="*/ 1 w 41"/>
                      <a:gd name="T61" fmla="*/ 1 h 28"/>
                      <a:gd name="T62" fmla="*/ 1 w 41"/>
                      <a:gd name="T63" fmla="*/ 1 h 28"/>
                      <a:gd name="T64" fmla="*/ 1 w 41"/>
                      <a:gd name="T65" fmla="*/ 0 h 28"/>
                      <a:gd name="T66" fmla="*/ 0 w 41"/>
                      <a:gd name="T67" fmla="*/ 1 h 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1"/>
                      <a:gd name="T103" fmla="*/ 0 h 28"/>
                      <a:gd name="T104" fmla="*/ 41 w 41"/>
                      <a:gd name="T105" fmla="*/ 28 h 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1" h="28">
                        <a:moveTo>
                          <a:pt x="0" y="3"/>
                        </a:moveTo>
                        <a:lnTo>
                          <a:pt x="2" y="4"/>
                        </a:lnTo>
                        <a:lnTo>
                          <a:pt x="4" y="6"/>
                        </a:lnTo>
                        <a:lnTo>
                          <a:pt x="7" y="7"/>
                        </a:lnTo>
                        <a:lnTo>
                          <a:pt x="9" y="9"/>
                        </a:lnTo>
                        <a:lnTo>
                          <a:pt x="13" y="10"/>
                        </a:lnTo>
                        <a:lnTo>
                          <a:pt x="16" y="12"/>
                        </a:lnTo>
                        <a:lnTo>
                          <a:pt x="18" y="14"/>
                        </a:lnTo>
                        <a:lnTo>
                          <a:pt x="20" y="15"/>
                        </a:lnTo>
                        <a:lnTo>
                          <a:pt x="23" y="17"/>
                        </a:lnTo>
                        <a:lnTo>
                          <a:pt x="25" y="19"/>
                        </a:lnTo>
                        <a:lnTo>
                          <a:pt x="28" y="20"/>
                        </a:lnTo>
                        <a:lnTo>
                          <a:pt x="30" y="22"/>
                        </a:lnTo>
                        <a:lnTo>
                          <a:pt x="34" y="23"/>
                        </a:lnTo>
                        <a:lnTo>
                          <a:pt x="38" y="27"/>
                        </a:lnTo>
                        <a:lnTo>
                          <a:pt x="40" y="28"/>
                        </a:lnTo>
                        <a:lnTo>
                          <a:pt x="41" y="27"/>
                        </a:lnTo>
                        <a:lnTo>
                          <a:pt x="40" y="25"/>
                        </a:lnTo>
                        <a:lnTo>
                          <a:pt x="37" y="23"/>
                        </a:lnTo>
                        <a:lnTo>
                          <a:pt x="35" y="22"/>
                        </a:lnTo>
                        <a:lnTo>
                          <a:pt x="32" y="20"/>
                        </a:lnTo>
                        <a:lnTo>
                          <a:pt x="29" y="19"/>
                        </a:lnTo>
                        <a:lnTo>
                          <a:pt x="27" y="17"/>
                        </a:lnTo>
                        <a:lnTo>
                          <a:pt x="24" y="15"/>
                        </a:lnTo>
                        <a:lnTo>
                          <a:pt x="22" y="14"/>
                        </a:lnTo>
                        <a:lnTo>
                          <a:pt x="19" y="11"/>
                        </a:lnTo>
                        <a:lnTo>
                          <a:pt x="17" y="10"/>
                        </a:lnTo>
                        <a:lnTo>
                          <a:pt x="14" y="9"/>
                        </a:lnTo>
                        <a:lnTo>
                          <a:pt x="11" y="6"/>
                        </a:lnTo>
                        <a:lnTo>
                          <a:pt x="8" y="5"/>
                        </a:lnTo>
                        <a:lnTo>
                          <a:pt x="6" y="4"/>
                        </a:lnTo>
                        <a:lnTo>
                          <a:pt x="3" y="3"/>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6" name="Freeform 881"/>
                  <p:cNvSpPr>
                    <a:spLocks/>
                  </p:cNvSpPr>
                  <p:nvPr/>
                </p:nvSpPr>
                <p:spPr bwMode="auto">
                  <a:xfrm>
                    <a:off x="4393" y="3550"/>
                    <a:ext cx="21" cy="13"/>
                  </a:xfrm>
                  <a:custGeom>
                    <a:avLst/>
                    <a:gdLst>
                      <a:gd name="T0" fmla="*/ 0 w 43"/>
                      <a:gd name="T1" fmla="*/ 1 h 26"/>
                      <a:gd name="T2" fmla="*/ 0 w 43"/>
                      <a:gd name="T3" fmla="*/ 1 h 26"/>
                      <a:gd name="T4" fmla="*/ 0 w 43"/>
                      <a:gd name="T5" fmla="*/ 1 h 26"/>
                      <a:gd name="T6" fmla="*/ 0 w 43"/>
                      <a:gd name="T7" fmla="*/ 1 h 26"/>
                      <a:gd name="T8" fmla="*/ 0 w 43"/>
                      <a:gd name="T9" fmla="*/ 1 h 26"/>
                      <a:gd name="T10" fmla="*/ 0 w 43"/>
                      <a:gd name="T11" fmla="*/ 1 h 26"/>
                      <a:gd name="T12" fmla="*/ 0 w 43"/>
                      <a:gd name="T13" fmla="*/ 1 h 26"/>
                      <a:gd name="T14" fmla="*/ 0 w 43"/>
                      <a:gd name="T15" fmla="*/ 1 h 26"/>
                      <a:gd name="T16" fmla="*/ 0 w 43"/>
                      <a:gd name="T17" fmla="*/ 1 h 26"/>
                      <a:gd name="T18" fmla="*/ 0 w 43"/>
                      <a:gd name="T19" fmla="*/ 1 h 26"/>
                      <a:gd name="T20" fmla="*/ 0 w 43"/>
                      <a:gd name="T21" fmla="*/ 1 h 26"/>
                      <a:gd name="T22" fmla="*/ 0 w 43"/>
                      <a:gd name="T23" fmla="*/ 1 h 26"/>
                      <a:gd name="T24" fmla="*/ 1 w 43"/>
                      <a:gd name="T25" fmla="*/ 1 h 26"/>
                      <a:gd name="T26" fmla="*/ 1 w 43"/>
                      <a:gd name="T27" fmla="*/ 1 h 26"/>
                      <a:gd name="T28" fmla="*/ 1 w 43"/>
                      <a:gd name="T29" fmla="*/ 1 h 26"/>
                      <a:gd name="T30" fmla="*/ 1 w 43"/>
                      <a:gd name="T31" fmla="*/ 1 h 26"/>
                      <a:gd name="T32" fmla="*/ 1 w 43"/>
                      <a:gd name="T33" fmla="*/ 1 h 26"/>
                      <a:gd name="T34" fmla="*/ 1 w 43"/>
                      <a:gd name="T35" fmla="*/ 1 h 26"/>
                      <a:gd name="T36" fmla="*/ 1 w 43"/>
                      <a:gd name="T37" fmla="*/ 1 h 26"/>
                      <a:gd name="T38" fmla="*/ 1 w 43"/>
                      <a:gd name="T39" fmla="*/ 1 h 26"/>
                      <a:gd name="T40" fmla="*/ 1 w 43"/>
                      <a:gd name="T41" fmla="*/ 1 h 26"/>
                      <a:gd name="T42" fmla="*/ 1 w 43"/>
                      <a:gd name="T43" fmla="*/ 1 h 26"/>
                      <a:gd name="T44" fmla="*/ 0 w 43"/>
                      <a:gd name="T45" fmla="*/ 1 h 26"/>
                      <a:gd name="T46" fmla="*/ 0 w 43"/>
                      <a:gd name="T47" fmla="*/ 1 h 26"/>
                      <a:gd name="T48" fmla="*/ 0 w 43"/>
                      <a:gd name="T49" fmla="*/ 1 h 26"/>
                      <a:gd name="T50" fmla="*/ 0 w 43"/>
                      <a:gd name="T51" fmla="*/ 1 h 26"/>
                      <a:gd name="T52" fmla="*/ 0 w 43"/>
                      <a:gd name="T53" fmla="*/ 1 h 26"/>
                      <a:gd name="T54" fmla="*/ 0 w 43"/>
                      <a:gd name="T55" fmla="*/ 1 h 26"/>
                      <a:gd name="T56" fmla="*/ 0 w 43"/>
                      <a:gd name="T57" fmla="*/ 1 h 26"/>
                      <a:gd name="T58" fmla="*/ 0 w 43"/>
                      <a:gd name="T59" fmla="*/ 1 h 26"/>
                      <a:gd name="T60" fmla="*/ 0 w 43"/>
                      <a:gd name="T61" fmla="*/ 1 h 26"/>
                      <a:gd name="T62" fmla="*/ 0 w 43"/>
                      <a:gd name="T63" fmla="*/ 1 h 26"/>
                      <a:gd name="T64" fmla="*/ 0 w 43"/>
                      <a:gd name="T65" fmla="*/ 0 h 26"/>
                      <a:gd name="T66" fmla="*/ 0 w 43"/>
                      <a:gd name="T67" fmla="*/ 0 h 26"/>
                      <a:gd name="T68" fmla="*/ 0 w 43"/>
                      <a:gd name="T69" fmla="*/ 1 h 26"/>
                      <a:gd name="T70" fmla="*/ 0 w 43"/>
                      <a:gd name="T71" fmla="*/ 1 h 26"/>
                      <a:gd name="T72" fmla="*/ 0 w 43"/>
                      <a:gd name="T73" fmla="*/ 1 h 26"/>
                      <a:gd name="T74" fmla="*/ 0 w 43"/>
                      <a:gd name="T75" fmla="*/ 1 h 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3"/>
                      <a:gd name="T115" fmla="*/ 0 h 26"/>
                      <a:gd name="T116" fmla="*/ 43 w 43"/>
                      <a:gd name="T117" fmla="*/ 26 h 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3" h="26">
                        <a:moveTo>
                          <a:pt x="0" y="1"/>
                        </a:moveTo>
                        <a:lnTo>
                          <a:pt x="1" y="2"/>
                        </a:lnTo>
                        <a:lnTo>
                          <a:pt x="3" y="3"/>
                        </a:lnTo>
                        <a:lnTo>
                          <a:pt x="6" y="3"/>
                        </a:lnTo>
                        <a:lnTo>
                          <a:pt x="8" y="5"/>
                        </a:lnTo>
                        <a:lnTo>
                          <a:pt x="11" y="6"/>
                        </a:lnTo>
                        <a:lnTo>
                          <a:pt x="13" y="7"/>
                        </a:lnTo>
                        <a:lnTo>
                          <a:pt x="16" y="9"/>
                        </a:lnTo>
                        <a:lnTo>
                          <a:pt x="18" y="11"/>
                        </a:lnTo>
                        <a:lnTo>
                          <a:pt x="22" y="12"/>
                        </a:lnTo>
                        <a:lnTo>
                          <a:pt x="26" y="16"/>
                        </a:lnTo>
                        <a:lnTo>
                          <a:pt x="29" y="18"/>
                        </a:lnTo>
                        <a:lnTo>
                          <a:pt x="32" y="19"/>
                        </a:lnTo>
                        <a:lnTo>
                          <a:pt x="34" y="21"/>
                        </a:lnTo>
                        <a:lnTo>
                          <a:pt x="37" y="23"/>
                        </a:lnTo>
                        <a:lnTo>
                          <a:pt x="39" y="24"/>
                        </a:lnTo>
                        <a:lnTo>
                          <a:pt x="42" y="26"/>
                        </a:lnTo>
                        <a:lnTo>
                          <a:pt x="43" y="23"/>
                        </a:lnTo>
                        <a:lnTo>
                          <a:pt x="40" y="22"/>
                        </a:lnTo>
                        <a:lnTo>
                          <a:pt x="38" y="21"/>
                        </a:lnTo>
                        <a:lnTo>
                          <a:pt x="35" y="19"/>
                        </a:lnTo>
                        <a:lnTo>
                          <a:pt x="33" y="17"/>
                        </a:lnTo>
                        <a:lnTo>
                          <a:pt x="29" y="16"/>
                        </a:lnTo>
                        <a:lnTo>
                          <a:pt x="28" y="13"/>
                        </a:lnTo>
                        <a:lnTo>
                          <a:pt x="26" y="12"/>
                        </a:lnTo>
                        <a:lnTo>
                          <a:pt x="23" y="11"/>
                        </a:lnTo>
                        <a:lnTo>
                          <a:pt x="19" y="8"/>
                        </a:lnTo>
                        <a:lnTo>
                          <a:pt x="17" y="7"/>
                        </a:lnTo>
                        <a:lnTo>
                          <a:pt x="14" y="6"/>
                        </a:lnTo>
                        <a:lnTo>
                          <a:pt x="12" y="5"/>
                        </a:lnTo>
                        <a:lnTo>
                          <a:pt x="10" y="2"/>
                        </a:lnTo>
                        <a:lnTo>
                          <a:pt x="7" y="1"/>
                        </a:lnTo>
                        <a:lnTo>
                          <a:pt x="3" y="0"/>
                        </a:lnTo>
                        <a:lnTo>
                          <a:pt x="1" y="0"/>
                        </a:lnTo>
                        <a:lnTo>
                          <a:pt x="2" y="1"/>
                        </a:lnTo>
                        <a:lnTo>
                          <a:pt x="0" y="1"/>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7" name="Freeform 882"/>
                  <p:cNvSpPr>
                    <a:spLocks/>
                  </p:cNvSpPr>
                  <p:nvPr/>
                </p:nvSpPr>
                <p:spPr bwMode="auto">
                  <a:xfrm>
                    <a:off x="4393" y="3548"/>
                    <a:ext cx="1" cy="3"/>
                  </a:xfrm>
                  <a:custGeom>
                    <a:avLst/>
                    <a:gdLst>
                      <a:gd name="T0" fmla="*/ 1 w 2"/>
                      <a:gd name="T1" fmla="*/ 0 h 5"/>
                      <a:gd name="T2" fmla="*/ 0 w 2"/>
                      <a:gd name="T3" fmla="*/ 1 h 5"/>
                      <a:gd name="T4" fmla="*/ 0 w 2"/>
                      <a:gd name="T5" fmla="*/ 1 h 5"/>
                      <a:gd name="T6" fmla="*/ 1 w 2"/>
                      <a:gd name="T7" fmla="*/ 1 h 5"/>
                      <a:gd name="T8" fmla="*/ 1 w 2"/>
                      <a:gd name="T9" fmla="*/ 1 h 5"/>
                      <a:gd name="T10" fmla="*/ 1 w 2"/>
                      <a:gd name="T11" fmla="*/ 1 h 5"/>
                      <a:gd name="T12" fmla="*/ 1 w 2"/>
                      <a:gd name="T13" fmla="*/ 0 h 5"/>
                      <a:gd name="T14" fmla="*/ 0 w 2"/>
                      <a:gd name="T15" fmla="*/ 0 h 5"/>
                      <a:gd name="T16" fmla="*/ 0 w 2"/>
                      <a:gd name="T17" fmla="*/ 1 h 5"/>
                      <a:gd name="T18" fmla="*/ 1 w 2"/>
                      <a:gd name="T19" fmla="*/ 0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1" y="0"/>
                        </a:moveTo>
                        <a:lnTo>
                          <a:pt x="0" y="1"/>
                        </a:lnTo>
                        <a:lnTo>
                          <a:pt x="0" y="5"/>
                        </a:lnTo>
                        <a:lnTo>
                          <a:pt x="2" y="5"/>
                        </a:lnTo>
                        <a:lnTo>
                          <a:pt x="2" y="1"/>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8" name="Freeform 883"/>
                  <p:cNvSpPr>
                    <a:spLocks/>
                  </p:cNvSpPr>
                  <p:nvPr/>
                </p:nvSpPr>
                <p:spPr bwMode="auto">
                  <a:xfrm>
                    <a:off x="4393" y="3548"/>
                    <a:ext cx="30" cy="19"/>
                  </a:xfrm>
                  <a:custGeom>
                    <a:avLst/>
                    <a:gdLst>
                      <a:gd name="T0" fmla="*/ 2 w 59"/>
                      <a:gd name="T1" fmla="*/ 2 h 37"/>
                      <a:gd name="T2" fmla="*/ 2 w 59"/>
                      <a:gd name="T3" fmla="*/ 1 h 37"/>
                      <a:gd name="T4" fmla="*/ 2 w 59"/>
                      <a:gd name="T5" fmla="*/ 1 h 37"/>
                      <a:gd name="T6" fmla="*/ 2 w 59"/>
                      <a:gd name="T7" fmla="*/ 1 h 37"/>
                      <a:gd name="T8" fmla="*/ 2 w 59"/>
                      <a:gd name="T9" fmla="*/ 1 h 37"/>
                      <a:gd name="T10" fmla="*/ 2 w 59"/>
                      <a:gd name="T11" fmla="*/ 1 h 37"/>
                      <a:gd name="T12" fmla="*/ 2 w 59"/>
                      <a:gd name="T13" fmla="*/ 1 h 37"/>
                      <a:gd name="T14" fmla="*/ 2 w 59"/>
                      <a:gd name="T15" fmla="*/ 1 h 37"/>
                      <a:gd name="T16" fmla="*/ 1 w 59"/>
                      <a:gd name="T17" fmla="*/ 1 h 37"/>
                      <a:gd name="T18" fmla="*/ 1 w 59"/>
                      <a:gd name="T19" fmla="*/ 1 h 37"/>
                      <a:gd name="T20" fmla="*/ 1 w 59"/>
                      <a:gd name="T21" fmla="*/ 1 h 37"/>
                      <a:gd name="T22" fmla="*/ 1 w 59"/>
                      <a:gd name="T23" fmla="*/ 1 h 37"/>
                      <a:gd name="T24" fmla="*/ 1 w 59"/>
                      <a:gd name="T25" fmla="*/ 1 h 37"/>
                      <a:gd name="T26" fmla="*/ 1 w 59"/>
                      <a:gd name="T27" fmla="*/ 1 h 37"/>
                      <a:gd name="T28" fmla="*/ 1 w 59"/>
                      <a:gd name="T29" fmla="*/ 1 h 37"/>
                      <a:gd name="T30" fmla="*/ 1 w 59"/>
                      <a:gd name="T31" fmla="*/ 1 h 37"/>
                      <a:gd name="T32" fmla="*/ 0 w 59"/>
                      <a:gd name="T33" fmla="*/ 0 h 37"/>
                      <a:gd name="T34" fmla="*/ 0 w 59"/>
                      <a:gd name="T35" fmla="*/ 1 h 37"/>
                      <a:gd name="T36" fmla="*/ 1 w 59"/>
                      <a:gd name="T37" fmla="*/ 1 h 37"/>
                      <a:gd name="T38" fmla="*/ 1 w 59"/>
                      <a:gd name="T39" fmla="*/ 1 h 37"/>
                      <a:gd name="T40" fmla="*/ 1 w 59"/>
                      <a:gd name="T41" fmla="*/ 1 h 37"/>
                      <a:gd name="T42" fmla="*/ 1 w 59"/>
                      <a:gd name="T43" fmla="*/ 1 h 37"/>
                      <a:gd name="T44" fmla="*/ 1 w 59"/>
                      <a:gd name="T45" fmla="*/ 1 h 37"/>
                      <a:gd name="T46" fmla="*/ 1 w 59"/>
                      <a:gd name="T47" fmla="*/ 1 h 37"/>
                      <a:gd name="T48" fmla="*/ 1 w 59"/>
                      <a:gd name="T49" fmla="*/ 1 h 37"/>
                      <a:gd name="T50" fmla="*/ 1 w 59"/>
                      <a:gd name="T51" fmla="*/ 1 h 37"/>
                      <a:gd name="T52" fmla="*/ 1 w 59"/>
                      <a:gd name="T53" fmla="*/ 1 h 37"/>
                      <a:gd name="T54" fmla="*/ 2 w 59"/>
                      <a:gd name="T55" fmla="*/ 1 h 37"/>
                      <a:gd name="T56" fmla="*/ 2 w 59"/>
                      <a:gd name="T57" fmla="*/ 1 h 37"/>
                      <a:gd name="T58" fmla="*/ 2 w 59"/>
                      <a:gd name="T59" fmla="*/ 1 h 37"/>
                      <a:gd name="T60" fmla="*/ 2 w 59"/>
                      <a:gd name="T61" fmla="*/ 1 h 37"/>
                      <a:gd name="T62" fmla="*/ 2 w 59"/>
                      <a:gd name="T63" fmla="*/ 1 h 37"/>
                      <a:gd name="T64" fmla="*/ 2 w 59"/>
                      <a:gd name="T65" fmla="*/ 2 h 37"/>
                      <a:gd name="T66" fmla="*/ 2 w 59"/>
                      <a:gd name="T67" fmla="*/ 2 h 37"/>
                      <a:gd name="T68" fmla="*/ 2 w 59"/>
                      <a:gd name="T69" fmla="*/ 2 h 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9"/>
                      <a:gd name="T106" fmla="*/ 0 h 37"/>
                      <a:gd name="T107" fmla="*/ 59 w 59"/>
                      <a:gd name="T108" fmla="*/ 37 h 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9" h="37">
                        <a:moveTo>
                          <a:pt x="59" y="34"/>
                        </a:moveTo>
                        <a:lnTo>
                          <a:pt x="55" y="32"/>
                        </a:lnTo>
                        <a:lnTo>
                          <a:pt x="52" y="30"/>
                        </a:lnTo>
                        <a:lnTo>
                          <a:pt x="48" y="28"/>
                        </a:lnTo>
                        <a:lnTo>
                          <a:pt x="44" y="26"/>
                        </a:lnTo>
                        <a:lnTo>
                          <a:pt x="41" y="23"/>
                        </a:lnTo>
                        <a:lnTo>
                          <a:pt x="37" y="21"/>
                        </a:lnTo>
                        <a:lnTo>
                          <a:pt x="33" y="18"/>
                        </a:lnTo>
                        <a:lnTo>
                          <a:pt x="29" y="16"/>
                        </a:lnTo>
                        <a:lnTo>
                          <a:pt x="27" y="15"/>
                        </a:lnTo>
                        <a:lnTo>
                          <a:pt x="22" y="12"/>
                        </a:lnTo>
                        <a:lnTo>
                          <a:pt x="20" y="10"/>
                        </a:lnTo>
                        <a:lnTo>
                          <a:pt x="15" y="7"/>
                        </a:lnTo>
                        <a:lnTo>
                          <a:pt x="12" y="5"/>
                        </a:lnTo>
                        <a:lnTo>
                          <a:pt x="9" y="4"/>
                        </a:lnTo>
                        <a:lnTo>
                          <a:pt x="4" y="2"/>
                        </a:lnTo>
                        <a:lnTo>
                          <a:pt x="0" y="0"/>
                        </a:lnTo>
                        <a:lnTo>
                          <a:pt x="0" y="2"/>
                        </a:lnTo>
                        <a:lnTo>
                          <a:pt x="4" y="4"/>
                        </a:lnTo>
                        <a:lnTo>
                          <a:pt x="7" y="6"/>
                        </a:lnTo>
                        <a:lnTo>
                          <a:pt x="10" y="7"/>
                        </a:lnTo>
                        <a:lnTo>
                          <a:pt x="15" y="10"/>
                        </a:lnTo>
                        <a:lnTo>
                          <a:pt x="18" y="12"/>
                        </a:lnTo>
                        <a:lnTo>
                          <a:pt x="22" y="13"/>
                        </a:lnTo>
                        <a:lnTo>
                          <a:pt x="26" y="16"/>
                        </a:lnTo>
                        <a:lnTo>
                          <a:pt x="28" y="18"/>
                        </a:lnTo>
                        <a:lnTo>
                          <a:pt x="32" y="21"/>
                        </a:lnTo>
                        <a:lnTo>
                          <a:pt x="36" y="23"/>
                        </a:lnTo>
                        <a:lnTo>
                          <a:pt x="39" y="25"/>
                        </a:lnTo>
                        <a:lnTo>
                          <a:pt x="43" y="27"/>
                        </a:lnTo>
                        <a:lnTo>
                          <a:pt x="47" y="30"/>
                        </a:lnTo>
                        <a:lnTo>
                          <a:pt x="50" y="32"/>
                        </a:lnTo>
                        <a:lnTo>
                          <a:pt x="54" y="34"/>
                        </a:lnTo>
                        <a:lnTo>
                          <a:pt x="58" y="37"/>
                        </a:lnTo>
                        <a:lnTo>
                          <a:pt x="59"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39" name="Freeform 884"/>
                  <p:cNvSpPr>
                    <a:spLocks/>
                  </p:cNvSpPr>
                  <p:nvPr/>
                </p:nvSpPr>
                <p:spPr bwMode="auto">
                  <a:xfrm>
                    <a:off x="4185" y="3553"/>
                    <a:ext cx="3" cy="10"/>
                  </a:xfrm>
                  <a:custGeom>
                    <a:avLst/>
                    <a:gdLst>
                      <a:gd name="T0" fmla="*/ 0 w 8"/>
                      <a:gd name="T1" fmla="*/ 1 h 19"/>
                      <a:gd name="T2" fmla="*/ 0 w 8"/>
                      <a:gd name="T3" fmla="*/ 1 h 19"/>
                      <a:gd name="T4" fmla="*/ 0 w 8"/>
                      <a:gd name="T5" fmla="*/ 1 h 19"/>
                      <a:gd name="T6" fmla="*/ 0 w 8"/>
                      <a:gd name="T7" fmla="*/ 1 h 19"/>
                      <a:gd name="T8" fmla="*/ 0 w 8"/>
                      <a:gd name="T9" fmla="*/ 1 h 19"/>
                      <a:gd name="T10" fmla="*/ 0 w 8"/>
                      <a:gd name="T11" fmla="*/ 1 h 19"/>
                      <a:gd name="T12" fmla="*/ 0 w 8"/>
                      <a:gd name="T13" fmla="*/ 1 h 19"/>
                      <a:gd name="T14" fmla="*/ 0 w 8"/>
                      <a:gd name="T15" fmla="*/ 1 h 19"/>
                      <a:gd name="T16" fmla="*/ 0 w 8"/>
                      <a:gd name="T17" fmla="*/ 1 h 19"/>
                      <a:gd name="T18" fmla="*/ 0 w 8"/>
                      <a:gd name="T19" fmla="*/ 0 h 19"/>
                      <a:gd name="T20" fmla="*/ 0 w 8"/>
                      <a:gd name="T21" fmla="*/ 0 h 19"/>
                      <a:gd name="T22" fmla="*/ 0 w 8"/>
                      <a:gd name="T23" fmla="*/ 1 h 1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9"/>
                      <a:gd name="T38" fmla="*/ 8 w 8"/>
                      <a:gd name="T39" fmla="*/ 19 h 1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9">
                        <a:moveTo>
                          <a:pt x="6" y="1"/>
                        </a:moveTo>
                        <a:lnTo>
                          <a:pt x="8" y="7"/>
                        </a:lnTo>
                        <a:lnTo>
                          <a:pt x="8" y="12"/>
                        </a:lnTo>
                        <a:lnTo>
                          <a:pt x="6" y="17"/>
                        </a:lnTo>
                        <a:lnTo>
                          <a:pt x="4" y="19"/>
                        </a:lnTo>
                        <a:lnTo>
                          <a:pt x="2" y="16"/>
                        </a:lnTo>
                        <a:lnTo>
                          <a:pt x="0" y="12"/>
                        </a:lnTo>
                        <a:lnTo>
                          <a:pt x="0" y="7"/>
                        </a:lnTo>
                        <a:lnTo>
                          <a:pt x="2" y="2"/>
                        </a:lnTo>
                        <a:lnTo>
                          <a:pt x="4" y="0"/>
                        </a:lnTo>
                        <a:lnTo>
                          <a:pt x="5" y="0"/>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0" name="Freeform 885"/>
                  <p:cNvSpPr>
                    <a:spLocks/>
                  </p:cNvSpPr>
                  <p:nvPr/>
                </p:nvSpPr>
                <p:spPr bwMode="auto">
                  <a:xfrm>
                    <a:off x="4186" y="3553"/>
                    <a:ext cx="3" cy="11"/>
                  </a:xfrm>
                  <a:custGeom>
                    <a:avLst/>
                    <a:gdLst>
                      <a:gd name="T0" fmla="*/ 0 w 6"/>
                      <a:gd name="T1" fmla="*/ 1 h 21"/>
                      <a:gd name="T2" fmla="*/ 1 w 6"/>
                      <a:gd name="T3" fmla="*/ 1 h 21"/>
                      <a:gd name="T4" fmla="*/ 1 w 6"/>
                      <a:gd name="T5" fmla="*/ 1 h 21"/>
                      <a:gd name="T6" fmla="*/ 1 w 6"/>
                      <a:gd name="T7" fmla="*/ 1 h 21"/>
                      <a:gd name="T8" fmla="*/ 1 w 6"/>
                      <a:gd name="T9" fmla="*/ 1 h 21"/>
                      <a:gd name="T10" fmla="*/ 1 w 6"/>
                      <a:gd name="T11" fmla="*/ 0 h 21"/>
                      <a:gd name="T12" fmla="*/ 1 w 6"/>
                      <a:gd name="T13" fmla="*/ 0 h 21"/>
                      <a:gd name="T14" fmla="*/ 1 w 6"/>
                      <a:gd name="T15" fmla="*/ 1 h 21"/>
                      <a:gd name="T16" fmla="*/ 1 w 6"/>
                      <a:gd name="T17" fmla="*/ 1 h 21"/>
                      <a:gd name="T18" fmla="*/ 1 w 6"/>
                      <a:gd name="T19" fmla="*/ 1 h 21"/>
                      <a:gd name="T20" fmla="*/ 1 w 6"/>
                      <a:gd name="T21" fmla="*/ 1 h 21"/>
                      <a:gd name="T22" fmla="*/ 1 w 6"/>
                      <a:gd name="T23" fmla="*/ 1 h 21"/>
                      <a:gd name="T24" fmla="*/ 0 w 6"/>
                      <a:gd name="T25" fmla="*/ 1 h 21"/>
                      <a:gd name="T26" fmla="*/ 1 w 6"/>
                      <a:gd name="T27" fmla="*/ 1 h 21"/>
                      <a:gd name="T28" fmla="*/ 1 w 6"/>
                      <a:gd name="T29" fmla="*/ 1 h 21"/>
                      <a:gd name="T30" fmla="*/ 0 w 6"/>
                      <a:gd name="T31" fmla="*/ 1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
                      <a:gd name="T49" fmla="*/ 0 h 21"/>
                      <a:gd name="T50" fmla="*/ 6 w 6"/>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 h="21">
                        <a:moveTo>
                          <a:pt x="0" y="20"/>
                        </a:moveTo>
                        <a:lnTo>
                          <a:pt x="2" y="20"/>
                        </a:lnTo>
                        <a:lnTo>
                          <a:pt x="5" y="16"/>
                        </a:lnTo>
                        <a:lnTo>
                          <a:pt x="6" y="11"/>
                        </a:lnTo>
                        <a:lnTo>
                          <a:pt x="6" y="6"/>
                        </a:lnTo>
                        <a:lnTo>
                          <a:pt x="5" y="0"/>
                        </a:lnTo>
                        <a:lnTo>
                          <a:pt x="2" y="0"/>
                        </a:lnTo>
                        <a:lnTo>
                          <a:pt x="3" y="6"/>
                        </a:lnTo>
                        <a:lnTo>
                          <a:pt x="3" y="11"/>
                        </a:lnTo>
                        <a:lnTo>
                          <a:pt x="2" y="15"/>
                        </a:lnTo>
                        <a:lnTo>
                          <a:pt x="1" y="17"/>
                        </a:lnTo>
                        <a:lnTo>
                          <a:pt x="2" y="18"/>
                        </a:lnTo>
                        <a:lnTo>
                          <a:pt x="0" y="20"/>
                        </a:lnTo>
                        <a:lnTo>
                          <a:pt x="1" y="21"/>
                        </a:lnTo>
                        <a:lnTo>
                          <a:pt x="2" y="20"/>
                        </a:lnTo>
                        <a:lnTo>
                          <a:pt x="0"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1" name="Freeform 886"/>
                  <p:cNvSpPr>
                    <a:spLocks/>
                  </p:cNvSpPr>
                  <p:nvPr/>
                </p:nvSpPr>
                <p:spPr bwMode="auto">
                  <a:xfrm>
                    <a:off x="4184" y="3554"/>
                    <a:ext cx="3" cy="9"/>
                  </a:xfrm>
                  <a:custGeom>
                    <a:avLst/>
                    <a:gdLst>
                      <a:gd name="T0" fmla="*/ 1 w 6"/>
                      <a:gd name="T1" fmla="*/ 0 h 19"/>
                      <a:gd name="T2" fmla="*/ 0 w 6"/>
                      <a:gd name="T3" fmla="*/ 0 h 19"/>
                      <a:gd name="T4" fmla="*/ 0 w 6"/>
                      <a:gd name="T5" fmla="*/ 0 h 19"/>
                      <a:gd name="T6" fmla="*/ 1 w 6"/>
                      <a:gd name="T7" fmla="*/ 0 h 19"/>
                      <a:gd name="T8" fmla="*/ 1 w 6"/>
                      <a:gd name="T9" fmla="*/ 0 h 19"/>
                      <a:gd name="T10" fmla="*/ 1 w 6"/>
                      <a:gd name="T11" fmla="*/ 0 h 19"/>
                      <a:gd name="T12" fmla="*/ 1 w 6"/>
                      <a:gd name="T13" fmla="*/ 0 h 19"/>
                      <a:gd name="T14" fmla="*/ 1 w 6"/>
                      <a:gd name="T15" fmla="*/ 0 h 19"/>
                      <a:gd name="T16" fmla="*/ 1 w 6"/>
                      <a:gd name="T17" fmla="*/ 0 h 19"/>
                      <a:gd name="T18" fmla="*/ 1 w 6"/>
                      <a:gd name="T19" fmla="*/ 0 h 19"/>
                      <a:gd name="T20" fmla="*/ 1 w 6"/>
                      <a:gd name="T21" fmla="*/ 0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9"/>
                      <a:gd name="T35" fmla="*/ 6 w 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9">
                        <a:moveTo>
                          <a:pt x="1" y="0"/>
                        </a:moveTo>
                        <a:lnTo>
                          <a:pt x="0" y="5"/>
                        </a:lnTo>
                        <a:lnTo>
                          <a:pt x="0" y="10"/>
                        </a:lnTo>
                        <a:lnTo>
                          <a:pt x="1" y="15"/>
                        </a:lnTo>
                        <a:lnTo>
                          <a:pt x="4" y="19"/>
                        </a:lnTo>
                        <a:lnTo>
                          <a:pt x="6" y="17"/>
                        </a:lnTo>
                        <a:lnTo>
                          <a:pt x="4" y="14"/>
                        </a:lnTo>
                        <a:lnTo>
                          <a:pt x="3" y="10"/>
                        </a:lnTo>
                        <a:lnTo>
                          <a:pt x="3" y="5"/>
                        </a:lnTo>
                        <a:lnTo>
                          <a:pt x="4"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2" name="Freeform 887"/>
                  <p:cNvSpPr>
                    <a:spLocks/>
                  </p:cNvSpPr>
                  <p:nvPr/>
                </p:nvSpPr>
                <p:spPr bwMode="auto">
                  <a:xfrm>
                    <a:off x="4185" y="3552"/>
                    <a:ext cx="3" cy="3"/>
                  </a:xfrm>
                  <a:custGeom>
                    <a:avLst/>
                    <a:gdLst>
                      <a:gd name="T0" fmla="*/ 0 w 8"/>
                      <a:gd name="T1" fmla="*/ 1 h 5"/>
                      <a:gd name="T2" fmla="*/ 0 w 8"/>
                      <a:gd name="T3" fmla="*/ 0 h 5"/>
                      <a:gd name="T4" fmla="*/ 0 w 8"/>
                      <a:gd name="T5" fmla="*/ 0 h 5"/>
                      <a:gd name="T6" fmla="*/ 0 w 8"/>
                      <a:gd name="T7" fmla="*/ 1 h 5"/>
                      <a:gd name="T8" fmla="*/ 0 w 8"/>
                      <a:gd name="T9" fmla="*/ 1 h 5"/>
                      <a:gd name="T10" fmla="*/ 0 w 8"/>
                      <a:gd name="T11" fmla="*/ 1 h 5"/>
                      <a:gd name="T12" fmla="*/ 0 w 8"/>
                      <a:gd name="T13" fmla="*/ 1 h 5"/>
                      <a:gd name="T14" fmla="*/ 0 w 8"/>
                      <a:gd name="T15" fmla="*/ 1 h 5"/>
                      <a:gd name="T16" fmla="*/ 0 w 8"/>
                      <a:gd name="T17" fmla="*/ 1 h 5"/>
                      <a:gd name="T18" fmla="*/ 0 w 8"/>
                      <a:gd name="T19" fmla="*/ 1 h 5"/>
                      <a:gd name="T20" fmla="*/ 0 w 8"/>
                      <a:gd name="T21" fmla="*/ 1 h 5"/>
                      <a:gd name="T22" fmla="*/ 0 w 8"/>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5"/>
                      <a:gd name="T38" fmla="*/ 8 w 8"/>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5">
                        <a:moveTo>
                          <a:pt x="8" y="3"/>
                        </a:moveTo>
                        <a:lnTo>
                          <a:pt x="5" y="0"/>
                        </a:lnTo>
                        <a:lnTo>
                          <a:pt x="3" y="0"/>
                        </a:lnTo>
                        <a:lnTo>
                          <a:pt x="2" y="3"/>
                        </a:lnTo>
                        <a:lnTo>
                          <a:pt x="0" y="4"/>
                        </a:lnTo>
                        <a:lnTo>
                          <a:pt x="3" y="5"/>
                        </a:lnTo>
                        <a:lnTo>
                          <a:pt x="3" y="4"/>
                        </a:lnTo>
                        <a:lnTo>
                          <a:pt x="4" y="3"/>
                        </a:lnTo>
                        <a:lnTo>
                          <a:pt x="5" y="3"/>
                        </a:lnTo>
                        <a:lnTo>
                          <a:pt x="5" y="4"/>
                        </a:lnTo>
                        <a:lnTo>
                          <a:pt x="5" y="3"/>
                        </a:lnTo>
                        <a:lnTo>
                          <a:pt x="8"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3" name="Freeform 888"/>
                  <p:cNvSpPr>
                    <a:spLocks/>
                  </p:cNvSpPr>
                  <p:nvPr/>
                </p:nvSpPr>
                <p:spPr bwMode="auto">
                  <a:xfrm>
                    <a:off x="4192" y="3553"/>
                    <a:ext cx="4" cy="10"/>
                  </a:xfrm>
                  <a:custGeom>
                    <a:avLst/>
                    <a:gdLst>
                      <a:gd name="T0" fmla="*/ 1 w 7"/>
                      <a:gd name="T1" fmla="*/ 1 h 20"/>
                      <a:gd name="T2" fmla="*/ 1 w 7"/>
                      <a:gd name="T3" fmla="*/ 1 h 20"/>
                      <a:gd name="T4" fmla="*/ 1 w 7"/>
                      <a:gd name="T5" fmla="*/ 1 h 20"/>
                      <a:gd name="T6" fmla="*/ 1 w 7"/>
                      <a:gd name="T7" fmla="*/ 1 h 20"/>
                      <a:gd name="T8" fmla="*/ 1 w 7"/>
                      <a:gd name="T9" fmla="*/ 1 h 20"/>
                      <a:gd name="T10" fmla="*/ 1 w 7"/>
                      <a:gd name="T11" fmla="*/ 1 h 20"/>
                      <a:gd name="T12" fmla="*/ 1 w 7"/>
                      <a:gd name="T13" fmla="*/ 1 h 20"/>
                      <a:gd name="T14" fmla="*/ 0 w 7"/>
                      <a:gd name="T15" fmla="*/ 1 h 20"/>
                      <a:gd name="T16" fmla="*/ 1 w 7"/>
                      <a:gd name="T17" fmla="*/ 1 h 20"/>
                      <a:gd name="T18" fmla="*/ 0 w 7"/>
                      <a:gd name="T19" fmla="*/ 1 h 20"/>
                      <a:gd name="T20" fmla="*/ 1 w 7"/>
                      <a:gd name="T21" fmla="*/ 1 h 20"/>
                      <a:gd name="T22" fmla="*/ 1 w 7"/>
                      <a:gd name="T23" fmla="*/ 0 h 20"/>
                      <a:gd name="T24" fmla="*/ 1 w 7"/>
                      <a:gd name="T25" fmla="*/ 0 h 20"/>
                      <a:gd name="T26" fmla="*/ 1 w 7"/>
                      <a:gd name="T27" fmla="*/ 1 h 20"/>
                      <a:gd name="T28" fmla="*/ 1 w 7"/>
                      <a:gd name="T29" fmla="*/ 1 h 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20"/>
                      <a:gd name="T47" fmla="*/ 7 w 7"/>
                      <a:gd name="T48" fmla="*/ 20 h 2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20">
                        <a:moveTo>
                          <a:pt x="7" y="15"/>
                        </a:moveTo>
                        <a:lnTo>
                          <a:pt x="6" y="16"/>
                        </a:lnTo>
                        <a:lnTo>
                          <a:pt x="6" y="18"/>
                        </a:lnTo>
                        <a:lnTo>
                          <a:pt x="5" y="20"/>
                        </a:lnTo>
                        <a:lnTo>
                          <a:pt x="3" y="20"/>
                        </a:lnTo>
                        <a:lnTo>
                          <a:pt x="1" y="18"/>
                        </a:lnTo>
                        <a:lnTo>
                          <a:pt x="1" y="15"/>
                        </a:lnTo>
                        <a:lnTo>
                          <a:pt x="0" y="13"/>
                        </a:lnTo>
                        <a:lnTo>
                          <a:pt x="1" y="10"/>
                        </a:lnTo>
                        <a:lnTo>
                          <a:pt x="0" y="6"/>
                        </a:lnTo>
                        <a:lnTo>
                          <a:pt x="1" y="1"/>
                        </a:lnTo>
                        <a:lnTo>
                          <a:pt x="4" y="0"/>
                        </a:lnTo>
                        <a:lnTo>
                          <a:pt x="5" y="0"/>
                        </a:lnTo>
                        <a:lnTo>
                          <a:pt x="7" y="1"/>
                        </a:lnTo>
                        <a:lnTo>
                          <a:pt x="7"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4" name="Freeform 889"/>
                  <p:cNvSpPr>
                    <a:spLocks/>
                  </p:cNvSpPr>
                  <p:nvPr/>
                </p:nvSpPr>
                <p:spPr bwMode="auto">
                  <a:xfrm>
                    <a:off x="4195" y="3560"/>
                    <a:ext cx="1" cy="4"/>
                  </a:xfrm>
                  <a:custGeom>
                    <a:avLst/>
                    <a:gdLst>
                      <a:gd name="T0" fmla="*/ 1 w 2"/>
                      <a:gd name="T1" fmla="*/ 1 h 8"/>
                      <a:gd name="T2" fmla="*/ 1 w 2"/>
                      <a:gd name="T3" fmla="*/ 1 h 8"/>
                      <a:gd name="T4" fmla="*/ 1 w 2"/>
                      <a:gd name="T5" fmla="*/ 0 h 8"/>
                      <a:gd name="T6" fmla="*/ 0 w 2"/>
                      <a:gd name="T7" fmla="*/ 1 h 8"/>
                      <a:gd name="T8" fmla="*/ 0 w 2"/>
                      <a:gd name="T9" fmla="*/ 1 h 8"/>
                      <a:gd name="T10" fmla="*/ 1 w 2"/>
                      <a:gd name="T11" fmla="*/ 1 h 8"/>
                      <a:gd name="T12" fmla="*/ 0 60000 65536"/>
                      <a:gd name="T13" fmla="*/ 0 60000 65536"/>
                      <a:gd name="T14" fmla="*/ 0 60000 65536"/>
                      <a:gd name="T15" fmla="*/ 0 60000 65536"/>
                      <a:gd name="T16" fmla="*/ 0 60000 65536"/>
                      <a:gd name="T17" fmla="*/ 0 60000 65536"/>
                      <a:gd name="T18" fmla="*/ 0 w 2"/>
                      <a:gd name="T19" fmla="*/ 0 h 8"/>
                      <a:gd name="T20" fmla="*/ 2 w 2"/>
                      <a:gd name="T21" fmla="*/ 8 h 8"/>
                    </a:gdLst>
                    <a:ahLst/>
                    <a:cxnLst>
                      <a:cxn ang="T12">
                        <a:pos x="T0" y="T1"/>
                      </a:cxn>
                      <a:cxn ang="T13">
                        <a:pos x="T2" y="T3"/>
                      </a:cxn>
                      <a:cxn ang="T14">
                        <a:pos x="T4" y="T5"/>
                      </a:cxn>
                      <a:cxn ang="T15">
                        <a:pos x="T6" y="T7"/>
                      </a:cxn>
                      <a:cxn ang="T16">
                        <a:pos x="T8" y="T9"/>
                      </a:cxn>
                      <a:cxn ang="T17">
                        <a:pos x="T10" y="T11"/>
                      </a:cxn>
                    </a:cxnLst>
                    <a:rect l="T18" t="T19" r="T20" b="T21"/>
                    <a:pathLst>
                      <a:path w="2" h="8">
                        <a:moveTo>
                          <a:pt x="1" y="8"/>
                        </a:moveTo>
                        <a:lnTo>
                          <a:pt x="2" y="5"/>
                        </a:lnTo>
                        <a:lnTo>
                          <a:pt x="2" y="0"/>
                        </a:lnTo>
                        <a:lnTo>
                          <a:pt x="0" y="2"/>
                        </a:lnTo>
                        <a:lnTo>
                          <a:pt x="0" y="5"/>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5" name="Freeform 890"/>
                  <p:cNvSpPr>
                    <a:spLocks/>
                  </p:cNvSpPr>
                  <p:nvPr/>
                </p:nvSpPr>
                <p:spPr bwMode="auto">
                  <a:xfrm>
                    <a:off x="4191" y="3560"/>
                    <a:ext cx="4" cy="4"/>
                  </a:xfrm>
                  <a:custGeom>
                    <a:avLst/>
                    <a:gdLst>
                      <a:gd name="T0" fmla="*/ 0 w 7"/>
                      <a:gd name="T1" fmla="*/ 0 h 9"/>
                      <a:gd name="T2" fmla="*/ 0 w 7"/>
                      <a:gd name="T3" fmla="*/ 0 h 9"/>
                      <a:gd name="T4" fmla="*/ 1 w 7"/>
                      <a:gd name="T5" fmla="*/ 0 h 9"/>
                      <a:gd name="T6" fmla="*/ 1 w 7"/>
                      <a:gd name="T7" fmla="*/ 0 h 9"/>
                      <a:gd name="T8" fmla="*/ 1 w 7"/>
                      <a:gd name="T9" fmla="*/ 0 h 9"/>
                      <a:gd name="T10" fmla="*/ 1 w 7"/>
                      <a:gd name="T11" fmla="*/ 0 h 9"/>
                      <a:gd name="T12" fmla="*/ 1 w 7"/>
                      <a:gd name="T13" fmla="*/ 0 h 9"/>
                      <a:gd name="T14" fmla="*/ 1 w 7"/>
                      <a:gd name="T15" fmla="*/ 0 h 9"/>
                      <a:gd name="T16" fmla="*/ 1 w 7"/>
                      <a:gd name="T17" fmla="*/ 0 h 9"/>
                      <a:gd name="T18" fmla="*/ 1 w 7"/>
                      <a:gd name="T19" fmla="*/ 0 h 9"/>
                      <a:gd name="T20" fmla="*/ 1 w 7"/>
                      <a:gd name="T21" fmla="*/ 0 h 9"/>
                      <a:gd name="T22" fmla="*/ 1 w 7"/>
                      <a:gd name="T23" fmla="*/ 0 h 9"/>
                      <a:gd name="T24" fmla="*/ 0 w 7"/>
                      <a:gd name="T25" fmla="*/ 0 h 9"/>
                      <a:gd name="T26" fmla="*/ 0 w 7"/>
                      <a:gd name="T27" fmla="*/ 0 h 9"/>
                      <a:gd name="T28" fmla="*/ 0 w 7"/>
                      <a:gd name="T29" fmla="*/ 0 h 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9"/>
                      <a:gd name="T47" fmla="*/ 7 w 7"/>
                      <a:gd name="T48" fmla="*/ 9 h 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9">
                        <a:moveTo>
                          <a:pt x="0" y="0"/>
                        </a:moveTo>
                        <a:lnTo>
                          <a:pt x="0" y="1"/>
                        </a:lnTo>
                        <a:lnTo>
                          <a:pt x="1" y="4"/>
                        </a:lnTo>
                        <a:lnTo>
                          <a:pt x="1" y="6"/>
                        </a:lnTo>
                        <a:lnTo>
                          <a:pt x="4" y="9"/>
                        </a:lnTo>
                        <a:lnTo>
                          <a:pt x="7" y="9"/>
                        </a:lnTo>
                        <a:lnTo>
                          <a:pt x="6" y="6"/>
                        </a:lnTo>
                        <a:lnTo>
                          <a:pt x="5" y="6"/>
                        </a:lnTo>
                        <a:lnTo>
                          <a:pt x="4" y="5"/>
                        </a:lnTo>
                        <a:lnTo>
                          <a:pt x="4" y="3"/>
                        </a:lnTo>
                        <a:lnTo>
                          <a:pt x="2" y="0"/>
                        </a:lnTo>
                        <a:lnTo>
                          <a:pt x="2" y="1"/>
                        </a:lnTo>
                        <a:lnTo>
                          <a:pt x="0" y="0"/>
                        </a:lnTo>
                        <a:lnTo>
                          <a:pt x="0" y="1"/>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6" name="Freeform 891"/>
                  <p:cNvSpPr>
                    <a:spLocks/>
                  </p:cNvSpPr>
                  <p:nvPr/>
                </p:nvSpPr>
                <p:spPr bwMode="auto">
                  <a:xfrm>
                    <a:off x="4191" y="3552"/>
                    <a:ext cx="3" cy="8"/>
                  </a:xfrm>
                  <a:custGeom>
                    <a:avLst/>
                    <a:gdLst>
                      <a:gd name="T0" fmla="*/ 1 w 5"/>
                      <a:gd name="T1" fmla="*/ 1 h 16"/>
                      <a:gd name="T2" fmla="*/ 1 w 5"/>
                      <a:gd name="T3" fmla="*/ 1 h 16"/>
                      <a:gd name="T4" fmla="*/ 0 w 5"/>
                      <a:gd name="T5" fmla="*/ 1 h 16"/>
                      <a:gd name="T6" fmla="*/ 1 w 5"/>
                      <a:gd name="T7" fmla="*/ 1 h 16"/>
                      <a:gd name="T8" fmla="*/ 0 w 5"/>
                      <a:gd name="T9" fmla="*/ 1 h 16"/>
                      <a:gd name="T10" fmla="*/ 1 w 5"/>
                      <a:gd name="T11" fmla="*/ 1 h 16"/>
                      <a:gd name="T12" fmla="*/ 1 w 5"/>
                      <a:gd name="T13" fmla="*/ 1 h 16"/>
                      <a:gd name="T14" fmla="*/ 1 w 5"/>
                      <a:gd name="T15" fmla="*/ 1 h 16"/>
                      <a:gd name="T16" fmla="*/ 1 w 5"/>
                      <a:gd name="T17" fmla="*/ 1 h 16"/>
                      <a:gd name="T18" fmla="*/ 1 w 5"/>
                      <a:gd name="T19" fmla="*/ 0 h 16"/>
                      <a:gd name="T20" fmla="*/ 1 w 5"/>
                      <a:gd name="T21" fmla="*/ 1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
                      <a:gd name="T34" fmla="*/ 0 h 16"/>
                      <a:gd name="T35" fmla="*/ 5 w 5"/>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 h="16">
                        <a:moveTo>
                          <a:pt x="5" y="2"/>
                        </a:moveTo>
                        <a:lnTo>
                          <a:pt x="1" y="4"/>
                        </a:lnTo>
                        <a:lnTo>
                          <a:pt x="0" y="9"/>
                        </a:lnTo>
                        <a:lnTo>
                          <a:pt x="1" y="13"/>
                        </a:lnTo>
                        <a:lnTo>
                          <a:pt x="0" y="15"/>
                        </a:lnTo>
                        <a:lnTo>
                          <a:pt x="2" y="16"/>
                        </a:lnTo>
                        <a:lnTo>
                          <a:pt x="4" y="13"/>
                        </a:lnTo>
                        <a:lnTo>
                          <a:pt x="4" y="5"/>
                        </a:lnTo>
                        <a:lnTo>
                          <a:pt x="5" y="3"/>
                        </a:lnTo>
                        <a:lnTo>
                          <a:pt x="5" y="0"/>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7" name="Freeform 892"/>
                  <p:cNvSpPr>
                    <a:spLocks/>
                  </p:cNvSpPr>
                  <p:nvPr/>
                </p:nvSpPr>
                <p:spPr bwMode="auto">
                  <a:xfrm>
                    <a:off x="4194" y="3553"/>
                    <a:ext cx="2" cy="8"/>
                  </a:xfrm>
                  <a:custGeom>
                    <a:avLst/>
                    <a:gdLst>
                      <a:gd name="T0" fmla="*/ 0 w 5"/>
                      <a:gd name="T1" fmla="*/ 0 h 17"/>
                      <a:gd name="T2" fmla="*/ 0 w 5"/>
                      <a:gd name="T3" fmla="*/ 0 h 17"/>
                      <a:gd name="T4" fmla="*/ 0 w 5"/>
                      <a:gd name="T5" fmla="*/ 0 h 17"/>
                      <a:gd name="T6" fmla="*/ 0 w 5"/>
                      <a:gd name="T7" fmla="*/ 0 h 17"/>
                      <a:gd name="T8" fmla="*/ 0 w 5"/>
                      <a:gd name="T9" fmla="*/ 0 h 17"/>
                      <a:gd name="T10" fmla="*/ 0 w 5"/>
                      <a:gd name="T11" fmla="*/ 0 h 17"/>
                      <a:gd name="T12" fmla="*/ 0 w 5"/>
                      <a:gd name="T13" fmla="*/ 0 h 17"/>
                      <a:gd name="T14" fmla="*/ 0 w 5"/>
                      <a:gd name="T15" fmla="*/ 0 h 17"/>
                      <a:gd name="T16" fmla="*/ 0 w 5"/>
                      <a:gd name="T17" fmla="*/ 0 h 17"/>
                      <a:gd name="T18" fmla="*/ 0 w 5"/>
                      <a:gd name="T19" fmla="*/ 0 h 17"/>
                      <a:gd name="T20" fmla="*/ 0 w 5"/>
                      <a:gd name="T21" fmla="*/ 0 h 17"/>
                      <a:gd name="T22" fmla="*/ 0 w 5"/>
                      <a:gd name="T23" fmla="*/ 0 h 17"/>
                      <a:gd name="T24" fmla="*/ 0 w 5"/>
                      <a:gd name="T25" fmla="*/ 0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17"/>
                      <a:gd name="T41" fmla="*/ 5 w 5"/>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17">
                        <a:moveTo>
                          <a:pt x="3" y="17"/>
                        </a:moveTo>
                        <a:lnTo>
                          <a:pt x="5" y="16"/>
                        </a:lnTo>
                        <a:lnTo>
                          <a:pt x="5" y="2"/>
                        </a:lnTo>
                        <a:lnTo>
                          <a:pt x="2" y="0"/>
                        </a:lnTo>
                        <a:lnTo>
                          <a:pt x="0" y="0"/>
                        </a:lnTo>
                        <a:lnTo>
                          <a:pt x="0" y="1"/>
                        </a:lnTo>
                        <a:lnTo>
                          <a:pt x="2" y="3"/>
                        </a:lnTo>
                        <a:lnTo>
                          <a:pt x="2" y="16"/>
                        </a:lnTo>
                        <a:lnTo>
                          <a:pt x="3" y="14"/>
                        </a:lnTo>
                        <a:lnTo>
                          <a:pt x="3" y="17"/>
                        </a:lnTo>
                        <a:lnTo>
                          <a:pt x="5" y="17"/>
                        </a:lnTo>
                        <a:lnTo>
                          <a:pt x="5" y="16"/>
                        </a:lnTo>
                        <a:lnTo>
                          <a:pt x="3"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8" name="Freeform 893"/>
                  <p:cNvSpPr>
                    <a:spLocks/>
                  </p:cNvSpPr>
                  <p:nvPr/>
                </p:nvSpPr>
                <p:spPr bwMode="auto">
                  <a:xfrm>
                    <a:off x="4385" y="3553"/>
                    <a:ext cx="21" cy="16"/>
                  </a:xfrm>
                  <a:custGeom>
                    <a:avLst/>
                    <a:gdLst>
                      <a:gd name="T0" fmla="*/ 2 w 41"/>
                      <a:gd name="T1" fmla="*/ 1 h 32"/>
                      <a:gd name="T2" fmla="*/ 2 w 41"/>
                      <a:gd name="T3" fmla="*/ 1 h 32"/>
                      <a:gd name="T4" fmla="*/ 2 w 41"/>
                      <a:gd name="T5" fmla="*/ 1 h 32"/>
                      <a:gd name="T6" fmla="*/ 2 w 41"/>
                      <a:gd name="T7" fmla="*/ 1 h 32"/>
                      <a:gd name="T8" fmla="*/ 1 w 41"/>
                      <a:gd name="T9" fmla="*/ 1 h 32"/>
                      <a:gd name="T10" fmla="*/ 1 w 41"/>
                      <a:gd name="T11" fmla="*/ 1 h 32"/>
                      <a:gd name="T12" fmla="*/ 1 w 41"/>
                      <a:gd name="T13" fmla="*/ 1 h 32"/>
                      <a:gd name="T14" fmla="*/ 1 w 41"/>
                      <a:gd name="T15" fmla="*/ 1 h 32"/>
                      <a:gd name="T16" fmla="*/ 1 w 41"/>
                      <a:gd name="T17" fmla="*/ 1 h 32"/>
                      <a:gd name="T18" fmla="*/ 1 w 41"/>
                      <a:gd name="T19" fmla="*/ 1 h 32"/>
                      <a:gd name="T20" fmla="*/ 1 w 41"/>
                      <a:gd name="T21" fmla="*/ 1 h 32"/>
                      <a:gd name="T22" fmla="*/ 1 w 41"/>
                      <a:gd name="T23" fmla="*/ 1 h 32"/>
                      <a:gd name="T24" fmla="*/ 0 w 41"/>
                      <a:gd name="T25" fmla="*/ 1 h 32"/>
                      <a:gd name="T26" fmla="*/ 0 w 41"/>
                      <a:gd name="T27" fmla="*/ 0 h 32"/>
                      <a:gd name="T28" fmla="*/ 1 w 41"/>
                      <a:gd name="T29" fmla="*/ 0 h 32"/>
                      <a:gd name="T30" fmla="*/ 1 w 41"/>
                      <a:gd name="T31" fmla="*/ 1 h 32"/>
                      <a:gd name="T32" fmla="*/ 1 w 41"/>
                      <a:gd name="T33" fmla="*/ 1 h 32"/>
                      <a:gd name="T34" fmla="*/ 1 w 41"/>
                      <a:gd name="T35" fmla="*/ 1 h 32"/>
                      <a:gd name="T36" fmla="*/ 1 w 41"/>
                      <a:gd name="T37" fmla="*/ 1 h 32"/>
                      <a:gd name="T38" fmla="*/ 1 w 41"/>
                      <a:gd name="T39" fmla="*/ 1 h 32"/>
                      <a:gd name="T40" fmla="*/ 1 w 41"/>
                      <a:gd name="T41" fmla="*/ 1 h 32"/>
                      <a:gd name="T42" fmla="*/ 1 w 41"/>
                      <a:gd name="T43" fmla="*/ 1 h 32"/>
                      <a:gd name="T44" fmla="*/ 1 w 41"/>
                      <a:gd name="T45" fmla="*/ 1 h 32"/>
                      <a:gd name="T46" fmla="*/ 1 w 41"/>
                      <a:gd name="T47" fmla="*/ 1 h 32"/>
                      <a:gd name="T48" fmla="*/ 1 w 41"/>
                      <a:gd name="T49" fmla="*/ 1 h 32"/>
                      <a:gd name="T50" fmla="*/ 2 w 41"/>
                      <a:gd name="T51" fmla="*/ 1 h 32"/>
                      <a:gd name="T52" fmla="*/ 2 w 41"/>
                      <a:gd name="T53" fmla="*/ 1 h 32"/>
                      <a:gd name="T54" fmla="*/ 2 w 41"/>
                      <a:gd name="T55" fmla="*/ 1 h 3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1"/>
                      <a:gd name="T85" fmla="*/ 0 h 32"/>
                      <a:gd name="T86" fmla="*/ 41 w 41"/>
                      <a:gd name="T87" fmla="*/ 32 h 3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1" h="32">
                        <a:moveTo>
                          <a:pt x="41" y="31"/>
                        </a:moveTo>
                        <a:lnTo>
                          <a:pt x="41" y="32"/>
                        </a:lnTo>
                        <a:lnTo>
                          <a:pt x="38" y="29"/>
                        </a:lnTo>
                        <a:lnTo>
                          <a:pt x="36" y="28"/>
                        </a:lnTo>
                        <a:lnTo>
                          <a:pt x="32" y="24"/>
                        </a:lnTo>
                        <a:lnTo>
                          <a:pt x="31" y="22"/>
                        </a:lnTo>
                        <a:lnTo>
                          <a:pt x="28" y="21"/>
                        </a:lnTo>
                        <a:lnTo>
                          <a:pt x="15" y="7"/>
                        </a:lnTo>
                        <a:lnTo>
                          <a:pt x="12" y="6"/>
                        </a:lnTo>
                        <a:lnTo>
                          <a:pt x="10" y="5"/>
                        </a:lnTo>
                        <a:lnTo>
                          <a:pt x="7" y="3"/>
                        </a:lnTo>
                        <a:lnTo>
                          <a:pt x="6" y="2"/>
                        </a:lnTo>
                        <a:lnTo>
                          <a:pt x="0" y="2"/>
                        </a:lnTo>
                        <a:lnTo>
                          <a:pt x="0" y="0"/>
                        </a:lnTo>
                        <a:lnTo>
                          <a:pt x="6" y="0"/>
                        </a:lnTo>
                        <a:lnTo>
                          <a:pt x="10" y="1"/>
                        </a:lnTo>
                        <a:lnTo>
                          <a:pt x="12" y="2"/>
                        </a:lnTo>
                        <a:lnTo>
                          <a:pt x="15" y="5"/>
                        </a:lnTo>
                        <a:lnTo>
                          <a:pt x="17" y="6"/>
                        </a:lnTo>
                        <a:lnTo>
                          <a:pt x="21" y="8"/>
                        </a:lnTo>
                        <a:lnTo>
                          <a:pt x="23" y="11"/>
                        </a:lnTo>
                        <a:lnTo>
                          <a:pt x="25" y="13"/>
                        </a:lnTo>
                        <a:lnTo>
                          <a:pt x="28" y="16"/>
                        </a:lnTo>
                        <a:lnTo>
                          <a:pt x="31" y="18"/>
                        </a:lnTo>
                        <a:lnTo>
                          <a:pt x="32" y="21"/>
                        </a:lnTo>
                        <a:lnTo>
                          <a:pt x="37" y="26"/>
                        </a:lnTo>
                        <a:lnTo>
                          <a:pt x="38" y="28"/>
                        </a:lnTo>
                        <a:lnTo>
                          <a:pt x="41"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49" name="Freeform 894"/>
                  <p:cNvSpPr>
                    <a:spLocks/>
                  </p:cNvSpPr>
                  <p:nvPr/>
                </p:nvSpPr>
                <p:spPr bwMode="auto">
                  <a:xfrm>
                    <a:off x="4405" y="3569"/>
                    <a:ext cx="1" cy="2"/>
                  </a:xfrm>
                  <a:custGeom>
                    <a:avLst/>
                    <a:gdLst>
                      <a:gd name="T0" fmla="*/ 0 w 3"/>
                      <a:gd name="T1" fmla="*/ 1 h 3"/>
                      <a:gd name="T2" fmla="*/ 0 w 3"/>
                      <a:gd name="T3" fmla="*/ 1 h 3"/>
                      <a:gd name="T4" fmla="*/ 0 w 3"/>
                      <a:gd name="T5" fmla="*/ 0 h 3"/>
                      <a:gd name="T6" fmla="*/ 0 w 3"/>
                      <a:gd name="T7" fmla="*/ 0 h 3"/>
                      <a:gd name="T8" fmla="*/ 0 w 3"/>
                      <a:gd name="T9" fmla="*/ 1 h 3"/>
                      <a:gd name="T10" fmla="*/ 0 w 3"/>
                      <a:gd name="T11" fmla="*/ 0 h 3"/>
                      <a:gd name="T12" fmla="*/ 0 w 3"/>
                      <a:gd name="T13" fmla="*/ 1 h 3"/>
                      <a:gd name="T14" fmla="*/ 0 w 3"/>
                      <a:gd name="T15" fmla="*/ 1 h 3"/>
                      <a:gd name="T16" fmla="*/ 0 w 3"/>
                      <a:gd name="T17" fmla="*/ 1 h 3"/>
                      <a:gd name="T18" fmla="*/ 0 w 3"/>
                      <a:gd name="T19" fmla="*/ 1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3"/>
                      <a:gd name="T32" fmla="*/ 3 w 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3">
                        <a:moveTo>
                          <a:pt x="0" y="2"/>
                        </a:moveTo>
                        <a:lnTo>
                          <a:pt x="3" y="1"/>
                        </a:lnTo>
                        <a:lnTo>
                          <a:pt x="3" y="0"/>
                        </a:lnTo>
                        <a:lnTo>
                          <a:pt x="0" y="0"/>
                        </a:lnTo>
                        <a:lnTo>
                          <a:pt x="0" y="1"/>
                        </a:lnTo>
                        <a:lnTo>
                          <a:pt x="3" y="0"/>
                        </a:lnTo>
                        <a:lnTo>
                          <a:pt x="0" y="2"/>
                        </a:lnTo>
                        <a:lnTo>
                          <a:pt x="3" y="3"/>
                        </a:lnTo>
                        <a:lnTo>
                          <a:pt x="3" y="1"/>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0" name="Freeform 895"/>
                  <p:cNvSpPr>
                    <a:spLocks/>
                  </p:cNvSpPr>
                  <p:nvPr/>
                </p:nvSpPr>
                <p:spPr bwMode="auto">
                  <a:xfrm>
                    <a:off x="4389" y="3555"/>
                    <a:ext cx="17" cy="15"/>
                  </a:xfrm>
                  <a:custGeom>
                    <a:avLst/>
                    <a:gdLst>
                      <a:gd name="T0" fmla="*/ 0 w 36"/>
                      <a:gd name="T1" fmla="*/ 0 h 31"/>
                      <a:gd name="T2" fmla="*/ 0 w 36"/>
                      <a:gd name="T3" fmla="*/ 0 h 31"/>
                      <a:gd name="T4" fmla="*/ 0 w 36"/>
                      <a:gd name="T5" fmla="*/ 0 h 31"/>
                      <a:gd name="T6" fmla="*/ 0 w 36"/>
                      <a:gd name="T7" fmla="*/ 0 h 31"/>
                      <a:gd name="T8" fmla="*/ 0 w 36"/>
                      <a:gd name="T9" fmla="*/ 0 h 31"/>
                      <a:gd name="T10" fmla="*/ 0 w 36"/>
                      <a:gd name="T11" fmla="*/ 0 h 31"/>
                      <a:gd name="T12" fmla="*/ 0 w 36"/>
                      <a:gd name="T13" fmla="*/ 0 h 31"/>
                      <a:gd name="T14" fmla="*/ 0 w 36"/>
                      <a:gd name="T15" fmla="*/ 0 h 31"/>
                      <a:gd name="T16" fmla="*/ 0 w 36"/>
                      <a:gd name="T17" fmla="*/ 0 h 31"/>
                      <a:gd name="T18" fmla="*/ 0 w 36"/>
                      <a:gd name="T19" fmla="*/ 0 h 31"/>
                      <a:gd name="T20" fmla="*/ 0 w 36"/>
                      <a:gd name="T21" fmla="*/ 0 h 31"/>
                      <a:gd name="T22" fmla="*/ 0 w 36"/>
                      <a:gd name="T23" fmla="*/ 0 h 31"/>
                      <a:gd name="T24" fmla="*/ 0 w 36"/>
                      <a:gd name="T25" fmla="*/ 0 h 31"/>
                      <a:gd name="T26" fmla="*/ 0 w 36"/>
                      <a:gd name="T27" fmla="*/ 0 h 31"/>
                      <a:gd name="T28" fmla="*/ 1 w 36"/>
                      <a:gd name="T29" fmla="*/ 0 h 31"/>
                      <a:gd name="T30" fmla="*/ 1 w 36"/>
                      <a:gd name="T31" fmla="*/ 0 h 31"/>
                      <a:gd name="T32" fmla="*/ 1 w 36"/>
                      <a:gd name="T33" fmla="*/ 0 h 31"/>
                      <a:gd name="T34" fmla="*/ 0 w 36"/>
                      <a:gd name="T35" fmla="*/ 0 h 31"/>
                      <a:gd name="T36" fmla="*/ 0 w 36"/>
                      <a:gd name="T37" fmla="*/ 0 h 31"/>
                      <a:gd name="T38" fmla="*/ 0 w 36"/>
                      <a:gd name="T39" fmla="*/ 0 h 31"/>
                      <a:gd name="T40" fmla="*/ 0 w 36"/>
                      <a:gd name="T41" fmla="*/ 0 h 31"/>
                      <a:gd name="T42" fmla="*/ 0 w 36"/>
                      <a:gd name="T43" fmla="*/ 0 h 31"/>
                      <a:gd name="T44" fmla="*/ 0 w 36"/>
                      <a:gd name="T45" fmla="*/ 0 h 31"/>
                      <a:gd name="T46" fmla="*/ 0 w 36"/>
                      <a:gd name="T47" fmla="*/ 0 h 31"/>
                      <a:gd name="T48" fmla="*/ 0 w 36"/>
                      <a:gd name="T49" fmla="*/ 0 h 31"/>
                      <a:gd name="T50" fmla="*/ 0 w 36"/>
                      <a:gd name="T51" fmla="*/ 0 h 31"/>
                      <a:gd name="T52" fmla="*/ 0 w 36"/>
                      <a:gd name="T53" fmla="*/ 0 h 31"/>
                      <a:gd name="T54" fmla="*/ 0 w 36"/>
                      <a:gd name="T55" fmla="*/ 0 h 31"/>
                      <a:gd name="T56" fmla="*/ 0 w 36"/>
                      <a:gd name="T57" fmla="*/ 0 h 31"/>
                      <a:gd name="T58" fmla="*/ 0 w 36"/>
                      <a:gd name="T59" fmla="*/ 0 h 31"/>
                      <a:gd name="T60" fmla="*/ 0 w 36"/>
                      <a:gd name="T61" fmla="*/ 0 h 3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36"/>
                      <a:gd name="T94" fmla="*/ 0 h 31"/>
                      <a:gd name="T95" fmla="*/ 36 w 36"/>
                      <a:gd name="T96" fmla="*/ 31 h 3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36" h="31">
                        <a:moveTo>
                          <a:pt x="0" y="3"/>
                        </a:moveTo>
                        <a:lnTo>
                          <a:pt x="4" y="4"/>
                        </a:lnTo>
                        <a:lnTo>
                          <a:pt x="5" y="5"/>
                        </a:lnTo>
                        <a:lnTo>
                          <a:pt x="7" y="6"/>
                        </a:lnTo>
                        <a:lnTo>
                          <a:pt x="11" y="10"/>
                        </a:lnTo>
                        <a:lnTo>
                          <a:pt x="14" y="11"/>
                        </a:lnTo>
                        <a:lnTo>
                          <a:pt x="17" y="15"/>
                        </a:lnTo>
                        <a:lnTo>
                          <a:pt x="19" y="18"/>
                        </a:lnTo>
                        <a:lnTo>
                          <a:pt x="21" y="20"/>
                        </a:lnTo>
                        <a:lnTo>
                          <a:pt x="23" y="21"/>
                        </a:lnTo>
                        <a:lnTo>
                          <a:pt x="25" y="24"/>
                        </a:lnTo>
                        <a:lnTo>
                          <a:pt x="27" y="25"/>
                        </a:lnTo>
                        <a:lnTo>
                          <a:pt x="30" y="27"/>
                        </a:lnTo>
                        <a:lnTo>
                          <a:pt x="32" y="29"/>
                        </a:lnTo>
                        <a:lnTo>
                          <a:pt x="33" y="31"/>
                        </a:lnTo>
                        <a:lnTo>
                          <a:pt x="36" y="29"/>
                        </a:lnTo>
                        <a:lnTo>
                          <a:pt x="33" y="27"/>
                        </a:lnTo>
                        <a:lnTo>
                          <a:pt x="31" y="25"/>
                        </a:lnTo>
                        <a:lnTo>
                          <a:pt x="28" y="24"/>
                        </a:lnTo>
                        <a:lnTo>
                          <a:pt x="27" y="21"/>
                        </a:lnTo>
                        <a:lnTo>
                          <a:pt x="23" y="18"/>
                        </a:lnTo>
                        <a:lnTo>
                          <a:pt x="21" y="16"/>
                        </a:lnTo>
                        <a:lnTo>
                          <a:pt x="20" y="14"/>
                        </a:lnTo>
                        <a:lnTo>
                          <a:pt x="17" y="11"/>
                        </a:lnTo>
                        <a:lnTo>
                          <a:pt x="15" y="10"/>
                        </a:lnTo>
                        <a:lnTo>
                          <a:pt x="14" y="8"/>
                        </a:lnTo>
                        <a:lnTo>
                          <a:pt x="11" y="6"/>
                        </a:lnTo>
                        <a:lnTo>
                          <a:pt x="9" y="5"/>
                        </a:lnTo>
                        <a:lnTo>
                          <a:pt x="5" y="1"/>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1" name="Freeform 896"/>
                  <p:cNvSpPr>
                    <a:spLocks/>
                  </p:cNvSpPr>
                  <p:nvPr/>
                </p:nvSpPr>
                <p:spPr bwMode="auto">
                  <a:xfrm>
                    <a:off x="4385" y="3554"/>
                    <a:ext cx="4" cy="2"/>
                  </a:xfrm>
                  <a:custGeom>
                    <a:avLst/>
                    <a:gdLst>
                      <a:gd name="T0" fmla="*/ 0 w 8"/>
                      <a:gd name="T1" fmla="*/ 1 h 4"/>
                      <a:gd name="T2" fmla="*/ 1 w 8"/>
                      <a:gd name="T3" fmla="*/ 1 h 4"/>
                      <a:gd name="T4" fmla="*/ 1 w 8"/>
                      <a:gd name="T5" fmla="*/ 1 h 4"/>
                      <a:gd name="T6" fmla="*/ 1 w 8"/>
                      <a:gd name="T7" fmla="*/ 1 h 4"/>
                      <a:gd name="T8" fmla="*/ 1 w 8"/>
                      <a:gd name="T9" fmla="*/ 1 h 4"/>
                      <a:gd name="T10" fmla="*/ 1 w 8"/>
                      <a:gd name="T11" fmla="*/ 0 h 4"/>
                      <a:gd name="T12" fmla="*/ 1 w 8"/>
                      <a:gd name="T13" fmla="*/ 0 h 4"/>
                      <a:gd name="T14" fmla="*/ 1 w 8"/>
                      <a:gd name="T15" fmla="*/ 1 h 4"/>
                      <a:gd name="T16" fmla="*/ 0 w 8"/>
                      <a:gd name="T17" fmla="*/ 1 h 4"/>
                      <a:gd name="T18" fmla="*/ 0 w 8"/>
                      <a:gd name="T19" fmla="*/ 1 h 4"/>
                      <a:gd name="T20" fmla="*/ 1 w 8"/>
                      <a:gd name="T21" fmla="*/ 1 h 4"/>
                      <a:gd name="T22" fmla="*/ 0 w 8"/>
                      <a:gd name="T23" fmla="*/ 1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4"/>
                      <a:gd name="T38" fmla="*/ 8 w 8"/>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4">
                        <a:moveTo>
                          <a:pt x="0" y="1"/>
                        </a:moveTo>
                        <a:lnTo>
                          <a:pt x="1" y="2"/>
                        </a:lnTo>
                        <a:lnTo>
                          <a:pt x="7" y="2"/>
                        </a:lnTo>
                        <a:lnTo>
                          <a:pt x="7" y="4"/>
                        </a:lnTo>
                        <a:lnTo>
                          <a:pt x="8" y="1"/>
                        </a:lnTo>
                        <a:lnTo>
                          <a:pt x="7" y="0"/>
                        </a:lnTo>
                        <a:lnTo>
                          <a:pt x="1" y="0"/>
                        </a:lnTo>
                        <a:lnTo>
                          <a:pt x="2" y="1"/>
                        </a:lnTo>
                        <a:lnTo>
                          <a:pt x="0" y="1"/>
                        </a:lnTo>
                        <a:lnTo>
                          <a:pt x="0" y="2"/>
                        </a:lnTo>
                        <a:lnTo>
                          <a:pt x="1" y="2"/>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2" name="Freeform 897"/>
                  <p:cNvSpPr>
                    <a:spLocks/>
                  </p:cNvSpPr>
                  <p:nvPr/>
                </p:nvSpPr>
                <p:spPr bwMode="auto">
                  <a:xfrm>
                    <a:off x="4385" y="3552"/>
                    <a:ext cx="1" cy="3"/>
                  </a:xfrm>
                  <a:custGeom>
                    <a:avLst/>
                    <a:gdLst>
                      <a:gd name="T0" fmla="*/ 1 w 2"/>
                      <a:gd name="T1" fmla="*/ 1 h 5"/>
                      <a:gd name="T2" fmla="*/ 0 w 2"/>
                      <a:gd name="T3" fmla="*/ 1 h 5"/>
                      <a:gd name="T4" fmla="*/ 0 w 2"/>
                      <a:gd name="T5" fmla="*/ 1 h 5"/>
                      <a:gd name="T6" fmla="*/ 1 w 2"/>
                      <a:gd name="T7" fmla="*/ 1 h 5"/>
                      <a:gd name="T8" fmla="*/ 1 w 2"/>
                      <a:gd name="T9" fmla="*/ 1 h 5"/>
                      <a:gd name="T10" fmla="*/ 1 w 2"/>
                      <a:gd name="T11" fmla="*/ 1 h 5"/>
                      <a:gd name="T12" fmla="*/ 1 w 2"/>
                      <a:gd name="T13" fmla="*/ 1 h 5"/>
                      <a:gd name="T14" fmla="*/ 0 w 2"/>
                      <a:gd name="T15" fmla="*/ 0 h 5"/>
                      <a:gd name="T16" fmla="*/ 0 w 2"/>
                      <a:gd name="T17" fmla="*/ 1 h 5"/>
                      <a:gd name="T18" fmla="*/ 1 w 2"/>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
                      <a:gd name="T31" fmla="*/ 0 h 5"/>
                      <a:gd name="T32" fmla="*/ 2 w 2"/>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 h="5">
                        <a:moveTo>
                          <a:pt x="1" y="2"/>
                        </a:moveTo>
                        <a:lnTo>
                          <a:pt x="0" y="3"/>
                        </a:lnTo>
                        <a:lnTo>
                          <a:pt x="0" y="5"/>
                        </a:lnTo>
                        <a:lnTo>
                          <a:pt x="2" y="5"/>
                        </a:lnTo>
                        <a:lnTo>
                          <a:pt x="2" y="3"/>
                        </a:lnTo>
                        <a:lnTo>
                          <a:pt x="1" y="3"/>
                        </a:lnTo>
                        <a:lnTo>
                          <a:pt x="1" y="2"/>
                        </a:lnTo>
                        <a:lnTo>
                          <a:pt x="0" y="0"/>
                        </a:lnTo>
                        <a:lnTo>
                          <a:pt x="0" y="3"/>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3" name="Freeform 898"/>
                  <p:cNvSpPr>
                    <a:spLocks/>
                  </p:cNvSpPr>
                  <p:nvPr/>
                </p:nvSpPr>
                <p:spPr bwMode="auto">
                  <a:xfrm>
                    <a:off x="4385" y="3553"/>
                    <a:ext cx="21" cy="16"/>
                  </a:xfrm>
                  <a:custGeom>
                    <a:avLst/>
                    <a:gdLst>
                      <a:gd name="T0" fmla="*/ 2 w 42"/>
                      <a:gd name="T1" fmla="*/ 1 h 33"/>
                      <a:gd name="T2" fmla="*/ 2 w 42"/>
                      <a:gd name="T3" fmla="*/ 0 h 33"/>
                      <a:gd name="T4" fmla="*/ 2 w 42"/>
                      <a:gd name="T5" fmla="*/ 0 h 33"/>
                      <a:gd name="T6" fmla="*/ 2 w 42"/>
                      <a:gd name="T7" fmla="*/ 0 h 33"/>
                      <a:gd name="T8" fmla="*/ 1 w 42"/>
                      <a:gd name="T9" fmla="*/ 0 h 33"/>
                      <a:gd name="T10" fmla="*/ 1 w 42"/>
                      <a:gd name="T11" fmla="*/ 0 h 33"/>
                      <a:gd name="T12" fmla="*/ 1 w 42"/>
                      <a:gd name="T13" fmla="*/ 0 h 33"/>
                      <a:gd name="T14" fmla="*/ 1 w 42"/>
                      <a:gd name="T15" fmla="*/ 0 h 33"/>
                      <a:gd name="T16" fmla="*/ 1 w 42"/>
                      <a:gd name="T17" fmla="*/ 0 h 33"/>
                      <a:gd name="T18" fmla="*/ 1 w 42"/>
                      <a:gd name="T19" fmla="*/ 0 h 33"/>
                      <a:gd name="T20" fmla="*/ 1 w 42"/>
                      <a:gd name="T21" fmla="*/ 0 h 33"/>
                      <a:gd name="T22" fmla="*/ 0 w 42"/>
                      <a:gd name="T23" fmla="*/ 0 h 33"/>
                      <a:gd name="T24" fmla="*/ 0 w 42"/>
                      <a:gd name="T25" fmla="*/ 0 h 33"/>
                      <a:gd name="T26" fmla="*/ 1 w 42"/>
                      <a:gd name="T27" fmla="*/ 0 h 33"/>
                      <a:gd name="T28" fmla="*/ 1 w 42"/>
                      <a:gd name="T29" fmla="*/ 0 h 33"/>
                      <a:gd name="T30" fmla="*/ 1 w 42"/>
                      <a:gd name="T31" fmla="*/ 0 h 33"/>
                      <a:gd name="T32" fmla="*/ 1 w 42"/>
                      <a:gd name="T33" fmla="*/ 0 h 33"/>
                      <a:gd name="T34" fmla="*/ 1 w 42"/>
                      <a:gd name="T35" fmla="*/ 0 h 33"/>
                      <a:gd name="T36" fmla="*/ 1 w 42"/>
                      <a:gd name="T37" fmla="*/ 0 h 33"/>
                      <a:gd name="T38" fmla="*/ 1 w 42"/>
                      <a:gd name="T39" fmla="*/ 0 h 33"/>
                      <a:gd name="T40" fmla="*/ 1 w 42"/>
                      <a:gd name="T41" fmla="*/ 0 h 33"/>
                      <a:gd name="T42" fmla="*/ 1 w 42"/>
                      <a:gd name="T43" fmla="*/ 0 h 33"/>
                      <a:gd name="T44" fmla="*/ 1 w 42"/>
                      <a:gd name="T45" fmla="*/ 0 h 33"/>
                      <a:gd name="T46" fmla="*/ 2 w 42"/>
                      <a:gd name="T47" fmla="*/ 0 h 33"/>
                      <a:gd name="T48" fmla="*/ 2 w 42"/>
                      <a:gd name="T49" fmla="*/ 0 h 33"/>
                      <a:gd name="T50" fmla="*/ 2 w 42"/>
                      <a:gd name="T51" fmla="*/ 1 h 33"/>
                      <a:gd name="T52" fmla="*/ 2 w 42"/>
                      <a:gd name="T53" fmla="*/ 1 h 33"/>
                      <a:gd name="T54" fmla="*/ 2 w 42"/>
                      <a:gd name="T55" fmla="*/ 1 h 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42"/>
                      <a:gd name="T85" fmla="*/ 0 h 33"/>
                      <a:gd name="T86" fmla="*/ 42 w 42"/>
                      <a:gd name="T87" fmla="*/ 33 h 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42" h="33">
                        <a:moveTo>
                          <a:pt x="42" y="32"/>
                        </a:moveTo>
                        <a:lnTo>
                          <a:pt x="39" y="29"/>
                        </a:lnTo>
                        <a:lnTo>
                          <a:pt x="38" y="27"/>
                        </a:lnTo>
                        <a:lnTo>
                          <a:pt x="36" y="23"/>
                        </a:lnTo>
                        <a:lnTo>
                          <a:pt x="21" y="8"/>
                        </a:lnTo>
                        <a:lnTo>
                          <a:pt x="18" y="7"/>
                        </a:lnTo>
                        <a:lnTo>
                          <a:pt x="16" y="4"/>
                        </a:lnTo>
                        <a:lnTo>
                          <a:pt x="12" y="2"/>
                        </a:lnTo>
                        <a:lnTo>
                          <a:pt x="10" y="1"/>
                        </a:lnTo>
                        <a:lnTo>
                          <a:pt x="7" y="1"/>
                        </a:lnTo>
                        <a:lnTo>
                          <a:pt x="4" y="0"/>
                        </a:lnTo>
                        <a:lnTo>
                          <a:pt x="0" y="0"/>
                        </a:lnTo>
                        <a:lnTo>
                          <a:pt x="0" y="1"/>
                        </a:lnTo>
                        <a:lnTo>
                          <a:pt x="4" y="2"/>
                        </a:lnTo>
                        <a:lnTo>
                          <a:pt x="6" y="2"/>
                        </a:lnTo>
                        <a:lnTo>
                          <a:pt x="9" y="3"/>
                        </a:lnTo>
                        <a:lnTo>
                          <a:pt x="11" y="4"/>
                        </a:lnTo>
                        <a:lnTo>
                          <a:pt x="15" y="7"/>
                        </a:lnTo>
                        <a:lnTo>
                          <a:pt x="17" y="8"/>
                        </a:lnTo>
                        <a:lnTo>
                          <a:pt x="22" y="13"/>
                        </a:lnTo>
                        <a:lnTo>
                          <a:pt x="25" y="14"/>
                        </a:lnTo>
                        <a:lnTo>
                          <a:pt x="29" y="19"/>
                        </a:lnTo>
                        <a:lnTo>
                          <a:pt x="31" y="22"/>
                        </a:lnTo>
                        <a:lnTo>
                          <a:pt x="33" y="25"/>
                        </a:lnTo>
                        <a:lnTo>
                          <a:pt x="38" y="30"/>
                        </a:lnTo>
                        <a:lnTo>
                          <a:pt x="39" y="33"/>
                        </a:lnTo>
                        <a:lnTo>
                          <a:pt x="39" y="32"/>
                        </a:lnTo>
                        <a:lnTo>
                          <a:pt x="42" y="3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4" name="Freeform 899"/>
                  <p:cNvSpPr>
                    <a:spLocks/>
                  </p:cNvSpPr>
                  <p:nvPr/>
                </p:nvSpPr>
                <p:spPr bwMode="auto">
                  <a:xfrm>
                    <a:off x="4172" y="3555"/>
                    <a:ext cx="39" cy="43"/>
                  </a:xfrm>
                  <a:custGeom>
                    <a:avLst/>
                    <a:gdLst>
                      <a:gd name="T0" fmla="*/ 1 w 79"/>
                      <a:gd name="T1" fmla="*/ 2 h 88"/>
                      <a:gd name="T2" fmla="*/ 1 w 79"/>
                      <a:gd name="T3" fmla="*/ 2 h 88"/>
                      <a:gd name="T4" fmla="*/ 1 w 79"/>
                      <a:gd name="T5" fmla="*/ 2 h 88"/>
                      <a:gd name="T6" fmla="*/ 1 w 79"/>
                      <a:gd name="T7" fmla="*/ 2 h 88"/>
                      <a:gd name="T8" fmla="*/ 1 w 79"/>
                      <a:gd name="T9" fmla="*/ 2 h 88"/>
                      <a:gd name="T10" fmla="*/ 1 w 79"/>
                      <a:gd name="T11" fmla="*/ 2 h 88"/>
                      <a:gd name="T12" fmla="*/ 1 w 79"/>
                      <a:gd name="T13" fmla="*/ 2 h 88"/>
                      <a:gd name="T14" fmla="*/ 1 w 79"/>
                      <a:gd name="T15" fmla="*/ 2 h 88"/>
                      <a:gd name="T16" fmla="*/ 1 w 79"/>
                      <a:gd name="T17" fmla="*/ 2 h 88"/>
                      <a:gd name="T18" fmla="*/ 1 w 79"/>
                      <a:gd name="T19" fmla="*/ 2 h 88"/>
                      <a:gd name="T20" fmla="*/ 2 w 79"/>
                      <a:gd name="T21" fmla="*/ 2 h 88"/>
                      <a:gd name="T22" fmla="*/ 2 w 79"/>
                      <a:gd name="T23" fmla="*/ 2 h 88"/>
                      <a:gd name="T24" fmla="*/ 2 w 79"/>
                      <a:gd name="T25" fmla="*/ 2 h 88"/>
                      <a:gd name="T26" fmla="*/ 1 w 79"/>
                      <a:gd name="T27" fmla="*/ 2 h 88"/>
                      <a:gd name="T28" fmla="*/ 1 w 79"/>
                      <a:gd name="T29" fmla="*/ 2 h 88"/>
                      <a:gd name="T30" fmla="*/ 1 w 79"/>
                      <a:gd name="T31" fmla="*/ 2 h 88"/>
                      <a:gd name="T32" fmla="*/ 1 w 79"/>
                      <a:gd name="T33" fmla="*/ 2 h 88"/>
                      <a:gd name="T34" fmla="*/ 1 w 79"/>
                      <a:gd name="T35" fmla="*/ 2 h 88"/>
                      <a:gd name="T36" fmla="*/ 1 w 79"/>
                      <a:gd name="T37" fmla="*/ 2 h 88"/>
                      <a:gd name="T38" fmla="*/ 1 w 79"/>
                      <a:gd name="T39" fmla="*/ 2 h 88"/>
                      <a:gd name="T40" fmla="*/ 1 w 79"/>
                      <a:gd name="T41" fmla="*/ 2 h 88"/>
                      <a:gd name="T42" fmla="*/ 0 w 79"/>
                      <a:gd name="T43" fmla="*/ 2 h 88"/>
                      <a:gd name="T44" fmla="*/ 0 w 79"/>
                      <a:gd name="T45" fmla="*/ 2 h 88"/>
                      <a:gd name="T46" fmla="*/ 0 w 79"/>
                      <a:gd name="T47" fmla="*/ 2 h 88"/>
                      <a:gd name="T48" fmla="*/ 0 w 79"/>
                      <a:gd name="T49" fmla="*/ 2 h 88"/>
                      <a:gd name="T50" fmla="*/ 0 w 79"/>
                      <a:gd name="T51" fmla="*/ 2 h 88"/>
                      <a:gd name="T52" fmla="*/ 0 w 79"/>
                      <a:gd name="T53" fmla="*/ 1 h 88"/>
                      <a:gd name="T54" fmla="*/ 0 w 79"/>
                      <a:gd name="T55" fmla="*/ 1 h 88"/>
                      <a:gd name="T56" fmla="*/ 0 w 79"/>
                      <a:gd name="T57" fmla="*/ 1 h 88"/>
                      <a:gd name="T58" fmla="*/ 0 w 79"/>
                      <a:gd name="T59" fmla="*/ 1 h 88"/>
                      <a:gd name="T60" fmla="*/ 0 w 79"/>
                      <a:gd name="T61" fmla="*/ 1 h 88"/>
                      <a:gd name="T62" fmla="*/ 0 w 79"/>
                      <a:gd name="T63" fmla="*/ 0 h 88"/>
                      <a:gd name="T64" fmla="*/ 0 w 79"/>
                      <a:gd name="T65" fmla="*/ 1 h 88"/>
                      <a:gd name="T66" fmla="*/ 0 w 79"/>
                      <a:gd name="T67" fmla="*/ 1 h 88"/>
                      <a:gd name="T68" fmla="*/ 0 w 79"/>
                      <a:gd name="T69" fmla="*/ 1 h 88"/>
                      <a:gd name="T70" fmla="*/ 0 w 79"/>
                      <a:gd name="T71" fmla="*/ 1 h 88"/>
                      <a:gd name="T72" fmla="*/ 0 w 79"/>
                      <a:gd name="T73" fmla="*/ 1 h 88"/>
                      <a:gd name="T74" fmla="*/ 0 w 79"/>
                      <a:gd name="T75" fmla="*/ 2 h 88"/>
                      <a:gd name="T76" fmla="*/ 1 w 79"/>
                      <a:gd name="T77" fmla="*/ 2 h 88"/>
                      <a:gd name="T78" fmla="*/ 1 w 79"/>
                      <a:gd name="T79" fmla="*/ 2 h 88"/>
                      <a:gd name="T80" fmla="*/ 1 w 79"/>
                      <a:gd name="T81" fmla="*/ 2 h 88"/>
                      <a:gd name="T82" fmla="*/ 1 w 79"/>
                      <a:gd name="T83" fmla="*/ 2 h 88"/>
                      <a:gd name="T84" fmla="*/ 1 w 79"/>
                      <a:gd name="T85" fmla="*/ 1 h 88"/>
                      <a:gd name="T86" fmla="*/ 1 w 79"/>
                      <a:gd name="T87" fmla="*/ 1 h 88"/>
                      <a:gd name="T88" fmla="*/ 1 w 79"/>
                      <a:gd name="T89" fmla="*/ 1 h 88"/>
                      <a:gd name="T90" fmla="*/ 1 w 79"/>
                      <a:gd name="T91" fmla="*/ 1 h 88"/>
                      <a:gd name="T92" fmla="*/ 1 w 79"/>
                      <a:gd name="T93" fmla="*/ 0 h 88"/>
                      <a:gd name="T94" fmla="*/ 1 w 79"/>
                      <a:gd name="T95" fmla="*/ 0 h 88"/>
                      <a:gd name="T96" fmla="*/ 1 w 79"/>
                      <a:gd name="T97" fmla="*/ 0 h 88"/>
                      <a:gd name="T98" fmla="*/ 1 w 79"/>
                      <a:gd name="T99" fmla="*/ 0 h 88"/>
                      <a:gd name="T100" fmla="*/ 1 w 79"/>
                      <a:gd name="T101" fmla="*/ 0 h 88"/>
                      <a:gd name="T102" fmla="*/ 1 w 79"/>
                      <a:gd name="T103" fmla="*/ 0 h 88"/>
                      <a:gd name="T104" fmla="*/ 1 w 79"/>
                      <a:gd name="T105" fmla="*/ 1 h 88"/>
                      <a:gd name="T106" fmla="*/ 1 w 79"/>
                      <a:gd name="T107" fmla="*/ 1 h 88"/>
                      <a:gd name="T108" fmla="*/ 1 w 79"/>
                      <a:gd name="T109" fmla="*/ 1 h 88"/>
                      <a:gd name="T110" fmla="*/ 1 w 79"/>
                      <a:gd name="T111" fmla="*/ 1 h 88"/>
                      <a:gd name="T112" fmla="*/ 1 w 79"/>
                      <a:gd name="T113" fmla="*/ 2 h 8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9"/>
                      <a:gd name="T172" fmla="*/ 0 h 88"/>
                      <a:gd name="T173" fmla="*/ 79 w 79"/>
                      <a:gd name="T174" fmla="*/ 88 h 8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9" h="88">
                        <a:moveTo>
                          <a:pt x="45" y="67"/>
                        </a:moveTo>
                        <a:lnTo>
                          <a:pt x="44" y="69"/>
                        </a:lnTo>
                        <a:lnTo>
                          <a:pt x="44" y="75"/>
                        </a:lnTo>
                        <a:lnTo>
                          <a:pt x="45" y="77"/>
                        </a:lnTo>
                        <a:lnTo>
                          <a:pt x="45" y="79"/>
                        </a:lnTo>
                        <a:lnTo>
                          <a:pt x="47" y="80"/>
                        </a:lnTo>
                        <a:lnTo>
                          <a:pt x="50" y="82"/>
                        </a:lnTo>
                        <a:lnTo>
                          <a:pt x="52" y="84"/>
                        </a:lnTo>
                        <a:lnTo>
                          <a:pt x="56" y="85"/>
                        </a:lnTo>
                        <a:lnTo>
                          <a:pt x="60" y="87"/>
                        </a:lnTo>
                        <a:lnTo>
                          <a:pt x="72" y="87"/>
                        </a:lnTo>
                        <a:lnTo>
                          <a:pt x="76" y="88"/>
                        </a:lnTo>
                        <a:lnTo>
                          <a:pt x="79" y="88"/>
                        </a:lnTo>
                        <a:lnTo>
                          <a:pt x="57" y="88"/>
                        </a:lnTo>
                        <a:lnTo>
                          <a:pt x="53" y="87"/>
                        </a:lnTo>
                        <a:lnTo>
                          <a:pt x="50" y="87"/>
                        </a:lnTo>
                        <a:lnTo>
                          <a:pt x="46" y="85"/>
                        </a:lnTo>
                        <a:lnTo>
                          <a:pt x="42" y="85"/>
                        </a:lnTo>
                        <a:lnTo>
                          <a:pt x="39" y="84"/>
                        </a:lnTo>
                        <a:lnTo>
                          <a:pt x="36" y="83"/>
                        </a:lnTo>
                        <a:lnTo>
                          <a:pt x="32" y="82"/>
                        </a:lnTo>
                        <a:lnTo>
                          <a:pt x="29" y="80"/>
                        </a:lnTo>
                        <a:lnTo>
                          <a:pt x="25" y="79"/>
                        </a:lnTo>
                        <a:lnTo>
                          <a:pt x="23" y="78"/>
                        </a:lnTo>
                        <a:lnTo>
                          <a:pt x="18" y="72"/>
                        </a:lnTo>
                        <a:lnTo>
                          <a:pt x="14" y="66"/>
                        </a:lnTo>
                        <a:lnTo>
                          <a:pt x="12" y="59"/>
                        </a:lnTo>
                        <a:lnTo>
                          <a:pt x="8" y="53"/>
                        </a:lnTo>
                        <a:lnTo>
                          <a:pt x="5" y="47"/>
                        </a:lnTo>
                        <a:lnTo>
                          <a:pt x="3" y="41"/>
                        </a:lnTo>
                        <a:lnTo>
                          <a:pt x="2" y="35"/>
                        </a:lnTo>
                        <a:lnTo>
                          <a:pt x="0" y="27"/>
                        </a:lnTo>
                        <a:lnTo>
                          <a:pt x="2" y="34"/>
                        </a:lnTo>
                        <a:lnTo>
                          <a:pt x="4" y="38"/>
                        </a:lnTo>
                        <a:lnTo>
                          <a:pt x="7" y="45"/>
                        </a:lnTo>
                        <a:lnTo>
                          <a:pt x="9" y="50"/>
                        </a:lnTo>
                        <a:lnTo>
                          <a:pt x="12" y="55"/>
                        </a:lnTo>
                        <a:lnTo>
                          <a:pt x="25" y="68"/>
                        </a:lnTo>
                        <a:lnTo>
                          <a:pt x="34" y="68"/>
                        </a:lnTo>
                        <a:lnTo>
                          <a:pt x="36" y="67"/>
                        </a:lnTo>
                        <a:lnTo>
                          <a:pt x="39" y="67"/>
                        </a:lnTo>
                        <a:lnTo>
                          <a:pt x="41" y="66"/>
                        </a:lnTo>
                        <a:lnTo>
                          <a:pt x="48" y="58"/>
                        </a:lnTo>
                        <a:lnTo>
                          <a:pt x="52" y="51"/>
                        </a:lnTo>
                        <a:lnTo>
                          <a:pt x="55" y="43"/>
                        </a:lnTo>
                        <a:lnTo>
                          <a:pt x="56" y="35"/>
                        </a:lnTo>
                        <a:lnTo>
                          <a:pt x="57" y="26"/>
                        </a:lnTo>
                        <a:lnTo>
                          <a:pt x="57" y="9"/>
                        </a:lnTo>
                        <a:lnTo>
                          <a:pt x="56" y="0"/>
                        </a:lnTo>
                        <a:lnTo>
                          <a:pt x="57" y="9"/>
                        </a:lnTo>
                        <a:lnTo>
                          <a:pt x="58" y="18"/>
                        </a:lnTo>
                        <a:lnTo>
                          <a:pt x="60" y="27"/>
                        </a:lnTo>
                        <a:lnTo>
                          <a:pt x="60" y="36"/>
                        </a:lnTo>
                        <a:lnTo>
                          <a:pt x="58" y="45"/>
                        </a:lnTo>
                        <a:lnTo>
                          <a:pt x="56" y="53"/>
                        </a:lnTo>
                        <a:lnTo>
                          <a:pt x="51" y="61"/>
                        </a:lnTo>
                        <a:lnTo>
                          <a:pt x="45" y="67"/>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5" name="Freeform 900"/>
                  <p:cNvSpPr>
                    <a:spLocks/>
                  </p:cNvSpPr>
                  <p:nvPr/>
                </p:nvSpPr>
                <p:spPr bwMode="auto">
                  <a:xfrm>
                    <a:off x="4193" y="3588"/>
                    <a:ext cx="3" cy="8"/>
                  </a:xfrm>
                  <a:custGeom>
                    <a:avLst/>
                    <a:gdLst>
                      <a:gd name="T0" fmla="*/ 0 w 8"/>
                      <a:gd name="T1" fmla="*/ 1 h 16"/>
                      <a:gd name="T2" fmla="*/ 0 w 8"/>
                      <a:gd name="T3" fmla="*/ 1 h 16"/>
                      <a:gd name="T4" fmla="*/ 0 w 8"/>
                      <a:gd name="T5" fmla="*/ 1 h 16"/>
                      <a:gd name="T6" fmla="*/ 0 w 8"/>
                      <a:gd name="T7" fmla="*/ 0 h 16"/>
                      <a:gd name="T8" fmla="*/ 0 w 8"/>
                      <a:gd name="T9" fmla="*/ 0 h 16"/>
                      <a:gd name="T10" fmla="*/ 0 w 8"/>
                      <a:gd name="T11" fmla="*/ 1 h 16"/>
                      <a:gd name="T12" fmla="*/ 0 w 8"/>
                      <a:gd name="T13" fmla="*/ 1 h 16"/>
                      <a:gd name="T14" fmla="*/ 0 w 8"/>
                      <a:gd name="T15" fmla="*/ 1 h 16"/>
                      <a:gd name="T16" fmla="*/ 0 w 8"/>
                      <a:gd name="T17" fmla="*/ 1 h 16"/>
                      <a:gd name="T18" fmla="*/ 0 w 8"/>
                      <a:gd name="T19" fmla="*/ 1 h 16"/>
                      <a:gd name="T20" fmla="*/ 0 w 8"/>
                      <a:gd name="T21" fmla="*/ 1 h 16"/>
                      <a:gd name="T22" fmla="*/ 0 w 8"/>
                      <a:gd name="T23" fmla="*/ 1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
                      <a:gd name="T37" fmla="*/ 0 h 16"/>
                      <a:gd name="T38" fmla="*/ 8 w 8"/>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 h="16">
                        <a:moveTo>
                          <a:pt x="8" y="13"/>
                        </a:moveTo>
                        <a:lnTo>
                          <a:pt x="5" y="12"/>
                        </a:lnTo>
                        <a:lnTo>
                          <a:pt x="3" y="10"/>
                        </a:lnTo>
                        <a:lnTo>
                          <a:pt x="3" y="0"/>
                        </a:lnTo>
                        <a:lnTo>
                          <a:pt x="2" y="0"/>
                        </a:lnTo>
                        <a:lnTo>
                          <a:pt x="0" y="2"/>
                        </a:lnTo>
                        <a:lnTo>
                          <a:pt x="0" y="8"/>
                        </a:lnTo>
                        <a:lnTo>
                          <a:pt x="2" y="11"/>
                        </a:lnTo>
                        <a:lnTo>
                          <a:pt x="3" y="12"/>
                        </a:lnTo>
                        <a:lnTo>
                          <a:pt x="4" y="15"/>
                        </a:lnTo>
                        <a:lnTo>
                          <a:pt x="6" y="16"/>
                        </a:lnTo>
                        <a:lnTo>
                          <a:pt x="8"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6" name="Freeform 901"/>
                  <p:cNvSpPr>
                    <a:spLocks/>
                  </p:cNvSpPr>
                  <p:nvPr/>
                </p:nvSpPr>
                <p:spPr bwMode="auto">
                  <a:xfrm>
                    <a:off x="4196" y="3595"/>
                    <a:ext cx="20" cy="5"/>
                  </a:xfrm>
                  <a:custGeom>
                    <a:avLst/>
                    <a:gdLst>
                      <a:gd name="T0" fmla="*/ 0 w 41"/>
                      <a:gd name="T1" fmla="*/ 1 h 10"/>
                      <a:gd name="T2" fmla="*/ 0 w 41"/>
                      <a:gd name="T3" fmla="*/ 1 h 10"/>
                      <a:gd name="T4" fmla="*/ 0 w 41"/>
                      <a:gd name="T5" fmla="*/ 1 h 10"/>
                      <a:gd name="T6" fmla="*/ 0 w 41"/>
                      <a:gd name="T7" fmla="*/ 1 h 10"/>
                      <a:gd name="T8" fmla="*/ 0 w 41"/>
                      <a:gd name="T9" fmla="*/ 1 h 10"/>
                      <a:gd name="T10" fmla="*/ 0 w 41"/>
                      <a:gd name="T11" fmla="*/ 1 h 10"/>
                      <a:gd name="T12" fmla="*/ 0 w 41"/>
                      <a:gd name="T13" fmla="*/ 1 h 10"/>
                      <a:gd name="T14" fmla="*/ 0 w 41"/>
                      <a:gd name="T15" fmla="*/ 0 h 10"/>
                      <a:gd name="T16" fmla="*/ 0 w 41"/>
                      <a:gd name="T17" fmla="*/ 1 h 10"/>
                      <a:gd name="T18" fmla="*/ 0 w 41"/>
                      <a:gd name="T19" fmla="*/ 1 h 10"/>
                      <a:gd name="T20" fmla="*/ 0 w 41"/>
                      <a:gd name="T21" fmla="*/ 1 h 10"/>
                      <a:gd name="T22" fmla="*/ 0 w 41"/>
                      <a:gd name="T23" fmla="*/ 1 h 10"/>
                      <a:gd name="T24" fmla="*/ 0 w 41"/>
                      <a:gd name="T25" fmla="*/ 1 h 10"/>
                      <a:gd name="T26" fmla="*/ 0 w 41"/>
                      <a:gd name="T27" fmla="*/ 1 h 10"/>
                      <a:gd name="T28" fmla="*/ 0 w 41"/>
                      <a:gd name="T29" fmla="*/ 1 h 10"/>
                      <a:gd name="T30" fmla="*/ 0 w 41"/>
                      <a:gd name="T31" fmla="*/ 1 h 10"/>
                      <a:gd name="T32" fmla="*/ 0 w 41"/>
                      <a:gd name="T33" fmla="*/ 1 h 10"/>
                      <a:gd name="T34" fmla="*/ 0 w 41"/>
                      <a:gd name="T35" fmla="*/ 1 h 10"/>
                      <a:gd name="T36" fmla="*/ 1 w 41"/>
                      <a:gd name="T37" fmla="*/ 1 h 10"/>
                      <a:gd name="T38" fmla="*/ 0 w 41"/>
                      <a:gd name="T39" fmla="*/ 1 h 10"/>
                      <a:gd name="T40" fmla="*/ 0 w 41"/>
                      <a:gd name="T41" fmla="*/ 1 h 1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1"/>
                      <a:gd name="T64" fmla="*/ 0 h 10"/>
                      <a:gd name="T65" fmla="*/ 41 w 41"/>
                      <a:gd name="T66" fmla="*/ 10 h 1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1" h="10">
                        <a:moveTo>
                          <a:pt x="31" y="9"/>
                        </a:moveTo>
                        <a:lnTo>
                          <a:pt x="31" y="7"/>
                        </a:lnTo>
                        <a:lnTo>
                          <a:pt x="24" y="7"/>
                        </a:lnTo>
                        <a:lnTo>
                          <a:pt x="19" y="5"/>
                        </a:lnTo>
                        <a:lnTo>
                          <a:pt x="12" y="5"/>
                        </a:lnTo>
                        <a:lnTo>
                          <a:pt x="9" y="4"/>
                        </a:lnTo>
                        <a:lnTo>
                          <a:pt x="5" y="3"/>
                        </a:lnTo>
                        <a:lnTo>
                          <a:pt x="2" y="0"/>
                        </a:lnTo>
                        <a:lnTo>
                          <a:pt x="0" y="3"/>
                        </a:lnTo>
                        <a:lnTo>
                          <a:pt x="4" y="5"/>
                        </a:lnTo>
                        <a:lnTo>
                          <a:pt x="8" y="7"/>
                        </a:lnTo>
                        <a:lnTo>
                          <a:pt x="12" y="7"/>
                        </a:lnTo>
                        <a:lnTo>
                          <a:pt x="15" y="8"/>
                        </a:lnTo>
                        <a:lnTo>
                          <a:pt x="24" y="8"/>
                        </a:lnTo>
                        <a:lnTo>
                          <a:pt x="28" y="9"/>
                        </a:lnTo>
                        <a:lnTo>
                          <a:pt x="31" y="9"/>
                        </a:lnTo>
                        <a:lnTo>
                          <a:pt x="31" y="7"/>
                        </a:lnTo>
                        <a:lnTo>
                          <a:pt x="31" y="10"/>
                        </a:lnTo>
                        <a:lnTo>
                          <a:pt x="41" y="9"/>
                        </a:lnTo>
                        <a:lnTo>
                          <a:pt x="31" y="7"/>
                        </a:lnTo>
                        <a:lnTo>
                          <a:pt x="3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7" name="Freeform 902"/>
                  <p:cNvSpPr>
                    <a:spLocks/>
                  </p:cNvSpPr>
                  <p:nvPr/>
                </p:nvSpPr>
                <p:spPr bwMode="auto">
                  <a:xfrm>
                    <a:off x="4182" y="3593"/>
                    <a:ext cx="29" cy="7"/>
                  </a:xfrm>
                  <a:custGeom>
                    <a:avLst/>
                    <a:gdLst>
                      <a:gd name="T0" fmla="*/ 0 w 58"/>
                      <a:gd name="T1" fmla="*/ 1 h 13"/>
                      <a:gd name="T2" fmla="*/ 1 w 58"/>
                      <a:gd name="T3" fmla="*/ 1 h 13"/>
                      <a:gd name="T4" fmla="*/ 1 w 58"/>
                      <a:gd name="T5" fmla="*/ 1 h 13"/>
                      <a:gd name="T6" fmla="*/ 1 w 58"/>
                      <a:gd name="T7" fmla="*/ 1 h 13"/>
                      <a:gd name="T8" fmla="*/ 1 w 58"/>
                      <a:gd name="T9" fmla="*/ 1 h 13"/>
                      <a:gd name="T10" fmla="*/ 1 w 58"/>
                      <a:gd name="T11" fmla="*/ 1 h 13"/>
                      <a:gd name="T12" fmla="*/ 1 w 58"/>
                      <a:gd name="T13" fmla="*/ 1 h 13"/>
                      <a:gd name="T14" fmla="*/ 1 w 58"/>
                      <a:gd name="T15" fmla="*/ 1 h 13"/>
                      <a:gd name="T16" fmla="*/ 1 w 58"/>
                      <a:gd name="T17" fmla="*/ 1 h 13"/>
                      <a:gd name="T18" fmla="*/ 1 w 58"/>
                      <a:gd name="T19" fmla="*/ 1 h 13"/>
                      <a:gd name="T20" fmla="*/ 2 w 58"/>
                      <a:gd name="T21" fmla="*/ 1 h 13"/>
                      <a:gd name="T22" fmla="*/ 2 w 58"/>
                      <a:gd name="T23" fmla="*/ 1 h 13"/>
                      <a:gd name="T24" fmla="*/ 2 w 58"/>
                      <a:gd name="T25" fmla="*/ 1 h 13"/>
                      <a:gd name="T26" fmla="*/ 2 w 58"/>
                      <a:gd name="T27" fmla="*/ 1 h 13"/>
                      <a:gd name="T28" fmla="*/ 2 w 58"/>
                      <a:gd name="T29" fmla="*/ 1 h 13"/>
                      <a:gd name="T30" fmla="*/ 2 w 58"/>
                      <a:gd name="T31" fmla="*/ 1 h 13"/>
                      <a:gd name="T32" fmla="*/ 1 w 58"/>
                      <a:gd name="T33" fmla="*/ 1 h 13"/>
                      <a:gd name="T34" fmla="*/ 1 w 58"/>
                      <a:gd name="T35" fmla="*/ 1 h 13"/>
                      <a:gd name="T36" fmla="*/ 1 w 58"/>
                      <a:gd name="T37" fmla="*/ 1 h 13"/>
                      <a:gd name="T38" fmla="*/ 1 w 58"/>
                      <a:gd name="T39" fmla="*/ 1 h 13"/>
                      <a:gd name="T40" fmla="*/ 1 w 58"/>
                      <a:gd name="T41" fmla="*/ 1 h 13"/>
                      <a:gd name="T42" fmla="*/ 1 w 58"/>
                      <a:gd name="T43" fmla="*/ 1 h 13"/>
                      <a:gd name="T44" fmla="*/ 1 w 58"/>
                      <a:gd name="T45" fmla="*/ 1 h 13"/>
                      <a:gd name="T46" fmla="*/ 1 w 58"/>
                      <a:gd name="T47" fmla="*/ 1 h 13"/>
                      <a:gd name="T48" fmla="*/ 1 w 58"/>
                      <a:gd name="T49" fmla="*/ 1 h 13"/>
                      <a:gd name="T50" fmla="*/ 1 w 58"/>
                      <a:gd name="T51" fmla="*/ 0 h 13"/>
                      <a:gd name="T52" fmla="*/ 1 w 58"/>
                      <a:gd name="T53" fmla="*/ 1 h 13"/>
                      <a:gd name="T54" fmla="*/ 0 w 58"/>
                      <a:gd name="T55" fmla="*/ 1 h 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8"/>
                      <a:gd name="T85" fmla="*/ 0 h 13"/>
                      <a:gd name="T86" fmla="*/ 58 w 58"/>
                      <a:gd name="T87" fmla="*/ 13 h 1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8" h="13">
                        <a:moveTo>
                          <a:pt x="0" y="2"/>
                        </a:moveTo>
                        <a:lnTo>
                          <a:pt x="4" y="3"/>
                        </a:lnTo>
                        <a:lnTo>
                          <a:pt x="8" y="5"/>
                        </a:lnTo>
                        <a:lnTo>
                          <a:pt x="10" y="6"/>
                        </a:lnTo>
                        <a:lnTo>
                          <a:pt x="14" y="7"/>
                        </a:lnTo>
                        <a:lnTo>
                          <a:pt x="18" y="8"/>
                        </a:lnTo>
                        <a:lnTo>
                          <a:pt x="21" y="10"/>
                        </a:lnTo>
                        <a:lnTo>
                          <a:pt x="25" y="10"/>
                        </a:lnTo>
                        <a:lnTo>
                          <a:pt x="29" y="11"/>
                        </a:lnTo>
                        <a:lnTo>
                          <a:pt x="32" y="11"/>
                        </a:lnTo>
                        <a:lnTo>
                          <a:pt x="36" y="12"/>
                        </a:lnTo>
                        <a:lnTo>
                          <a:pt x="47" y="12"/>
                        </a:lnTo>
                        <a:lnTo>
                          <a:pt x="51" y="13"/>
                        </a:lnTo>
                        <a:lnTo>
                          <a:pt x="55" y="13"/>
                        </a:lnTo>
                        <a:lnTo>
                          <a:pt x="58" y="12"/>
                        </a:lnTo>
                        <a:lnTo>
                          <a:pt x="58" y="10"/>
                        </a:lnTo>
                        <a:lnTo>
                          <a:pt x="32" y="10"/>
                        </a:lnTo>
                        <a:lnTo>
                          <a:pt x="29" y="8"/>
                        </a:lnTo>
                        <a:lnTo>
                          <a:pt x="25" y="7"/>
                        </a:lnTo>
                        <a:lnTo>
                          <a:pt x="23" y="7"/>
                        </a:lnTo>
                        <a:lnTo>
                          <a:pt x="18" y="6"/>
                        </a:lnTo>
                        <a:lnTo>
                          <a:pt x="15" y="5"/>
                        </a:lnTo>
                        <a:lnTo>
                          <a:pt x="11" y="3"/>
                        </a:lnTo>
                        <a:lnTo>
                          <a:pt x="8" y="2"/>
                        </a:lnTo>
                        <a:lnTo>
                          <a:pt x="4" y="1"/>
                        </a:lnTo>
                        <a:lnTo>
                          <a:pt x="2" y="0"/>
                        </a:lnTo>
                        <a:lnTo>
                          <a:pt x="3" y="1"/>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8" name="Freeform 903"/>
                  <p:cNvSpPr>
                    <a:spLocks/>
                  </p:cNvSpPr>
                  <p:nvPr/>
                </p:nvSpPr>
                <p:spPr bwMode="auto">
                  <a:xfrm>
                    <a:off x="4171" y="3568"/>
                    <a:ext cx="12" cy="26"/>
                  </a:xfrm>
                  <a:custGeom>
                    <a:avLst/>
                    <a:gdLst>
                      <a:gd name="T0" fmla="*/ 0 w 25"/>
                      <a:gd name="T1" fmla="*/ 0 h 52"/>
                      <a:gd name="T2" fmla="*/ 0 w 25"/>
                      <a:gd name="T3" fmla="*/ 0 h 52"/>
                      <a:gd name="T4" fmla="*/ 0 w 25"/>
                      <a:gd name="T5" fmla="*/ 1 h 52"/>
                      <a:gd name="T6" fmla="*/ 0 w 25"/>
                      <a:gd name="T7" fmla="*/ 1 h 52"/>
                      <a:gd name="T8" fmla="*/ 0 w 25"/>
                      <a:gd name="T9" fmla="*/ 1 h 52"/>
                      <a:gd name="T10" fmla="*/ 0 w 25"/>
                      <a:gd name="T11" fmla="*/ 1 h 52"/>
                      <a:gd name="T12" fmla="*/ 0 w 25"/>
                      <a:gd name="T13" fmla="*/ 2 h 52"/>
                      <a:gd name="T14" fmla="*/ 0 w 25"/>
                      <a:gd name="T15" fmla="*/ 2 h 52"/>
                      <a:gd name="T16" fmla="*/ 0 w 25"/>
                      <a:gd name="T17" fmla="*/ 2 h 52"/>
                      <a:gd name="T18" fmla="*/ 0 w 25"/>
                      <a:gd name="T19" fmla="*/ 2 h 52"/>
                      <a:gd name="T20" fmla="*/ 0 w 25"/>
                      <a:gd name="T21" fmla="*/ 2 h 52"/>
                      <a:gd name="T22" fmla="*/ 0 w 25"/>
                      <a:gd name="T23" fmla="*/ 2 h 52"/>
                      <a:gd name="T24" fmla="*/ 0 w 25"/>
                      <a:gd name="T25" fmla="*/ 2 h 52"/>
                      <a:gd name="T26" fmla="*/ 0 w 25"/>
                      <a:gd name="T27" fmla="*/ 1 h 52"/>
                      <a:gd name="T28" fmla="*/ 0 w 25"/>
                      <a:gd name="T29" fmla="*/ 1 h 52"/>
                      <a:gd name="T30" fmla="*/ 0 w 25"/>
                      <a:gd name="T31" fmla="*/ 1 h 52"/>
                      <a:gd name="T32" fmla="*/ 0 w 25"/>
                      <a:gd name="T33" fmla="*/ 1 h 52"/>
                      <a:gd name="T34" fmla="*/ 0 w 25"/>
                      <a:gd name="T35" fmla="*/ 1 h 52"/>
                      <a:gd name="T36" fmla="*/ 0 w 25"/>
                      <a:gd name="T37" fmla="*/ 0 h 52"/>
                      <a:gd name="T38" fmla="*/ 0 w 25"/>
                      <a:gd name="T39" fmla="*/ 0 h 52"/>
                      <a:gd name="T40" fmla="*/ 0 w 25"/>
                      <a:gd name="T41" fmla="*/ 0 h 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52"/>
                      <a:gd name="T65" fmla="*/ 25 w 25"/>
                      <a:gd name="T66" fmla="*/ 52 h 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52">
                        <a:moveTo>
                          <a:pt x="3" y="0"/>
                        </a:moveTo>
                        <a:lnTo>
                          <a:pt x="0" y="0"/>
                        </a:lnTo>
                        <a:lnTo>
                          <a:pt x="1" y="8"/>
                        </a:lnTo>
                        <a:lnTo>
                          <a:pt x="3" y="14"/>
                        </a:lnTo>
                        <a:lnTo>
                          <a:pt x="5" y="21"/>
                        </a:lnTo>
                        <a:lnTo>
                          <a:pt x="8" y="28"/>
                        </a:lnTo>
                        <a:lnTo>
                          <a:pt x="11" y="34"/>
                        </a:lnTo>
                        <a:lnTo>
                          <a:pt x="14" y="40"/>
                        </a:lnTo>
                        <a:lnTo>
                          <a:pt x="19" y="46"/>
                        </a:lnTo>
                        <a:lnTo>
                          <a:pt x="22" y="52"/>
                        </a:lnTo>
                        <a:lnTo>
                          <a:pt x="25" y="51"/>
                        </a:lnTo>
                        <a:lnTo>
                          <a:pt x="20" y="45"/>
                        </a:lnTo>
                        <a:lnTo>
                          <a:pt x="16" y="39"/>
                        </a:lnTo>
                        <a:lnTo>
                          <a:pt x="14" y="32"/>
                        </a:lnTo>
                        <a:lnTo>
                          <a:pt x="10" y="26"/>
                        </a:lnTo>
                        <a:lnTo>
                          <a:pt x="8" y="20"/>
                        </a:lnTo>
                        <a:lnTo>
                          <a:pt x="5" y="14"/>
                        </a:lnTo>
                        <a:lnTo>
                          <a:pt x="4" y="7"/>
                        </a:lnTo>
                        <a:lnTo>
                          <a:pt x="3" y="0"/>
                        </a:lnTo>
                        <a:lnTo>
                          <a:pt x="0"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59" name="Freeform 904"/>
                  <p:cNvSpPr>
                    <a:spLocks/>
                  </p:cNvSpPr>
                  <p:nvPr/>
                </p:nvSpPr>
                <p:spPr bwMode="auto">
                  <a:xfrm>
                    <a:off x="4171" y="3568"/>
                    <a:ext cx="13" cy="21"/>
                  </a:xfrm>
                  <a:custGeom>
                    <a:avLst/>
                    <a:gdLst>
                      <a:gd name="T0" fmla="*/ 1 w 26"/>
                      <a:gd name="T1" fmla="*/ 2 h 42"/>
                      <a:gd name="T2" fmla="*/ 1 w 26"/>
                      <a:gd name="T3" fmla="*/ 1 h 42"/>
                      <a:gd name="T4" fmla="*/ 1 w 26"/>
                      <a:gd name="T5" fmla="*/ 1 h 42"/>
                      <a:gd name="T6" fmla="*/ 1 w 26"/>
                      <a:gd name="T7" fmla="*/ 1 h 42"/>
                      <a:gd name="T8" fmla="*/ 1 w 26"/>
                      <a:gd name="T9" fmla="*/ 1 h 42"/>
                      <a:gd name="T10" fmla="*/ 1 w 26"/>
                      <a:gd name="T11" fmla="*/ 1 h 42"/>
                      <a:gd name="T12" fmla="*/ 1 w 26"/>
                      <a:gd name="T13" fmla="*/ 1 h 42"/>
                      <a:gd name="T14" fmla="*/ 1 w 26"/>
                      <a:gd name="T15" fmla="*/ 0 h 42"/>
                      <a:gd name="T16" fmla="*/ 0 w 26"/>
                      <a:gd name="T17" fmla="*/ 0 h 42"/>
                      <a:gd name="T18" fmla="*/ 1 w 26"/>
                      <a:gd name="T19" fmla="*/ 1 h 42"/>
                      <a:gd name="T20" fmla="*/ 1 w 26"/>
                      <a:gd name="T21" fmla="*/ 1 h 42"/>
                      <a:gd name="T22" fmla="*/ 1 w 26"/>
                      <a:gd name="T23" fmla="*/ 1 h 42"/>
                      <a:gd name="T24" fmla="*/ 1 w 26"/>
                      <a:gd name="T25" fmla="*/ 1 h 42"/>
                      <a:gd name="T26" fmla="*/ 1 w 26"/>
                      <a:gd name="T27" fmla="*/ 1 h 42"/>
                      <a:gd name="T28" fmla="*/ 1 w 26"/>
                      <a:gd name="T29" fmla="*/ 1 h 42"/>
                      <a:gd name="T30" fmla="*/ 1 w 26"/>
                      <a:gd name="T31" fmla="*/ 2 h 42"/>
                      <a:gd name="T32" fmla="*/ 1 w 26"/>
                      <a:gd name="T33" fmla="*/ 2 h 42"/>
                      <a:gd name="T34" fmla="*/ 1 w 26"/>
                      <a:gd name="T35" fmla="*/ 2 h 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6"/>
                      <a:gd name="T55" fmla="*/ 0 h 42"/>
                      <a:gd name="T56" fmla="*/ 26 w 26"/>
                      <a:gd name="T57" fmla="*/ 42 h 4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6" h="42">
                        <a:moveTo>
                          <a:pt x="26" y="40"/>
                        </a:moveTo>
                        <a:lnTo>
                          <a:pt x="17" y="31"/>
                        </a:lnTo>
                        <a:lnTo>
                          <a:pt x="14" y="26"/>
                        </a:lnTo>
                        <a:lnTo>
                          <a:pt x="11" y="21"/>
                        </a:lnTo>
                        <a:lnTo>
                          <a:pt x="9" y="16"/>
                        </a:lnTo>
                        <a:lnTo>
                          <a:pt x="6" y="11"/>
                        </a:lnTo>
                        <a:lnTo>
                          <a:pt x="4" y="5"/>
                        </a:lnTo>
                        <a:lnTo>
                          <a:pt x="3" y="0"/>
                        </a:lnTo>
                        <a:lnTo>
                          <a:pt x="0" y="0"/>
                        </a:lnTo>
                        <a:lnTo>
                          <a:pt x="1" y="7"/>
                        </a:lnTo>
                        <a:lnTo>
                          <a:pt x="4" y="11"/>
                        </a:lnTo>
                        <a:lnTo>
                          <a:pt x="6" y="18"/>
                        </a:lnTo>
                        <a:lnTo>
                          <a:pt x="9" y="23"/>
                        </a:lnTo>
                        <a:lnTo>
                          <a:pt x="13" y="28"/>
                        </a:lnTo>
                        <a:lnTo>
                          <a:pt x="16" y="32"/>
                        </a:lnTo>
                        <a:lnTo>
                          <a:pt x="20" y="37"/>
                        </a:lnTo>
                        <a:lnTo>
                          <a:pt x="25" y="42"/>
                        </a:lnTo>
                        <a:lnTo>
                          <a:pt x="2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0" name="Freeform 905"/>
                  <p:cNvSpPr>
                    <a:spLocks/>
                  </p:cNvSpPr>
                  <p:nvPr/>
                </p:nvSpPr>
                <p:spPr bwMode="auto">
                  <a:xfrm>
                    <a:off x="4183" y="3586"/>
                    <a:ext cx="10" cy="4"/>
                  </a:xfrm>
                  <a:custGeom>
                    <a:avLst/>
                    <a:gdLst>
                      <a:gd name="T0" fmla="*/ 1 w 20"/>
                      <a:gd name="T1" fmla="*/ 1 h 8"/>
                      <a:gd name="T2" fmla="*/ 1 w 20"/>
                      <a:gd name="T3" fmla="*/ 0 h 8"/>
                      <a:gd name="T4" fmla="*/ 1 w 20"/>
                      <a:gd name="T5" fmla="*/ 1 h 8"/>
                      <a:gd name="T6" fmla="*/ 1 w 20"/>
                      <a:gd name="T7" fmla="*/ 1 h 8"/>
                      <a:gd name="T8" fmla="*/ 1 w 20"/>
                      <a:gd name="T9" fmla="*/ 1 h 8"/>
                      <a:gd name="T10" fmla="*/ 1 w 20"/>
                      <a:gd name="T11" fmla="*/ 1 h 8"/>
                      <a:gd name="T12" fmla="*/ 1 w 20"/>
                      <a:gd name="T13" fmla="*/ 1 h 8"/>
                      <a:gd name="T14" fmla="*/ 0 w 20"/>
                      <a:gd name="T15" fmla="*/ 1 h 8"/>
                      <a:gd name="T16" fmla="*/ 1 w 20"/>
                      <a:gd name="T17" fmla="*/ 1 h 8"/>
                      <a:gd name="T18" fmla="*/ 1 w 20"/>
                      <a:gd name="T19" fmla="*/ 1 h 8"/>
                      <a:gd name="T20" fmla="*/ 1 w 20"/>
                      <a:gd name="T21" fmla="*/ 1 h 8"/>
                      <a:gd name="T22" fmla="*/ 1 w 20"/>
                      <a:gd name="T23" fmla="*/ 1 h 8"/>
                      <a:gd name="T24" fmla="*/ 1 w 20"/>
                      <a:gd name="T25" fmla="*/ 1 h 8"/>
                      <a:gd name="T26" fmla="*/ 1 w 20"/>
                      <a:gd name="T27" fmla="*/ 1 h 8"/>
                      <a:gd name="T28" fmla="*/ 1 w 20"/>
                      <a:gd name="T29" fmla="*/ 1 h 8"/>
                      <a:gd name="T30" fmla="*/ 1 w 20"/>
                      <a:gd name="T31" fmla="*/ 1 h 8"/>
                      <a:gd name="T32" fmla="*/ 1 w 20"/>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0"/>
                      <a:gd name="T52" fmla="*/ 0 h 8"/>
                      <a:gd name="T53" fmla="*/ 20 w 20"/>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0" h="8">
                        <a:moveTo>
                          <a:pt x="18" y="1"/>
                        </a:moveTo>
                        <a:lnTo>
                          <a:pt x="18" y="0"/>
                        </a:lnTo>
                        <a:lnTo>
                          <a:pt x="16" y="1"/>
                        </a:lnTo>
                        <a:lnTo>
                          <a:pt x="13" y="3"/>
                        </a:lnTo>
                        <a:lnTo>
                          <a:pt x="12" y="3"/>
                        </a:lnTo>
                        <a:lnTo>
                          <a:pt x="10" y="4"/>
                        </a:lnTo>
                        <a:lnTo>
                          <a:pt x="1" y="4"/>
                        </a:lnTo>
                        <a:lnTo>
                          <a:pt x="0" y="6"/>
                        </a:lnTo>
                        <a:lnTo>
                          <a:pt x="4" y="6"/>
                        </a:lnTo>
                        <a:lnTo>
                          <a:pt x="6" y="8"/>
                        </a:lnTo>
                        <a:lnTo>
                          <a:pt x="7" y="6"/>
                        </a:lnTo>
                        <a:lnTo>
                          <a:pt x="10" y="6"/>
                        </a:lnTo>
                        <a:lnTo>
                          <a:pt x="13" y="5"/>
                        </a:lnTo>
                        <a:lnTo>
                          <a:pt x="15" y="5"/>
                        </a:lnTo>
                        <a:lnTo>
                          <a:pt x="17" y="4"/>
                        </a:lnTo>
                        <a:lnTo>
                          <a:pt x="20" y="3"/>
                        </a:lnTo>
                        <a:lnTo>
                          <a:pt x="1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1" name="Freeform 906"/>
                  <p:cNvSpPr>
                    <a:spLocks/>
                  </p:cNvSpPr>
                  <p:nvPr/>
                </p:nvSpPr>
                <p:spPr bwMode="auto">
                  <a:xfrm>
                    <a:off x="4193" y="3555"/>
                    <a:ext cx="8" cy="32"/>
                  </a:xfrm>
                  <a:custGeom>
                    <a:avLst/>
                    <a:gdLst>
                      <a:gd name="T0" fmla="*/ 1 w 16"/>
                      <a:gd name="T1" fmla="*/ 0 h 66"/>
                      <a:gd name="T2" fmla="*/ 1 w 16"/>
                      <a:gd name="T3" fmla="*/ 0 h 66"/>
                      <a:gd name="T4" fmla="*/ 1 w 16"/>
                      <a:gd name="T5" fmla="*/ 0 h 66"/>
                      <a:gd name="T6" fmla="*/ 1 w 16"/>
                      <a:gd name="T7" fmla="*/ 0 h 66"/>
                      <a:gd name="T8" fmla="*/ 1 w 16"/>
                      <a:gd name="T9" fmla="*/ 1 h 66"/>
                      <a:gd name="T10" fmla="*/ 1 w 16"/>
                      <a:gd name="T11" fmla="*/ 1 h 66"/>
                      <a:gd name="T12" fmla="*/ 1 w 16"/>
                      <a:gd name="T13" fmla="*/ 1 h 66"/>
                      <a:gd name="T14" fmla="*/ 1 w 16"/>
                      <a:gd name="T15" fmla="*/ 1 h 66"/>
                      <a:gd name="T16" fmla="*/ 0 w 16"/>
                      <a:gd name="T17" fmla="*/ 1 h 66"/>
                      <a:gd name="T18" fmla="*/ 1 w 16"/>
                      <a:gd name="T19" fmla="*/ 2 h 66"/>
                      <a:gd name="T20" fmla="*/ 1 w 16"/>
                      <a:gd name="T21" fmla="*/ 1 h 66"/>
                      <a:gd name="T22" fmla="*/ 1 w 16"/>
                      <a:gd name="T23" fmla="*/ 1 h 66"/>
                      <a:gd name="T24" fmla="*/ 1 w 16"/>
                      <a:gd name="T25" fmla="*/ 1 h 66"/>
                      <a:gd name="T26" fmla="*/ 1 w 16"/>
                      <a:gd name="T27" fmla="*/ 1 h 66"/>
                      <a:gd name="T28" fmla="*/ 1 w 16"/>
                      <a:gd name="T29" fmla="*/ 0 h 66"/>
                      <a:gd name="T30" fmla="*/ 1 w 16"/>
                      <a:gd name="T31" fmla="*/ 0 h 66"/>
                      <a:gd name="T32" fmla="*/ 1 w 16"/>
                      <a:gd name="T33" fmla="*/ 0 h 66"/>
                      <a:gd name="T34" fmla="*/ 1 w 16"/>
                      <a:gd name="T35" fmla="*/ 0 h 66"/>
                      <a:gd name="T36" fmla="*/ 1 w 16"/>
                      <a:gd name="T37" fmla="*/ 0 h 6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66"/>
                      <a:gd name="T59" fmla="*/ 16 w 16"/>
                      <a:gd name="T60" fmla="*/ 66 h 6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66">
                        <a:moveTo>
                          <a:pt x="15" y="0"/>
                        </a:moveTo>
                        <a:lnTo>
                          <a:pt x="13" y="0"/>
                        </a:lnTo>
                        <a:lnTo>
                          <a:pt x="14" y="9"/>
                        </a:lnTo>
                        <a:lnTo>
                          <a:pt x="14" y="26"/>
                        </a:lnTo>
                        <a:lnTo>
                          <a:pt x="13" y="35"/>
                        </a:lnTo>
                        <a:lnTo>
                          <a:pt x="11" y="43"/>
                        </a:lnTo>
                        <a:lnTo>
                          <a:pt x="9" y="51"/>
                        </a:lnTo>
                        <a:lnTo>
                          <a:pt x="5" y="57"/>
                        </a:lnTo>
                        <a:lnTo>
                          <a:pt x="0" y="64"/>
                        </a:lnTo>
                        <a:lnTo>
                          <a:pt x="2" y="66"/>
                        </a:lnTo>
                        <a:lnTo>
                          <a:pt x="8" y="59"/>
                        </a:lnTo>
                        <a:lnTo>
                          <a:pt x="11" y="52"/>
                        </a:lnTo>
                        <a:lnTo>
                          <a:pt x="14" y="43"/>
                        </a:lnTo>
                        <a:lnTo>
                          <a:pt x="15" y="35"/>
                        </a:lnTo>
                        <a:lnTo>
                          <a:pt x="16" y="26"/>
                        </a:lnTo>
                        <a:lnTo>
                          <a:pt x="16" y="9"/>
                        </a:lnTo>
                        <a:lnTo>
                          <a:pt x="15" y="0"/>
                        </a:lnTo>
                        <a:lnTo>
                          <a:pt x="13" y="0"/>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2" name="Freeform 907"/>
                  <p:cNvSpPr>
                    <a:spLocks/>
                  </p:cNvSpPr>
                  <p:nvPr/>
                </p:nvSpPr>
                <p:spPr bwMode="auto">
                  <a:xfrm>
                    <a:off x="4193" y="3555"/>
                    <a:ext cx="9" cy="34"/>
                  </a:xfrm>
                  <a:custGeom>
                    <a:avLst/>
                    <a:gdLst>
                      <a:gd name="T0" fmla="*/ 1 w 17"/>
                      <a:gd name="T1" fmla="*/ 3 h 68"/>
                      <a:gd name="T2" fmla="*/ 1 w 17"/>
                      <a:gd name="T3" fmla="*/ 3 h 68"/>
                      <a:gd name="T4" fmla="*/ 1 w 17"/>
                      <a:gd name="T5" fmla="*/ 2 h 68"/>
                      <a:gd name="T6" fmla="*/ 1 w 17"/>
                      <a:gd name="T7" fmla="*/ 2 h 68"/>
                      <a:gd name="T8" fmla="*/ 1 w 17"/>
                      <a:gd name="T9" fmla="*/ 2 h 68"/>
                      <a:gd name="T10" fmla="*/ 1 w 17"/>
                      <a:gd name="T11" fmla="*/ 1 h 68"/>
                      <a:gd name="T12" fmla="*/ 1 w 17"/>
                      <a:gd name="T13" fmla="*/ 1 h 68"/>
                      <a:gd name="T14" fmla="*/ 1 w 17"/>
                      <a:gd name="T15" fmla="*/ 1 h 68"/>
                      <a:gd name="T16" fmla="*/ 1 w 17"/>
                      <a:gd name="T17" fmla="*/ 1 h 68"/>
                      <a:gd name="T18" fmla="*/ 1 w 17"/>
                      <a:gd name="T19" fmla="*/ 0 h 68"/>
                      <a:gd name="T20" fmla="*/ 1 w 17"/>
                      <a:gd name="T21" fmla="*/ 0 h 68"/>
                      <a:gd name="T22" fmla="*/ 1 w 17"/>
                      <a:gd name="T23" fmla="*/ 1 h 68"/>
                      <a:gd name="T24" fmla="*/ 1 w 17"/>
                      <a:gd name="T25" fmla="*/ 1 h 68"/>
                      <a:gd name="T26" fmla="*/ 1 w 17"/>
                      <a:gd name="T27" fmla="*/ 1 h 68"/>
                      <a:gd name="T28" fmla="*/ 1 w 17"/>
                      <a:gd name="T29" fmla="*/ 1 h 68"/>
                      <a:gd name="T30" fmla="*/ 1 w 17"/>
                      <a:gd name="T31" fmla="*/ 2 h 68"/>
                      <a:gd name="T32" fmla="*/ 1 w 17"/>
                      <a:gd name="T33" fmla="*/ 2 h 68"/>
                      <a:gd name="T34" fmla="*/ 1 w 17"/>
                      <a:gd name="T35" fmla="*/ 2 h 68"/>
                      <a:gd name="T36" fmla="*/ 0 w 17"/>
                      <a:gd name="T37" fmla="*/ 3 h 68"/>
                      <a:gd name="T38" fmla="*/ 0 w 17"/>
                      <a:gd name="T39" fmla="*/ 3 h 68"/>
                      <a:gd name="T40" fmla="*/ 0 w 17"/>
                      <a:gd name="T41" fmla="*/ 3 h 68"/>
                      <a:gd name="T42" fmla="*/ 0 w 17"/>
                      <a:gd name="T43" fmla="*/ 3 h 68"/>
                      <a:gd name="T44" fmla="*/ 1 w 17"/>
                      <a:gd name="T45" fmla="*/ 3 h 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
                      <a:gd name="T70" fmla="*/ 0 h 68"/>
                      <a:gd name="T71" fmla="*/ 17 w 17"/>
                      <a:gd name="T72" fmla="*/ 68 h 6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 h="68">
                        <a:moveTo>
                          <a:pt x="1" y="67"/>
                        </a:moveTo>
                        <a:lnTo>
                          <a:pt x="1" y="68"/>
                        </a:lnTo>
                        <a:lnTo>
                          <a:pt x="8" y="61"/>
                        </a:lnTo>
                        <a:lnTo>
                          <a:pt x="13" y="53"/>
                        </a:lnTo>
                        <a:lnTo>
                          <a:pt x="16" y="45"/>
                        </a:lnTo>
                        <a:lnTo>
                          <a:pt x="17" y="36"/>
                        </a:lnTo>
                        <a:lnTo>
                          <a:pt x="17" y="27"/>
                        </a:lnTo>
                        <a:lnTo>
                          <a:pt x="16" y="18"/>
                        </a:lnTo>
                        <a:lnTo>
                          <a:pt x="14" y="9"/>
                        </a:lnTo>
                        <a:lnTo>
                          <a:pt x="13" y="0"/>
                        </a:lnTo>
                        <a:lnTo>
                          <a:pt x="11" y="0"/>
                        </a:lnTo>
                        <a:lnTo>
                          <a:pt x="12" y="9"/>
                        </a:lnTo>
                        <a:lnTo>
                          <a:pt x="13" y="18"/>
                        </a:lnTo>
                        <a:lnTo>
                          <a:pt x="14" y="27"/>
                        </a:lnTo>
                        <a:lnTo>
                          <a:pt x="14" y="36"/>
                        </a:lnTo>
                        <a:lnTo>
                          <a:pt x="13" y="45"/>
                        </a:lnTo>
                        <a:lnTo>
                          <a:pt x="11" y="52"/>
                        </a:lnTo>
                        <a:lnTo>
                          <a:pt x="6" y="59"/>
                        </a:lnTo>
                        <a:lnTo>
                          <a:pt x="0" y="66"/>
                        </a:lnTo>
                        <a:lnTo>
                          <a:pt x="0" y="67"/>
                        </a:lnTo>
                        <a:lnTo>
                          <a:pt x="0" y="66"/>
                        </a:lnTo>
                        <a:lnTo>
                          <a:pt x="0" y="67"/>
                        </a:lnTo>
                        <a:lnTo>
                          <a:pt x="1"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3" name="Freeform 908"/>
                  <p:cNvSpPr>
                    <a:spLocks/>
                  </p:cNvSpPr>
                  <p:nvPr/>
                </p:nvSpPr>
                <p:spPr bwMode="auto">
                  <a:xfrm>
                    <a:off x="4360" y="3562"/>
                    <a:ext cx="18" cy="46"/>
                  </a:xfrm>
                  <a:custGeom>
                    <a:avLst/>
                    <a:gdLst>
                      <a:gd name="T0" fmla="*/ 1 w 37"/>
                      <a:gd name="T1" fmla="*/ 0 h 91"/>
                      <a:gd name="T2" fmla="*/ 1 w 37"/>
                      <a:gd name="T3" fmla="*/ 1 h 91"/>
                      <a:gd name="T4" fmla="*/ 1 w 37"/>
                      <a:gd name="T5" fmla="*/ 1 h 91"/>
                      <a:gd name="T6" fmla="*/ 1 w 37"/>
                      <a:gd name="T7" fmla="*/ 1 h 91"/>
                      <a:gd name="T8" fmla="*/ 1 w 37"/>
                      <a:gd name="T9" fmla="*/ 1 h 91"/>
                      <a:gd name="T10" fmla="*/ 1 w 37"/>
                      <a:gd name="T11" fmla="*/ 1 h 91"/>
                      <a:gd name="T12" fmla="*/ 0 w 37"/>
                      <a:gd name="T13" fmla="*/ 1 h 91"/>
                      <a:gd name="T14" fmla="*/ 0 w 37"/>
                      <a:gd name="T15" fmla="*/ 1 h 91"/>
                      <a:gd name="T16" fmla="*/ 0 w 37"/>
                      <a:gd name="T17" fmla="*/ 1 h 91"/>
                      <a:gd name="T18" fmla="*/ 0 w 37"/>
                      <a:gd name="T19" fmla="*/ 1 h 91"/>
                      <a:gd name="T20" fmla="*/ 0 w 37"/>
                      <a:gd name="T21" fmla="*/ 1 h 91"/>
                      <a:gd name="T22" fmla="*/ 0 w 37"/>
                      <a:gd name="T23" fmla="*/ 1 h 91"/>
                      <a:gd name="T24" fmla="*/ 0 w 37"/>
                      <a:gd name="T25" fmla="*/ 1 h 91"/>
                      <a:gd name="T26" fmla="*/ 0 w 37"/>
                      <a:gd name="T27" fmla="*/ 1 h 91"/>
                      <a:gd name="T28" fmla="*/ 0 w 37"/>
                      <a:gd name="T29" fmla="*/ 1 h 91"/>
                      <a:gd name="T30" fmla="*/ 0 w 37"/>
                      <a:gd name="T31" fmla="*/ 1 h 91"/>
                      <a:gd name="T32" fmla="*/ 0 w 37"/>
                      <a:gd name="T33" fmla="*/ 1 h 91"/>
                      <a:gd name="T34" fmla="*/ 0 w 37"/>
                      <a:gd name="T35" fmla="*/ 2 h 91"/>
                      <a:gd name="T36" fmla="*/ 0 w 37"/>
                      <a:gd name="T37" fmla="*/ 2 h 91"/>
                      <a:gd name="T38" fmla="*/ 0 w 37"/>
                      <a:gd name="T39" fmla="*/ 2 h 91"/>
                      <a:gd name="T40" fmla="*/ 0 w 37"/>
                      <a:gd name="T41" fmla="*/ 2 h 91"/>
                      <a:gd name="T42" fmla="*/ 0 w 37"/>
                      <a:gd name="T43" fmla="*/ 2 h 91"/>
                      <a:gd name="T44" fmla="*/ 0 w 37"/>
                      <a:gd name="T45" fmla="*/ 3 h 91"/>
                      <a:gd name="T46" fmla="*/ 0 w 37"/>
                      <a:gd name="T47" fmla="*/ 3 h 91"/>
                      <a:gd name="T48" fmla="*/ 0 w 37"/>
                      <a:gd name="T49" fmla="*/ 3 h 91"/>
                      <a:gd name="T50" fmla="*/ 0 w 37"/>
                      <a:gd name="T51" fmla="*/ 3 h 91"/>
                      <a:gd name="T52" fmla="*/ 0 w 37"/>
                      <a:gd name="T53" fmla="*/ 3 h 91"/>
                      <a:gd name="T54" fmla="*/ 0 w 37"/>
                      <a:gd name="T55" fmla="*/ 2 h 91"/>
                      <a:gd name="T56" fmla="*/ 0 w 37"/>
                      <a:gd name="T57" fmla="*/ 2 h 91"/>
                      <a:gd name="T58" fmla="*/ 0 w 37"/>
                      <a:gd name="T59" fmla="*/ 2 h 91"/>
                      <a:gd name="T60" fmla="*/ 0 w 37"/>
                      <a:gd name="T61" fmla="*/ 1 h 91"/>
                      <a:gd name="T62" fmla="*/ 0 w 37"/>
                      <a:gd name="T63" fmla="*/ 1 h 91"/>
                      <a:gd name="T64" fmla="*/ 0 w 37"/>
                      <a:gd name="T65" fmla="*/ 1 h 91"/>
                      <a:gd name="T66" fmla="*/ 0 w 37"/>
                      <a:gd name="T67" fmla="*/ 1 h 91"/>
                      <a:gd name="T68" fmla="*/ 0 w 37"/>
                      <a:gd name="T69" fmla="*/ 1 h 91"/>
                      <a:gd name="T70" fmla="*/ 0 w 37"/>
                      <a:gd name="T71" fmla="*/ 1 h 91"/>
                      <a:gd name="T72" fmla="*/ 0 w 37"/>
                      <a:gd name="T73" fmla="*/ 1 h 91"/>
                      <a:gd name="T74" fmla="*/ 1 w 37"/>
                      <a:gd name="T75" fmla="*/ 0 h 91"/>
                      <a:gd name="T76" fmla="*/ 1 w 37"/>
                      <a:gd name="T77" fmla="*/ 0 h 9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7"/>
                      <a:gd name="T118" fmla="*/ 0 h 91"/>
                      <a:gd name="T119" fmla="*/ 37 w 37"/>
                      <a:gd name="T120" fmla="*/ 91 h 9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7" h="91">
                        <a:moveTo>
                          <a:pt x="37" y="0"/>
                        </a:moveTo>
                        <a:lnTo>
                          <a:pt x="36" y="1"/>
                        </a:lnTo>
                        <a:lnTo>
                          <a:pt x="36" y="3"/>
                        </a:lnTo>
                        <a:lnTo>
                          <a:pt x="35" y="3"/>
                        </a:lnTo>
                        <a:lnTo>
                          <a:pt x="33" y="4"/>
                        </a:lnTo>
                        <a:lnTo>
                          <a:pt x="32" y="4"/>
                        </a:lnTo>
                        <a:lnTo>
                          <a:pt x="28" y="7"/>
                        </a:lnTo>
                        <a:lnTo>
                          <a:pt x="28" y="9"/>
                        </a:lnTo>
                        <a:lnTo>
                          <a:pt x="30" y="10"/>
                        </a:lnTo>
                        <a:lnTo>
                          <a:pt x="30" y="11"/>
                        </a:lnTo>
                        <a:lnTo>
                          <a:pt x="31" y="12"/>
                        </a:lnTo>
                        <a:lnTo>
                          <a:pt x="26" y="14"/>
                        </a:lnTo>
                        <a:lnTo>
                          <a:pt x="21" y="19"/>
                        </a:lnTo>
                        <a:lnTo>
                          <a:pt x="19" y="22"/>
                        </a:lnTo>
                        <a:lnTo>
                          <a:pt x="16" y="25"/>
                        </a:lnTo>
                        <a:lnTo>
                          <a:pt x="14" y="30"/>
                        </a:lnTo>
                        <a:lnTo>
                          <a:pt x="12" y="32"/>
                        </a:lnTo>
                        <a:lnTo>
                          <a:pt x="10" y="36"/>
                        </a:lnTo>
                        <a:lnTo>
                          <a:pt x="9" y="42"/>
                        </a:lnTo>
                        <a:lnTo>
                          <a:pt x="6" y="49"/>
                        </a:lnTo>
                        <a:lnTo>
                          <a:pt x="5" y="57"/>
                        </a:lnTo>
                        <a:lnTo>
                          <a:pt x="4" y="64"/>
                        </a:lnTo>
                        <a:lnTo>
                          <a:pt x="3" y="72"/>
                        </a:lnTo>
                        <a:lnTo>
                          <a:pt x="1" y="78"/>
                        </a:lnTo>
                        <a:lnTo>
                          <a:pt x="1" y="91"/>
                        </a:lnTo>
                        <a:lnTo>
                          <a:pt x="1" y="83"/>
                        </a:lnTo>
                        <a:lnTo>
                          <a:pt x="0" y="74"/>
                        </a:lnTo>
                        <a:lnTo>
                          <a:pt x="0" y="49"/>
                        </a:lnTo>
                        <a:lnTo>
                          <a:pt x="1" y="42"/>
                        </a:lnTo>
                        <a:lnTo>
                          <a:pt x="4" y="33"/>
                        </a:lnTo>
                        <a:lnTo>
                          <a:pt x="8" y="27"/>
                        </a:lnTo>
                        <a:lnTo>
                          <a:pt x="9" y="22"/>
                        </a:lnTo>
                        <a:lnTo>
                          <a:pt x="10" y="17"/>
                        </a:lnTo>
                        <a:lnTo>
                          <a:pt x="17" y="10"/>
                        </a:lnTo>
                        <a:lnTo>
                          <a:pt x="21" y="7"/>
                        </a:lnTo>
                        <a:lnTo>
                          <a:pt x="25" y="5"/>
                        </a:lnTo>
                        <a:lnTo>
                          <a:pt x="28" y="3"/>
                        </a:lnTo>
                        <a:lnTo>
                          <a:pt x="33" y="0"/>
                        </a:lnTo>
                        <a:lnTo>
                          <a:pt x="37" y="0"/>
                        </a:lnTo>
                        <a:close/>
                      </a:path>
                    </a:pathLst>
                  </a:custGeom>
                  <a:solidFill>
                    <a:srgbClr val="3F3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4" name="Freeform 909"/>
                  <p:cNvSpPr>
                    <a:spLocks/>
                  </p:cNvSpPr>
                  <p:nvPr/>
                </p:nvSpPr>
                <p:spPr bwMode="auto">
                  <a:xfrm>
                    <a:off x="4374" y="3562"/>
                    <a:ext cx="5" cy="4"/>
                  </a:xfrm>
                  <a:custGeom>
                    <a:avLst/>
                    <a:gdLst>
                      <a:gd name="T0" fmla="*/ 1 w 10"/>
                      <a:gd name="T1" fmla="*/ 1 h 7"/>
                      <a:gd name="T2" fmla="*/ 1 w 10"/>
                      <a:gd name="T3" fmla="*/ 1 h 7"/>
                      <a:gd name="T4" fmla="*/ 1 w 10"/>
                      <a:gd name="T5" fmla="*/ 1 h 7"/>
                      <a:gd name="T6" fmla="*/ 1 w 10"/>
                      <a:gd name="T7" fmla="*/ 1 h 7"/>
                      <a:gd name="T8" fmla="*/ 1 w 10"/>
                      <a:gd name="T9" fmla="*/ 0 h 7"/>
                      <a:gd name="T10" fmla="*/ 1 w 10"/>
                      <a:gd name="T11" fmla="*/ 0 h 7"/>
                      <a:gd name="T12" fmla="*/ 1 w 10"/>
                      <a:gd name="T13" fmla="*/ 1 h 7"/>
                      <a:gd name="T14" fmla="*/ 1 w 10"/>
                      <a:gd name="T15" fmla="*/ 1 h 7"/>
                      <a:gd name="T16" fmla="*/ 1 w 10"/>
                      <a:gd name="T17" fmla="*/ 1 h 7"/>
                      <a:gd name="T18" fmla="*/ 1 w 10"/>
                      <a:gd name="T19" fmla="*/ 1 h 7"/>
                      <a:gd name="T20" fmla="*/ 0 w 10"/>
                      <a:gd name="T21" fmla="*/ 1 h 7"/>
                      <a:gd name="T22" fmla="*/ 0 w 10"/>
                      <a:gd name="T23" fmla="*/ 1 h 7"/>
                      <a:gd name="T24" fmla="*/ 1 w 10"/>
                      <a:gd name="T25" fmla="*/ 1 h 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
                      <a:gd name="T40" fmla="*/ 0 h 7"/>
                      <a:gd name="T41" fmla="*/ 10 w 10"/>
                      <a:gd name="T42" fmla="*/ 7 h 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 h="7">
                        <a:moveTo>
                          <a:pt x="2" y="7"/>
                        </a:moveTo>
                        <a:lnTo>
                          <a:pt x="5" y="4"/>
                        </a:lnTo>
                        <a:lnTo>
                          <a:pt x="8" y="4"/>
                        </a:lnTo>
                        <a:lnTo>
                          <a:pt x="10" y="1"/>
                        </a:lnTo>
                        <a:lnTo>
                          <a:pt x="9" y="0"/>
                        </a:lnTo>
                        <a:lnTo>
                          <a:pt x="8" y="0"/>
                        </a:lnTo>
                        <a:lnTo>
                          <a:pt x="7" y="1"/>
                        </a:lnTo>
                        <a:lnTo>
                          <a:pt x="5" y="1"/>
                        </a:lnTo>
                        <a:lnTo>
                          <a:pt x="4" y="3"/>
                        </a:lnTo>
                        <a:lnTo>
                          <a:pt x="3" y="3"/>
                        </a:lnTo>
                        <a:lnTo>
                          <a:pt x="0" y="5"/>
                        </a:lnTo>
                        <a:lnTo>
                          <a:pt x="0" y="7"/>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5" name="Freeform 910"/>
                  <p:cNvSpPr>
                    <a:spLocks/>
                  </p:cNvSpPr>
                  <p:nvPr/>
                </p:nvSpPr>
                <p:spPr bwMode="auto">
                  <a:xfrm>
                    <a:off x="4374" y="3566"/>
                    <a:ext cx="2" cy="3"/>
                  </a:xfrm>
                  <a:custGeom>
                    <a:avLst/>
                    <a:gdLst>
                      <a:gd name="T0" fmla="*/ 1 w 4"/>
                      <a:gd name="T1" fmla="*/ 0 h 7"/>
                      <a:gd name="T2" fmla="*/ 1 w 4"/>
                      <a:gd name="T3" fmla="*/ 0 h 7"/>
                      <a:gd name="T4" fmla="*/ 1 w 4"/>
                      <a:gd name="T5" fmla="*/ 0 h 7"/>
                      <a:gd name="T6" fmla="*/ 1 w 4"/>
                      <a:gd name="T7" fmla="*/ 0 h 7"/>
                      <a:gd name="T8" fmla="*/ 1 w 4"/>
                      <a:gd name="T9" fmla="*/ 0 h 7"/>
                      <a:gd name="T10" fmla="*/ 1 w 4"/>
                      <a:gd name="T11" fmla="*/ 0 h 7"/>
                      <a:gd name="T12" fmla="*/ 0 w 4"/>
                      <a:gd name="T13" fmla="*/ 0 h 7"/>
                      <a:gd name="T14" fmla="*/ 0 w 4"/>
                      <a:gd name="T15" fmla="*/ 0 h 7"/>
                      <a:gd name="T16" fmla="*/ 1 w 4"/>
                      <a:gd name="T17" fmla="*/ 0 h 7"/>
                      <a:gd name="T18" fmla="*/ 1 w 4"/>
                      <a:gd name="T19" fmla="*/ 0 h 7"/>
                      <a:gd name="T20" fmla="*/ 1 w 4"/>
                      <a:gd name="T21" fmla="*/ 0 h 7"/>
                      <a:gd name="T22" fmla="*/ 1 w 4"/>
                      <a:gd name="T23" fmla="*/ 0 h 7"/>
                      <a:gd name="T24" fmla="*/ 1 w 4"/>
                      <a:gd name="T25" fmla="*/ 0 h 7"/>
                      <a:gd name="T26" fmla="*/ 1 w 4"/>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7"/>
                      <a:gd name="T44" fmla="*/ 4 w 4"/>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7">
                        <a:moveTo>
                          <a:pt x="3" y="7"/>
                        </a:moveTo>
                        <a:lnTo>
                          <a:pt x="4" y="5"/>
                        </a:lnTo>
                        <a:lnTo>
                          <a:pt x="3" y="4"/>
                        </a:lnTo>
                        <a:lnTo>
                          <a:pt x="3" y="3"/>
                        </a:lnTo>
                        <a:lnTo>
                          <a:pt x="2" y="2"/>
                        </a:lnTo>
                        <a:lnTo>
                          <a:pt x="2" y="0"/>
                        </a:lnTo>
                        <a:lnTo>
                          <a:pt x="0" y="0"/>
                        </a:lnTo>
                        <a:lnTo>
                          <a:pt x="0" y="5"/>
                        </a:lnTo>
                        <a:lnTo>
                          <a:pt x="2" y="7"/>
                        </a:lnTo>
                        <a:lnTo>
                          <a:pt x="3" y="4"/>
                        </a:lnTo>
                        <a:lnTo>
                          <a:pt x="3" y="7"/>
                        </a:lnTo>
                        <a:lnTo>
                          <a:pt x="4" y="7"/>
                        </a:lnTo>
                        <a:lnTo>
                          <a:pt x="4"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6" name="Freeform 911"/>
                  <p:cNvSpPr>
                    <a:spLocks/>
                  </p:cNvSpPr>
                  <p:nvPr/>
                </p:nvSpPr>
                <p:spPr bwMode="auto">
                  <a:xfrm>
                    <a:off x="4364" y="3568"/>
                    <a:ext cx="11" cy="13"/>
                  </a:xfrm>
                  <a:custGeom>
                    <a:avLst/>
                    <a:gdLst>
                      <a:gd name="T0" fmla="*/ 1 w 22"/>
                      <a:gd name="T1" fmla="*/ 1 h 26"/>
                      <a:gd name="T2" fmla="*/ 1 w 22"/>
                      <a:gd name="T3" fmla="*/ 1 h 26"/>
                      <a:gd name="T4" fmla="*/ 1 w 22"/>
                      <a:gd name="T5" fmla="*/ 1 h 26"/>
                      <a:gd name="T6" fmla="*/ 1 w 22"/>
                      <a:gd name="T7" fmla="*/ 1 h 26"/>
                      <a:gd name="T8" fmla="*/ 1 w 22"/>
                      <a:gd name="T9" fmla="*/ 1 h 26"/>
                      <a:gd name="T10" fmla="*/ 1 w 22"/>
                      <a:gd name="T11" fmla="*/ 1 h 26"/>
                      <a:gd name="T12" fmla="*/ 1 w 22"/>
                      <a:gd name="T13" fmla="*/ 1 h 26"/>
                      <a:gd name="T14" fmla="*/ 1 w 22"/>
                      <a:gd name="T15" fmla="*/ 1 h 26"/>
                      <a:gd name="T16" fmla="*/ 1 w 22"/>
                      <a:gd name="T17" fmla="*/ 1 h 26"/>
                      <a:gd name="T18" fmla="*/ 1 w 22"/>
                      <a:gd name="T19" fmla="*/ 1 h 26"/>
                      <a:gd name="T20" fmla="*/ 1 w 22"/>
                      <a:gd name="T21" fmla="*/ 0 h 26"/>
                      <a:gd name="T22" fmla="*/ 1 w 22"/>
                      <a:gd name="T23" fmla="*/ 1 h 26"/>
                      <a:gd name="T24" fmla="*/ 1 w 22"/>
                      <a:gd name="T25" fmla="*/ 1 h 26"/>
                      <a:gd name="T26" fmla="*/ 1 w 22"/>
                      <a:gd name="T27" fmla="*/ 1 h 26"/>
                      <a:gd name="T28" fmla="*/ 1 w 22"/>
                      <a:gd name="T29" fmla="*/ 1 h 26"/>
                      <a:gd name="T30" fmla="*/ 1 w 22"/>
                      <a:gd name="T31" fmla="*/ 1 h 26"/>
                      <a:gd name="T32" fmla="*/ 1 w 22"/>
                      <a:gd name="T33" fmla="*/ 1 h 26"/>
                      <a:gd name="T34" fmla="*/ 1 w 22"/>
                      <a:gd name="T35" fmla="*/ 1 h 26"/>
                      <a:gd name="T36" fmla="*/ 0 w 22"/>
                      <a:gd name="T37" fmla="*/ 1 h 26"/>
                      <a:gd name="T38" fmla="*/ 0 w 22"/>
                      <a:gd name="T39" fmla="*/ 1 h 26"/>
                      <a:gd name="T40" fmla="*/ 0 w 22"/>
                      <a:gd name="T41" fmla="*/ 1 h 26"/>
                      <a:gd name="T42" fmla="*/ 0 w 22"/>
                      <a:gd name="T43" fmla="*/ 1 h 26"/>
                      <a:gd name="T44" fmla="*/ 1 w 22"/>
                      <a:gd name="T45" fmla="*/ 1 h 2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
                      <a:gd name="T70" fmla="*/ 0 h 26"/>
                      <a:gd name="T71" fmla="*/ 22 w 22"/>
                      <a:gd name="T72" fmla="*/ 26 h 2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 h="26">
                        <a:moveTo>
                          <a:pt x="2" y="25"/>
                        </a:moveTo>
                        <a:lnTo>
                          <a:pt x="2" y="26"/>
                        </a:lnTo>
                        <a:lnTo>
                          <a:pt x="5" y="22"/>
                        </a:lnTo>
                        <a:lnTo>
                          <a:pt x="6" y="19"/>
                        </a:lnTo>
                        <a:lnTo>
                          <a:pt x="8" y="15"/>
                        </a:lnTo>
                        <a:lnTo>
                          <a:pt x="11" y="11"/>
                        </a:lnTo>
                        <a:lnTo>
                          <a:pt x="12" y="9"/>
                        </a:lnTo>
                        <a:lnTo>
                          <a:pt x="15" y="6"/>
                        </a:lnTo>
                        <a:lnTo>
                          <a:pt x="18" y="4"/>
                        </a:lnTo>
                        <a:lnTo>
                          <a:pt x="22" y="3"/>
                        </a:lnTo>
                        <a:lnTo>
                          <a:pt x="22" y="0"/>
                        </a:lnTo>
                        <a:lnTo>
                          <a:pt x="17" y="1"/>
                        </a:lnTo>
                        <a:lnTo>
                          <a:pt x="13" y="4"/>
                        </a:lnTo>
                        <a:lnTo>
                          <a:pt x="11" y="6"/>
                        </a:lnTo>
                        <a:lnTo>
                          <a:pt x="8" y="10"/>
                        </a:lnTo>
                        <a:lnTo>
                          <a:pt x="6" y="14"/>
                        </a:lnTo>
                        <a:lnTo>
                          <a:pt x="3" y="17"/>
                        </a:lnTo>
                        <a:lnTo>
                          <a:pt x="2" y="21"/>
                        </a:lnTo>
                        <a:lnTo>
                          <a:pt x="0" y="24"/>
                        </a:lnTo>
                        <a:lnTo>
                          <a:pt x="0" y="25"/>
                        </a:lnTo>
                        <a:lnTo>
                          <a:pt x="0" y="24"/>
                        </a:lnTo>
                        <a:lnTo>
                          <a:pt x="0" y="25"/>
                        </a:lnTo>
                        <a:lnTo>
                          <a:pt x="2"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7" name="Freeform 912"/>
                  <p:cNvSpPr>
                    <a:spLocks/>
                  </p:cNvSpPr>
                  <p:nvPr/>
                </p:nvSpPr>
                <p:spPr bwMode="auto">
                  <a:xfrm>
                    <a:off x="4360" y="3580"/>
                    <a:ext cx="5" cy="28"/>
                  </a:xfrm>
                  <a:custGeom>
                    <a:avLst/>
                    <a:gdLst>
                      <a:gd name="T0" fmla="*/ 0 w 11"/>
                      <a:gd name="T1" fmla="*/ 2 h 55"/>
                      <a:gd name="T2" fmla="*/ 0 w 11"/>
                      <a:gd name="T3" fmla="*/ 2 h 55"/>
                      <a:gd name="T4" fmla="*/ 0 w 11"/>
                      <a:gd name="T5" fmla="*/ 2 h 55"/>
                      <a:gd name="T6" fmla="*/ 0 w 11"/>
                      <a:gd name="T7" fmla="*/ 2 h 55"/>
                      <a:gd name="T8" fmla="*/ 0 w 11"/>
                      <a:gd name="T9" fmla="*/ 1 h 55"/>
                      <a:gd name="T10" fmla="*/ 0 w 11"/>
                      <a:gd name="T11" fmla="*/ 1 h 55"/>
                      <a:gd name="T12" fmla="*/ 0 w 11"/>
                      <a:gd name="T13" fmla="*/ 1 h 55"/>
                      <a:gd name="T14" fmla="*/ 0 w 11"/>
                      <a:gd name="T15" fmla="*/ 1 h 55"/>
                      <a:gd name="T16" fmla="*/ 0 w 11"/>
                      <a:gd name="T17" fmla="*/ 0 h 55"/>
                      <a:gd name="T18" fmla="*/ 0 w 11"/>
                      <a:gd name="T19" fmla="*/ 0 h 55"/>
                      <a:gd name="T20" fmla="*/ 0 w 11"/>
                      <a:gd name="T21" fmla="*/ 1 h 55"/>
                      <a:gd name="T22" fmla="*/ 0 w 11"/>
                      <a:gd name="T23" fmla="*/ 1 h 55"/>
                      <a:gd name="T24" fmla="*/ 0 w 11"/>
                      <a:gd name="T25" fmla="*/ 1 h 55"/>
                      <a:gd name="T26" fmla="*/ 0 w 11"/>
                      <a:gd name="T27" fmla="*/ 1 h 55"/>
                      <a:gd name="T28" fmla="*/ 0 w 11"/>
                      <a:gd name="T29" fmla="*/ 2 h 55"/>
                      <a:gd name="T30" fmla="*/ 0 w 11"/>
                      <a:gd name="T31" fmla="*/ 2 h 55"/>
                      <a:gd name="T32" fmla="*/ 0 w 11"/>
                      <a:gd name="T33" fmla="*/ 2 h 55"/>
                      <a:gd name="T34" fmla="*/ 0 w 11"/>
                      <a:gd name="T35" fmla="*/ 2 h 55"/>
                      <a:gd name="T36" fmla="*/ 0 w 11"/>
                      <a:gd name="T37" fmla="*/ 2 h 55"/>
                      <a:gd name="T38" fmla="*/ 0 w 11"/>
                      <a:gd name="T39" fmla="*/ 2 h 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
                      <a:gd name="T61" fmla="*/ 0 h 55"/>
                      <a:gd name="T62" fmla="*/ 11 w 11"/>
                      <a:gd name="T63" fmla="*/ 55 h 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 h="55">
                        <a:moveTo>
                          <a:pt x="0" y="55"/>
                        </a:moveTo>
                        <a:lnTo>
                          <a:pt x="3" y="55"/>
                        </a:lnTo>
                        <a:lnTo>
                          <a:pt x="3" y="42"/>
                        </a:lnTo>
                        <a:lnTo>
                          <a:pt x="4" y="36"/>
                        </a:lnTo>
                        <a:lnTo>
                          <a:pt x="5" y="28"/>
                        </a:lnTo>
                        <a:lnTo>
                          <a:pt x="6" y="21"/>
                        </a:lnTo>
                        <a:lnTo>
                          <a:pt x="8" y="13"/>
                        </a:lnTo>
                        <a:lnTo>
                          <a:pt x="9" y="7"/>
                        </a:lnTo>
                        <a:lnTo>
                          <a:pt x="11" y="0"/>
                        </a:lnTo>
                        <a:lnTo>
                          <a:pt x="9" y="0"/>
                        </a:lnTo>
                        <a:lnTo>
                          <a:pt x="8" y="6"/>
                        </a:lnTo>
                        <a:lnTo>
                          <a:pt x="5" y="13"/>
                        </a:lnTo>
                        <a:lnTo>
                          <a:pt x="4" y="21"/>
                        </a:lnTo>
                        <a:lnTo>
                          <a:pt x="3" y="28"/>
                        </a:lnTo>
                        <a:lnTo>
                          <a:pt x="1" y="36"/>
                        </a:lnTo>
                        <a:lnTo>
                          <a:pt x="1" y="42"/>
                        </a:lnTo>
                        <a:lnTo>
                          <a:pt x="0" y="49"/>
                        </a:lnTo>
                        <a:lnTo>
                          <a:pt x="0" y="55"/>
                        </a:lnTo>
                        <a:lnTo>
                          <a:pt x="3" y="55"/>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8" name="Freeform 913"/>
                  <p:cNvSpPr>
                    <a:spLocks/>
                  </p:cNvSpPr>
                  <p:nvPr/>
                </p:nvSpPr>
                <p:spPr bwMode="auto">
                  <a:xfrm>
                    <a:off x="4359" y="3575"/>
                    <a:ext cx="5" cy="33"/>
                  </a:xfrm>
                  <a:custGeom>
                    <a:avLst/>
                    <a:gdLst>
                      <a:gd name="T0" fmla="*/ 1 w 10"/>
                      <a:gd name="T1" fmla="*/ 1 h 65"/>
                      <a:gd name="T2" fmla="*/ 1 w 10"/>
                      <a:gd name="T3" fmla="*/ 0 h 65"/>
                      <a:gd name="T4" fmla="*/ 1 w 10"/>
                      <a:gd name="T5" fmla="*/ 1 h 65"/>
                      <a:gd name="T6" fmla="*/ 1 w 10"/>
                      <a:gd name="T7" fmla="*/ 1 h 65"/>
                      <a:gd name="T8" fmla="*/ 0 w 10"/>
                      <a:gd name="T9" fmla="*/ 1 h 65"/>
                      <a:gd name="T10" fmla="*/ 0 w 10"/>
                      <a:gd name="T11" fmla="*/ 2 h 65"/>
                      <a:gd name="T12" fmla="*/ 1 w 10"/>
                      <a:gd name="T13" fmla="*/ 2 h 65"/>
                      <a:gd name="T14" fmla="*/ 1 w 10"/>
                      <a:gd name="T15" fmla="*/ 3 h 65"/>
                      <a:gd name="T16" fmla="*/ 1 w 10"/>
                      <a:gd name="T17" fmla="*/ 3 h 65"/>
                      <a:gd name="T18" fmla="*/ 1 w 10"/>
                      <a:gd name="T19" fmla="*/ 2 h 65"/>
                      <a:gd name="T20" fmla="*/ 1 w 10"/>
                      <a:gd name="T21" fmla="*/ 1 h 65"/>
                      <a:gd name="T22" fmla="*/ 1 w 10"/>
                      <a:gd name="T23" fmla="*/ 1 h 65"/>
                      <a:gd name="T24" fmla="*/ 1 w 10"/>
                      <a:gd name="T25" fmla="*/ 1 h 65"/>
                      <a:gd name="T26" fmla="*/ 1 w 10"/>
                      <a:gd name="T27" fmla="*/ 1 h 65"/>
                      <a:gd name="T28" fmla="*/ 1 w 10"/>
                      <a:gd name="T29" fmla="*/ 1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
                      <a:gd name="T46" fmla="*/ 0 h 65"/>
                      <a:gd name="T47" fmla="*/ 10 w 10"/>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 h="65">
                        <a:moveTo>
                          <a:pt x="7" y="1"/>
                        </a:moveTo>
                        <a:lnTo>
                          <a:pt x="7" y="0"/>
                        </a:lnTo>
                        <a:lnTo>
                          <a:pt x="4" y="7"/>
                        </a:lnTo>
                        <a:lnTo>
                          <a:pt x="2" y="15"/>
                        </a:lnTo>
                        <a:lnTo>
                          <a:pt x="0" y="23"/>
                        </a:lnTo>
                        <a:lnTo>
                          <a:pt x="0" y="48"/>
                        </a:lnTo>
                        <a:lnTo>
                          <a:pt x="1" y="57"/>
                        </a:lnTo>
                        <a:lnTo>
                          <a:pt x="1" y="65"/>
                        </a:lnTo>
                        <a:lnTo>
                          <a:pt x="4" y="65"/>
                        </a:lnTo>
                        <a:lnTo>
                          <a:pt x="2" y="57"/>
                        </a:lnTo>
                        <a:lnTo>
                          <a:pt x="2" y="23"/>
                        </a:lnTo>
                        <a:lnTo>
                          <a:pt x="4" y="16"/>
                        </a:lnTo>
                        <a:lnTo>
                          <a:pt x="6" y="9"/>
                        </a:lnTo>
                        <a:lnTo>
                          <a:pt x="10" y="1"/>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69" name="Freeform 914"/>
                  <p:cNvSpPr>
                    <a:spLocks/>
                  </p:cNvSpPr>
                  <p:nvPr/>
                </p:nvSpPr>
                <p:spPr bwMode="auto">
                  <a:xfrm>
                    <a:off x="4363" y="3561"/>
                    <a:ext cx="13" cy="15"/>
                  </a:xfrm>
                  <a:custGeom>
                    <a:avLst/>
                    <a:gdLst>
                      <a:gd name="T0" fmla="*/ 0 w 27"/>
                      <a:gd name="T1" fmla="*/ 0 h 28"/>
                      <a:gd name="T2" fmla="*/ 0 w 27"/>
                      <a:gd name="T3" fmla="*/ 0 h 28"/>
                      <a:gd name="T4" fmla="*/ 0 w 27"/>
                      <a:gd name="T5" fmla="*/ 1 h 28"/>
                      <a:gd name="T6" fmla="*/ 0 w 27"/>
                      <a:gd name="T7" fmla="*/ 1 h 28"/>
                      <a:gd name="T8" fmla="*/ 0 w 27"/>
                      <a:gd name="T9" fmla="*/ 1 h 28"/>
                      <a:gd name="T10" fmla="*/ 0 w 27"/>
                      <a:gd name="T11" fmla="*/ 1 h 28"/>
                      <a:gd name="T12" fmla="*/ 0 w 27"/>
                      <a:gd name="T13" fmla="*/ 1 h 28"/>
                      <a:gd name="T14" fmla="*/ 0 w 27"/>
                      <a:gd name="T15" fmla="*/ 1 h 28"/>
                      <a:gd name="T16" fmla="*/ 0 w 27"/>
                      <a:gd name="T17" fmla="*/ 1 h 28"/>
                      <a:gd name="T18" fmla="*/ 0 w 27"/>
                      <a:gd name="T19" fmla="*/ 1 h 28"/>
                      <a:gd name="T20" fmla="*/ 0 w 27"/>
                      <a:gd name="T21" fmla="*/ 1 h 28"/>
                      <a:gd name="T22" fmla="*/ 0 w 27"/>
                      <a:gd name="T23" fmla="*/ 1 h 28"/>
                      <a:gd name="T24" fmla="*/ 0 w 27"/>
                      <a:gd name="T25" fmla="*/ 1 h 28"/>
                      <a:gd name="T26" fmla="*/ 0 w 27"/>
                      <a:gd name="T27" fmla="*/ 1 h 28"/>
                      <a:gd name="T28" fmla="*/ 0 w 27"/>
                      <a:gd name="T29" fmla="*/ 1 h 28"/>
                      <a:gd name="T30" fmla="*/ 0 w 27"/>
                      <a:gd name="T31" fmla="*/ 1 h 28"/>
                      <a:gd name="T32" fmla="*/ 0 w 27"/>
                      <a:gd name="T33" fmla="*/ 1 h 28"/>
                      <a:gd name="T34" fmla="*/ 0 w 27"/>
                      <a:gd name="T35" fmla="*/ 1 h 28"/>
                      <a:gd name="T36" fmla="*/ 0 w 27"/>
                      <a:gd name="T37" fmla="*/ 1 h 28"/>
                      <a:gd name="T38" fmla="*/ 0 w 27"/>
                      <a:gd name="T39" fmla="*/ 0 h 28"/>
                      <a:gd name="T40" fmla="*/ 0 w 27"/>
                      <a:gd name="T41" fmla="*/ 0 h 28"/>
                      <a:gd name="T42" fmla="*/ 0 w 27"/>
                      <a:gd name="T43" fmla="*/ 0 h 2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7"/>
                      <a:gd name="T67" fmla="*/ 0 h 28"/>
                      <a:gd name="T68" fmla="*/ 27 w 27"/>
                      <a:gd name="T69" fmla="*/ 28 h 2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7" h="28">
                        <a:moveTo>
                          <a:pt x="27" y="0"/>
                        </a:moveTo>
                        <a:lnTo>
                          <a:pt x="26" y="0"/>
                        </a:lnTo>
                        <a:lnTo>
                          <a:pt x="22" y="2"/>
                        </a:lnTo>
                        <a:lnTo>
                          <a:pt x="18" y="5"/>
                        </a:lnTo>
                        <a:lnTo>
                          <a:pt x="14" y="7"/>
                        </a:lnTo>
                        <a:lnTo>
                          <a:pt x="6" y="15"/>
                        </a:lnTo>
                        <a:lnTo>
                          <a:pt x="4" y="18"/>
                        </a:lnTo>
                        <a:lnTo>
                          <a:pt x="2" y="23"/>
                        </a:lnTo>
                        <a:lnTo>
                          <a:pt x="0" y="28"/>
                        </a:lnTo>
                        <a:lnTo>
                          <a:pt x="3" y="28"/>
                        </a:lnTo>
                        <a:lnTo>
                          <a:pt x="4" y="23"/>
                        </a:lnTo>
                        <a:lnTo>
                          <a:pt x="5" y="20"/>
                        </a:lnTo>
                        <a:lnTo>
                          <a:pt x="9" y="16"/>
                        </a:lnTo>
                        <a:lnTo>
                          <a:pt x="11" y="12"/>
                        </a:lnTo>
                        <a:lnTo>
                          <a:pt x="15" y="10"/>
                        </a:lnTo>
                        <a:lnTo>
                          <a:pt x="19" y="7"/>
                        </a:lnTo>
                        <a:lnTo>
                          <a:pt x="24" y="5"/>
                        </a:lnTo>
                        <a:lnTo>
                          <a:pt x="27" y="2"/>
                        </a:lnTo>
                        <a:lnTo>
                          <a:pt x="27" y="4"/>
                        </a:lnTo>
                        <a:lnTo>
                          <a:pt x="27" y="0"/>
                        </a:lnTo>
                        <a:lnTo>
                          <a:pt x="26" y="0"/>
                        </a:lnTo>
                        <a:lnTo>
                          <a:pt x="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0" name="Freeform 915"/>
                  <p:cNvSpPr>
                    <a:spLocks/>
                  </p:cNvSpPr>
                  <p:nvPr/>
                </p:nvSpPr>
                <p:spPr bwMode="auto">
                  <a:xfrm>
                    <a:off x="4376" y="3561"/>
                    <a:ext cx="4" cy="2"/>
                  </a:xfrm>
                  <a:custGeom>
                    <a:avLst/>
                    <a:gdLst>
                      <a:gd name="T0" fmla="*/ 1 w 8"/>
                      <a:gd name="T1" fmla="*/ 1 h 4"/>
                      <a:gd name="T2" fmla="*/ 1 w 8"/>
                      <a:gd name="T3" fmla="*/ 0 h 4"/>
                      <a:gd name="T4" fmla="*/ 0 w 8"/>
                      <a:gd name="T5" fmla="*/ 0 h 4"/>
                      <a:gd name="T6" fmla="*/ 0 w 8"/>
                      <a:gd name="T7" fmla="*/ 1 h 4"/>
                      <a:gd name="T8" fmla="*/ 1 w 8"/>
                      <a:gd name="T9" fmla="*/ 1 h 4"/>
                      <a:gd name="T10" fmla="*/ 1 w 8"/>
                      <a:gd name="T11" fmla="*/ 1 h 4"/>
                      <a:gd name="T12" fmla="*/ 1 w 8"/>
                      <a:gd name="T13" fmla="*/ 1 h 4"/>
                      <a:gd name="T14" fmla="*/ 1 w 8"/>
                      <a:gd name="T15" fmla="*/ 0 h 4"/>
                      <a:gd name="T16" fmla="*/ 1 w 8"/>
                      <a:gd name="T17" fmla="*/ 0 h 4"/>
                      <a:gd name="T18" fmla="*/ 1 w 8"/>
                      <a:gd name="T19" fmla="*/ 1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4"/>
                      <a:gd name="T32" fmla="*/ 8 w 8"/>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4">
                        <a:moveTo>
                          <a:pt x="5" y="2"/>
                        </a:moveTo>
                        <a:lnTo>
                          <a:pt x="4" y="0"/>
                        </a:lnTo>
                        <a:lnTo>
                          <a:pt x="0" y="0"/>
                        </a:lnTo>
                        <a:lnTo>
                          <a:pt x="0" y="4"/>
                        </a:lnTo>
                        <a:lnTo>
                          <a:pt x="4" y="4"/>
                        </a:lnTo>
                        <a:lnTo>
                          <a:pt x="4" y="1"/>
                        </a:lnTo>
                        <a:lnTo>
                          <a:pt x="5" y="2"/>
                        </a:lnTo>
                        <a:lnTo>
                          <a:pt x="8" y="0"/>
                        </a:lnTo>
                        <a:lnTo>
                          <a:pt x="4" y="0"/>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1" name="Freeform 916"/>
                  <p:cNvSpPr>
                    <a:spLocks/>
                  </p:cNvSpPr>
                  <p:nvPr/>
                </p:nvSpPr>
                <p:spPr bwMode="auto">
                  <a:xfrm>
                    <a:off x="4599" y="3566"/>
                    <a:ext cx="35" cy="18"/>
                  </a:xfrm>
                  <a:custGeom>
                    <a:avLst/>
                    <a:gdLst>
                      <a:gd name="T0" fmla="*/ 2 w 72"/>
                      <a:gd name="T1" fmla="*/ 1 h 35"/>
                      <a:gd name="T2" fmla="*/ 2 w 72"/>
                      <a:gd name="T3" fmla="*/ 1 h 35"/>
                      <a:gd name="T4" fmla="*/ 2 w 72"/>
                      <a:gd name="T5" fmla="*/ 1 h 35"/>
                      <a:gd name="T6" fmla="*/ 2 w 72"/>
                      <a:gd name="T7" fmla="*/ 1 h 35"/>
                      <a:gd name="T8" fmla="*/ 2 w 72"/>
                      <a:gd name="T9" fmla="*/ 1 h 35"/>
                      <a:gd name="T10" fmla="*/ 2 w 72"/>
                      <a:gd name="T11" fmla="*/ 1 h 35"/>
                      <a:gd name="T12" fmla="*/ 2 w 72"/>
                      <a:gd name="T13" fmla="*/ 1 h 35"/>
                      <a:gd name="T14" fmla="*/ 2 w 72"/>
                      <a:gd name="T15" fmla="*/ 1 h 35"/>
                      <a:gd name="T16" fmla="*/ 2 w 72"/>
                      <a:gd name="T17" fmla="*/ 1 h 35"/>
                      <a:gd name="T18" fmla="*/ 2 w 72"/>
                      <a:gd name="T19" fmla="*/ 1 h 35"/>
                      <a:gd name="T20" fmla="*/ 2 w 72"/>
                      <a:gd name="T21" fmla="*/ 1 h 35"/>
                      <a:gd name="T22" fmla="*/ 2 w 72"/>
                      <a:gd name="T23" fmla="*/ 1 h 35"/>
                      <a:gd name="T24" fmla="*/ 1 w 72"/>
                      <a:gd name="T25" fmla="*/ 1 h 35"/>
                      <a:gd name="T26" fmla="*/ 1 w 72"/>
                      <a:gd name="T27" fmla="*/ 1 h 35"/>
                      <a:gd name="T28" fmla="*/ 1 w 72"/>
                      <a:gd name="T29" fmla="*/ 2 h 35"/>
                      <a:gd name="T30" fmla="*/ 1 w 72"/>
                      <a:gd name="T31" fmla="*/ 2 h 35"/>
                      <a:gd name="T32" fmla="*/ 1 w 72"/>
                      <a:gd name="T33" fmla="*/ 2 h 35"/>
                      <a:gd name="T34" fmla="*/ 1 w 72"/>
                      <a:gd name="T35" fmla="*/ 2 h 35"/>
                      <a:gd name="T36" fmla="*/ 1 w 72"/>
                      <a:gd name="T37" fmla="*/ 2 h 35"/>
                      <a:gd name="T38" fmla="*/ 0 w 72"/>
                      <a:gd name="T39" fmla="*/ 2 h 35"/>
                      <a:gd name="T40" fmla="*/ 0 w 72"/>
                      <a:gd name="T41" fmla="*/ 2 h 35"/>
                      <a:gd name="T42" fmla="*/ 0 w 72"/>
                      <a:gd name="T43" fmla="*/ 1 h 35"/>
                      <a:gd name="T44" fmla="*/ 0 w 72"/>
                      <a:gd name="T45" fmla="*/ 1 h 35"/>
                      <a:gd name="T46" fmla="*/ 0 w 72"/>
                      <a:gd name="T47" fmla="*/ 1 h 35"/>
                      <a:gd name="T48" fmla="*/ 0 w 72"/>
                      <a:gd name="T49" fmla="*/ 1 h 35"/>
                      <a:gd name="T50" fmla="*/ 0 w 72"/>
                      <a:gd name="T51" fmla="*/ 1 h 35"/>
                      <a:gd name="T52" fmla="*/ 0 w 72"/>
                      <a:gd name="T53" fmla="*/ 1 h 35"/>
                      <a:gd name="T54" fmla="*/ 0 w 72"/>
                      <a:gd name="T55" fmla="*/ 1 h 35"/>
                      <a:gd name="T56" fmla="*/ 0 w 72"/>
                      <a:gd name="T57" fmla="*/ 1 h 35"/>
                      <a:gd name="T58" fmla="*/ 0 w 72"/>
                      <a:gd name="T59" fmla="*/ 1 h 35"/>
                      <a:gd name="T60" fmla="*/ 0 w 72"/>
                      <a:gd name="T61" fmla="*/ 1 h 35"/>
                      <a:gd name="T62" fmla="*/ 0 w 72"/>
                      <a:gd name="T63" fmla="*/ 1 h 35"/>
                      <a:gd name="T64" fmla="*/ 0 w 72"/>
                      <a:gd name="T65" fmla="*/ 1 h 35"/>
                      <a:gd name="T66" fmla="*/ 0 w 72"/>
                      <a:gd name="T67" fmla="*/ 1 h 35"/>
                      <a:gd name="T68" fmla="*/ 1 w 72"/>
                      <a:gd name="T69" fmla="*/ 1 h 35"/>
                      <a:gd name="T70" fmla="*/ 1 w 72"/>
                      <a:gd name="T71" fmla="*/ 1 h 35"/>
                      <a:gd name="T72" fmla="*/ 1 w 72"/>
                      <a:gd name="T73" fmla="*/ 1 h 35"/>
                      <a:gd name="T74" fmla="*/ 1 w 72"/>
                      <a:gd name="T75" fmla="*/ 1 h 35"/>
                      <a:gd name="T76" fmla="*/ 1 w 72"/>
                      <a:gd name="T77" fmla="*/ 1 h 35"/>
                      <a:gd name="T78" fmla="*/ 1 w 72"/>
                      <a:gd name="T79" fmla="*/ 0 h 35"/>
                      <a:gd name="T80" fmla="*/ 2 w 72"/>
                      <a:gd name="T81" fmla="*/ 0 h 35"/>
                      <a:gd name="T82" fmla="*/ 2 w 72"/>
                      <a:gd name="T83" fmla="*/ 1 h 35"/>
                      <a:gd name="T84" fmla="*/ 2 w 72"/>
                      <a:gd name="T85" fmla="*/ 1 h 35"/>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2"/>
                      <a:gd name="T130" fmla="*/ 0 h 35"/>
                      <a:gd name="T131" fmla="*/ 72 w 72"/>
                      <a:gd name="T132" fmla="*/ 35 h 35"/>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2" h="35">
                        <a:moveTo>
                          <a:pt x="70" y="1"/>
                        </a:moveTo>
                        <a:lnTo>
                          <a:pt x="69" y="1"/>
                        </a:lnTo>
                        <a:lnTo>
                          <a:pt x="69" y="3"/>
                        </a:lnTo>
                        <a:lnTo>
                          <a:pt x="72" y="6"/>
                        </a:lnTo>
                        <a:lnTo>
                          <a:pt x="72" y="17"/>
                        </a:lnTo>
                        <a:lnTo>
                          <a:pt x="70" y="19"/>
                        </a:lnTo>
                        <a:lnTo>
                          <a:pt x="70" y="21"/>
                        </a:lnTo>
                        <a:lnTo>
                          <a:pt x="69" y="23"/>
                        </a:lnTo>
                        <a:lnTo>
                          <a:pt x="68" y="26"/>
                        </a:lnTo>
                        <a:lnTo>
                          <a:pt x="68" y="27"/>
                        </a:lnTo>
                        <a:lnTo>
                          <a:pt x="67" y="28"/>
                        </a:lnTo>
                        <a:lnTo>
                          <a:pt x="65" y="31"/>
                        </a:lnTo>
                        <a:lnTo>
                          <a:pt x="63" y="32"/>
                        </a:lnTo>
                        <a:lnTo>
                          <a:pt x="59" y="32"/>
                        </a:lnTo>
                        <a:lnTo>
                          <a:pt x="56" y="33"/>
                        </a:lnTo>
                        <a:lnTo>
                          <a:pt x="51" y="33"/>
                        </a:lnTo>
                        <a:lnTo>
                          <a:pt x="48" y="34"/>
                        </a:lnTo>
                        <a:lnTo>
                          <a:pt x="44" y="34"/>
                        </a:lnTo>
                        <a:lnTo>
                          <a:pt x="41" y="35"/>
                        </a:lnTo>
                        <a:lnTo>
                          <a:pt x="24" y="35"/>
                        </a:lnTo>
                        <a:lnTo>
                          <a:pt x="20" y="33"/>
                        </a:lnTo>
                        <a:lnTo>
                          <a:pt x="17" y="29"/>
                        </a:lnTo>
                        <a:lnTo>
                          <a:pt x="15" y="26"/>
                        </a:lnTo>
                        <a:lnTo>
                          <a:pt x="5" y="16"/>
                        </a:lnTo>
                        <a:lnTo>
                          <a:pt x="3" y="12"/>
                        </a:lnTo>
                        <a:lnTo>
                          <a:pt x="0" y="8"/>
                        </a:lnTo>
                        <a:lnTo>
                          <a:pt x="4" y="8"/>
                        </a:lnTo>
                        <a:lnTo>
                          <a:pt x="7" y="7"/>
                        </a:lnTo>
                        <a:lnTo>
                          <a:pt x="11" y="7"/>
                        </a:lnTo>
                        <a:lnTo>
                          <a:pt x="15" y="6"/>
                        </a:lnTo>
                        <a:lnTo>
                          <a:pt x="19" y="6"/>
                        </a:lnTo>
                        <a:lnTo>
                          <a:pt x="22" y="5"/>
                        </a:lnTo>
                        <a:lnTo>
                          <a:pt x="27" y="5"/>
                        </a:lnTo>
                        <a:lnTo>
                          <a:pt x="31" y="3"/>
                        </a:lnTo>
                        <a:lnTo>
                          <a:pt x="38" y="3"/>
                        </a:lnTo>
                        <a:lnTo>
                          <a:pt x="42" y="2"/>
                        </a:lnTo>
                        <a:lnTo>
                          <a:pt x="46" y="2"/>
                        </a:lnTo>
                        <a:lnTo>
                          <a:pt x="51" y="1"/>
                        </a:lnTo>
                        <a:lnTo>
                          <a:pt x="54" y="1"/>
                        </a:lnTo>
                        <a:lnTo>
                          <a:pt x="58" y="0"/>
                        </a:lnTo>
                        <a:lnTo>
                          <a:pt x="67" y="0"/>
                        </a:lnTo>
                        <a:lnTo>
                          <a:pt x="68" y="1"/>
                        </a:lnTo>
                        <a:lnTo>
                          <a:pt x="70" y="1"/>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2" name="Freeform 917"/>
                  <p:cNvSpPr>
                    <a:spLocks/>
                  </p:cNvSpPr>
                  <p:nvPr/>
                </p:nvSpPr>
                <p:spPr bwMode="auto">
                  <a:xfrm>
                    <a:off x="4632" y="3567"/>
                    <a:ext cx="2" cy="2"/>
                  </a:xfrm>
                  <a:custGeom>
                    <a:avLst/>
                    <a:gdLst>
                      <a:gd name="T0" fmla="*/ 1 w 2"/>
                      <a:gd name="T1" fmla="*/ 1 h 4"/>
                      <a:gd name="T2" fmla="*/ 2 w 2"/>
                      <a:gd name="T3" fmla="*/ 1 h 4"/>
                      <a:gd name="T4" fmla="*/ 2 w 2"/>
                      <a:gd name="T5" fmla="*/ 0 h 4"/>
                      <a:gd name="T6" fmla="*/ 1 w 2"/>
                      <a:gd name="T7" fmla="*/ 0 h 4"/>
                      <a:gd name="T8" fmla="*/ 0 w 2"/>
                      <a:gd name="T9" fmla="*/ 1 h 4"/>
                      <a:gd name="T10" fmla="*/ 0 w 2"/>
                      <a:gd name="T11" fmla="*/ 1 h 4"/>
                      <a:gd name="T12" fmla="*/ 1 w 2"/>
                      <a:gd name="T13" fmla="*/ 1 h 4"/>
                      <a:gd name="T14" fmla="*/ 0 w 2"/>
                      <a:gd name="T15" fmla="*/ 1 h 4"/>
                      <a:gd name="T16" fmla="*/ 0 w 2"/>
                      <a:gd name="T17" fmla="*/ 1 h 4"/>
                      <a:gd name="T18" fmla="*/ 1 w 2"/>
                      <a:gd name="T19" fmla="*/ 1 h 4"/>
                      <a:gd name="T20" fmla="*/ 1 w 2"/>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
                      <a:gd name="T34" fmla="*/ 0 h 4"/>
                      <a:gd name="T35" fmla="*/ 2 w 2"/>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 h="4">
                        <a:moveTo>
                          <a:pt x="1" y="1"/>
                        </a:moveTo>
                        <a:lnTo>
                          <a:pt x="2" y="2"/>
                        </a:lnTo>
                        <a:lnTo>
                          <a:pt x="2" y="0"/>
                        </a:lnTo>
                        <a:lnTo>
                          <a:pt x="1" y="0"/>
                        </a:lnTo>
                        <a:lnTo>
                          <a:pt x="0" y="1"/>
                        </a:lnTo>
                        <a:lnTo>
                          <a:pt x="0" y="2"/>
                        </a:lnTo>
                        <a:lnTo>
                          <a:pt x="1" y="4"/>
                        </a:lnTo>
                        <a:lnTo>
                          <a:pt x="0" y="2"/>
                        </a:lnTo>
                        <a:lnTo>
                          <a:pt x="0" y="4"/>
                        </a:lnTo>
                        <a:lnTo>
                          <a:pt x="1" y="4"/>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3" name="Freeform 918"/>
                  <p:cNvSpPr>
                    <a:spLocks/>
                  </p:cNvSpPr>
                  <p:nvPr/>
                </p:nvSpPr>
                <p:spPr bwMode="auto">
                  <a:xfrm>
                    <a:off x="4633" y="3568"/>
                    <a:ext cx="2" cy="7"/>
                  </a:xfrm>
                  <a:custGeom>
                    <a:avLst/>
                    <a:gdLst>
                      <a:gd name="T0" fmla="*/ 1 w 4"/>
                      <a:gd name="T1" fmla="*/ 0 h 15"/>
                      <a:gd name="T2" fmla="*/ 1 w 4"/>
                      <a:gd name="T3" fmla="*/ 0 h 15"/>
                      <a:gd name="T4" fmla="*/ 0 w 4"/>
                      <a:gd name="T5" fmla="*/ 0 h 15"/>
                      <a:gd name="T6" fmla="*/ 0 w 4"/>
                      <a:gd name="T7" fmla="*/ 0 h 15"/>
                      <a:gd name="T8" fmla="*/ 1 w 4"/>
                      <a:gd name="T9" fmla="*/ 0 h 15"/>
                      <a:gd name="T10" fmla="*/ 1 w 4"/>
                      <a:gd name="T11" fmla="*/ 0 h 15"/>
                      <a:gd name="T12" fmla="*/ 1 w 4"/>
                      <a:gd name="T13" fmla="*/ 0 h 15"/>
                      <a:gd name="T14" fmla="*/ 1 w 4"/>
                      <a:gd name="T15" fmla="*/ 0 h 15"/>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5"/>
                      <a:gd name="T26" fmla="*/ 4 w 4"/>
                      <a:gd name="T27" fmla="*/ 15 h 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5">
                        <a:moveTo>
                          <a:pt x="4" y="15"/>
                        </a:moveTo>
                        <a:lnTo>
                          <a:pt x="4" y="4"/>
                        </a:lnTo>
                        <a:lnTo>
                          <a:pt x="0" y="0"/>
                        </a:lnTo>
                        <a:lnTo>
                          <a:pt x="0" y="3"/>
                        </a:lnTo>
                        <a:lnTo>
                          <a:pt x="1" y="4"/>
                        </a:lnTo>
                        <a:lnTo>
                          <a:pt x="1" y="15"/>
                        </a:lnTo>
                        <a:lnTo>
                          <a:pt x="1" y="14"/>
                        </a:lnTo>
                        <a:lnTo>
                          <a:pt x="4"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4" name="Freeform 919"/>
                  <p:cNvSpPr>
                    <a:spLocks/>
                  </p:cNvSpPr>
                  <p:nvPr/>
                </p:nvSpPr>
                <p:spPr bwMode="auto">
                  <a:xfrm>
                    <a:off x="4630" y="3574"/>
                    <a:ext cx="5" cy="9"/>
                  </a:xfrm>
                  <a:custGeom>
                    <a:avLst/>
                    <a:gdLst>
                      <a:gd name="T0" fmla="*/ 0 w 10"/>
                      <a:gd name="T1" fmla="*/ 1 h 17"/>
                      <a:gd name="T2" fmla="*/ 1 w 10"/>
                      <a:gd name="T3" fmla="*/ 1 h 17"/>
                      <a:gd name="T4" fmla="*/ 1 w 10"/>
                      <a:gd name="T5" fmla="*/ 1 h 17"/>
                      <a:gd name="T6" fmla="*/ 1 w 10"/>
                      <a:gd name="T7" fmla="*/ 1 h 17"/>
                      <a:gd name="T8" fmla="*/ 1 w 10"/>
                      <a:gd name="T9" fmla="*/ 1 h 17"/>
                      <a:gd name="T10" fmla="*/ 1 w 10"/>
                      <a:gd name="T11" fmla="*/ 1 h 17"/>
                      <a:gd name="T12" fmla="*/ 1 w 10"/>
                      <a:gd name="T13" fmla="*/ 1 h 17"/>
                      <a:gd name="T14" fmla="*/ 1 w 10"/>
                      <a:gd name="T15" fmla="*/ 1 h 17"/>
                      <a:gd name="T16" fmla="*/ 1 w 10"/>
                      <a:gd name="T17" fmla="*/ 1 h 17"/>
                      <a:gd name="T18" fmla="*/ 1 w 10"/>
                      <a:gd name="T19" fmla="*/ 1 h 17"/>
                      <a:gd name="T20" fmla="*/ 1 w 10"/>
                      <a:gd name="T21" fmla="*/ 0 h 17"/>
                      <a:gd name="T22" fmla="*/ 1 w 10"/>
                      <a:gd name="T23" fmla="*/ 1 h 17"/>
                      <a:gd name="T24" fmla="*/ 1 w 10"/>
                      <a:gd name="T25" fmla="*/ 1 h 17"/>
                      <a:gd name="T26" fmla="*/ 1 w 10"/>
                      <a:gd name="T27" fmla="*/ 1 h 17"/>
                      <a:gd name="T28" fmla="*/ 1 w 10"/>
                      <a:gd name="T29" fmla="*/ 1 h 17"/>
                      <a:gd name="T30" fmla="*/ 1 w 10"/>
                      <a:gd name="T31" fmla="*/ 1 h 17"/>
                      <a:gd name="T32" fmla="*/ 0 w 10"/>
                      <a:gd name="T33" fmla="*/ 1 h 17"/>
                      <a:gd name="T34" fmla="*/ 0 w 10"/>
                      <a:gd name="T35" fmla="*/ 1 h 17"/>
                      <a:gd name="T36" fmla="*/ 1 w 10"/>
                      <a:gd name="T37" fmla="*/ 1 h 17"/>
                      <a:gd name="T38" fmla="*/ 0 w 10"/>
                      <a:gd name="T39" fmla="*/ 1 h 1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
                      <a:gd name="T61" fmla="*/ 0 h 17"/>
                      <a:gd name="T62" fmla="*/ 10 w 10"/>
                      <a:gd name="T63" fmla="*/ 17 h 1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 h="17">
                        <a:moveTo>
                          <a:pt x="0" y="17"/>
                        </a:moveTo>
                        <a:lnTo>
                          <a:pt x="1" y="17"/>
                        </a:lnTo>
                        <a:lnTo>
                          <a:pt x="4" y="16"/>
                        </a:lnTo>
                        <a:lnTo>
                          <a:pt x="5" y="13"/>
                        </a:lnTo>
                        <a:lnTo>
                          <a:pt x="6" y="12"/>
                        </a:lnTo>
                        <a:lnTo>
                          <a:pt x="6" y="10"/>
                        </a:lnTo>
                        <a:lnTo>
                          <a:pt x="7" y="7"/>
                        </a:lnTo>
                        <a:lnTo>
                          <a:pt x="9" y="6"/>
                        </a:lnTo>
                        <a:lnTo>
                          <a:pt x="9" y="3"/>
                        </a:lnTo>
                        <a:lnTo>
                          <a:pt x="10" y="1"/>
                        </a:lnTo>
                        <a:lnTo>
                          <a:pt x="7" y="0"/>
                        </a:lnTo>
                        <a:lnTo>
                          <a:pt x="6" y="2"/>
                        </a:lnTo>
                        <a:lnTo>
                          <a:pt x="6" y="5"/>
                        </a:lnTo>
                        <a:lnTo>
                          <a:pt x="5" y="7"/>
                        </a:lnTo>
                        <a:lnTo>
                          <a:pt x="4" y="8"/>
                        </a:lnTo>
                        <a:lnTo>
                          <a:pt x="4" y="11"/>
                        </a:lnTo>
                        <a:lnTo>
                          <a:pt x="0" y="15"/>
                        </a:lnTo>
                        <a:lnTo>
                          <a:pt x="0" y="17"/>
                        </a:lnTo>
                        <a:lnTo>
                          <a:pt x="1"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5" name="Freeform 920"/>
                  <p:cNvSpPr>
                    <a:spLocks/>
                  </p:cNvSpPr>
                  <p:nvPr/>
                </p:nvSpPr>
                <p:spPr bwMode="auto">
                  <a:xfrm>
                    <a:off x="4610" y="3582"/>
                    <a:ext cx="20" cy="3"/>
                  </a:xfrm>
                  <a:custGeom>
                    <a:avLst/>
                    <a:gdLst>
                      <a:gd name="T0" fmla="*/ 0 w 41"/>
                      <a:gd name="T1" fmla="*/ 0 h 7"/>
                      <a:gd name="T2" fmla="*/ 0 w 41"/>
                      <a:gd name="T3" fmla="*/ 0 h 7"/>
                      <a:gd name="T4" fmla="*/ 0 w 41"/>
                      <a:gd name="T5" fmla="*/ 0 h 7"/>
                      <a:gd name="T6" fmla="*/ 0 w 41"/>
                      <a:gd name="T7" fmla="*/ 0 h 7"/>
                      <a:gd name="T8" fmla="*/ 0 w 41"/>
                      <a:gd name="T9" fmla="*/ 0 h 7"/>
                      <a:gd name="T10" fmla="*/ 0 w 41"/>
                      <a:gd name="T11" fmla="*/ 0 h 7"/>
                      <a:gd name="T12" fmla="*/ 0 w 41"/>
                      <a:gd name="T13" fmla="*/ 0 h 7"/>
                      <a:gd name="T14" fmla="*/ 0 w 41"/>
                      <a:gd name="T15" fmla="*/ 0 h 7"/>
                      <a:gd name="T16" fmla="*/ 0 w 41"/>
                      <a:gd name="T17" fmla="*/ 0 h 7"/>
                      <a:gd name="T18" fmla="*/ 1 w 41"/>
                      <a:gd name="T19" fmla="*/ 0 h 7"/>
                      <a:gd name="T20" fmla="*/ 1 w 41"/>
                      <a:gd name="T21" fmla="*/ 0 h 7"/>
                      <a:gd name="T22" fmla="*/ 1 w 41"/>
                      <a:gd name="T23" fmla="*/ 0 h 7"/>
                      <a:gd name="T24" fmla="*/ 1 w 41"/>
                      <a:gd name="T25" fmla="*/ 0 h 7"/>
                      <a:gd name="T26" fmla="*/ 1 w 41"/>
                      <a:gd name="T27" fmla="*/ 0 h 7"/>
                      <a:gd name="T28" fmla="*/ 1 w 41"/>
                      <a:gd name="T29" fmla="*/ 0 h 7"/>
                      <a:gd name="T30" fmla="*/ 0 w 41"/>
                      <a:gd name="T31" fmla="*/ 0 h 7"/>
                      <a:gd name="T32" fmla="*/ 0 w 41"/>
                      <a:gd name="T33" fmla="*/ 0 h 7"/>
                      <a:gd name="T34" fmla="*/ 0 w 41"/>
                      <a:gd name="T35" fmla="*/ 0 h 7"/>
                      <a:gd name="T36" fmla="*/ 0 w 41"/>
                      <a:gd name="T37" fmla="*/ 0 h 7"/>
                      <a:gd name="T38" fmla="*/ 0 w 41"/>
                      <a:gd name="T39" fmla="*/ 0 h 7"/>
                      <a:gd name="T40" fmla="*/ 0 w 41"/>
                      <a:gd name="T41" fmla="*/ 0 h 7"/>
                      <a:gd name="T42" fmla="*/ 0 w 41"/>
                      <a:gd name="T43" fmla="*/ 0 h 7"/>
                      <a:gd name="T44" fmla="*/ 0 w 41"/>
                      <a:gd name="T45" fmla="*/ 0 h 7"/>
                      <a:gd name="T46" fmla="*/ 0 w 41"/>
                      <a:gd name="T47" fmla="*/ 0 h 7"/>
                      <a:gd name="T48" fmla="*/ 0 w 41"/>
                      <a:gd name="T49" fmla="*/ 0 h 7"/>
                      <a:gd name="T50" fmla="*/ 0 w 41"/>
                      <a:gd name="T51" fmla="*/ 0 h 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1"/>
                      <a:gd name="T79" fmla="*/ 0 h 7"/>
                      <a:gd name="T80" fmla="*/ 41 w 41"/>
                      <a:gd name="T81" fmla="*/ 7 h 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1" h="7">
                        <a:moveTo>
                          <a:pt x="0" y="6"/>
                        </a:moveTo>
                        <a:lnTo>
                          <a:pt x="2" y="6"/>
                        </a:lnTo>
                        <a:lnTo>
                          <a:pt x="4" y="7"/>
                        </a:lnTo>
                        <a:lnTo>
                          <a:pt x="9" y="7"/>
                        </a:lnTo>
                        <a:lnTo>
                          <a:pt x="11" y="6"/>
                        </a:lnTo>
                        <a:lnTo>
                          <a:pt x="16" y="6"/>
                        </a:lnTo>
                        <a:lnTo>
                          <a:pt x="20" y="4"/>
                        </a:lnTo>
                        <a:lnTo>
                          <a:pt x="27" y="4"/>
                        </a:lnTo>
                        <a:lnTo>
                          <a:pt x="30" y="3"/>
                        </a:lnTo>
                        <a:lnTo>
                          <a:pt x="35" y="3"/>
                        </a:lnTo>
                        <a:lnTo>
                          <a:pt x="37" y="2"/>
                        </a:lnTo>
                        <a:lnTo>
                          <a:pt x="41" y="2"/>
                        </a:lnTo>
                        <a:lnTo>
                          <a:pt x="41" y="0"/>
                        </a:lnTo>
                        <a:lnTo>
                          <a:pt x="36" y="0"/>
                        </a:lnTo>
                        <a:lnTo>
                          <a:pt x="34" y="1"/>
                        </a:lnTo>
                        <a:lnTo>
                          <a:pt x="29" y="1"/>
                        </a:lnTo>
                        <a:lnTo>
                          <a:pt x="26" y="2"/>
                        </a:lnTo>
                        <a:lnTo>
                          <a:pt x="21" y="2"/>
                        </a:lnTo>
                        <a:lnTo>
                          <a:pt x="19" y="3"/>
                        </a:lnTo>
                        <a:lnTo>
                          <a:pt x="14" y="3"/>
                        </a:lnTo>
                        <a:lnTo>
                          <a:pt x="11" y="4"/>
                        </a:lnTo>
                        <a:lnTo>
                          <a:pt x="2" y="4"/>
                        </a:lnTo>
                        <a:lnTo>
                          <a:pt x="3" y="4"/>
                        </a:lnTo>
                        <a:lnTo>
                          <a:pt x="0" y="6"/>
                        </a:lnTo>
                        <a:lnTo>
                          <a:pt x="2"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6" name="Freeform 921"/>
                  <p:cNvSpPr>
                    <a:spLocks/>
                  </p:cNvSpPr>
                  <p:nvPr/>
                </p:nvSpPr>
                <p:spPr bwMode="auto">
                  <a:xfrm>
                    <a:off x="4597" y="3570"/>
                    <a:ext cx="14" cy="15"/>
                  </a:xfrm>
                  <a:custGeom>
                    <a:avLst/>
                    <a:gdLst>
                      <a:gd name="T0" fmla="*/ 1 w 27"/>
                      <a:gd name="T1" fmla="*/ 0 h 30"/>
                      <a:gd name="T2" fmla="*/ 1 w 27"/>
                      <a:gd name="T3" fmla="*/ 1 h 30"/>
                      <a:gd name="T4" fmla="*/ 1 w 27"/>
                      <a:gd name="T5" fmla="*/ 1 h 30"/>
                      <a:gd name="T6" fmla="*/ 1 w 27"/>
                      <a:gd name="T7" fmla="*/ 1 h 30"/>
                      <a:gd name="T8" fmla="*/ 1 w 27"/>
                      <a:gd name="T9" fmla="*/ 1 h 30"/>
                      <a:gd name="T10" fmla="*/ 1 w 27"/>
                      <a:gd name="T11" fmla="*/ 1 h 30"/>
                      <a:gd name="T12" fmla="*/ 1 w 27"/>
                      <a:gd name="T13" fmla="*/ 1 h 30"/>
                      <a:gd name="T14" fmla="*/ 1 w 27"/>
                      <a:gd name="T15" fmla="*/ 1 h 30"/>
                      <a:gd name="T16" fmla="*/ 1 w 27"/>
                      <a:gd name="T17" fmla="*/ 1 h 30"/>
                      <a:gd name="T18" fmla="*/ 1 w 27"/>
                      <a:gd name="T19" fmla="*/ 1 h 30"/>
                      <a:gd name="T20" fmla="*/ 1 w 27"/>
                      <a:gd name="T21" fmla="*/ 1 h 30"/>
                      <a:gd name="T22" fmla="*/ 1 w 27"/>
                      <a:gd name="T23" fmla="*/ 1 h 30"/>
                      <a:gd name="T24" fmla="*/ 1 w 27"/>
                      <a:gd name="T25" fmla="*/ 1 h 30"/>
                      <a:gd name="T26" fmla="*/ 1 w 27"/>
                      <a:gd name="T27" fmla="*/ 1 h 30"/>
                      <a:gd name="T28" fmla="*/ 1 w 27"/>
                      <a:gd name="T29" fmla="*/ 1 h 30"/>
                      <a:gd name="T30" fmla="*/ 1 w 27"/>
                      <a:gd name="T31" fmla="*/ 1 h 30"/>
                      <a:gd name="T32" fmla="*/ 1 w 27"/>
                      <a:gd name="T33" fmla="*/ 1 h 30"/>
                      <a:gd name="T34" fmla="*/ 1 w 27"/>
                      <a:gd name="T35" fmla="*/ 1 h 30"/>
                      <a:gd name="T36" fmla="*/ 1 w 27"/>
                      <a:gd name="T37" fmla="*/ 1 h 30"/>
                      <a:gd name="T38" fmla="*/ 1 w 27"/>
                      <a:gd name="T39" fmla="*/ 0 h 30"/>
                      <a:gd name="T40" fmla="*/ 0 w 27"/>
                      <a:gd name="T41" fmla="*/ 1 h 30"/>
                      <a:gd name="T42" fmla="*/ 1 w 27"/>
                      <a:gd name="T43" fmla="*/ 1 h 30"/>
                      <a:gd name="T44" fmla="*/ 1 w 27"/>
                      <a:gd name="T45" fmla="*/ 0 h 3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7"/>
                      <a:gd name="T70" fmla="*/ 0 h 30"/>
                      <a:gd name="T71" fmla="*/ 27 w 27"/>
                      <a:gd name="T72" fmla="*/ 30 h 3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7" h="30">
                        <a:moveTo>
                          <a:pt x="1" y="0"/>
                        </a:moveTo>
                        <a:lnTo>
                          <a:pt x="1" y="3"/>
                        </a:lnTo>
                        <a:lnTo>
                          <a:pt x="3" y="6"/>
                        </a:lnTo>
                        <a:lnTo>
                          <a:pt x="7" y="9"/>
                        </a:lnTo>
                        <a:lnTo>
                          <a:pt x="9" y="12"/>
                        </a:lnTo>
                        <a:lnTo>
                          <a:pt x="13" y="16"/>
                        </a:lnTo>
                        <a:lnTo>
                          <a:pt x="16" y="20"/>
                        </a:lnTo>
                        <a:lnTo>
                          <a:pt x="22" y="26"/>
                        </a:lnTo>
                        <a:lnTo>
                          <a:pt x="24" y="30"/>
                        </a:lnTo>
                        <a:lnTo>
                          <a:pt x="27" y="28"/>
                        </a:lnTo>
                        <a:lnTo>
                          <a:pt x="23" y="25"/>
                        </a:lnTo>
                        <a:lnTo>
                          <a:pt x="21" y="21"/>
                        </a:lnTo>
                        <a:lnTo>
                          <a:pt x="18" y="17"/>
                        </a:lnTo>
                        <a:lnTo>
                          <a:pt x="14" y="15"/>
                        </a:lnTo>
                        <a:lnTo>
                          <a:pt x="12" y="11"/>
                        </a:lnTo>
                        <a:lnTo>
                          <a:pt x="8" y="7"/>
                        </a:lnTo>
                        <a:lnTo>
                          <a:pt x="6" y="4"/>
                        </a:lnTo>
                        <a:lnTo>
                          <a:pt x="2" y="1"/>
                        </a:lnTo>
                        <a:lnTo>
                          <a:pt x="2" y="3"/>
                        </a:lnTo>
                        <a:lnTo>
                          <a:pt x="1" y="0"/>
                        </a:lnTo>
                        <a:lnTo>
                          <a:pt x="0" y="1"/>
                        </a:lnTo>
                        <a:lnTo>
                          <a:pt x="1" y="3"/>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7" name="Freeform 922"/>
                  <p:cNvSpPr>
                    <a:spLocks/>
                  </p:cNvSpPr>
                  <p:nvPr/>
                </p:nvSpPr>
                <p:spPr bwMode="auto">
                  <a:xfrm>
                    <a:off x="4598" y="3566"/>
                    <a:ext cx="31" cy="5"/>
                  </a:xfrm>
                  <a:custGeom>
                    <a:avLst/>
                    <a:gdLst>
                      <a:gd name="T0" fmla="*/ 1 w 63"/>
                      <a:gd name="T1" fmla="*/ 0 h 12"/>
                      <a:gd name="T2" fmla="*/ 1 w 63"/>
                      <a:gd name="T3" fmla="*/ 0 h 12"/>
                      <a:gd name="T4" fmla="*/ 1 w 63"/>
                      <a:gd name="T5" fmla="*/ 0 h 12"/>
                      <a:gd name="T6" fmla="*/ 1 w 63"/>
                      <a:gd name="T7" fmla="*/ 0 h 12"/>
                      <a:gd name="T8" fmla="*/ 1 w 63"/>
                      <a:gd name="T9" fmla="*/ 0 h 12"/>
                      <a:gd name="T10" fmla="*/ 1 w 63"/>
                      <a:gd name="T11" fmla="*/ 0 h 12"/>
                      <a:gd name="T12" fmla="*/ 1 w 63"/>
                      <a:gd name="T13" fmla="*/ 0 h 12"/>
                      <a:gd name="T14" fmla="*/ 0 w 63"/>
                      <a:gd name="T15" fmla="*/ 0 h 12"/>
                      <a:gd name="T16" fmla="*/ 0 w 63"/>
                      <a:gd name="T17" fmla="*/ 0 h 12"/>
                      <a:gd name="T18" fmla="*/ 0 w 63"/>
                      <a:gd name="T19" fmla="*/ 0 h 12"/>
                      <a:gd name="T20" fmla="*/ 0 w 63"/>
                      <a:gd name="T21" fmla="*/ 0 h 12"/>
                      <a:gd name="T22" fmla="*/ 0 w 63"/>
                      <a:gd name="T23" fmla="*/ 0 h 12"/>
                      <a:gd name="T24" fmla="*/ 0 w 63"/>
                      <a:gd name="T25" fmla="*/ 0 h 12"/>
                      <a:gd name="T26" fmla="*/ 0 w 63"/>
                      <a:gd name="T27" fmla="*/ 0 h 12"/>
                      <a:gd name="T28" fmla="*/ 0 w 63"/>
                      <a:gd name="T29" fmla="*/ 0 h 12"/>
                      <a:gd name="T30" fmla="*/ 0 w 63"/>
                      <a:gd name="T31" fmla="*/ 0 h 12"/>
                      <a:gd name="T32" fmla="*/ 0 w 63"/>
                      <a:gd name="T33" fmla="*/ 0 h 12"/>
                      <a:gd name="T34" fmla="*/ 0 w 63"/>
                      <a:gd name="T35" fmla="*/ 0 h 12"/>
                      <a:gd name="T36" fmla="*/ 0 w 63"/>
                      <a:gd name="T37" fmla="*/ 0 h 12"/>
                      <a:gd name="T38" fmla="*/ 0 w 63"/>
                      <a:gd name="T39" fmla="*/ 0 h 12"/>
                      <a:gd name="T40" fmla="*/ 0 w 63"/>
                      <a:gd name="T41" fmla="*/ 0 h 12"/>
                      <a:gd name="T42" fmla="*/ 0 w 63"/>
                      <a:gd name="T43" fmla="*/ 0 h 12"/>
                      <a:gd name="T44" fmla="*/ 0 w 63"/>
                      <a:gd name="T45" fmla="*/ 0 h 12"/>
                      <a:gd name="T46" fmla="*/ 1 w 63"/>
                      <a:gd name="T47" fmla="*/ 0 h 12"/>
                      <a:gd name="T48" fmla="*/ 1 w 63"/>
                      <a:gd name="T49" fmla="*/ 0 h 12"/>
                      <a:gd name="T50" fmla="*/ 1 w 63"/>
                      <a:gd name="T51" fmla="*/ 0 h 12"/>
                      <a:gd name="T52" fmla="*/ 1 w 63"/>
                      <a:gd name="T53" fmla="*/ 0 h 12"/>
                      <a:gd name="T54" fmla="*/ 1 w 63"/>
                      <a:gd name="T55" fmla="*/ 0 h 12"/>
                      <a:gd name="T56" fmla="*/ 1 w 63"/>
                      <a:gd name="T57" fmla="*/ 0 h 12"/>
                      <a:gd name="T58" fmla="*/ 1 w 63"/>
                      <a:gd name="T59" fmla="*/ 0 h 12"/>
                      <a:gd name="T60" fmla="*/ 1 w 63"/>
                      <a:gd name="T61" fmla="*/ 0 h 12"/>
                      <a:gd name="T62" fmla="*/ 1 w 63"/>
                      <a:gd name="T63" fmla="*/ 0 h 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3"/>
                      <a:gd name="T97" fmla="*/ 0 h 12"/>
                      <a:gd name="T98" fmla="*/ 63 w 63"/>
                      <a:gd name="T99" fmla="*/ 12 h 1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3" h="12">
                        <a:moveTo>
                          <a:pt x="63" y="0"/>
                        </a:moveTo>
                        <a:lnTo>
                          <a:pt x="59" y="0"/>
                        </a:lnTo>
                        <a:lnTo>
                          <a:pt x="55" y="2"/>
                        </a:lnTo>
                        <a:lnTo>
                          <a:pt x="52" y="3"/>
                        </a:lnTo>
                        <a:lnTo>
                          <a:pt x="43" y="3"/>
                        </a:lnTo>
                        <a:lnTo>
                          <a:pt x="39" y="4"/>
                        </a:lnTo>
                        <a:lnTo>
                          <a:pt x="32" y="4"/>
                        </a:lnTo>
                        <a:lnTo>
                          <a:pt x="28" y="5"/>
                        </a:lnTo>
                        <a:lnTo>
                          <a:pt x="23" y="5"/>
                        </a:lnTo>
                        <a:lnTo>
                          <a:pt x="20" y="7"/>
                        </a:lnTo>
                        <a:lnTo>
                          <a:pt x="16" y="7"/>
                        </a:lnTo>
                        <a:lnTo>
                          <a:pt x="12" y="8"/>
                        </a:lnTo>
                        <a:lnTo>
                          <a:pt x="8" y="8"/>
                        </a:lnTo>
                        <a:lnTo>
                          <a:pt x="5" y="9"/>
                        </a:lnTo>
                        <a:lnTo>
                          <a:pt x="0" y="9"/>
                        </a:lnTo>
                        <a:lnTo>
                          <a:pt x="1" y="12"/>
                        </a:lnTo>
                        <a:lnTo>
                          <a:pt x="5" y="12"/>
                        </a:lnTo>
                        <a:lnTo>
                          <a:pt x="8" y="10"/>
                        </a:lnTo>
                        <a:lnTo>
                          <a:pt x="12" y="10"/>
                        </a:lnTo>
                        <a:lnTo>
                          <a:pt x="16" y="9"/>
                        </a:lnTo>
                        <a:lnTo>
                          <a:pt x="20" y="9"/>
                        </a:lnTo>
                        <a:lnTo>
                          <a:pt x="23" y="8"/>
                        </a:lnTo>
                        <a:lnTo>
                          <a:pt x="28" y="8"/>
                        </a:lnTo>
                        <a:lnTo>
                          <a:pt x="32" y="7"/>
                        </a:lnTo>
                        <a:lnTo>
                          <a:pt x="39" y="7"/>
                        </a:lnTo>
                        <a:lnTo>
                          <a:pt x="43" y="5"/>
                        </a:lnTo>
                        <a:lnTo>
                          <a:pt x="47" y="5"/>
                        </a:lnTo>
                        <a:lnTo>
                          <a:pt x="52" y="4"/>
                        </a:lnTo>
                        <a:lnTo>
                          <a:pt x="55" y="4"/>
                        </a:lnTo>
                        <a:lnTo>
                          <a:pt x="59" y="3"/>
                        </a:lnTo>
                        <a:lnTo>
                          <a:pt x="63" y="3"/>
                        </a:lnTo>
                        <a:lnTo>
                          <a:pt x="6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8" name="Freeform 923"/>
                  <p:cNvSpPr>
                    <a:spLocks/>
                  </p:cNvSpPr>
                  <p:nvPr/>
                </p:nvSpPr>
                <p:spPr bwMode="auto">
                  <a:xfrm>
                    <a:off x="4629" y="3566"/>
                    <a:ext cx="6" cy="2"/>
                  </a:xfrm>
                  <a:custGeom>
                    <a:avLst/>
                    <a:gdLst>
                      <a:gd name="T0" fmla="*/ 1 w 11"/>
                      <a:gd name="T1" fmla="*/ 1 h 4"/>
                      <a:gd name="T2" fmla="*/ 1 w 11"/>
                      <a:gd name="T3" fmla="*/ 1 h 4"/>
                      <a:gd name="T4" fmla="*/ 1 w 11"/>
                      <a:gd name="T5" fmla="*/ 0 h 4"/>
                      <a:gd name="T6" fmla="*/ 0 w 11"/>
                      <a:gd name="T7" fmla="*/ 0 h 4"/>
                      <a:gd name="T8" fmla="*/ 0 w 11"/>
                      <a:gd name="T9" fmla="*/ 1 h 4"/>
                      <a:gd name="T10" fmla="*/ 1 w 11"/>
                      <a:gd name="T11" fmla="*/ 1 h 4"/>
                      <a:gd name="T12" fmla="*/ 1 w 11"/>
                      <a:gd name="T13" fmla="*/ 1 h 4"/>
                      <a:gd name="T14" fmla="*/ 1 w 11"/>
                      <a:gd name="T15" fmla="*/ 1 h 4"/>
                      <a:gd name="T16" fmla="*/ 1 w 11"/>
                      <a:gd name="T17" fmla="*/ 1 h 4"/>
                      <a:gd name="T18" fmla="*/ 1 w 11"/>
                      <a:gd name="T19" fmla="*/ 1 h 4"/>
                      <a:gd name="T20" fmla="*/ 1 w 11"/>
                      <a:gd name="T21" fmla="*/ 1 h 4"/>
                      <a:gd name="T22" fmla="*/ 1 w 11"/>
                      <a:gd name="T23" fmla="*/ 1 h 4"/>
                      <a:gd name="T24" fmla="*/ 1 w 11"/>
                      <a:gd name="T25" fmla="*/ 1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
                      <a:gd name="T40" fmla="*/ 0 h 4"/>
                      <a:gd name="T41" fmla="*/ 11 w 11"/>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 h="4">
                        <a:moveTo>
                          <a:pt x="8" y="4"/>
                        </a:moveTo>
                        <a:lnTo>
                          <a:pt x="8" y="3"/>
                        </a:lnTo>
                        <a:lnTo>
                          <a:pt x="6" y="0"/>
                        </a:lnTo>
                        <a:lnTo>
                          <a:pt x="0" y="0"/>
                        </a:lnTo>
                        <a:lnTo>
                          <a:pt x="0" y="3"/>
                        </a:lnTo>
                        <a:lnTo>
                          <a:pt x="6" y="3"/>
                        </a:lnTo>
                        <a:lnTo>
                          <a:pt x="6" y="4"/>
                        </a:lnTo>
                        <a:lnTo>
                          <a:pt x="7" y="4"/>
                        </a:lnTo>
                        <a:lnTo>
                          <a:pt x="8" y="3"/>
                        </a:lnTo>
                        <a:lnTo>
                          <a:pt x="8" y="4"/>
                        </a:lnTo>
                        <a:lnTo>
                          <a:pt x="11" y="4"/>
                        </a:lnTo>
                        <a:lnTo>
                          <a:pt x="8" y="3"/>
                        </a:lnTo>
                        <a:lnTo>
                          <a:pt x="8"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79" name="Freeform 924"/>
                  <p:cNvSpPr>
                    <a:spLocks/>
                  </p:cNvSpPr>
                  <p:nvPr/>
                </p:nvSpPr>
                <p:spPr bwMode="auto">
                  <a:xfrm>
                    <a:off x="4609" y="3568"/>
                    <a:ext cx="42" cy="24"/>
                  </a:xfrm>
                  <a:custGeom>
                    <a:avLst/>
                    <a:gdLst>
                      <a:gd name="T0" fmla="*/ 3 w 84"/>
                      <a:gd name="T1" fmla="*/ 2 h 48"/>
                      <a:gd name="T2" fmla="*/ 3 w 84"/>
                      <a:gd name="T3" fmla="*/ 2 h 48"/>
                      <a:gd name="T4" fmla="*/ 3 w 84"/>
                      <a:gd name="T5" fmla="*/ 2 h 48"/>
                      <a:gd name="T6" fmla="*/ 3 w 84"/>
                      <a:gd name="T7" fmla="*/ 2 h 48"/>
                      <a:gd name="T8" fmla="*/ 3 w 84"/>
                      <a:gd name="T9" fmla="*/ 2 h 48"/>
                      <a:gd name="T10" fmla="*/ 3 w 84"/>
                      <a:gd name="T11" fmla="*/ 2 h 48"/>
                      <a:gd name="T12" fmla="*/ 3 w 84"/>
                      <a:gd name="T13" fmla="*/ 2 h 48"/>
                      <a:gd name="T14" fmla="*/ 3 w 84"/>
                      <a:gd name="T15" fmla="*/ 2 h 48"/>
                      <a:gd name="T16" fmla="*/ 2 w 84"/>
                      <a:gd name="T17" fmla="*/ 2 h 48"/>
                      <a:gd name="T18" fmla="*/ 2 w 84"/>
                      <a:gd name="T19" fmla="*/ 2 h 48"/>
                      <a:gd name="T20" fmla="*/ 2 w 84"/>
                      <a:gd name="T21" fmla="*/ 2 h 48"/>
                      <a:gd name="T22" fmla="*/ 2 w 84"/>
                      <a:gd name="T23" fmla="*/ 2 h 48"/>
                      <a:gd name="T24" fmla="*/ 2 w 84"/>
                      <a:gd name="T25" fmla="*/ 2 h 48"/>
                      <a:gd name="T26" fmla="*/ 1 w 84"/>
                      <a:gd name="T27" fmla="*/ 2 h 48"/>
                      <a:gd name="T28" fmla="*/ 1 w 84"/>
                      <a:gd name="T29" fmla="*/ 2 h 48"/>
                      <a:gd name="T30" fmla="*/ 1 w 84"/>
                      <a:gd name="T31" fmla="*/ 2 h 48"/>
                      <a:gd name="T32" fmla="*/ 1 w 84"/>
                      <a:gd name="T33" fmla="*/ 2 h 48"/>
                      <a:gd name="T34" fmla="*/ 1 w 84"/>
                      <a:gd name="T35" fmla="*/ 2 h 48"/>
                      <a:gd name="T36" fmla="*/ 1 w 84"/>
                      <a:gd name="T37" fmla="*/ 2 h 48"/>
                      <a:gd name="T38" fmla="*/ 0 w 84"/>
                      <a:gd name="T39" fmla="*/ 2 h 48"/>
                      <a:gd name="T40" fmla="*/ 1 w 84"/>
                      <a:gd name="T41" fmla="*/ 2 h 48"/>
                      <a:gd name="T42" fmla="*/ 1 w 84"/>
                      <a:gd name="T43" fmla="*/ 2 h 48"/>
                      <a:gd name="T44" fmla="*/ 1 w 84"/>
                      <a:gd name="T45" fmla="*/ 2 h 48"/>
                      <a:gd name="T46" fmla="*/ 1 w 84"/>
                      <a:gd name="T47" fmla="*/ 2 h 48"/>
                      <a:gd name="T48" fmla="*/ 2 w 84"/>
                      <a:gd name="T49" fmla="*/ 2 h 48"/>
                      <a:gd name="T50" fmla="*/ 2 w 84"/>
                      <a:gd name="T51" fmla="*/ 2 h 48"/>
                      <a:gd name="T52" fmla="*/ 2 w 84"/>
                      <a:gd name="T53" fmla="*/ 2 h 48"/>
                      <a:gd name="T54" fmla="*/ 2 w 84"/>
                      <a:gd name="T55" fmla="*/ 2 h 48"/>
                      <a:gd name="T56" fmla="*/ 2 w 84"/>
                      <a:gd name="T57" fmla="*/ 1 h 48"/>
                      <a:gd name="T58" fmla="*/ 2 w 84"/>
                      <a:gd name="T59" fmla="*/ 1 h 48"/>
                      <a:gd name="T60" fmla="*/ 2 w 84"/>
                      <a:gd name="T61" fmla="*/ 1 h 48"/>
                      <a:gd name="T62" fmla="*/ 2 w 84"/>
                      <a:gd name="T63" fmla="*/ 1 h 48"/>
                      <a:gd name="T64" fmla="*/ 2 w 84"/>
                      <a:gd name="T65" fmla="*/ 1 h 48"/>
                      <a:gd name="T66" fmla="*/ 2 w 84"/>
                      <a:gd name="T67" fmla="*/ 1 h 48"/>
                      <a:gd name="T68" fmla="*/ 2 w 84"/>
                      <a:gd name="T69" fmla="*/ 0 h 48"/>
                      <a:gd name="T70" fmla="*/ 2 w 84"/>
                      <a:gd name="T71" fmla="*/ 1 h 48"/>
                      <a:gd name="T72" fmla="*/ 2 w 84"/>
                      <a:gd name="T73" fmla="*/ 1 h 48"/>
                      <a:gd name="T74" fmla="*/ 3 w 84"/>
                      <a:gd name="T75" fmla="*/ 1 h 48"/>
                      <a:gd name="T76" fmla="*/ 3 w 84"/>
                      <a:gd name="T77" fmla="*/ 1 h 48"/>
                      <a:gd name="T78" fmla="*/ 3 w 84"/>
                      <a:gd name="T79" fmla="*/ 1 h 48"/>
                      <a:gd name="T80" fmla="*/ 3 w 84"/>
                      <a:gd name="T81" fmla="*/ 1 h 48"/>
                      <a:gd name="T82" fmla="*/ 3 w 84"/>
                      <a:gd name="T83" fmla="*/ 1 h 48"/>
                      <a:gd name="T84" fmla="*/ 3 w 84"/>
                      <a:gd name="T85" fmla="*/ 2 h 4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4"/>
                      <a:gd name="T130" fmla="*/ 0 h 48"/>
                      <a:gd name="T131" fmla="*/ 84 w 84"/>
                      <a:gd name="T132" fmla="*/ 48 h 4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4" h="48">
                        <a:moveTo>
                          <a:pt x="84" y="37"/>
                        </a:moveTo>
                        <a:lnTo>
                          <a:pt x="83" y="37"/>
                        </a:lnTo>
                        <a:lnTo>
                          <a:pt x="81" y="38"/>
                        </a:lnTo>
                        <a:lnTo>
                          <a:pt x="80" y="38"/>
                        </a:lnTo>
                        <a:lnTo>
                          <a:pt x="80" y="40"/>
                        </a:lnTo>
                        <a:lnTo>
                          <a:pt x="78" y="42"/>
                        </a:lnTo>
                        <a:lnTo>
                          <a:pt x="73" y="42"/>
                        </a:lnTo>
                        <a:lnTo>
                          <a:pt x="68" y="43"/>
                        </a:lnTo>
                        <a:lnTo>
                          <a:pt x="63" y="43"/>
                        </a:lnTo>
                        <a:lnTo>
                          <a:pt x="59" y="45"/>
                        </a:lnTo>
                        <a:lnTo>
                          <a:pt x="51" y="45"/>
                        </a:lnTo>
                        <a:lnTo>
                          <a:pt x="46" y="46"/>
                        </a:lnTo>
                        <a:lnTo>
                          <a:pt x="37" y="46"/>
                        </a:lnTo>
                        <a:lnTo>
                          <a:pt x="32" y="47"/>
                        </a:lnTo>
                        <a:lnTo>
                          <a:pt x="10" y="47"/>
                        </a:lnTo>
                        <a:lnTo>
                          <a:pt x="5" y="48"/>
                        </a:lnTo>
                        <a:lnTo>
                          <a:pt x="4" y="46"/>
                        </a:lnTo>
                        <a:lnTo>
                          <a:pt x="3" y="43"/>
                        </a:lnTo>
                        <a:lnTo>
                          <a:pt x="1" y="41"/>
                        </a:lnTo>
                        <a:lnTo>
                          <a:pt x="0" y="38"/>
                        </a:lnTo>
                        <a:lnTo>
                          <a:pt x="12" y="38"/>
                        </a:lnTo>
                        <a:lnTo>
                          <a:pt x="14" y="37"/>
                        </a:lnTo>
                        <a:lnTo>
                          <a:pt x="27" y="37"/>
                        </a:lnTo>
                        <a:lnTo>
                          <a:pt x="31" y="36"/>
                        </a:lnTo>
                        <a:lnTo>
                          <a:pt x="35" y="36"/>
                        </a:lnTo>
                        <a:lnTo>
                          <a:pt x="38" y="35"/>
                        </a:lnTo>
                        <a:lnTo>
                          <a:pt x="43" y="35"/>
                        </a:lnTo>
                        <a:lnTo>
                          <a:pt x="46" y="33"/>
                        </a:lnTo>
                        <a:lnTo>
                          <a:pt x="49" y="30"/>
                        </a:lnTo>
                        <a:lnTo>
                          <a:pt x="52" y="26"/>
                        </a:lnTo>
                        <a:lnTo>
                          <a:pt x="53" y="22"/>
                        </a:lnTo>
                        <a:lnTo>
                          <a:pt x="54" y="17"/>
                        </a:lnTo>
                        <a:lnTo>
                          <a:pt x="55" y="14"/>
                        </a:lnTo>
                        <a:lnTo>
                          <a:pt x="55" y="5"/>
                        </a:lnTo>
                        <a:lnTo>
                          <a:pt x="54" y="0"/>
                        </a:lnTo>
                        <a:lnTo>
                          <a:pt x="59" y="5"/>
                        </a:lnTo>
                        <a:lnTo>
                          <a:pt x="62" y="10"/>
                        </a:lnTo>
                        <a:lnTo>
                          <a:pt x="65" y="14"/>
                        </a:lnTo>
                        <a:lnTo>
                          <a:pt x="69" y="19"/>
                        </a:lnTo>
                        <a:lnTo>
                          <a:pt x="73" y="24"/>
                        </a:lnTo>
                        <a:lnTo>
                          <a:pt x="76" y="27"/>
                        </a:lnTo>
                        <a:lnTo>
                          <a:pt x="80" y="32"/>
                        </a:lnTo>
                        <a:lnTo>
                          <a:pt x="84" y="3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0" name="Freeform 925"/>
                  <p:cNvSpPr>
                    <a:spLocks/>
                  </p:cNvSpPr>
                  <p:nvPr/>
                </p:nvSpPr>
                <p:spPr bwMode="auto">
                  <a:xfrm>
                    <a:off x="4647" y="3585"/>
                    <a:ext cx="4" cy="4"/>
                  </a:xfrm>
                  <a:custGeom>
                    <a:avLst/>
                    <a:gdLst>
                      <a:gd name="T0" fmla="*/ 0 w 8"/>
                      <a:gd name="T1" fmla="*/ 1 h 7"/>
                      <a:gd name="T2" fmla="*/ 1 w 8"/>
                      <a:gd name="T3" fmla="*/ 1 h 7"/>
                      <a:gd name="T4" fmla="*/ 1 w 8"/>
                      <a:gd name="T5" fmla="*/ 1 h 7"/>
                      <a:gd name="T6" fmla="*/ 1 w 8"/>
                      <a:gd name="T7" fmla="*/ 1 h 7"/>
                      <a:gd name="T8" fmla="*/ 1 w 8"/>
                      <a:gd name="T9" fmla="*/ 1 h 7"/>
                      <a:gd name="T10" fmla="*/ 1 w 8"/>
                      <a:gd name="T11" fmla="*/ 1 h 7"/>
                      <a:gd name="T12" fmla="*/ 1 w 8"/>
                      <a:gd name="T13" fmla="*/ 1 h 7"/>
                      <a:gd name="T14" fmla="*/ 1 w 8"/>
                      <a:gd name="T15" fmla="*/ 0 h 7"/>
                      <a:gd name="T16" fmla="*/ 1 w 8"/>
                      <a:gd name="T17" fmla="*/ 0 h 7"/>
                      <a:gd name="T18" fmla="*/ 1 w 8"/>
                      <a:gd name="T19" fmla="*/ 1 h 7"/>
                      <a:gd name="T20" fmla="*/ 1 w 8"/>
                      <a:gd name="T21" fmla="*/ 1 h 7"/>
                      <a:gd name="T22" fmla="*/ 1 w 8"/>
                      <a:gd name="T23" fmla="*/ 1 h 7"/>
                      <a:gd name="T24" fmla="*/ 1 w 8"/>
                      <a:gd name="T25" fmla="*/ 1 h 7"/>
                      <a:gd name="T26" fmla="*/ 1 w 8"/>
                      <a:gd name="T27" fmla="*/ 1 h 7"/>
                      <a:gd name="T28" fmla="*/ 0 w 8"/>
                      <a:gd name="T29" fmla="*/ 1 h 7"/>
                      <a:gd name="T30" fmla="*/ 0 w 8"/>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7"/>
                      <a:gd name="T50" fmla="*/ 8 w 8"/>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7">
                        <a:moveTo>
                          <a:pt x="0" y="7"/>
                        </a:moveTo>
                        <a:lnTo>
                          <a:pt x="2" y="7"/>
                        </a:lnTo>
                        <a:lnTo>
                          <a:pt x="4" y="5"/>
                        </a:lnTo>
                        <a:lnTo>
                          <a:pt x="5" y="5"/>
                        </a:lnTo>
                        <a:lnTo>
                          <a:pt x="5" y="4"/>
                        </a:lnTo>
                        <a:lnTo>
                          <a:pt x="7" y="2"/>
                        </a:lnTo>
                        <a:lnTo>
                          <a:pt x="8" y="2"/>
                        </a:lnTo>
                        <a:lnTo>
                          <a:pt x="8" y="0"/>
                        </a:lnTo>
                        <a:lnTo>
                          <a:pt x="5" y="0"/>
                        </a:lnTo>
                        <a:lnTo>
                          <a:pt x="4" y="1"/>
                        </a:lnTo>
                        <a:lnTo>
                          <a:pt x="4" y="2"/>
                        </a:lnTo>
                        <a:lnTo>
                          <a:pt x="3" y="4"/>
                        </a:lnTo>
                        <a:lnTo>
                          <a:pt x="2" y="4"/>
                        </a:lnTo>
                        <a:lnTo>
                          <a:pt x="2"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1" name="Freeform 926"/>
                  <p:cNvSpPr>
                    <a:spLocks/>
                  </p:cNvSpPr>
                  <p:nvPr/>
                </p:nvSpPr>
                <p:spPr bwMode="auto">
                  <a:xfrm>
                    <a:off x="4611" y="3588"/>
                    <a:ext cx="36" cy="4"/>
                  </a:xfrm>
                  <a:custGeom>
                    <a:avLst/>
                    <a:gdLst>
                      <a:gd name="T0" fmla="*/ 0 w 71"/>
                      <a:gd name="T1" fmla="*/ 1 h 8"/>
                      <a:gd name="T2" fmla="*/ 0 w 71"/>
                      <a:gd name="T3" fmla="*/ 1 h 8"/>
                      <a:gd name="T4" fmla="*/ 1 w 71"/>
                      <a:gd name="T5" fmla="*/ 1 h 8"/>
                      <a:gd name="T6" fmla="*/ 1 w 71"/>
                      <a:gd name="T7" fmla="*/ 1 h 8"/>
                      <a:gd name="T8" fmla="*/ 1 w 71"/>
                      <a:gd name="T9" fmla="*/ 1 h 8"/>
                      <a:gd name="T10" fmla="*/ 2 w 71"/>
                      <a:gd name="T11" fmla="*/ 1 h 8"/>
                      <a:gd name="T12" fmla="*/ 2 w 71"/>
                      <a:gd name="T13" fmla="*/ 1 h 8"/>
                      <a:gd name="T14" fmla="*/ 2 w 71"/>
                      <a:gd name="T15" fmla="*/ 1 h 8"/>
                      <a:gd name="T16" fmla="*/ 2 w 71"/>
                      <a:gd name="T17" fmla="*/ 1 h 8"/>
                      <a:gd name="T18" fmla="*/ 2 w 71"/>
                      <a:gd name="T19" fmla="*/ 1 h 8"/>
                      <a:gd name="T20" fmla="*/ 3 w 71"/>
                      <a:gd name="T21" fmla="*/ 1 h 8"/>
                      <a:gd name="T22" fmla="*/ 3 w 71"/>
                      <a:gd name="T23" fmla="*/ 1 h 8"/>
                      <a:gd name="T24" fmla="*/ 3 w 71"/>
                      <a:gd name="T25" fmla="*/ 0 h 8"/>
                      <a:gd name="T26" fmla="*/ 3 w 71"/>
                      <a:gd name="T27" fmla="*/ 0 h 8"/>
                      <a:gd name="T28" fmla="*/ 2 w 71"/>
                      <a:gd name="T29" fmla="*/ 1 h 8"/>
                      <a:gd name="T30" fmla="*/ 2 w 71"/>
                      <a:gd name="T31" fmla="*/ 1 h 8"/>
                      <a:gd name="T32" fmla="*/ 2 w 71"/>
                      <a:gd name="T33" fmla="*/ 1 h 8"/>
                      <a:gd name="T34" fmla="*/ 2 w 71"/>
                      <a:gd name="T35" fmla="*/ 1 h 8"/>
                      <a:gd name="T36" fmla="*/ 2 w 71"/>
                      <a:gd name="T37" fmla="*/ 1 h 8"/>
                      <a:gd name="T38" fmla="*/ 1 w 71"/>
                      <a:gd name="T39" fmla="*/ 1 h 8"/>
                      <a:gd name="T40" fmla="*/ 1 w 71"/>
                      <a:gd name="T41" fmla="*/ 1 h 8"/>
                      <a:gd name="T42" fmla="*/ 1 w 71"/>
                      <a:gd name="T43" fmla="*/ 1 h 8"/>
                      <a:gd name="T44" fmla="*/ 1 w 71"/>
                      <a:gd name="T45" fmla="*/ 1 h 8"/>
                      <a:gd name="T46" fmla="*/ 0 w 71"/>
                      <a:gd name="T47" fmla="*/ 1 h 8"/>
                      <a:gd name="T48" fmla="*/ 1 w 71"/>
                      <a:gd name="T49" fmla="*/ 1 h 8"/>
                      <a:gd name="T50" fmla="*/ 0 w 71"/>
                      <a:gd name="T51" fmla="*/ 1 h 8"/>
                      <a:gd name="T52" fmla="*/ 0 w 71"/>
                      <a:gd name="T53" fmla="*/ 1 h 8"/>
                      <a:gd name="T54" fmla="*/ 0 w 71"/>
                      <a:gd name="T55" fmla="*/ 1 h 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71"/>
                      <a:gd name="T85" fmla="*/ 0 h 8"/>
                      <a:gd name="T86" fmla="*/ 71 w 71"/>
                      <a:gd name="T87" fmla="*/ 8 h 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71" h="8">
                        <a:moveTo>
                          <a:pt x="0" y="7"/>
                        </a:moveTo>
                        <a:lnTo>
                          <a:pt x="0" y="8"/>
                        </a:lnTo>
                        <a:lnTo>
                          <a:pt x="5" y="7"/>
                        </a:lnTo>
                        <a:lnTo>
                          <a:pt x="18" y="7"/>
                        </a:lnTo>
                        <a:lnTo>
                          <a:pt x="23" y="6"/>
                        </a:lnTo>
                        <a:lnTo>
                          <a:pt x="41" y="6"/>
                        </a:lnTo>
                        <a:lnTo>
                          <a:pt x="46" y="5"/>
                        </a:lnTo>
                        <a:lnTo>
                          <a:pt x="54" y="5"/>
                        </a:lnTo>
                        <a:lnTo>
                          <a:pt x="58" y="4"/>
                        </a:lnTo>
                        <a:lnTo>
                          <a:pt x="63" y="4"/>
                        </a:lnTo>
                        <a:lnTo>
                          <a:pt x="68" y="2"/>
                        </a:lnTo>
                        <a:lnTo>
                          <a:pt x="71" y="2"/>
                        </a:lnTo>
                        <a:lnTo>
                          <a:pt x="71" y="0"/>
                        </a:lnTo>
                        <a:lnTo>
                          <a:pt x="68" y="0"/>
                        </a:lnTo>
                        <a:lnTo>
                          <a:pt x="63" y="1"/>
                        </a:lnTo>
                        <a:lnTo>
                          <a:pt x="58" y="1"/>
                        </a:lnTo>
                        <a:lnTo>
                          <a:pt x="54" y="2"/>
                        </a:lnTo>
                        <a:lnTo>
                          <a:pt x="46" y="2"/>
                        </a:lnTo>
                        <a:lnTo>
                          <a:pt x="41" y="4"/>
                        </a:lnTo>
                        <a:lnTo>
                          <a:pt x="32" y="4"/>
                        </a:lnTo>
                        <a:lnTo>
                          <a:pt x="27" y="5"/>
                        </a:lnTo>
                        <a:lnTo>
                          <a:pt x="10" y="5"/>
                        </a:lnTo>
                        <a:lnTo>
                          <a:pt x="5" y="6"/>
                        </a:lnTo>
                        <a:lnTo>
                          <a:pt x="0" y="6"/>
                        </a:lnTo>
                        <a:lnTo>
                          <a:pt x="1" y="6"/>
                        </a:lnTo>
                        <a:lnTo>
                          <a:pt x="0" y="7"/>
                        </a:lnTo>
                        <a:lnTo>
                          <a:pt x="0" y="8"/>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2" name="Freeform 927"/>
                  <p:cNvSpPr>
                    <a:spLocks/>
                  </p:cNvSpPr>
                  <p:nvPr/>
                </p:nvSpPr>
                <p:spPr bwMode="auto">
                  <a:xfrm>
                    <a:off x="4608" y="3585"/>
                    <a:ext cx="4" cy="7"/>
                  </a:xfrm>
                  <a:custGeom>
                    <a:avLst/>
                    <a:gdLst>
                      <a:gd name="T0" fmla="*/ 1 w 7"/>
                      <a:gd name="T1" fmla="*/ 1 h 12"/>
                      <a:gd name="T2" fmla="*/ 0 w 7"/>
                      <a:gd name="T3" fmla="*/ 1 h 12"/>
                      <a:gd name="T4" fmla="*/ 1 w 7"/>
                      <a:gd name="T5" fmla="*/ 1 h 12"/>
                      <a:gd name="T6" fmla="*/ 1 w 7"/>
                      <a:gd name="T7" fmla="*/ 1 h 12"/>
                      <a:gd name="T8" fmla="*/ 1 w 7"/>
                      <a:gd name="T9" fmla="*/ 1 h 12"/>
                      <a:gd name="T10" fmla="*/ 1 w 7"/>
                      <a:gd name="T11" fmla="*/ 1 h 12"/>
                      <a:gd name="T12" fmla="*/ 1 w 7"/>
                      <a:gd name="T13" fmla="*/ 1 h 12"/>
                      <a:gd name="T14" fmla="*/ 1 w 7"/>
                      <a:gd name="T15" fmla="*/ 1 h 12"/>
                      <a:gd name="T16" fmla="*/ 1 w 7"/>
                      <a:gd name="T17" fmla="*/ 1 h 12"/>
                      <a:gd name="T18" fmla="*/ 1 w 7"/>
                      <a:gd name="T19" fmla="*/ 1 h 12"/>
                      <a:gd name="T20" fmla="*/ 1 w 7"/>
                      <a:gd name="T21" fmla="*/ 1 h 12"/>
                      <a:gd name="T22" fmla="*/ 1 w 7"/>
                      <a:gd name="T23" fmla="*/ 1 h 12"/>
                      <a:gd name="T24" fmla="*/ 1 w 7"/>
                      <a:gd name="T25" fmla="*/ 1 h 12"/>
                      <a:gd name="T26" fmla="*/ 0 w 7"/>
                      <a:gd name="T27" fmla="*/ 0 h 12"/>
                      <a:gd name="T28" fmla="*/ 0 w 7"/>
                      <a:gd name="T29" fmla="*/ 1 h 12"/>
                      <a:gd name="T30" fmla="*/ 1 w 7"/>
                      <a:gd name="T31" fmla="*/ 1 h 1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
                      <a:gd name="T49" fmla="*/ 0 h 12"/>
                      <a:gd name="T50" fmla="*/ 7 w 7"/>
                      <a:gd name="T51" fmla="*/ 12 h 1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 h="12">
                        <a:moveTo>
                          <a:pt x="2" y="1"/>
                        </a:moveTo>
                        <a:lnTo>
                          <a:pt x="0" y="2"/>
                        </a:lnTo>
                        <a:lnTo>
                          <a:pt x="1" y="5"/>
                        </a:lnTo>
                        <a:lnTo>
                          <a:pt x="2" y="7"/>
                        </a:lnTo>
                        <a:lnTo>
                          <a:pt x="4" y="10"/>
                        </a:lnTo>
                        <a:lnTo>
                          <a:pt x="6" y="12"/>
                        </a:lnTo>
                        <a:lnTo>
                          <a:pt x="7" y="11"/>
                        </a:lnTo>
                        <a:lnTo>
                          <a:pt x="6" y="9"/>
                        </a:lnTo>
                        <a:lnTo>
                          <a:pt x="5" y="6"/>
                        </a:lnTo>
                        <a:lnTo>
                          <a:pt x="4" y="4"/>
                        </a:lnTo>
                        <a:lnTo>
                          <a:pt x="2" y="2"/>
                        </a:lnTo>
                        <a:lnTo>
                          <a:pt x="1" y="4"/>
                        </a:lnTo>
                        <a:lnTo>
                          <a:pt x="2" y="1"/>
                        </a:lnTo>
                        <a:lnTo>
                          <a:pt x="0" y="0"/>
                        </a:lnTo>
                        <a:lnTo>
                          <a:pt x="0" y="2"/>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3" name="Freeform 928"/>
                  <p:cNvSpPr>
                    <a:spLocks/>
                  </p:cNvSpPr>
                  <p:nvPr/>
                </p:nvSpPr>
                <p:spPr bwMode="auto">
                  <a:xfrm>
                    <a:off x="4609" y="3585"/>
                    <a:ext cx="8" cy="2"/>
                  </a:xfrm>
                  <a:custGeom>
                    <a:avLst/>
                    <a:gdLst>
                      <a:gd name="T0" fmla="*/ 1 w 16"/>
                      <a:gd name="T1" fmla="*/ 0 h 5"/>
                      <a:gd name="T2" fmla="*/ 1 w 16"/>
                      <a:gd name="T3" fmla="*/ 0 h 5"/>
                      <a:gd name="T4" fmla="*/ 1 w 16"/>
                      <a:gd name="T5" fmla="*/ 0 h 5"/>
                      <a:gd name="T6" fmla="*/ 1 w 16"/>
                      <a:gd name="T7" fmla="*/ 0 h 5"/>
                      <a:gd name="T8" fmla="*/ 0 w 16"/>
                      <a:gd name="T9" fmla="*/ 0 h 5"/>
                      <a:gd name="T10" fmla="*/ 1 w 16"/>
                      <a:gd name="T11" fmla="*/ 0 h 5"/>
                      <a:gd name="T12" fmla="*/ 1 w 16"/>
                      <a:gd name="T13" fmla="*/ 0 h 5"/>
                      <a:gd name="T14" fmla="*/ 1 w 16"/>
                      <a:gd name="T15" fmla="*/ 0 h 5"/>
                      <a:gd name="T16" fmla="*/ 1 w 16"/>
                      <a:gd name="T17" fmla="*/ 0 h 5"/>
                      <a:gd name="T18" fmla="*/ 1 w 16"/>
                      <a:gd name="T19" fmla="*/ 0 h 5"/>
                      <a:gd name="T20" fmla="*/ 1 w 16"/>
                      <a:gd name="T21" fmla="*/ 0 h 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5"/>
                      <a:gd name="T35" fmla="*/ 16 w 16"/>
                      <a:gd name="T36" fmla="*/ 5 h 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5">
                        <a:moveTo>
                          <a:pt x="15" y="1"/>
                        </a:moveTo>
                        <a:lnTo>
                          <a:pt x="14" y="1"/>
                        </a:lnTo>
                        <a:lnTo>
                          <a:pt x="11" y="2"/>
                        </a:lnTo>
                        <a:lnTo>
                          <a:pt x="1" y="2"/>
                        </a:lnTo>
                        <a:lnTo>
                          <a:pt x="0" y="5"/>
                        </a:lnTo>
                        <a:lnTo>
                          <a:pt x="12" y="5"/>
                        </a:lnTo>
                        <a:lnTo>
                          <a:pt x="14" y="3"/>
                        </a:lnTo>
                        <a:lnTo>
                          <a:pt x="16" y="3"/>
                        </a:lnTo>
                        <a:lnTo>
                          <a:pt x="15" y="3"/>
                        </a:lnTo>
                        <a:lnTo>
                          <a:pt x="15" y="0"/>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4" name="Freeform 929"/>
                  <p:cNvSpPr>
                    <a:spLocks/>
                  </p:cNvSpPr>
                  <p:nvPr/>
                </p:nvSpPr>
                <p:spPr bwMode="auto">
                  <a:xfrm>
                    <a:off x="4616" y="3584"/>
                    <a:ext cx="16" cy="3"/>
                  </a:xfrm>
                  <a:custGeom>
                    <a:avLst/>
                    <a:gdLst>
                      <a:gd name="T0" fmla="*/ 1 w 32"/>
                      <a:gd name="T1" fmla="*/ 0 h 6"/>
                      <a:gd name="T2" fmla="*/ 1 w 32"/>
                      <a:gd name="T3" fmla="*/ 1 h 6"/>
                      <a:gd name="T4" fmla="*/ 1 w 32"/>
                      <a:gd name="T5" fmla="*/ 1 h 6"/>
                      <a:gd name="T6" fmla="*/ 1 w 32"/>
                      <a:gd name="T7" fmla="*/ 1 h 6"/>
                      <a:gd name="T8" fmla="*/ 1 w 32"/>
                      <a:gd name="T9" fmla="*/ 1 h 6"/>
                      <a:gd name="T10" fmla="*/ 1 w 32"/>
                      <a:gd name="T11" fmla="*/ 1 h 6"/>
                      <a:gd name="T12" fmla="*/ 0 w 32"/>
                      <a:gd name="T13" fmla="*/ 1 h 6"/>
                      <a:gd name="T14" fmla="*/ 0 w 32"/>
                      <a:gd name="T15" fmla="*/ 1 h 6"/>
                      <a:gd name="T16" fmla="*/ 1 w 32"/>
                      <a:gd name="T17" fmla="*/ 1 h 6"/>
                      <a:gd name="T18" fmla="*/ 1 w 32"/>
                      <a:gd name="T19" fmla="*/ 1 h 6"/>
                      <a:gd name="T20" fmla="*/ 1 w 32"/>
                      <a:gd name="T21" fmla="*/ 1 h 6"/>
                      <a:gd name="T22" fmla="*/ 1 w 32"/>
                      <a:gd name="T23" fmla="*/ 1 h 6"/>
                      <a:gd name="T24" fmla="*/ 1 w 32"/>
                      <a:gd name="T25" fmla="*/ 1 h 6"/>
                      <a:gd name="T26" fmla="*/ 1 w 32"/>
                      <a:gd name="T27" fmla="*/ 1 h 6"/>
                      <a:gd name="T28" fmla="*/ 1 w 32"/>
                      <a:gd name="T29" fmla="*/ 1 h 6"/>
                      <a:gd name="T30" fmla="*/ 1 w 32"/>
                      <a:gd name="T31" fmla="*/ 1 h 6"/>
                      <a:gd name="T32" fmla="*/ 1 w 32"/>
                      <a:gd name="T33" fmla="*/ 1 h 6"/>
                      <a:gd name="T34" fmla="*/ 1 w 32"/>
                      <a:gd name="T35" fmla="*/ 0 h 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6"/>
                      <a:gd name="T56" fmla="*/ 32 w 32"/>
                      <a:gd name="T57" fmla="*/ 6 h 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6">
                        <a:moveTo>
                          <a:pt x="31" y="0"/>
                        </a:moveTo>
                        <a:lnTo>
                          <a:pt x="27" y="1"/>
                        </a:lnTo>
                        <a:lnTo>
                          <a:pt x="23" y="1"/>
                        </a:lnTo>
                        <a:lnTo>
                          <a:pt x="20" y="3"/>
                        </a:lnTo>
                        <a:lnTo>
                          <a:pt x="16" y="3"/>
                        </a:lnTo>
                        <a:lnTo>
                          <a:pt x="12" y="4"/>
                        </a:lnTo>
                        <a:lnTo>
                          <a:pt x="0" y="4"/>
                        </a:lnTo>
                        <a:lnTo>
                          <a:pt x="0" y="6"/>
                        </a:lnTo>
                        <a:lnTo>
                          <a:pt x="12" y="6"/>
                        </a:lnTo>
                        <a:lnTo>
                          <a:pt x="16" y="5"/>
                        </a:lnTo>
                        <a:lnTo>
                          <a:pt x="21" y="5"/>
                        </a:lnTo>
                        <a:lnTo>
                          <a:pt x="24" y="4"/>
                        </a:lnTo>
                        <a:lnTo>
                          <a:pt x="28" y="4"/>
                        </a:lnTo>
                        <a:lnTo>
                          <a:pt x="32" y="3"/>
                        </a:lnTo>
                        <a:lnTo>
                          <a:pt x="32" y="1"/>
                        </a:lnTo>
                        <a:lnTo>
                          <a:pt x="32" y="3"/>
                        </a:lnTo>
                        <a:lnTo>
                          <a:pt x="32" y="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5" name="Freeform 930"/>
                  <p:cNvSpPr>
                    <a:spLocks/>
                  </p:cNvSpPr>
                  <p:nvPr/>
                </p:nvSpPr>
                <p:spPr bwMode="auto">
                  <a:xfrm>
                    <a:off x="4632" y="3564"/>
                    <a:ext cx="5" cy="20"/>
                  </a:xfrm>
                  <a:custGeom>
                    <a:avLst/>
                    <a:gdLst>
                      <a:gd name="T0" fmla="*/ 0 w 11"/>
                      <a:gd name="T1" fmla="*/ 1 h 39"/>
                      <a:gd name="T2" fmla="*/ 0 w 11"/>
                      <a:gd name="T3" fmla="*/ 1 h 39"/>
                      <a:gd name="T4" fmla="*/ 0 w 11"/>
                      <a:gd name="T5" fmla="*/ 1 h 39"/>
                      <a:gd name="T6" fmla="*/ 0 w 11"/>
                      <a:gd name="T7" fmla="*/ 1 h 39"/>
                      <a:gd name="T8" fmla="*/ 0 w 11"/>
                      <a:gd name="T9" fmla="*/ 1 h 39"/>
                      <a:gd name="T10" fmla="*/ 0 w 11"/>
                      <a:gd name="T11" fmla="*/ 1 h 39"/>
                      <a:gd name="T12" fmla="*/ 0 w 11"/>
                      <a:gd name="T13" fmla="*/ 1 h 39"/>
                      <a:gd name="T14" fmla="*/ 0 w 11"/>
                      <a:gd name="T15" fmla="*/ 2 h 39"/>
                      <a:gd name="T16" fmla="*/ 0 w 11"/>
                      <a:gd name="T17" fmla="*/ 2 h 39"/>
                      <a:gd name="T18" fmla="*/ 0 w 11"/>
                      <a:gd name="T19" fmla="*/ 2 h 39"/>
                      <a:gd name="T20" fmla="*/ 0 w 11"/>
                      <a:gd name="T21" fmla="*/ 2 h 39"/>
                      <a:gd name="T22" fmla="*/ 0 w 11"/>
                      <a:gd name="T23" fmla="*/ 1 h 39"/>
                      <a:gd name="T24" fmla="*/ 0 w 11"/>
                      <a:gd name="T25" fmla="*/ 1 h 39"/>
                      <a:gd name="T26" fmla="*/ 0 w 11"/>
                      <a:gd name="T27" fmla="*/ 1 h 39"/>
                      <a:gd name="T28" fmla="*/ 0 w 11"/>
                      <a:gd name="T29" fmla="*/ 1 h 39"/>
                      <a:gd name="T30" fmla="*/ 0 w 11"/>
                      <a:gd name="T31" fmla="*/ 1 h 39"/>
                      <a:gd name="T32" fmla="*/ 0 w 11"/>
                      <a:gd name="T33" fmla="*/ 1 h 39"/>
                      <a:gd name="T34" fmla="*/ 0 w 11"/>
                      <a:gd name="T35" fmla="*/ 1 h 39"/>
                      <a:gd name="T36" fmla="*/ 0 w 11"/>
                      <a:gd name="T37" fmla="*/ 1 h 39"/>
                      <a:gd name="T38" fmla="*/ 0 w 11"/>
                      <a:gd name="T39" fmla="*/ 0 h 39"/>
                      <a:gd name="T40" fmla="*/ 0 w 11"/>
                      <a:gd name="T41" fmla="*/ 1 h 39"/>
                      <a:gd name="T42" fmla="*/ 0 w 11"/>
                      <a:gd name="T43" fmla="*/ 1 h 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
                      <a:gd name="T67" fmla="*/ 0 h 39"/>
                      <a:gd name="T68" fmla="*/ 11 w 11"/>
                      <a:gd name="T69" fmla="*/ 39 h 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 h="39">
                        <a:moveTo>
                          <a:pt x="9" y="5"/>
                        </a:moveTo>
                        <a:lnTo>
                          <a:pt x="7" y="6"/>
                        </a:lnTo>
                        <a:lnTo>
                          <a:pt x="8" y="11"/>
                        </a:lnTo>
                        <a:lnTo>
                          <a:pt x="8" y="18"/>
                        </a:lnTo>
                        <a:lnTo>
                          <a:pt x="7" y="23"/>
                        </a:lnTo>
                        <a:lnTo>
                          <a:pt x="6" y="27"/>
                        </a:lnTo>
                        <a:lnTo>
                          <a:pt x="5" y="32"/>
                        </a:lnTo>
                        <a:lnTo>
                          <a:pt x="2" y="35"/>
                        </a:lnTo>
                        <a:lnTo>
                          <a:pt x="0" y="38"/>
                        </a:lnTo>
                        <a:lnTo>
                          <a:pt x="1" y="39"/>
                        </a:lnTo>
                        <a:lnTo>
                          <a:pt x="5" y="36"/>
                        </a:lnTo>
                        <a:lnTo>
                          <a:pt x="6" y="32"/>
                        </a:lnTo>
                        <a:lnTo>
                          <a:pt x="8" y="28"/>
                        </a:lnTo>
                        <a:lnTo>
                          <a:pt x="9" y="23"/>
                        </a:lnTo>
                        <a:lnTo>
                          <a:pt x="11" y="20"/>
                        </a:lnTo>
                        <a:lnTo>
                          <a:pt x="11" y="11"/>
                        </a:lnTo>
                        <a:lnTo>
                          <a:pt x="9" y="6"/>
                        </a:lnTo>
                        <a:lnTo>
                          <a:pt x="7" y="6"/>
                        </a:lnTo>
                        <a:lnTo>
                          <a:pt x="9" y="5"/>
                        </a:lnTo>
                        <a:lnTo>
                          <a:pt x="6" y="0"/>
                        </a:lnTo>
                        <a:lnTo>
                          <a:pt x="7" y="6"/>
                        </a:lnTo>
                        <a:lnTo>
                          <a:pt x="9"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6" name="Freeform 931"/>
                  <p:cNvSpPr>
                    <a:spLocks/>
                  </p:cNvSpPr>
                  <p:nvPr/>
                </p:nvSpPr>
                <p:spPr bwMode="auto">
                  <a:xfrm>
                    <a:off x="4636" y="3567"/>
                    <a:ext cx="16" cy="20"/>
                  </a:xfrm>
                  <a:custGeom>
                    <a:avLst/>
                    <a:gdLst>
                      <a:gd name="T0" fmla="*/ 0 w 33"/>
                      <a:gd name="T1" fmla="*/ 2 h 39"/>
                      <a:gd name="T2" fmla="*/ 0 w 33"/>
                      <a:gd name="T3" fmla="*/ 2 h 39"/>
                      <a:gd name="T4" fmla="*/ 0 w 33"/>
                      <a:gd name="T5" fmla="*/ 2 h 39"/>
                      <a:gd name="T6" fmla="*/ 0 w 33"/>
                      <a:gd name="T7" fmla="*/ 1 h 39"/>
                      <a:gd name="T8" fmla="*/ 0 w 33"/>
                      <a:gd name="T9" fmla="*/ 1 h 39"/>
                      <a:gd name="T10" fmla="*/ 0 w 33"/>
                      <a:gd name="T11" fmla="*/ 1 h 39"/>
                      <a:gd name="T12" fmla="*/ 0 w 33"/>
                      <a:gd name="T13" fmla="*/ 1 h 39"/>
                      <a:gd name="T14" fmla="*/ 0 w 33"/>
                      <a:gd name="T15" fmla="*/ 1 h 39"/>
                      <a:gd name="T16" fmla="*/ 0 w 33"/>
                      <a:gd name="T17" fmla="*/ 1 h 39"/>
                      <a:gd name="T18" fmla="*/ 0 w 33"/>
                      <a:gd name="T19" fmla="*/ 0 h 39"/>
                      <a:gd name="T20" fmla="*/ 0 w 33"/>
                      <a:gd name="T21" fmla="*/ 1 h 39"/>
                      <a:gd name="T22" fmla="*/ 0 w 33"/>
                      <a:gd name="T23" fmla="*/ 1 h 39"/>
                      <a:gd name="T24" fmla="*/ 0 w 33"/>
                      <a:gd name="T25" fmla="*/ 1 h 39"/>
                      <a:gd name="T26" fmla="*/ 0 w 33"/>
                      <a:gd name="T27" fmla="*/ 1 h 39"/>
                      <a:gd name="T28" fmla="*/ 0 w 33"/>
                      <a:gd name="T29" fmla="*/ 1 h 39"/>
                      <a:gd name="T30" fmla="*/ 0 w 33"/>
                      <a:gd name="T31" fmla="*/ 1 h 39"/>
                      <a:gd name="T32" fmla="*/ 0 w 33"/>
                      <a:gd name="T33" fmla="*/ 1 h 39"/>
                      <a:gd name="T34" fmla="*/ 0 w 33"/>
                      <a:gd name="T35" fmla="*/ 2 h 39"/>
                      <a:gd name="T36" fmla="*/ 0 w 33"/>
                      <a:gd name="T37" fmla="*/ 2 h 39"/>
                      <a:gd name="T38" fmla="*/ 0 w 33"/>
                      <a:gd name="T39" fmla="*/ 2 h 39"/>
                      <a:gd name="T40" fmla="*/ 0 w 33"/>
                      <a:gd name="T41" fmla="*/ 2 h 39"/>
                      <a:gd name="T42" fmla="*/ 1 w 33"/>
                      <a:gd name="T43" fmla="*/ 2 h 39"/>
                      <a:gd name="T44" fmla="*/ 0 w 33"/>
                      <a:gd name="T45" fmla="*/ 2 h 39"/>
                      <a:gd name="T46" fmla="*/ 0 w 33"/>
                      <a:gd name="T47" fmla="*/ 2 h 3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
                      <a:gd name="T73" fmla="*/ 0 h 39"/>
                      <a:gd name="T74" fmla="*/ 33 w 33"/>
                      <a:gd name="T75" fmla="*/ 39 h 3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 h="39">
                        <a:moveTo>
                          <a:pt x="31" y="39"/>
                        </a:moveTo>
                        <a:lnTo>
                          <a:pt x="31" y="38"/>
                        </a:lnTo>
                        <a:lnTo>
                          <a:pt x="28" y="33"/>
                        </a:lnTo>
                        <a:lnTo>
                          <a:pt x="25" y="28"/>
                        </a:lnTo>
                        <a:lnTo>
                          <a:pt x="21" y="23"/>
                        </a:lnTo>
                        <a:lnTo>
                          <a:pt x="17" y="18"/>
                        </a:lnTo>
                        <a:lnTo>
                          <a:pt x="14" y="13"/>
                        </a:lnTo>
                        <a:lnTo>
                          <a:pt x="10" y="10"/>
                        </a:lnTo>
                        <a:lnTo>
                          <a:pt x="6" y="5"/>
                        </a:lnTo>
                        <a:lnTo>
                          <a:pt x="2" y="0"/>
                        </a:lnTo>
                        <a:lnTo>
                          <a:pt x="0" y="1"/>
                        </a:lnTo>
                        <a:lnTo>
                          <a:pt x="5" y="6"/>
                        </a:lnTo>
                        <a:lnTo>
                          <a:pt x="9" y="11"/>
                        </a:lnTo>
                        <a:lnTo>
                          <a:pt x="12" y="16"/>
                        </a:lnTo>
                        <a:lnTo>
                          <a:pt x="16" y="21"/>
                        </a:lnTo>
                        <a:lnTo>
                          <a:pt x="20" y="25"/>
                        </a:lnTo>
                        <a:lnTo>
                          <a:pt x="22" y="30"/>
                        </a:lnTo>
                        <a:lnTo>
                          <a:pt x="26" y="34"/>
                        </a:lnTo>
                        <a:lnTo>
                          <a:pt x="30" y="39"/>
                        </a:lnTo>
                        <a:lnTo>
                          <a:pt x="31" y="37"/>
                        </a:lnTo>
                        <a:lnTo>
                          <a:pt x="31" y="39"/>
                        </a:lnTo>
                        <a:lnTo>
                          <a:pt x="33" y="39"/>
                        </a:lnTo>
                        <a:lnTo>
                          <a:pt x="31" y="38"/>
                        </a:lnTo>
                        <a:lnTo>
                          <a:pt x="31"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7" name="Freeform 932"/>
                  <p:cNvSpPr>
                    <a:spLocks/>
                  </p:cNvSpPr>
                  <p:nvPr/>
                </p:nvSpPr>
                <p:spPr bwMode="auto">
                  <a:xfrm>
                    <a:off x="4363" y="3571"/>
                    <a:ext cx="39" cy="72"/>
                  </a:xfrm>
                  <a:custGeom>
                    <a:avLst/>
                    <a:gdLst>
                      <a:gd name="T0" fmla="*/ 2 w 77"/>
                      <a:gd name="T1" fmla="*/ 0 h 145"/>
                      <a:gd name="T2" fmla="*/ 3 w 77"/>
                      <a:gd name="T3" fmla="*/ 1 h 145"/>
                      <a:gd name="T4" fmla="*/ 3 w 77"/>
                      <a:gd name="T5" fmla="*/ 1 h 145"/>
                      <a:gd name="T6" fmla="*/ 3 w 77"/>
                      <a:gd name="T7" fmla="*/ 1 h 145"/>
                      <a:gd name="T8" fmla="*/ 3 w 77"/>
                      <a:gd name="T9" fmla="*/ 2 h 145"/>
                      <a:gd name="T10" fmla="*/ 3 w 77"/>
                      <a:gd name="T11" fmla="*/ 2 h 145"/>
                      <a:gd name="T12" fmla="*/ 3 w 77"/>
                      <a:gd name="T13" fmla="*/ 3 h 145"/>
                      <a:gd name="T14" fmla="*/ 3 w 77"/>
                      <a:gd name="T15" fmla="*/ 3 h 145"/>
                      <a:gd name="T16" fmla="*/ 2 w 77"/>
                      <a:gd name="T17" fmla="*/ 4 h 145"/>
                      <a:gd name="T18" fmla="*/ 2 w 77"/>
                      <a:gd name="T19" fmla="*/ 4 h 145"/>
                      <a:gd name="T20" fmla="*/ 2 w 77"/>
                      <a:gd name="T21" fmla="*/ 4 h 145"/>
                      <a:gd name="T22" fmla="*/ 2 w 77"/>
                      <a:gd name="T23" fmla="*/ 4 h 145"/>
                      <a:gd name="T24" fmla="*/ 2 w 77"/>
                      <a:gd name="T25" fmla="*/ 4 h 145"/>
                      <a:gd name="T26" fmla="*/ 2 w 77"/>
                      <a:gd name="T27" fmla="*/ 4 h 145"/>
                      <a:gd name="T28" fmla="*/ 1 w 77"/>
                      <a:gd name="T29" fmla="*/ 4 h 145"/>
                      <a:gd name="T30" fmla="*/ 1 w 77"/>
                      <a:gd name="T31" fmla="*/ 4 h 145"/>
                      <a:gd name="T32" fmla="*/ 1 w 77"/>
                      <a:gd name="T33" fmla="*/ 4 h 145"/>
                      <a:gd name="T34" fmla="*/ 1 w 77"/>
                      <a:gd name="T35" fmla="*/ 4 h 145"/>
                      <a:gd name="T36" fmla="*/ 1 w 77"/>
                      <a:gd name="T37" fmla="*/ 3 h 145"/>
                      <a:gd name="T38" fmla="*/ 1 w 77"/>
                      <a:gd name="T39" fmla="*/ 3 h 145"/>
                      <a:gd name="T40" fmla="*/ 1 w 77"/>
                      <a:gd name="T41" fmla="*/ 3 h 145"/>
                      <a:gd name="T42" fmla="*/ 1 w 77"/>
                      <a:gd name="T43" fmla="*/ 3 h 145"/>
                      <a:gd name="T44" fmla="*/ 1 w 77"/>
                      <a:gd name="T45" fmla="*/ 3 h 145"/>
                      <a:gd name="T46" fmla="*/ 1 w 77"/>
                      <a:gd name="T47" fmla="*/ 2 h 145"/>
                      <a:gd name="T48" fmla="*/ 1 w 77"/>
                      <a:gd name="T49" fmla="*/ 2 h 145"/>
                      <a:gd name="T50" fmla="*/ 0 w 77"/>
                      <a:gd name="T51" fmla="*/ 2 h 145"/>
                      <a:gd name="T52" fmla="*/ 0 w 77"/>
                      <a:gd name="T53" fmla="*/ 1 h 145"/>
                      <a:gd name="T54" fmla="*/ 1 w 77"/>
                      <a:gd name="T55" fmla="*/ 1 h 145"/>
                      <a:gd name="T56" fmla="*/ 1 w 77"/>
                      <a:gd name="T57" fmla="*/ 1 h 145"/>
                      <a:gd name="T58" fmla="*/ 1 w 77"/>
                      <a:gd name="T59" fmla="*/ 1 h 145"/>
                      <a:gd name="T60" fmla="*/ 1 w 77"/>
                      <a:gd name="T61" fmla="*/ 1 h 145"/>
                      <a:gd name="T62" fmla="*/ 1 w 77"/>
                      <a:gd name="T63" fmla="*/ 0 h 145"/>
                      <a:gd name="T64" fmla="*/ 1 w 77"/>
                      <a:gd name="T65" fmla="*/ 0 h 145"/>
                      <a:gd name="T66" fmla="*/ 1 w 77"/>
                      <a:gd name="T67" fmla="*/ 0 h 145"/>
                      <a:gd name="T68" fmla="*/ 1 w 77"/>
                      <a:gd name="T69" fmla="*/ 0 h 145"/>
                      <a:gd name="T70" fmla="*/ 1 w 77"/>
                      <a:gd name="T71" fmla="*/ 0 h 145"/>
                      <a:gd name="T72" fmla="*/ 1 w 77"/>
                      <a:gd name="T73" fmla="*/ 0 h 145"/>
                      <a:gd name="T74" fmla="*/ 1 w 77"/>
                      <a:gd name="T75" fmla="*/ 0 h 145"/>
                      <a:gd name="T76" fmla="*/ 1 w 77"/>
                      <a:gd name="T77" fmla="*/ 0 h 145"/>
                      <a:gd name="T78" fmla="*/ 1 w 77"/>
                      <a:gd name="T79" fmla="*/ 0 h 145"/>
                      <a:gd name="T80" fmla="*/ 2 w 77"/>
                      <a:gd name="T81" fmla="*/ 0 h 145"/>
                      <a:gd name="T82" fmla="*/ 2 w 77"/>
                      <a:gd name="T83" fmla="*/ 0 h 145"/>
                      <a:gd name="T84" fmla="*/ 2 w 77"/>
                      <a:gd name="T85" fmla="*/ 0 h 145"/>
                      <a:gd name="T86" fmla="*/ 2 w 77"/>
                      <a:gd name="T87" fmla="*/ 0 h 145"/>
                      <a:gd name="T88" fmla="*/ 2 w 77"/>
                      <a:gd name="T89" fmla="*/ 0 h 145"/>
                      <a:gd name="T90" fmla="*/ 2 w 77"/>
                      <a:gd name="T91" fmla="*/ 0 h 145"/>
                      <a:gd name="T92" fmla="*/ 2 w 77"/>
                      <a:gd name="T93" fmla="*/ 0 h 145"/>
                      <a:gd name="T94" fmla="*/ 2 w 77"/>
                      <a:gd name="T95" fmla="*/ 0 h 145"/>
                      <a:gd name="T96" fmla="*/ 2 w 77"/>
                      <a:gd name="T97" fmla="*/ 0 h 145"/>
                      <a:gd name="T98" fmla="*/ 2 w 77"/>
                      <a:gd name="T99" fmla="*/ 0 h 145"/>
                      <a:gd name="T100" fmla="*/ 2 w 77"/>
                      <a:gd name="T101" fmla="*/ 0 h 145"/>
                      <a:gd name="T102" fmla="*/ 2 w 77"/>
                      <a:gd name="T103" fmla="*/ 0 h 145"/>
                      <a:gd name="T104" fmla="*/ 2 w 77"/>
                      <a:gd name="T105" fmla="*/ 0 h 14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77"/>
                      <a:gd name="T160" fmla="*/ 0 h 145"/>
                      <a:gd name="T161" fmla="*/ 77 w 77"/>
                      <a:gd name="T162" fmla="*/ 145 h 14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77" h="145">
                        <a:moveTo>
                          <a:pt x="64" y="20"/>
                        </a:moveTo>
                        <a:lnTo>
                          <a:pt x="70" y="34"/>
                        </a:lnTo>
                        <a:lnTo>
                          <a:pt x="73" y="47"/>
                        </a:lnTo>
                        <a:lnTo>
                          <a:pt x="76" y="63"/>
                        </a:lnTo>
                        <a:lnTo>
                          <a:pt x="77" y="79"/>
                        </a:lnTo>
                        <a:lnTo>
                          <a:pt x="76" y="95"/>
                        </a:lnTo>
                        <a:lnTo>
                          <a:pt x="73" y="110"/>
                        </a:lnTo>
                        <a:lnTo>
                          <a:pt x="69" y="124"/>
                        </a:lnTo>
                        <a:lnTo>
                          <a:pt x="61" y="137"/>
                        </a:lnTo>
                        <a:lnTo>
                          <a:pt x="57" y="140"/>
                        </a:lnTo>
                        <a:lnTo>
                          <a:pt x="55" y="142"/>
                        </a:lnTo>
                        <a:lnTo>
                          <a:pt x="53" y="143"/>
                        </a:lnTo>
                        <a:lnTo>
                          <a:pt x="49" y="145"/>
                        </a:lnTo>
                        <a:lnTo>
                          <a:pt x="34" y="145"/>
                        </a:lnTo>
                        <a:lnTo>
                          <a:pt x="28" y="141"/>
                        </a:lnTo>
                        <a:lnTo>
                          <a:pt x="23" y="137"/>
                        </a:lnTo>
                        <a:lnTo>
                          <a:pt x="18" y="133"/>
                        </a:lnTo>
                        <a:lnTo>
                          <a:pt x="14" y="129"/>
                        </a:lnTo>
                        <a:lnTo>
                          <a:pt x="11" y="122"/>
                        </a:lnTo>
                        <a:lnTo>
                          <a:pt x="8" y="117"/>
                        </a:lnTo>
                        <a:lnTo>
                          <a:pt x="6" y="111"/>
                        </a:lnTo>
                        <a:lnTo>
                          <a:pt x="3" y="106"/>
                        </a:lnTo>
                        <a:lnTo>
                          <a:pt x="2" y="99"/>
                        </a:lnTo>
                        <a:lnTo>
                          <a:pt x="1" y="93"/>
                        </a:lnTo>
                        <a:lnTo>
                          <a:pt x="1" y="80"/>
                        </a:lnTo>
                        <a:lnTo>
                          <a:pt x="0" y="73"/>
                        </a:lnTo>
                        <a:lnTo>
                          <a:pt x="0" y="61"/>
                        </a:lnTo>
                        <a:lnTo>
                          <a:pt x="1" y="53"/>
                        </a:lnTo>
                        <a:lnTo>
                          <a:pt x="1" y="47"/>
                        </a:lnTo>
                        <a:lnTo>
                          <a:pt x="2" y="41"/>
                        </a:lnTo>
                        <a:lnTo>
                          <a:pt x="3" y="34"/>
                        </a:lnTo>
                        <a:lnTo>
                          <a:pt x="6" y="27"/>
                        </a:lnTo>
                        <a:lnTo>
                          <a:pt x="7" y="21"/>
                        </a:lnTo>
                        <a:lnTo>
                          <a:pt x="9" y="15"/>
                        </a:lnTo>
                        <a:lnTo>
                          <a:pt x="13" y="10"/>
                        </a:lnTo>
                        <a:lnTo>
                          <a:pt x="17" y="4"/>
                        </a:lnTo>
                        <a:lnTo>
                          <a:pt x="20" y="4"/>
                        </a:lnTo>
                        <a:lnTo>
                          <a:pt x="23" y="2"/>
                        </a:lnTo>
                        <a:lnTo>
                          <a:pt x="24" y="2"/>
                        </a:lnTo>
                        <a:lnTo>
                          <a:pt x="25" y="0"/>
                        </a:lnTo>
                        <a:lnTo>
                          <a:pt x="40" y="0"/>
                        </a:lnTo>
                        <a:lnTo>
                          <a:pt x="43" y="2"/>
                        </a:lnTo>
                        <a:lnTo>
                          <a:pt x="45" y="3"/>
                        </a:lnTo>
                        <a:lnTo>
                          <a:pt x="48" y="4"/>
                        </a:lnTo>
                        <a:lnTo>
                          <a:pt x="49" y="5"/>
                        </a:lnTo>
                        <a:lnTo>
                          <a:pt x="51" y="6"/>
                        </a:lnTo>
                        <a:lnTo>
                          <a:pt x="54" y="8"/>
                        </a:lnTo>
                        <a:lnTo>
                          <a:pt x="55" y="10"/>
                        </a:lnTo>
                        <a:lnTo>
                          <a:pt x="57" y="11"/>
                        </a:lnTo>
                        <a:lnTo>
                          <a:pt x="59" y="14"/>
                        </a:lnTo>
                        <a:lnTo>
                          <a:pt x="61" y="15"/>
                        </a:lnTo>
                        <a:lnTo>
                          <a:pt x="62" y="18"/>
                        </a:lnTo>
                        <a:lnTo>
                          <a:pt x="64" y="20"/>
                        </a:lnTo>
                        <a:close/>
                      </a:path>
                    </a:pathLst>
                  </a:custGeom>
                  <a:solidFill>
                    <a:srgbClr val="7F7F7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8" name="Freeform 933"/>
                  <p:cNvSpPr>
                    <a:spLocks/>
                  </p:cNvSpPr>
                  <p:nvPr/>
                </p:nvSpPr>
                <p:spPr bwMode="auto">
                  <a:xfrm>
                    <a:off x="4393" y="3580"/>
                    <a:ext cx="10" cy="59"/>
                  </a:xfrm>
                  <a:custGeom>
                    <a:avLst/>
                    <a:gdLst>
                      <a:gd name="T0" fmla="*/ 1 w 18"/>
                      <a:gd name="T1" fmla="*/ 4 h 118"/>
                      <a:gd name="T2" fmla="*/ 1 w 18"/>
                      <a:gd name="T3" fmla="*/ 4 h 118"/>
                      <a:gd name="T4" fmla="*/ 1 w 18"/>
                      <a:gd name="T5" fmla="*/ 3 h 118"/>
                      <a:gd name="T6" fmla="*/ 1 w 18"/>
                      <a:gd name="T7" fmla="*/ 3 h 118"/>
                      <a:gd name="T8" fmla="*/ 1 w 18"/>
                      <a:gd name="T9" fmla="*/ 2 h 118"/>
                      <a:gd name="T10" fmla="*/ 1 w 18"/>
                      <a:gd name="T11" fmla="*/ 2 h 118"/>
                      <a:gd name="T12" fmla="*/ 1 w 18"/>
                      <a:gd name="T13" fmla="*/ 1 h 118"/>
                      <a:gd name="T14" fmla="*/ 1 w 18"/>
                      <a:gd name="T15" fmla="*/ 1 h 118"/>
                      <a:gd name="T16" fmla="*/ 1 w 18"/>
                      <a:gd name="T17" fmla="*/ 0 h 118"/>
                      <a:gd name="T18" fmla="*/ 1 w 18"/>
                      <a:gd name="T19" fmla="*/ 1 h 118"/>
                      <a:gd name="T20" fmla="*/ 1 w 18"/>
                      <a:gd name="T21" fmla="*/ 1 h 118"/>
                      <a:gd name="T22" fmla="*/ 1 w 18"/>
                      <a:gd name="T23" fmla="*/ 1 h 118"/>
                      <a:gd name="T24" fmla="*/ 1 w 18"/>
                      <a:gd name="T25" fmla="*/ 2 h 118"/>
                      <a:gd name="T26" fmla="*/ 1 w 18"/>
                      <a:gd name="T27" fmla="*/ 2 h 118"/>
                      <a:gd name="T28" fmla="*/ 1 w 18"/>
                      <a:gd name="T29" fmla="*/ 3 h 118"/>
                      <a:gd name="T30" fmla="*/ 1 w 18"/>
                      <a:gd name="T31" fmla="*/ 3 h 118"/>
                      <a:gd name="T32" fmla="*/ 1 w 18"/>
                      <a:gd name="T33" fmla="*/ 4 h 118"/>
                      <a:gd name="T34" fmla="*/ 0 w 18"/>
                      <a:gd name="T35" fmla="*/ 4 h 118"/>
                      <a:gd name="T36" fmla="*/ 1 w 18"/>
                      <a:gd name="T37" fmla="*/ 4 h 1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118"/>
                      <a:gd name="T59" fmla="*/ 18 w 18"/>
                      <a:gd name="T60" fmla="*/ 118 h 1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118">
                        <a:moveTo>
                          <a:pt x="1" y="118"/>
                        </a:moveTo>
                        <a:lnTo>
                          <a:pt x="9" y="106"/>
                        </a:lnTo>
                        <a:lnTo>
                          <a:pt x="15" y="91"/>
                        </a:lnTo>
                        <a:lnTo>
                          <a:pt x="17" y="76"/>
                        </a:lnTo>
                        <a:lnTo>
                          <a:pt x="18" y="60"/>
                        </a:lnTo>
                        <a:lnTo>
                          <a:pt x="17" y="44"/>
                        </a:lnTo>
                        <a:lnTo>
                          <a:pt x="15" y="28"/>
                        </a:lnTo>
                        <a:lnTo>
                          <a:pt x="11" y="13"/>
                        </a:lnTo>
                        <a:lnTo>
                          <a:pt x="5" y="0"/>
                        </a:lnTo>
                        <a:lnTo>
                          <a:pt x="2" y="1"/>
                        </a:lnTo>
                        <a:lnTo>
                          <a:pt x="9" y="15"/>
                        </a:lnTo>
                        <a:lnTo>
                          <a:pt x="12" y="28"/>
                        </a:lnTo>
                        <a:lnTo>
                          <a:pt x="15" y="44"/>
                        </a:lnTo>
                        <a:lnTo>
                          <a:pt x="16" y="60"/>
                        </a:lnTo>
                        <a:lnTo>
                          <a:pt x="15" y="76"/>
                        </a:lnTo>
                        <a:lnTo>
                          <a:pt x="12" y="91"/>
                        </a:lnTo>
                        <a:lnTo>
                          <a:pt x="7" y="105"/>
                        </a:lnTo>
                        <a:lnTo>
                          <a:pt x="0" y="117"/>
                        </a:lnTo>
                        <a:lnTo>
                          <a:pt x="1"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89" name="Freeform 934"/>
                  <p:cNvSpPr>
                    <a:spLocks/>
                  </p:cNvSpPr>
                  <p:nvPr/>
                </p:nvSpPr>
                <p:spPr bwMode="auto">
                  <a:xfrm>
                    <a:off x="4381" y="3638"/>
                    <a:ext cx="13" cy="5"/>
                  </a:xfrm>
                  <a:custGeom>
                    <a:avLst/>
                    <a:gdLst>
                      <a:gd name="T0" fmla="*/ 0 w 27"/>
                      <a:gd name="T1" fmla="*/ 1 h 10"/>
                      <a:gd name="T2" fmla="*/ 0 w 27"/>
                      <a:gd name="T3" fmla="*/ 1 h 10"/>
                      <a:gd name="T4" fmla="*/ 0 w 27"/>
                      <a:gd name="T5" fmla="*/ 1 h 10"/>
                      <a:gd name="T6" fmla="*/ 0 w 27"/>
                      <a:gd name="T7" fmla="*/ 1 h 10"/>
                      <a:gd name="T8" fmla="*/ 0 w 27"/>
                      <a:gd name="T9" fmla="*/ 1 h 10"/>
                      <a:gd name="T10" fmla="*/ 0 w 27"/>
                      <a:gd name="T11" fmla="*/ 1 h 10"/>
                      <a:gd name="T12" fmla="*/ 0 w 27"/>
                      <a:gd name="T13" fmla="*/ 0 h 10"/>
                      <a:gd name="T14" fmla="*/ 0 w 27"/>
                      <a:gd name="T15" fmla="*/ 1 h 10"/>
                      <a:gd name="T16" fmla="*/ 0 w 27"/>
                      <a:gd name="T17" fmla="*/ 1 h 10"/>
                      <a:gd name="T18" fmla="*/ 0 w 27"/>
                      <a:gd name="T19" fmla="*/ 1 h 10"/>
                      <a:gd name="T20" fmla="*/ 0 w 27"/>
                      <a:gd name="T21" fmla="*/ 1 h 10"/>
                      <a:gd name="T22" fmla="*/ 0 w 27"/>
                      <a:gd name="T23" fmla="*/ 1 h 1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
                      <a:gd name="T37" fmla="*/ 0 h 10"/>
                      <a:gd name="T38" fmla="*/ 27 w 27"/>
                      <a:gd name="T39" fmla="*/ 10 h 1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 h="10">
                        <a:moveTo>
                          <a:pt x="0" y="10"/>
                        </a:moveTo>
                        <a:lnTo>
                          <a:pt x="15" y="10"/>
                        </a:lnTo>
                        <a:lnTo>
                          <a:pt x="19" y="9"/>
                        </a:lnTo>
                        <a:lnTo>
                          <a:pt x="21" y="6"/>
                        </a:lnTo>
                        <a:lnTo>
                          <a:pt x="25" y="5"/>
                        </a:lnTo>
                        <a:lnTo>
                          <a:pt x="27" y="1"/>
                        </a:lnTo>
                        <a:lnTo>
                          <a:pt x="26" y="0"/>
                        </a:lnTo>
                        <a:lnTo>
                          <a:pt x="21" y="5"/>
                        </a:lnTo>
                        <a:lnTo>
                          <a:pt x="17" y="6"/>
                        </a:lnTo>
                        <a:lnTo>
                          <a:pt x="15" y="7"/>
                        </a:lnTo>
                        <a:lnTo>
                          <a:pt x="1" y="7"/>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0" name="Freeform 935"/>
                  <p:cNvSpPr>
                    <a:spLocks/>
                  </p:cNvSpPr>
                  <p:nvPr/>
                </p:nvSpPr>
                <p:spPr bwMode="auto">
                  <a:xfrm>
                    <a:off x="4363" y="3597"/>
                    <a:ext cx="18" cy="46"/>
                  </a:xfrm>
                  <a:custGeom>
                    <a:avLst/>
                    <a:gdLst>
                      <a:gd name="T0" fmla="*/ 0 w 37"/>
                      <a:gd name="T1" fmla="*/ 0 h 93"/>
                      <a:gd name="T2" fmla="*/ 0 w 37"/>
                      <a:gd name="T3" fmla="*/ 0 h 93"/>
                      <a:gd name="T4" fmla="*/ 0 w 37"/>
                      <a:gd name="T5" fmla="*/ 0 h 93"/>
                      <a:gd name="T6" fmla="*/ 0 w 37"/>
                      <a:gd name="T7" fmla="*/ 0 h 93"/>
                      <a:gd name="T8" fmla="*/ 0 w 37"/>
                      <a:gd name="T9" fmla="*/ 1 h 93"/>
                      <a:gd name="T10" fmla="*/ 0 w 37"/>
                      <a:gd name="T11" fmla="*/ 1 h 93"/>
                      <a:gd name="T12" fmla="*/ 0 w 37"/>
                      <a:gd name="T13" fmla="*/ 1 h 93"/>
                      <a:gd name="T14" fmla="*/ 0 w 37"/>
                      <a:gd name="T15" fmla="*/ 1 h 93"/>
                      <a:gd name="T16" fmla="*/ 0 w 37"/>
                      <a:gd name="T17" fmla="*/ 1 h 93"/>
                      <a:gd name="T18" fmla="*/ 0 w 37"/>
                      <a:gd name="T19" fmla="*/ 2 h 93"/>
                      <a:gd name="T20" fmla="*/ 0 w 37"/>
                      <a:gd name="T21" fmla="*/ 2 h 93"/>
                      <a:gd name="T22" fmla="*/ 0 w 37"/>
                      <a:gd name="T23" fmla="*/ 2 h 93"/>
                      <a:gd name="T24" fmla="*/ 0 w 37"/>
                      <a:gd name="T25" fmla="*/ 2 h 93"/>
                      <a:gd name="T26" fmla="*/ 0 w 37"/>
                      <a:gd name="T27" fmla="*/ 2 h 93"/>
                      <a:gd name="T28" fmla="*/ 0 w 37"/>
                      <a:gd name="T29" fmla="*/ 2 h 93"/>
                      <a:gd name="T30" fmla="*/ 1 w 37"/>
                      <a:gd name="T31" fmla="*/ 2 h 93"/>
                      <a:gd name="T32" fmla="*/ 1 w 37"/>
                      <a:gd name="T33" fmla="*/ 2 h 93"/>
                      <a:gd name="T34" fmla="*/ 0 w 37"/>
                      <a:gd name="T35" fmla="*/ 2 h 93"/>
                      <a:gd name="T36" fmla="*/ 0 w 37"/>
                      <a:gd name="T37" fmla="*/ 2 h 93"/>
                      <a:gd name="T38" fmla="*/ 0 w 37"/>
                      <a:gd name="T39" fmla="*/ 2 h 93"/>
                      <a:gd name="T40" fmla="*/ 0 w 37"/>
                      <a:gd name="T41" fmla="*/ 2 h 93"/>
                      <a:gd name="T42" fmla="*/ 0 w 37"/>
                      <a:gd name="T43" fmla="*/ 2 h 93"/>
                      <a:gd name="T44" fmla="*/ 0 w 37"/>
                      <a:gd name="T45" fmla="*/ 2 h 93"/>
                      <a:gd name="T46" fmla="*/ 0 w 37"/>
                      <a:gd name="T47" fmla="*/ 1 h 93"/>
                      <a:gd name="T48" fmla="*/ 0 w 37"/>
                      <a:gd name="T49" fmla="*/ 1 h 93"/>
                      <a:gd name="T50" fmla="*/ 0 w 37"/>
                      <a:gd name="T51" fmla="*/ 1 h 93"/>
                      <a:gd name="T52" fmla="*/ 0 w 37"/>
                      <a:gd name="T53" fmla="*/ 1 h 93"/>
                      <a:gd name="T54" fmla="*/ 0 w 37"/>
                      <a:gd name="T55" fmla="*/ 1 h 93"/>
                      <a:gd name="T56" fmla="*/ 0 w 37"/>
                      <a:gd name="T57" fmla="*/ 0 h 93"/>
                      <a:gd name="T58" fmla="*/ 0 w 37"/>
                      <a:gd name="T59" fmla="*/ 0 h 93"/>
                      <a:gd name="T60" fmla="*/ 0 w 37"/>
                      <a:gd name="T61" fmla="*/ 0 h 93"/>
                      <a:gd name="T62" fmla="*/ 0 w 37"/>
                      <a:gd name="T63" fmla="*/ 0 h 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
                      <a:gd name="T97" fmla="*/ 0 h 93"/>
                      <a:gd name="T98" fmla="*/ 37 w 37"/>
                      <a:gd name="T99" fmla="*/ 93 h 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 h="93">
                        <a:moveTo>
                          <a:pt x="2" y="0"/>
                        </a:moveTo>
                        <a:lnTo>
                          <a:pt x="0" y="8"/>
                        </a:lnTo>
                        <a:lnTo>
                          <a:pt x="0" y="20"/>
                        </a:lnTo>
                        <a:lnTo>
                          <a:pt x="2" y="27"/>
                        </a:lnTo>
                        <a:lnTo>
                          <a:pt x="2" y="34"/>
                        </a:lnTo>
                        <a:lnTo>
                          <a:pt x="3" y="40"/>
                        </a:lnTo>
                        <a:lnTo>
                          <a:pt x="3" y="47"/>
                        </a:lnTo>
                        <a:lnTo>
                          <a:pt x="4" y="53"/>
                        </a:lnTo>
                        <a:lnTo>
                          <a:pt x="6" y="60"/>
                        </a:lnTo>
                        <a:lnTo>
                          <a:pt x="9" y="64"/>
                        </a:lnTo>
                        <a:lnTo>
                          <a:pt x="11" y="71"/>
                        </a:lnTo>
                        <a:lnTo>
                          <a:pt x="15" y="76"/>
                        </a:lnTo>
                        <a:lnTo>
                          <a:pt x="20" y="80"/>
                        </a:lnTo>
                        <a:lnTo>
                          <a:pt x="24" y="85"/>
                        </a:lnTo>
                        <a:lnTo>
                          <a:pt x="30" y="89"/>
                        </a:lnTo>
                        <a:lnTo>
                          <a:pt x="36" y="93"/>
                        </a:lnTo>
                        <a:lnTo>
                          <a:pt x="37" y="90"/>
                        </a:lnTo>
                        <a:lnTo>
                          <a:pt x="31" y="87"/>
                        </a:lnTo>
                        <a:lnTo>
                          <a:pt x="26" y="83"/>
                        </a:lnTo>
                        <a:lnTo>
                          <a:pt x="21" y="79"/>
                        </a:lnTo>
                        <a:lnTo>
                          <a:pt x="18" y="74"/>
                        </a:lnTo>
                        <a:lnTo>
                          <a:pt x="14" y="69"/>
                        </a:lnTo>
                        <a:lnTo>
                          <a:pt x="11" y="64"/>
                        </a:lnTo>
                        <a:lnTo>
                          <a:pt x="9" y="58"/>
                        </a:lnTo>
                        <a:lnTo>
                          <a:pt x="6" y="52"/>
                        </a:lnTo>
                        <a:lnTo>
                          <a:pt x="5" y="46"/>
                        </a:lnTo>
                        <a:lnTo>
                          <a:pt x="4" y="40"/>
                        </a:lnTo>
                        <a:lnTo>
                          <a:pt x="4" y="34"/>
                        </a:lnTo>
                        <a:lnTo>
                          <a:pt x="3" y="27"/>
                        </a:lnTo>
                        <a:lnTo>
                          <a:pt x="3" y="0"/>
                        </a:lnTo>
                        <a:lnTo>
                          <a:pt x="3" y="2"/>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1" name="Freeform 936"/>
                  <p:cNvSpPr>
                    <a:spLocks/>
                  </p:cNvSpPr>
                  <p:nvPr/>
                </p:nvSpPr>
                <p:spPr bwMode="auto">
                  <a:xfrm>
                    <a:off x="4363" y="3572"/>
                    <a:ext cx="10" cy="26"/>
                  </a:xfrm>
                  <a:custGeom>
                    <a:avLst/>
                    <a:gdLst>
                      <a:gd name="T0" fmla="*/ 1 w 18"/>
                      <a:gd name="T1" fmla="*/ 0 h 52"/>
                      <a:gd name="T2" fmla="*/ 1 w 18"/>
                      <a:gd name="T3" fmla="*/ 1 h 52"/>
                      <a:gd name="T4" fmla="*/ 1 w 18"/>
                      <a:gd name="T5" fmla="*/ 1 h 52"/>
                      <a:gd name="T6" fmla="*/ 1 w 18"/>
                      <a:gd name="T7" fmla="*/ 1 h 52"/>
                      <a:gd name="T8" fmla="*/ 1 w 18"/>
                      <a:gd name="T9" fmla="*/ 1 h 52"/>
                      <a:gd name="T10" fmla="*/ 1 w 18"/>
                      <a:gd name="T11" fmla="*/ 1 h 52"/>
                      <a:gd name="T12" fmla="*/ 1 w 18"/>
                      <a:gd name="T13" fmla="*/ 1 h 52"/>
                      <a:gd name="T14" fmla="*/ 1 w 18"/>
                      <a:gd name="T15" fmla="*/ 2 h 52"/>
                      <a:gd name="T16" fmla="*/ 1 w 18"/>
                      <a:gd name="T17" fmla="*/ 2 h 52"/>
                      <a:gd name="T18" fmla="*/ 0 w 18"/>
                      <a:gd name="T19" fmla="*/ 2 h 52"/>
                      <a:gd name="T20" fmla="*/ 1 w 18"/>
                      <a:gd name="T21" fmla="*/ 2 h 52"/>
                      <a:gd name="T22" fmla="*/ 1 w 18"/>
                      <a:gd name="T23" fmla="*/ 2 h 52"/>
                      <a:gd name="T24" fmla="*/ 1 w 18"/>
                      <a:gd name="T25" fmla="*/ 2 h 52"/>
                      <a:gd name="T26" fmla="*/ 1 w 18"/>
                      <a:gd name="T27" fmla="*/ 1 h 52"/>
                      <a:gd name="T28" fmla="*/ 1 w 18"/>
                      <a:gd name="T29" fmla="*/ 1 h 52"/>
                      <a:gd name="T30" fmla="*/ 1 w 18"/>
                      <a:gd name="T31" fmla="*/ 1 h 52"/>
                      <a:gd name="T32" fmla="*/ 1 w 18"/>
                      <a:gd name="T33" fmla="*/ 1 h 52"/>
                      <a:gd name="T34" fmla="*/ 1 w 18"/>
                      <a:gd name="T35" fmla="*/ 1 h 52"/>
                      <a:gd name="T36" fmla="*/ 1 w 18"/>
                      <a:gd name="T37" fmla="*/ 1 h 52"/>
                      <a:gd name="T38" fmla="*/ 1 w 18"/>
                      <a:gd name="T39" fmla="*/ 1 h 52"/>
                      <a:gd name="T40" fmla="*/ 1 w 18"/>
                      <a:gd name="T41" fmla="*/ 0 h 52"/>
                      <a:gd name="T42" fmla="*/ 1 w 18"/>
                      <a:gd name="T43" fmla="*/ 1 h 52"/>
                      <a:gd name="T44" fmla="*/ 1 w 18"/>
                      <a:gd name="T45" fmla="*/ 0 h 5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
                      <a:gd name="T70" fmla="*/ 0 h 52"/>
                      <a:gd name="T71" fmla="*/ 18 w 18"/>
                      <a:gd name="T72" fmla="*/ 52 h 5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 h="52">
                        <a:moveTo>
                          <a:pt x="17" y="0"/>
                        </a:moveTo>
                        <a:lnTo>
                          <a:pt x="16" y="1"/>
                        </a:lnTo>
                        <a:lnTo>
                          <a:pt x="12" y="6"/>
                        </a:lnTo>
                        <a:lnTo>
                          <a:pt x="8" y="12"/>
                        </a:lnTo>
                        <a:lnTo>
                          <a:pt x="6" y="18"/>
                        </a:lnTo>
                        <a:lnTo>
                          <a:pt x="4" y="24"/>
                        </a:lnTo>
                        <a:lnTo>
                          <a:pt x="2" y="31"/>
                        </a:lnTo>
                        <a:lnTo>
                          <a:pt x="1" y="38"/>
                        </a:lnTo>
                        <a:lnTo>
                          <a:pt x="1" y="44"/>
                        </a:lnTo>
                        <a:lnTo>
                          <a:pt x="0" y="50"/>
                        </a:lnTo>
                        <a:lnTo>
                          <a:pt x="1" y="52"/>
                        </a:lnTo>
                        <a:lnTo>
                          <a:pt x="2" y="44"/>
                        </a:lnTo>
                        <a:lnTo>
                          <a:pt x="3" y="38"/>
                        </a:lnTo>
                        <a:lnTo>
                          <a:pt x="4" y="31"/>
                        </a:lnTo>
                        <a:lnTo>
                          <a:pt x="7" y="24"/>
                        </a:lnTo>
                        <a:lnTo>
                          <a:pt x="8" y="18"/>
                        </a:lnTo>
                        <a:lnTo>
                          <a:pt x="11" y="13"/>
                        </a:lnTo>
                        <a:lnTo>
                          <a:pt x="14" y="7"/>
                        </a:lnTo>
                        <a:lnTo>
                          <a:pt x="18" y="2"/>
                        </a:lnTo>
                        <a:lnTo>
                          <a:pt x="17" y="2"/>
                        </a:lnTo>
                        <a:lnTo>
                          <a:pt x="17" y="0"/>
                        </a:lnTo>
                        <a:lnTo>
                          <a:pt x="16" y="1"/>
                        </a:lnTo>
                        <a:lnTo>
                          <a:pt x="1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2" name="Freeform 937"/>
                  <p:cNvSpPr>
                    <a:spLocks/>
                  </p:cNvSpPr>
                  <p:nvPr/>
                </p:nvSpPr>
                <p:spPr bwMode="auto">
                  <a:xfrm>
                    <a:off x="4372" y="3570"/>
                    <a:ext cx="6" cy="3"/>
                  </a:xfrm>
                  <a:custGeom>
                    <a:avLst/>
                    <a:gdLst>
                      <a:gd name="T0" fmla="*/ 1 w 12"/>
                      <a:gd name="T1" fmla="*/ 0 h 6"/>
                      <a:gd name="T2" fmla="*/ 1 w 12"/>
                      <a:gd name="T3" fmla="*/ 0 h 6"/>
                      <a:gd name="T4" fmla="*/ 1 w 12"/>
                      <a:gd name="T5" fmla="*/ 1 h 6"/>
                      <a:gd name="T6" fmla="*/ 1 w 12"/>
                      <a:gd name="T7" fmla="*/ 1 h 6"/>
                      <a:gd name="T8" fmla="*/ 1 w 12"/>
                      <a:gd name="T9" fmla="*/ 1 h 6"/>
                      <a:gd name="T10" fmla="*/ 1 w 12"/>
                      <a:gd name="T11" fmla="*/ 1 h 6"/>
                      <a:gd name="T12" fmla="*/ 0 w 12"/>
                      <a:gd name="T13" fmla="*/ 1 h 6"/>
                      <a:gd name="T14" fmla="*/ 0 w 12"/>
                      <a:gd name="T15" fmla="*/ 1 h 6"/>
                      <a:gd name="T16" fmla="*/ 1 w 12"/>
                      <a:gd name="T17" fmla="*/ 1 h 6"/>
                      <a:gd name="T18" fmla="*/ 1 w 12"/>
                      <a:gd name="T19" fmla="*/ 1 h 6"/>
                      <a:gd name="T20" fmla="*/ 1 w 12"/>
                      <a:gd name="T21" fmla="*/ 1 h 6"/>
                      <a:gd name="T22" fmla="*/ 1 w 12"/>
                      <a:gd name="T23" fmla="*/ 1 h 6"/>
                      <a:gd name="T24" fmla="*/ 1 w 12"/>
                      <a:gd name="T25" fmla="*/ 1 h 6"/>
                      <a:gd name="T26" fmla="*/ 1 w 12"/>
                      <a:gd name="T27" fmla="*/ 0 h 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
                      <a:gd name="T43" fmla="*/ 0 h 6"/>
                      <a:gd name="T44" fmla="*/ 12 w 12"/>
                      <a:gd name="T45" fmla="*/ 6 h 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 h="6">
                        <a:moveTo>
                          <a:pt x="12" y="0"/>
                        </a:moveTo>
                        <a:lnTo>
                          <a:pt x="8" y="0"/>
                        </a:lnTo>
                        <a:lnTo>
                          <a:pt x="7" y="1"/>
                        </a:lnTo>
                        <a:lnTo>
                          <a:pt x="6" y="1"/>
                        </a:lnTo>
                        <a:lnTo>
                          <a:pt x="3" y="3"/>
                        </a:lnTo>
                        <a:lnTo>
                          <a:pt x="2" y="4"/>
                        </a:lnTo>
                        <a:lnTo>
                          <a:pt x="0" y="4"/>
                        </a:lnTo>
                        <a:lnTo>
                          <a:pt x="0" y="6"/>
                        </a:lnTo>
                        <a:lnTo>
                          <a:pt x="3" y="6"/>
                        </a:lnTo>
                        <a:lnTo>
                          <a:pt x="6" y="4"/>
                        </a:lnTo>
                        <a:lnTo>
                          <a:pt x="8" y="4"/>
                        </a:lnTo>
                        <a:lnTo>
                          <a:pt x="10" y="3"/>
                        </a:lnTo>
                        <a:lnTo>
                          <a:pt x="12" y="3"/>
                        </a:lnTo>
                        <a:lnTo>
                          <a:pt x="1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3" name="Freeform 938"/>
                  <p:cNvSpPr>
                    <a:spLocks/>
                  </p:cNvSpPr>
                  <p:nvPr/>
                </p:nvSpPr>
                <p:spPr bwMode="auto">
                  <a:xfrm>
                    <a:off x="4378" y="3569"/>
                    <a:ext cx="18" cy="12"/>
                  </a:xfrm>
                  <a:custGeom>
                    <a:avLst/>
                    <a:gdLst>
                      <a:gd name="T0" fmla="*/ 2 w 36"/>
                      <a:gd name="T1" fmla="*/ 1 h 22"/>
                      <a:gd name="T2" fmla="*/ 2 w 36"/>
                      <a:gd name="T3" fmla="*/ 1 h 22"/>
                      <a:gd name="T4" fmla="*/ 1 w 36"/>
                      <a:gd name="T5" fmla="*/ 1 h 22"/>
                      <a:gd name="T6" fmla="*/ 1 w 36"/>
                      <a:gd name="T7" fmla="*/ 1 h 22"/>
                      <a:gd name="T8" fmla="*/ 1 w 36"/>
                      <a:gd name="T9" fmla="*/ 1 h 22"/>
                      <a:gd name="T10" fmla="*/ 1 w 36"/>
                      <a:gd name="T11" fmla="*/ 1 h 22"/>
                      <a:gd name="T12" fmla="*/ 1 w 36"/>
                      <a:gd name="T13" fmla="*/ 1 h 22"/>
                      <a:gd name="T14" fmla="*/ 1 w 36"/>
                      <a:gd name="T15" fmla="*/ 1 h 22"/>
                      <a:gd name="T16" fmla="*/ 1 w 36"/>
                      <a:gd name="T17" fmla="*/ 1 h 22"/>
                      <a:gd name="T18" fmla="*/ 1 w 36"/>
                      <a:gd name="T19" fmla="*/ 1 h 22"/>
                      <a:gd name="T20" fmla="*/ 1 w 36"/>
                      <a:gd name="T21" fmla="*/ 1 h 22"/>
                      <a:gd name="T22" fmla="*/ 1 w 36"/>
                      <a:gd name="T23" fmla="*/ 0 h 22"/>
                      <a:gd name="T24" fmla="*/ 1 w 36"/>
                      <a:gd name="T25" fmla="*/ 0 h 22"/>
                      <a:gd name="T26" fmla="*/ 0 w 36"/>
                      <a:gd name="T27" fmla="*/ 1 h 22"/>
                      <a:gd name="T28" fmla="*/ 0 w 36"/>
                      <a:gd name="T29" fmla="*/ 1 h 22"/>
                      <a:gd name="T30" fmla="*/ 1 w 36"/>
                      <a:gd name="T31" fmla="*/ 1 h 22"/>
                      <a:gd name="T32" fmla="*/ 1 w 36"/>
                      <a:gd name="T33" fmla="*/ 1 h 22"/>
                      <a:gd name="T34" fmla="*/ 1 w 36"/>
                      <a:gd name="T35" fmla="*/ 1 h 22"/>
                      <a:gd name="T36" fmla="*/ 1 w 36"/>
                      <a:gd name="T37" fmla="*/ 1 h 22"/>
                      <a:gd name="T38" fmla="*/ 1 w 36"/>
                      <a:gd name="T39" fmla="*/ 1 h 22"/>
                      <a:gd name="T40" fmla="*/ 1 w 36"/>
                      <a:gd name="T41" fmla="*/ 1 h 22"/>
                      <a:gd name="T42" fmla="*/ 1 w 36"/>
                      <a:gd name="T43" fmla="*/ 1 h 22"/>
                      <a:gd name="T44" fmla="*/ 1 w 36"/>
                      <a:gd name="T45" fmla="*/ 1 h 22"/>
                      <a:gd name="T46" fmla="*/ 1 w 36"/>
                      <a:gd name="T47" fmla="*/ 1 h 22"/>
                      <a:gd name="T48" fmla="*/ 1 w 36"/>
                      <a:gd name="T49" fmla="*/ 1 h 22"/>
                      <a:gd name="T50" fmla="*/ 1 w 36"/>
                      <a:gd name="T51" fmla="*/ 1 h 22"/>
                      <a:gd name="T52" fmla="*/ 2 w 36"/>
                      <a:gd name="T53" fmla="*/ 1 h 22"/>
                      <a:gd name="T54" fmla="*/ 2 w 36"/>
                      <a:gd name="T55" fmla="*/ 1 h 2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6"/>
                      <a:gd name="T85" fmla="*/ 0 h 22"/>
                      <a:gd name="T86" fmla="*/ 36 w 36"/>
                      <a:gd name="T87" fmla="*/ 22 h 2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6" h="22">
                        <a:moveTo>
                          <a:pt x="36" y="21"/>
                        </a:moveTo>
                        <a:lnTo>
                          <a:pt x="35" y="18"/>
                        </a:lnTo>
                        <a:lnTo>
                          <a:pt x="32" y="17"/>
                        </a:lnTo>
                        <a:lnTo>
                          <a:pt x="31" y="15"/>
                        </a:lnTo>
                        <a:lnTo>
                          <a:pt x="24" y="7"/>
                        </a:lnTo>
                        <a:lnTo>
                          <a:pt x="21" y="6"/>
                        </a:lnTo>
                        <a:lnTo>
                          <a:pt x="19" y="5"/>
                        </a:lnTo>
                        <a:lnTo>
                          <a:pt x="16" y="4"/>
                        </a:lnTo>
                        <a:lnTo>
                          <a:pt x="14" y="2"/>
                        </a:lnTo>
                        <a:lnTo>
                          <a:pt x="11" y="1"/>
                        </a:lnTo>
                        <a:lnTo>
                          <a:pt x="9" y="1"/>
                        </a:lnTo>
                        <a:lnTo>
                          <a:pt x="5" y="0"/>
                        </a:lnTo>
                        <a:lnTo>
                          <a:pt x="3" y="0"/>
                        </a:lnTo>
                        <a:lnTo>
                          <a:pt x="0" y="1"/>
                        </a:lnTo>
                        <a:lnTo>
                          <a:pt x="0" y="4"/>
                        </a:lnTo>
                        <a:lnTo>
                          <a:pt x="11" y="4"/>
                        </a:lnTo>
                        <a:lnTo>
                          <a:pt x="12" y="5"/>
                        </a:lnTo>
                        <a:lnTo>
                          <a:pt x="15" y="6"/>
                        </a:lnTo>
                        <a:lnTo>
                          <a:pt x="17" y="7"/>
                        </a:lnTo>
                        <a:lnTo>
                          <a:pt x="20" y="8"/>
                        </a:lnTo>
                        <a:lnTo>
                          <a:pt x="21" y="10"/>
                        </a:lnTo>
                        <a:lnTo>
                          <a:pt x="24" y="11"/>
                        </a:lnTo>
                        <a:lnTo>
                          <a:pt x="26" y="12"/>
                        </a:lnTo>
                        <a:lnTo>
                          <a:pt x="27" y="15"/>
                        </a:lnTo>
                        <a:lnTo>
                          <a:pt x="31" y="18"/>
                        </a:lnTo>
                        <a:lnTo>
                          <a:pt x="32" y="21"/>
                        </a:lnTo>
                        <a:lnTo>
                          <a:pt x="33" y="22"/>
                        </a:lnTo>
                        <a:lnTo>
                          <a:pt x="36"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4" name="Freeform 939"/>
                  <p:cNvSpPr>
                    <a:spLocks/>
                  </p:cNvSpPr>
                  <p:nvPr/>
                </p:nvSpPr>
                <p:spPr bwMode="auto">
                  <a:xfrm>
                    <a:off x="4367" y="3574"/>
                    <a:ext cx="33" cy="66"/>
                  </a:xfrm>
                  <a:custGeom>
                    <a:avLst/>
                    <a:gdLst>
                      <a:gd name="T0" fmla="*/ 2 w 66"/>
                      <a:gd name="T1" fmla="*/ 1 h 132"/>
                      <a:gd name="T2" fmla="*/ 2 w 66"/>
                      <a:gd name="T3" fmla="*/ 1 h 132"/>
                      <a:gd name="T4" fmla="*/ 2 w 66"/>
                      <a:gd name="T5" fmla="*/ 1 h 132"/>
                      <a:gd name="T6" fmla="*/ 2 w 66"/>
                      <a:gd name="T7" fmla="*/ 2 h 132"/>
                      <a:gd name="T8" fmla="*/ 2 w 66"/>
                      <a:gd name="T9" fmla="*/ 2 h 132"/>
                      <a:gd name="T10" fmla="*/ 2 w 66"/>
                      <a:gd name="T11" fmla="*/ 2 h 132"/>
                      <a:gd name="T12" fmla="*/ 2 w 66"/>
                      <a:gd name="T13" fmla="*/ 3 h 132"/>
                      <a:gd name="T14" fmla="*/ 2 w 66"/>
                      <a:gd name="T15" fmla="*/ 3 h 132"/>
                      <a:gd name="T16" fmla="*/ 2 w 66"/>
                      <a:gd name="T17" fmla="*/ 3 h 132"/>
                      <a:gd name="T18" fmla="*/ 2 w 66"/>
                      <a:gd name="T19" fmla="*/ 3 h 132"/>
                      <a:gd name="T20" fmla="*/ 2 w 66"/>
                      <a:gd name="T21" fmla="*/ 4 h 132"/>
                      <a:gd name="T22" fmla="*/ 2 w 66"/>
                      <a:gd name="T23" fmla="*/ 4 h 132"/>
                      <a:gd name="T24" fmla="*/ 2 w 66"/>
                      <a:gd name="T25" fmla="*/ 4 h 132"/>
                      <a:gd name="T26" fmla="*/ 2 w 66"/>
                      <a:gd name="T27" fmla="*/ 4 h 132"/>
                      <a:gd name="T28" fmla="*/ 2 w 66"/>
                      <a:gd name="T29" fmla="*/ 4 h 132"/>
                      <a:gd name="T30" fmla="*/ 2 w 66"/>
                      <a:gd name="T31" fmla="*/ 5 h 132"/>
                      <a:gd name="T32" fmla="*/ 1 w 66"/>
                      <a:gd name="T33" fmla="*/ 5 h 132"/>
                      <a:gd name="T34" fmla="*/ 1 w 66"/>
                      <a:gd name="T35" fmla="*/ 5 h 132"/>
                      <a:gd name="T36" fmla="*/ 1 w 66"/>
                      <a:gd name="T37" fmla="*/ 5 h 132"/>
                      <a:gd name="T38" fmla="*/ 1 w 66"/>
                      <a:gd name="T39" fmla="*/ 5 h 132"/>
                      <a:gd name="T40" fmla="*/ 1 w 66"/>
                      <a:gd name="T41" fmla="*/ 5 h 132"/>
                      <a:gd name="T42" fmla="*/ 1 w 66"/>
                      <a:gd name="T43" fmla="*/ 5 h 132"/>
                      <a:gd name="T44" fmla="*/ 1 w 66"/>
                      <a:gd name="T45" fmla="*/ 5 h 132"/>
                      <a:gd name="T46" fmla="*/ 1 w 66"/>
                      <a:gd name="T47" fmla="*/ 5 h 132"/>
                      <a:gd name="T48" fmla="*/ 1 w 66"/>
                      <a:gd name="T49" fmla="*/ 4 h 132"/>
                      <a:gd name="T50" fmla="*/ 1 w 66"/>
                      <a:gd name="T51" fmla="*/ 4 h 132"/>
                      <a:gd name="T52" fmla="*/ 1 w 66"/>
                      <a:gd name="T53" fmla="*/ 3 h 132"/>
                      <a:gd name="T54" fmla="*/ 0 w 66"/>
                      <a:gd name="T55" fmla="*/ 3 h 132"/>
                      <a:gd name="T56" fmla="*/ 0 w 66"/>
                      <a:gd name="T57" fmla="*/ 2 h 132"/>
                      <a:gd name="T58" fmla="*/ 1 w 66"/>
                      <a:gd name="T59" fmla="*/ 2 h 132"/>
                      <a:gd name="T60" fmla="*/ 1 w 66"/>
                      <a:gd name="T61" fmla="*/ 1 h 132"/>
                      <a:gd name="T62" fmla="*/ 1 w 66"/>
                      <a:gd name="T63" fmla="*/ 1 h 132"/>
                      <a:gd name="T64" fmla="*/ 1 w 66"/>
                      <a:gd name="T65" fmla="*/ 1 h 132"/>
                      <a:gd name="T66" fmla="*/ 1 w 66"/>
                      <a:gd name="T67" fmla="*/ 1 h 132"/>
                      <a:gd name="T68" fmla="*/ 1 w 66"/>
                      <a:gd name="T69" fmla="*/ 1 h 132"/>
                      <a:gd name="T70" fmla="*/ 1 w 66"/>
                      <a:gd name="T71" fmla="*/ 1 h 132"/>
                      <a:gd name="T72" fmla="*/ 1 w 66"/>
                      <a:gd name="T73" fmla="*/ 1 h 132"/>
                      <a:gd name="T74" fmla="*/ 1 w 66"/>
                      <a:gd name="T75" fmla="*/ 1 h 132"/>
                      <a:gd name="T76" fmla="*/ 1 w 66"/>
                      <a:gd name="T77" fmla="*/ 0 h 132"/>
                      <a:gd name="T78" fmla="*/ 1 w 66"/>
                      <a:gd name="T79" fmla="*/ 0 h 132"/>
                      <a:gd name="T80" fmla="*/ 1 w 66"/>
                      <a:gd name="T81" fmla="*/ 1 h 132"/>
                      <a:gd name="T82" fmla="*/ 1 w 66"/>
                      <a:gd name="T83" fmla="*/ 1 h 132"/>
                      <a:gd name="T84" fmla="*/ 2 w 66"/>
                      <a:gd name="T85" fmla="*/ 1 h 132"/>
                      <a:gd name="T86" fmla="*/ 2 w 66"/>
                      <a:gd name="T87" fmla="*/ 1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6"/>
                      <a:gd name="T133" fmla="*/ 0 h 132"/>
                      <a:gd name="T134" fmla="*/ 66 w 66"/>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6" h="132">
                        <a:moveTo>
                          <a:pt x="54" y="19"/>
                        </a:moveTo>
                        <a:lnTo>
                          <a:pt x="57" y="28"/>
                        </a:lnTo>
                        <a:lnTo>
                          <a:pt x="59" y="36"/>
                        </a:lnTo>
                        <a:lnTo>
                          <a:pt x="62" y="45"/>
                        </a:lnTo>
                        <a:lnTo>
                          <a:pt x="64" y="55"/>
                        </a:lnTo>
                        <a:lnTo>
                          <a:pt x="65" y="65"/>
                        </a:lnTo>
                        <a:lnTo>
                          <a:pt x="66" y="73"/>
                        </a:lnTo>
                        <a:lnTo>
                          <a:pt x="65" y="83"/>
                        </a:lnTo>
                        <a:lnTo>
                          <a:pt x="64" y="92"/>
                        </a:lnTo>
                        <a:lnTo>
                          <a:pt x="62" y="98"/>
                        </a:lnTo>
                        <a:lnTo>
                          <a:pt x="60" y="104"/>
                        </a:lnTo>
                        <a:lnTo>
                          <a:pt x="59" y="110"/>
                        </a:lnTo>
                        <a:lnTo>
                          <a:pt x="55" y="116"/>
                        </a:lnTo>
                        <a:lnTo>
                          <a:pt x="53" y="123"/>
                        </a:lnTo>
                        <a:lnTo>
                          <a:pt x="48" y="126"/>
                        </a:lnTo>
                        <a:lnTo>
                          <a:pt x="43" y="130"/>
                        </a:lnTo>
                        <a:lnTo>
                          <a:pt x="37" y="131"/>
                        </a:lnTo>
                        <a:lnTo>
                          <a:pt x="34" y="132"/>
                        </a:lnTo>
                        <a:lnTo>
                          <a:pt x="31" y="132"/>
                        </a:lnTo>
                        <a:lnTo>
                          <a:pt x="28" y="131"/>
                        </a:lnTo>
                        <a:lnTo>
                          <a:pt x="27" y="131"/>
                        </a:lnTo>
                        <a:lnTo>
                          <a:pt x="25" y="130"/>
                        </a:lnTo>
                        <a:lnTo>
                          <a:pt x="23" y="130"/>
                        </a:lnTo>
                        <a:lnTo>
                          <a:pt x="21" y="129"/>
                        </a:lnTo>
                        <a:lnTo>
                          <a:pt x="12" y="118"/>
                        </a:lnTo>
                        <a:lnTo>
                          <a:pt x="6" y="107"/>
                        </a:lnTo>
                        <a:lnTo>
                          <a:pt x="2" y="94"/>
                        </a:lnTo>
                        <a:lnTo>
                          <a:pt x="0" y="82"/>
                        </a:lnTo>
                        <a:lnTo>
                          <a:pt x="0" y="55"/>
                        </a:lnTo>
                        <a:lnTo>
                          <a:pt x="1" y="41"/>
                        </a:lnTo>
                        <a:lnTo>
                          <a:pt x="2" y="28"/>
                        </a:lnTo>
                        <a:lnTo>
                          <a:pt x="5" y="23"/>
                        </a:lnTo>
                        <a:lnTo>
                          <a:pt x="6" y="19"/>
                        </a:lnTo>
                        <a:lnTo>
                          <a:pt x="9" y="14"/>
                        </a:lnTo>
                        <a:lnTo>
                          <a:pt x="11" y="10"/>
                        </a:lnTo>
                        <a:lnTo>
                          <a:pt x="13" y="7"/>
                        </a:lnTo>
                        <a:lnTo>
                          <a:pt x="17" y="4"/>
                        </a:lnTo>
                        <a:lnTo>
                          <a:pt x="21" y="2"/>
                        </a:lnTo>
                        <a:lnTo>
                          <a:pt x="26" y="0"/>
                        </a:lnTo>
                        <a:lnTo>
                          <a:pt x="29" y="0"/>
                        </a:lnTo>
                        <a:lnTo>
                          <a:pt x="34" y="2"/>
                        </a:lnTo>
                        <a:lnTo>
                          <a:pt x="38" y="4"/>
                        </a:lnTo>
                        <a:lnTo>
                          <a:pt x="42" y="7"/>
                        </a:lnTo>
                        <a:lnTo>
                          <a:pt x="54"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5" name="Freeform 940"/>
                  <p:cNvSpPr>
                    <a:spLocks/>
                  </p:cNvSpPr>
                  <p:nvPr/>
                </p:nvSpPr>
                <p:spPr bwMode="auto">
                  <a:xfrm>
                    <a:off x="4393" y="3583"/>
                    <a:ext cx="8" cy="37"/>
                  </a:xfrm>
                  <a:custGeom>
                    <a:avLst/>
                    <a:gdLst>
                      <a:gd name="T0" fmla="*/ 1 w 15"/>
                      <a:gd name="T1" fmla="*/ 3 h 74"/>
                      <a:gd name="T2" fmla="*/ 1 w 15"/>
                      <a:gd name="T3" fmla="*/ 2 h 74"/>
                      <a:gd name="T4" fmla="*/ 1 w 15"/>
                      <a:gd name="T5" fmla="*/ 2 h 74"/>
                      <a:gd name="T6" fmla="*/ 1 w 15"/>
                      <a:gd name="T7" fmla="*/ 2 h 74"/>
                      <a:gd name="T8" fmla="*/ 1 w 15"/>
                      <a:gd name="T9" fmla="*/ 2 h 74"/>
                      <a:gd name="T10" fmla="*/ 1 w 15"/>
                      <a:gd name="T11" fmla="*/ 1 h 74"/>
                      <a:gd name="T12" fmla="*/ 1 w 15"/>
                      <a:gd name="T13" fmla="*/ 1 h 74"/>
                      <a:gd name="T14" fmla="*/ 1 w 15"/>
                      <a:gd name="T15" fmla="*/ 1 h 74"/>
                      <a:gd name="T16" fmla="*/ 1 w 15"/>
                      <a:gd name="T17" fmla="*/ 0 h 74"/>
                      <a:gd name="T18" fmla="*/ 0 w 15"/>
                      <a:gd name="T19" fmla="*/ 0 h 74"/>
                      <a:gd name="T20" fmla="*/ 1 w 15"/>
                      <a:gd name="T21" fmla="*/ 1 h 74"/>
                      <a:gd name="T22" fmla="*/ 1 w 15"/>
                      <a:gd name="T23" fmla="*/ 1 h 74"/>
                      <a:gd name="T24" fmla="*/ 1 w 15"/>
                      <a:gd name="T25" fmla="*/ 1 h 74"/>
                      <a:gd name="T26" fmla="*/ 1 w 15"/>
                      <a:gd name="T27" fmla="*/ 2 h 74"/>
                      <a:gd name="T28" fmla="*/ 1 w 15"/>
                      <a:gd name="T29" fmla="*/ 2 h 74"/>
                      <a:gd name="T30" fmla="*/ 1 w 15"/>
                      <a:gd name="T31" fmla="*/ 2 h 74"/>
                      <a:gd name="T32" fmla="*/ 1 w 15"/>
                      <a:gd name="T33" fmla="*/ 2 h 74"/>
                      <a:gd name="T34" fmla="*/ 1 w 15"/>
                      <a:gd name="T35" fmla="*/ 3 h 74"/>
                      <a:gd name="T36" fmla="*/ 1 w 15"/>
                      <a:gd name="T37" fmla="*/ 3 h 7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4"/>
                      <a:gd name="T59" fmla="*/ 15 w 15"/>
                      <a:gd name="T60" fmla="*/ 74 h 7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4">
                        <a:moveTo>
                          <a:pt x="12" y="74"/>
                        </a:moveTo>
                        <a:lnTo>
                          <a:pt x="13" y="64"/>
                        </a:lnTo>
                        <a:lnTo>
                          <a:pt x="15" y="54"/>
                        </a:lnTo>
                        <a:lnTo>
                          <a:pt x="13" y="46"/>
                        </a:lnTo>
                        <a:lnTo>
                          <a:pt x="12" y="36"/>
                        </a:lnTo>
                        <a:lnTo>
                          <a:pt x="10" y="26"/>
                        </a:lnTo>
                        <a:lnTo>
                          <a:pt x="7" y="17"/>
                        </a:lnTo>
                        <a:lnTo>
                          <a:pt x="5" y="9"/>
                        </a:lnTo>
                        <a:lnTo>
                          <a:pt x="1" y="0"/>
                        </a:lnTo>
                        <a:lnTo>
                          <a:pt x="0" y="0"/>
                        </a:lnTo>
                        <a:lnTo>
                          <a:pt x="2" y="9"/>
                        </a:lnTo>
                        <a:lnTo>
                          <a:pt x="5" y="17"/>
                        </a:lnTo>
                        <a:lnTo>
                          <a:pt x="9" y="27"/>
                        </a:lnTo>
                        <a:lnTo>
                          <a:pt x="10" y="36"/>
                        </a:lnTo>
                        <a:lnTo>
                          <a:pt x="11" y="46"/>
                        </a:lnTo>
                        <a:lnTo>
                          <a:pt x="12" y="54"/>
                        </a:lnTo>
                        <a:lnTo>
                          <a:pt x="11" y="64"/>
                        </a:lnTo>
                        <a:lnTo>
                          <a:pt x="10" y="73"/>
                        </a:lnTo>
                        <a:lnTo>
                          <a:pt x="12" y="7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6" name="Freeform 941"/>
                  <p:cNvSpPr>
                    <a:spLocks/>
                  </p:cNvSpPr>
                  <p:nvPr/>
                </p:nvSpPr>
                <p:spPr bwMode="auto">
                  <a:xfrm>
                    <a:off x="4385" y="3619"/>
                    <a:ext cx="15" cy="21"/>
                  </a:xfrm>
                  <a:custGeom>
                    <a:avLst/>
                    <a:gdLst>
                      <a:gd name="T0" fmla="*/ 0 w 28"/>
                      <a:gd name="T1" fmla="*/ 2 h 40"/>
                      <a:gd name="T2" fmla="*/ 1 w 28"/>
                      <a:gd name="T3" fmla="*/ 2 h 40"/>
                      <a:gd name="T4" fmla="*/ 1 w 28"/>
                      <a:gd name="T5" fmla="*/ 2 h 40"/>
                      <a:gd name="T6" fmla="*/ 1 w 28"/>
                      <a:gd name="T7" fmla="*/ 1 h 40"/>
                      <a:gd name="T8" fmla="*/ 1 w 28"/>
                      <a:gd name="T9" fmla="*/ 1 h 40"/>
                      <a:gd name="T10" fmla="*/ 1 w 28"/>
                      <a:gd name="T11" fmla="*/ 1 h 40"/>
                      <a:gd name="T12" fmla="*/ 1 w 28"/>
                      <a:gd name="T13" fmla="*/ 1 h 40"/>
                      <a:gd name="T14" fmla="*/ 1 w 28"/>
                      <a:gd name="T15" fmla="*/ 1 h 40"/>
                      <a:gd name="T16" fmla="*/ 1 w 28"/>
                      <a:gd name="T17" fmla="*/ 1 h 40"/>
                      <a:gd name="T18" fmla="*/ 1 w 28"/>
                      <a:gd name="T19" fmla="*/ 0 h 40"/>
                      <a:gd name="T20" fmla="*/ 1 w 28"/>
                      <a:gd name="T21" fmla="*/ 1 h 40"/>
                      <a:gd name="T22" fmla="*/ 1 w 28"/>
                      <a:gd name="T23" fmla="*/ 1 h 40"/>
                      <a:gd name="T24" fmla="*/ 1 w 28"/>
                      <a:gd name="T25" fmla="*/ 1 h 40"/>
                      <a:gd name="T26" fmla="*/ 1 w 28"/>
                      <a:gd name="T27" fmla="*/ 1 h 40"/>
                      <a:gd name="T28" fmla="*/ 1 w 28"/>
                      <a:gd name="T29" fmla="*/ 1 h 40"/>
                      <a:gd name="T30" fmla="*/ 1 w 28"/>
                      <a:gd name="T31" fmla="*/ 2 h 40"/>
                      <a:gd name="T32" fmla="*/ 1 w 28"/>
                      <a:gd name="T33" fmla="*/ 2 h 40"/>
                      <a:gd name="T34" fmla="*/ 0 w 28"/>
                      <a:gd name="T35" fmla="*/ 2 h 40"/>
                      <a:gd name="T36" fmla="*/ 0 w 28"/>
                      <a:gd name="T37" fmla="*/ 2 h 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40"/>
                      <a:gd name="T59" fmla="*/ 28 w 28"/>
                      <a:gd name="T60" fmla="*/ 40 h 4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40">
                        <a:moveTo>
                          <a:pt x="0" y="40"/>
                        </a:moveTo>
                        <a:lnTo>
                          <a:pt x="7" y="39"/>
                        </a:lnTo>
                        <a:lnTo>
                          <a:pt x="12" y="35"/>
                        </a:lnTo>
                        <a:lnTo>
                          <a:pt x="17" y="31"/>
                        </a:lnTo>
                        <a:lnTo>
                          <a:pt x="20" y="24"/>
                        </a:lnTo>
                        <a:lnTo>
                          <a:pt x="23" y="19"/>
                        </a:lnTo>
                        <a:lnTo>
                          <a:pt x="25" y="12"/>
                        </a:lnTo>
                        <a:lnTo>
                          <a:pt x="26" y="6"/>
                        </a:lnTo>
                        <a:lnTo>
                          <a:pt x="28" y="1"/>
                        </a:lnTo>
                        <a:lnTo>
                          <a:pt x="26" y="0"/>
                        </a:lnTo>
                        <a:lnTo>
                          <a:pt x="25" y="6"/>
                        </a:lnTo>
                        <a:lnTo>
                          <a:pt x="22" y="12"/>
                        </a:lnTo>
                        <a:lnTo>
                          <a:pt x="21" y="18"/>
                        </a:lnTo>
                        <a:lnTo>
                          <a:pt x="17" y="24"/>
                        </a:lnTo>
                        <a:lnTo>
                          <a:pt x="15" y="29"/>
                        </a:lnTo>
                        <a:lnTo>
                          <a:pt x="11" y="33"/>
                        </a:lnTo>
                        <a:lnTo>
                          <a:pt x="6" y="37"/>
                        </a:lnTo>
                        <a:lnTo>
                          <a:pt x="0" y="38"/>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7" name="Freeform 942"/>
                  <p:cNvSpPr>
                    <a:spLocks/>
                  </p:cNvSpPr>
                  <p:nvPr/>
                </p:nvSpPr>
                <p:spPr bwMode="auto">
                  <a:xfrm>
                    <a:off x="4377" y="3637"/>
                    <a:ext cx="8" cy="3"/>
                  </a:xfrm>
                  <a:custGeom>
                    <a:avLst/>
                    <a:gdLst>
                      <a:gd name="T0" fmla="*/ 0 w 16"/>
                      <a:gd name="T1" fmla="*/ 0 h 7"/>
                      <a:gd name="T2" fmla="*/ 1 w 16"/>
                      <a:gd name="T3" fmla="*/ 0 h 7"/>
                      <a:gd name="T4" fmla="*/ 1 w 16"/>
                      <a:gd name="T5" fmla="*/ 0 h 7"/>
                      <a:gd name="T6" fmla="*/ 1 w 16"/>
                      <a:gd name="T7" fmla="*/ 0 h 7"/>
                      <a:gd name="T8" fmla="*/ 1 w 16"/>
                      <a:gd name="T9" fmla="*/ 0 h 7"/>
                      <a:gd name="T10" fmla="*/ 1 w 16"/>
                      <a:gd name="T11" fmla="*/ 0 h 7"/>
                      <a:gd name="T12" fmla="*/ 1 w 16"/>
                      <a:gd name="T13" fmla="*/ 0 h 7"/>
                      <a:gd name="T14" fmla="*/ 1 w 16"/>
                      <a:gd name="T15" fmla="*/ 0 h 7"/>
                      <a:gd name="T16" fmla="*/ 1 w 16"/>
                      <a:gd name="T17" fmla="*/ 0 h 7"/>
                      <a:gd name="T18" fmla="*/ 1 w 16"/>
                      <a:gd name="T19" fmla="*/ 0 h 7"/>
                      <a:gd name="T20" fmla="*/ 1 w 16"/>
                      <a:gd name="T21" fmla="*/ 0 h 7"/>
                      <a:gd name="T22" fmla="*/ 1 w 16"/>
                      <a:gd name="T23" fmla="*/ 0 h 7"/>
                      <a:gd name="T24" fmla="*/ 1 w 16"/>
                      <a:gd name="T25" fmla="*/ 0 h 7"/>
                      <a:gd name="T26" fmla="*/ 1 w 16"/>
                      <a:gd name="T27" fmla="*/ 0 h 7"/>
                      <a:gd name="T28" fmla="*/ 1 w 16"/>
                      <a:gd name="T29" fmla="*/ 0 h 7"/>
                      <a:gd name="T30" fmla="*/ 0 w 16"/>
                      <a:gd name="T31" fmla="*/ 0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6"/>
                      <a:gd name="T49" fmla="*/ 0 h 7"/>
                      <a:gd name="T50" fmla="*/ 16 w 16"/>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6" h="7">
                        <a:moveTo>
                          <a:pt x="0" y="3"/>
                        </a:moveTo>
                        <a:lnTo>
                          <a:pt x="1" y="3"/>
                        </a:lnTo>
                        <a:lnTo>
                          <a:pt x="4" y="4"/>
                        </a:lnTo>
                        <a:lnTo>
                          <a:pt x="6" y="5"/>
                        </a:lnTo>
                        <a:lnTo>
                          <a:pt x="7" y="5"/>
                        </a:lnTo>
                        <a:lnTo>
                          <a:pt x="10" y="7"/>
                        </a:lnTo>
                        <a:lnTo>
                          <a:pt x="13" y="7"/>
                        </a:lnTo>
                        <a:lnTo>
                          <a:pt x="16" y="5"/>
                        </a:lnTo>
                        <a:lnTo>
                          <a:pt x="16" y="3"/>
                        </a:lnTo>
                        <a:lnTo>
                          <a:pt x="13" y="4"/>
                        </a:lnTo>
                        <a:lnTo>
                          <a:pt x="10" y="4"/>
                        </a:lnTo>
                        <a:lnTo>
                          <a:pt x="8" y="3"/>
                        </a:lnTo>
                        <a:lnTo>
                          <a:pt x="5" y="3"/>
                        </a:lnTo>
                        <a:lnTo>
                          <a:pt x="2" y="2"/>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8" name="Freeform 943"/>
                  <p:cNvSpPr>
                    <a:spLocks/>
                  </p:cNvSpPr>
                  <p:nvPr/>
                </p:nvSpPr>
                <p:spPr bwMode="auto">
                  <a:xfrm>
                    <a:off x="4366" y="3587"/>
                    <a:ext cx="12" cy="51"/>
                  </a:xfrm>
                  <a:custGeom>
                    <a:avLst/>
                    <a:gdLst>
                      <a:gd name="T0" fmla="*/ 1 w 23"/>
                      <a:gd name="T1" fmla="*/ 0 h 102"/>
                      <a:gd name="T2" fmla="*/ 1 w 23"/>
                      <a:gd name="T3" fmla="*/ 1 h 102"/>
                      <a:gd name="T4" fmla="*/ 0 w 23"/>
                      <a:gd name="T5" fmla="*/ 1 h 102"/>
                      <a:gd name="T6" fmla="*/ 0 w 23"/>
                      <a:gd name="T7" fmla="*/ 2 h 102"/>
                      <a:gd name="T8" fmla="*/ 1 w 23"/>
                      <a:gd name="T9" fmla="*/ 3 h 102"/>
                      <a:gd name="T10" fmla="*/ 1 w 23"/>
                      <a:gd name="T11" fmla="*/ 3 h 102"/>
                      <a:gd name="T12" fmla="*/ 1 w 23"/>
                      <a:gd name="T13" fmla="*/ 3 h 102"/>
                      <a:gd name="T14" fmla="*/ 1 w 23"/>
                      <a:gd name="T15" fmla="*/ 4 h 102"/>
                      <a:gd name="T16" fmla="*/ 1 w 23"/>
                      <a:gd name="T17" fmla="*/ 4 h 102"/>
                      <a:gd name="T18" fmla="*/ 1 w 23"/>
                      <a:gd name="T19" fmla="*/ 3 h 102"/>
                      <a:gd name="T20" fmla="*/ 1 w 23"/>
                      <a:gd name="T21" fmla="*/ 3 h 102"/>
                      <a:gd name="T22" fmla="*/ 1 w 23"/>
                      <a:gd name="T23" fmla="*/ 3 h 102"/>
                      <a:gd name="T24" fmla="*/ 1 w 23"/>
                      <a:gd name="T25" fmla="*/ 2 h 102"/>
                      <a:gd name="T26" fmla="*/ 1 w 23"/>
                      <a:gd name="T27" fmla="*/ 1 h 102"/>
                      <a:gd name="T28" fmla="*/ 1 w 23"/>
                      <a:gd name="T29" fmla="*/ 1 h 102"/>
                      <a:gd name="T30" fmla="*/ 1 w 23"/>
                      <a:gd name="T31" fmla="*/ 0 h 102"/>
                      <a:gd name="T32" fmla="*/ 1 w 23"/>
                      <a:gd name="T33" fmla="*/ 0 h 10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102"/>
                      <a:gd name="T53" fmla="*/ 23 w 23"/>
                      <a:gd name="T54" fmla="*/ 102 h 10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102">
                        <a:moveTo>
                          <a:pt x="2" y="0"/>
                        </a:moveTo>
                        <a:lnTo>
                          <a:pt x="1" y="13"/>
                        </a:lnTo>
                        <a:lnTo>
                          <a:pt x="0" y="27"/>
                        </a:lnTo>
                        <a:lnTo>
                          <a:pt x="0" y="54"/>
                        </a:lnTo>
                        <a:lnTo>
                          <a:pt x="2" y="66"/>
                        </a:lnTo>
                        <a:lnTo>
                          <a:pt x="6" y="79"/>
                        </a:lnTo>
                        <a:lnTo>
                          <a:pt x="12" y="91"/>
                        </a:lnTo>
                        <a:lnTo>
                          <a:pt x="22" y="102"/>
                        </a:lnTo>
                        <a:lnTo>
                          <a:pt x="23" y="99"/>
                        </a:lnTo>
                        <a:lnTo>
                          <a:pt x="14" y="90"/>
                        </a:lnTo>
                        <a:lnTo>
                          <a:pt x="8" y="79"/>
                        </a:lnTo>
                        <a:lnTo>
                          <a:pt x="5" y="66"/>
                        </a:lnTo>
                        <a:lnTo>
                          <a:pt x="2" y="54"/>
                        </a:lnTo>
                        <a:lnTo>
                          <a:pt x="2" y="27"/>
                        </a:lnTo>
                        <a:lnTo>
                          <a:pt x="3" y="13"/>
                        </a:lnTo>
                        <a:lnTo>
                          <a:pt x="5"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99" name="Freeform 944"/>
                  <p:cNvSpPr>
                    <a:spLocks/>
                  </p:cNvSpPr>
                  <p:nvPr/>
                </p:nvSpPr>
                <p:spPr bwMode="auto">
                  <a:xfrm>
                    <a:off x="4368" y="3573"/>
                    <a:ext cx="12" cy="14"/>
                  </a:xfrm>
                  <a:custGeom>
                    <a:avLst/>
                    <a:gdLst>
                      <a:gd name="T0" fmla="*/ 0 w 25"/>
                      <a:gd name="T1" fmla="*/ 0 h 29"/>
                      <a:gd name="T2" fmla="*/ 0 w 25"/>
                      <a:gd name="T3" fmla="*/ 0 h 29"/>
                      <a:gd name="T4" fmla="*/ 0 w 25"/>
                      <a:gd name="T5" fmla="*/ 0 h 29"/>
                      <a:gd name="T6" fmla="*/ 0 w 25"/>
                      <a:gd name="T7" fmla="*/ 0 h 29"/>
                      <a:gd name="T8" fmla="*/ 0 w 25"/>
                      <a:gd name="T9" fmla="*/ 0 h 29"/>
                      <a:gd name="T10" fmla="*/ 0 w 25"/>
                      <a:gd name="T11" fmla="*/ 0 h 29"/>
                      <a:gd name="T12" fmla="*/ 0 w 25"/>
                      <a:gd name="T13" fmla="*/ 0 h 29"/>
                      <a:gd name="T14" fmla="*/ 0 w 25"/>
                      <a:gd name="T15" fmla="*/ 0 h 29"/>
                      <a:gd name="T16" fmla="*/ 0 w 25"/>
                      <a:gd name="T17" fmla="*/ 0 h 29"/>
                      <a:gd name="T18" fmla="*/ 0 w 25"/>
                      <a:gd name="T19" fmla="*/ 0 h 29"/>
                      <a:gd name="T20" fmla="*/ 0 w 25"/>
                      <a:gd name="T21" fmla="*/ 0 h 29"/>
                      <a:gd name="T22" fmla="*/ 0 w 25"/>
                      <a:gd name="T23" fmla="*/ 0 h 29"/>
                      <a:gd name="T24" fmla="*/ 0 w 25"/>
                      <a:gd name="T25" fmla="*/ 0 h 29"/>
                      <a:gd name="T26" fmla="*/ 0 w 25"/>
                      <a:gd name="T27" fmla="*/ 0 h 29"/>
                      <a:gd name="T28" fmla="*/ 0 w 25"/>
                      <a:gd name="T29" fmla="*/ 0 h 29"/>
                      <a:gd name="T30" fmla="*/ 0 w 25"/>
                      <a:gd name="T31" fmla="*/ 0 h 29"/>
                      <a:gd name="T32" fmla="*/ 0 w 25"/>
                      <a:gd name="T33" fmla="*/ 0 h 29"/>
                      <a:gd name="T34" fmla="*/ 0 w 25"/>
                      <a:gd name="T35" fmla="*/ 0 h 2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5"/>
                      <a:gd name="T55" fmla="*/ 0 h 29"/>
                      <a:gd name="T56" fmla="*/ 25 w 25"/>
                      <a:gd name="T57" fmla="*/ 29 h 2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5" h="29">
                        <a:moveTo>
                          <a:pt x="25" y="0"/>
                        </a:moveTo>
                        <a:lnTo>
                          <a:pt x="20" y="1"/>
                        </a:lnTo>
                        <a:lnTo>
                          <a:pt x="16" y="4"/>
                        </a:lnTo>
                        <a:lnTo>
                          <a:pt x="9" y="11"/>
                        </a:lnTo>
                        <a:lnTo>
                          <a:pt x="6" y="15"/>
                        </a:lnTo>
                        <a:lnTo>
                          <a:pt x="4" y="19"/>
                        </a:lnTo>
                        <a:lnTo>
                          <a:pt x="3" y="24"/>
                        </a:lnTo>
                        <a:lnTo>
                          <a:pt x="0" y="29"/>
                        </a:lnTo>
                        <a:lnTo>
                          <a:pt x="3" y="29"/>
                        </a:lnTo>
                        <a:lnTo>
                          <a:pt x="5" y="25"/>
                        </a:lnTo>
                        <a:lnTo>
                          <a:pt x="6" y="20"/>
                        </a:lnTo>
                        <a:lnTo>
                          <a:pt x="9" y="16"/>
                        </a:lnTo>
                        <a:lnTo>
                          <a:pt x="11" y="13"/>
                        </a:lnTo>
                        <a:lnTo>
                          <a:pt x="14" y="9"/>
                        </a:lnTo>
                        <a:lnTo>
                          <a:pt x="17" y="6"/>
                        </a:lnTo>
                        <a:lnTo>
                          <a:pt x="21" y="4"/>
                        </a:lnTo>
                        <a:lnTo>
                          <a:pt x="25" y="3"/>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0" name="Freeform 945"/>
                  <p:cNvSpPr>
                    <a:spLocks/>
                  </p:cNvSpPr>
                  <p:nvPr/>
                </p:nvSpPr>
                <p:spPr bwMode="auto">
                  <a:xfrm>
                    <a:off x="4380" y="3573"/>
                    <a:ext cx="14" cy="10"/>
                  </a:xfrm>
                  <a:custGeom>
                    <a:avLst/>
                    <a:gdLst>
                      <a:gd name="T0" fmla="*/ 1 w 28"/>
                      <a:gd name="T1" fmla="*/ 1 h 20"/>
                      <a:gd name="T2" fmla="*/ 1 w 28"/>
                      <a:gd name="T3" fmla="*/ 1 h 20"/>
                      <a:gd name="T4" fmla="*/ 1 w 28"/>
                      <a:gd name="T5" fmla="*/ 1 h 20"/>
                      <a:gd name="T6" fmla="*/ 1 w 28"/>
                      <a:gd name="T7" fmla="*/ 1 h 20"/>
                      <a:gd name="T8" fmla="*/ 1 w 28"/>
                      <a:gd name="T9" fmla="*/ 1 h 20"/>
                      <a:gd name="T10" fmla="*/ 1 w 28"/>
                      <a:gd name="T11" fmla="*/ 1 h 20"/>
                      <a:gd name="T12" fmla="*/ 1 w 28"/>
                      <a:gd name="T13" fmla="*/ 1 h 20"/>
                      <a:gd name="T14" fmla="*/ 1 w 28"/>
                      <a:gd name="T15" fmla="*/ 1 h 20"/>
                      <a:gd name="T16" fmla="*/ 0 w 28"/>
                      <a:gd name="T17" fmla="*/ 0 h 20"/>
                      <a:gd name="T18" fmla="*/ 0 w 28"/>
                      <a:gd name="T19" fmla="*/ 1 h 20"/>
                      <a:gd name="T20" fmla="*/ 1 w 28"/>
                      <a:gd name="T21" fmla="*/ 1 h 20"/>
                      <a:gd name="T22" fmla="*/ 1 w 28"/>
                      <a:gd name="T23" fmla="*/ 1 h 20"/>
                      <a:gd name="T24" fmla="*/ 1 w 28"/>
                      <a:gd name="T25" fmla="*/ 1 h 20"/>
                      <a:gd name="T26" fmla="*/ 1 w 28"/>
                      <a:gd name="T27" fmla="*/ 1 h 20"/>
                      <a:gd name="T28" fmla="*/ 1 w 28"/>
                      <a:gd name="T29" fmla="*/ 1 h 20"/>
                      <a:gd name="T30" fmla="*/ 1 w 28"/>
                      <a:gd name="T31" fmla="*/ 1 h 20"/>
                      <a:gd name="T32" fmla="*/ 1 w 28"/>
                      <a:gd name="T33" fmla="*/ 1 h 20"/>
                      <a:gd name="T34" fmla="*/ 1 w 28"/>
                      <a:gd name="T35" fmla="*/ 1 h 20"/>
                      <a:gd name="T36" fmla="*/ 1 w 28"/>
                      <a:gd name="T37" fmla="*/ 1 h 20"/>
                      <a:gd name="T38" fmla="*/ 1 w 28"/>
                      <a:gd name="T39" fmla="*/ 1 h 20"/>
                      <a:gd name="T40" fmla="*/ 1 w 28"/>
                      <a:gd name="T41" fmla="*/ 1 h 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8"/>
                      <a:gd name="T64" fmla="*/ 0 h 20"/>
                      <a:gd name="T65" fmla="*/ 28 w 28"/>
                      <a:gd name="T66" fmla="*/ 20 h 2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8" h="20">
                        <a:moveTo>
                          <a:pt x="28" y="20"/>
                        </a:moveTo>
                        <a:lnTo>
                          <a:pt x="28" y="19"/>
                        </a:lnTo>
                        <a:lnTo>
                          <a:pt x="26" y="15"/>
                        </a:lnTo>
                        <a:lnTo>
                          <a:pt x="20" y="9"/>
                        </a:lnTo>
                        <a:lnTo>
                          <a:pt x="16" y="6"/>
                        </a:lnTo>
                        <a:lnTo>
                          <a:pt x="12" y="4"/>
                        </a:lnTo>
                        <a:lnTo>
                          <a:pt x="8" y="1"/>
                        </a:lnTo>
                        <a:lnTo>
                          <a:pt x="3" y="1"/>
                        </a:lnTo>
                        <a:lnTo>
                          <a:pt x="0" y="0"/>
                        </a:lnTo>
                        <a:lnTo>
                          <a:pt x="0" y="3"/>
                        </a:lnTo>
                        <a:lnTo>
                          <a:pt x="3" y="3"/>
                        </a:lnTo>
                        <a:lnTo>
                          <a:pt x="7" y="4"/>
                        </a:lnTo>
                        <a:lnTo>
                          <a:pt x="11" y="6"/>
                        </a:lnTo>
                        <a:lnTo>
                          <a:pt x="15" y="9"/>
                        </a:lnTo>
                        <a:lnTo>
                          <a:pt x="18" y="11"/>
                        </a:lnTo>
                        <a:lnTo>
                          <a:pt x="21" y="14"/>
                        </a:lnTo>
                        <a:lnTo>
                          <a:pt x="23" y="18"/>
                        </a:lnTo>
                        <a:lnTo>
                          <a:pt x="27" y="20"/>
                        </a:lnTo>
                        <a:lnTo>
                          <a:pt x="28" y="20"/>
                        </a:lnTo>
                        <a:lnTo>
                          <a:pt x="28" y="19"/>
                        </a:lnTo>
                        <a:lnTo>
                          <a:pt x="28"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1" name="Freeform 946"/>
                  <p:cNvSpPr>
                    <a:spLocks/>
                  </p:cNvSpPr>
                  <p:nvPr/>
                </p:nvSpPr>
                <p:spPr bwMode="auto">
                  <a:xfrm>
                    <a:off x="4369" y="3576"/>
                    <a:ext cx="28" cy="62"/>
                  </a:xfrm>
                  <a:custGeom>
                    <a:avLst/>
                    <a:gdLst>
                      <a:gd name="T0" fmla="*/ 2 w 55"/>
                      <a:gd name="T1" fmla="*/ 1 h 124"/>
                      <a:gd name="T2" fmla="*/ 2 w 55"/>
                      <a:gd name="T3" fmla="*/ 1 h 124"/>
                      <a:gd name="T4" fmla="*/ 2 w 55"/>
                      <a:gd name="T5" fmla="*/ 1 h 124"/>
                      <a:gd name="T6" fmla="*/ 2 w 55"/>
                      <a:gd name="T7" fmla="*/ 1 h 124"/>
                      <a:gd name="T8" fmla="*/ 2 w 55"/>
                      <a:gd name="T9" fmla="*/ 1 h 124"/>
                      <a:gd name="T10" fmla="*/ 2 w 55"/>
                      <a:gd name="T11" fmla="*/ 2 h 124"/>
                      <a:gd name="T12" fmla="*/ 2 w 55"/>
                      <a:gd name="T13" fmla="*/ 2 h 124"/>
                      <a:gd name="T14" fmla="*/ 2 w 55"/>
                      <a:gd name="T15" fmla="*/ 2 h 124"/>
                      <a:gd name="T16" fmla="*/ 2 w 55"/>
                      <a:gd name="T17" fmla="*/ 3 h 124"/>
                      <a:gd name="T18" fmla="*/ 2 w 55"/>
                      <a:gd name="T19" fmla="*/ 3 h 124"/>
                      <a:gd name="T20" fmla="*/ 2 w 55"/>
                      <a:gd name="T21" fmla="*/ 3 h 124"/>
                      <a:gd name="T22" fmla="*/ 2 w 55"/>
                      <a:gd name="T23" fmla="*/ 4 h 124"/>
                      <a:gd name="T24" fmla="*/ 2 w 55"/>
                      <a:gd name="T25" fmla="*/ 4 h 124"/>
                      <a:gd name="T26" fmla="*/ 2 w 55"/>
                      <a:gd name="T27" fmla="*/ 4 h 124"/>
                      <a:gd name="T28" fmla="*/ 2 w 55"/>
                      <a:gd name="T29" fmla="*/ 4 h 124"/>
                      <a:gd name="T30" fmla="*/ 1 w 55"/>
                      <a:gd name="T31" fmla="*/ 4 h 124"/>
                      <a:gd name="T32" fmla="*/ 1 w 55"/>
                      <a:gd name="T33" fmla="*/ 4 h 124"/>
                      <a:gd name="T34" fmla="*/ 1 w 55"/>
                      <a:gd name="T35" fmla="*/ 4 h 124"/>
                      <a:gd name="T36" fmla="*/ 1 w 55"/>
                      <a:gd name="T37" fmla="*/ 4 h 124"/>
                      <a:gd name="T38" fmla="*/ 1 w 55"/>
                      <a:gd name="T39" fmla="*/ 4 h 124"/>
                      <a:gd name="T40" fmla="*/ 1 w 55"/>
                      <a:gd name="T41" fmla="*/ 4 h 124"/>
                      <a:gd name="T42" fmla="*/ 1 w 55"/>
                      <a:gd name="T43" fmla="*/ 4 h 124"/>
                      <a:gd name="T44" fmla="*/ 1 w 55"/>
                      <a:gd name="T45" fmla="*/ 3 h 124"/>
                      <a:gd name="T46" fmla="*/ 1 w 55"/>
                      <a:gd name="T47" fmla="*/ 3 h 124"/>
                      <a:gd name="T48" fmla="*/ 0 w 55"/>
                      <a:gd name="T49" fmla="*/ 3 h 124"/>
                      <a:gd name="T50" fmla="*/ 0 w 55"/>
                      <a:gd name="T51" fmla="*/ 2 h 124"/>
                      <a:gd name="T52" fmla="*/ 1 w 55"/>
                      <a:gd name="T53" fmla="*/ 2 h 124"/>
                      <a:gd name="T54" fmla="*/ 1 w 55"/>
                      <a:gd name="T55" fmla="*/ 1 h 124"/>
                      <a:gd name="T56" fmla="*/ 1 w 55"/>
                      <a:gd name="T57" fmla="*/ 1 h 124"/>
                      <a:gd name="T58" fmla="*/ 1 w 55"/>
                      <a:gd name="T59" fmla="*/ 1 h 124"/>
                      <a:gd name="T60" fmla="*/ 1 w 55"/>
                      <a:gd name="T61" fmla="*/ 1 h 124"/>
                      <a:gd name="T62" fmla="*/ 1 w 55"/>
                      <a:gd name="T63" fmla="*/ 1 h 124"/>
                      <a:gd name="T64" fmla="*/ 1 w 55"/>
                      <a:gd name="T65" fmla="*/ 1 h 124"/>
                      <a:gd name="T66" fmla="*/ 1 w 55"/>
                      <a:gd name="T67" fmla="*/ 0 h 124"/>
                      <a:gd name="T68" fmla="*/ 1 w 55"/>
                      <a:gd name="T69" fmla="*/ 0 h 124"/>
                      <a:gd name="T70" fmla="*/ 1 w 55"/>
                      <a:gd name="T71" fmla="*/ 1 h 124"/>
                      <a:gd name="T72" fmla="*/ 1 w 55"/>
                      <a:gd name="T73" fmla="*/ 1 h 124"/>
                      <a:gd name="T74" fmla="*/ 1 w 55"/>
                      <a:gd name="T75" fmla="*/ 1 h 124"/>
                      <a:gd name="T76" fmla="*/ 2 w 55"/>
                      <a:gd name="T77" fmla="*/ 1 h 124"/>
                      <a:gd name="T78" fmla="*/ 2 w 55"/>
                      <a:gd name="T79" fmla="*/ 1 h 124"/>
                      <a:gd name="T80" fmla="*/ 2 w 55"/>
                      <a:gd name="T81" fmla="*/ 1 h 124"/>
                      <a:gd name="T82" fmla="*/ 2 w 55"/>
                      <a:gd name="T83" fmla="*/ 1 h 12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5"/>
                      <a:gd name="T127" fmla="*/ 0 h 124"/>
                      <a:gd name="T128" fmla="*/ 55 w 55"/>
                      <a:gd name="T129" fmla="*/ 124 h 12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5" h="124">
                        <a:moveTo>
                          <a:pt x="41" y="9"/>
                        </a:moveTo>
                        <a:lnTo>
                          <a:pt x="43" y="15"/>
                        </a:lnTo>
                        <a:lnTo>
                          <a:pt x="45" y="21"/>
                        </a:lnTo>
                        <a:lnTo>
                          <a:pt x="49" y="26"/>
                        </a:lnTo>
                        <a:lnTo>
                          <a:pt x="50" y="32"/>
                        </a:lnTo>
                        <a:lnTo>
                          <a:pt x="53" y="39"/>
                        </a:lnTo>
                        <a:lnTo>
                          <a:pt x="54" y="45"/>
                        </a:lnTo>
                        <a:lnTo>
                          <a:pt x="55" y="51"/>
                        </a:lnTo>
                        <a:lnTo>
                          <a:pt x="55" y="76"/>
                        </a:lnTo>
                        <a:lnTo>
                          <a:pt x="54" y="84"/>
                        </a:lnTo>
                        <a:lnTo>
                          <a:pt x="53" y="93"/>
                        </a:lnTo>
                        <a:lnTo>
                          <a:pt x="50" y="102"/>
                        </a:lnTo>
                        <a:lnTo>
                          <a:pt x="47" y="109"/>
                        </a:lnTo>
                        <a:lnTo>
                          <a:pt x="42" y="115"/>
                        </a:lnTo>
                        <a:lnTo>
                          <a:pt x="34" y="122"/>
                        </a:lnTo>
                        <a:lnTo>
                          <a:pt x="29" y="122"/>
                        </a:lnTo>
                        <a:lnTo>
                          <a:pt x="28" y="124"/>
                        </a:lnTo>
                        <a:lnTo>
                          <a:pt x="26" y="122"/>
                        </a:lnTo>
                        <a:lnTo>
                          <a:pt x="22" y="122"/>
                        </a:lnTo>
                        <a:lnTo>
                          <a:pt x="21" y="121"/>
                        </a:lnTo>
                        <a:lnTo>
                          <a:pt x="13" y="111"/>
                        </a:lnTo>
                        <a:lnTo>
                          <a:pt x="7" y="103"/>
                        </a:lnTo>
                        <a:lnTo>
                          <a:pt x="4" y="92"/>
                        </a:lnTo>
                        <a:lnTo>
                          <a:pt x="1" y="81"/>
                        </a:lnTo>
                        <a:lnTo>
                          <a:pt x="0" y="69"/>
                        </a:lnTo>
                        <a:lnTo>
                          <a:pt x="0" y="46"/>
                        </a:lnTo>
                        <a:lnTo>
                          <a:pt x="1" y="35"/>
                        </a:lnTo>
                        <a:lnTo>
                          <a:pt x="2" y="30"/>
                        </a:lnTo>
                        <a:lnTo>
                          <a:pt x="2" y="25"/>
                        </a:lnTo>
                        <a:lnTo>
                          <a:pt x="5" y="20"/>
                        </a:lnTo>
                        <a:lnTo>
                          <a:pt x="6" y="15"/>
                        </a:lnTo>
                        <a:lnTo>
                          <a:pt x="8" y="10"/>
                        </a:lnTo>
                        <a:lnTo>
                          <a:pt x="16" y="3"/>
                        </a:lnTo>
                        <a:lnTo>
                          <a:pt x="21" y="0"/>
                        </a:lnTo>
                        <a:lnTo>
                          <a:pt x="23" y="0"/>
                        </a:lnTo>
                        <a:lnTo>
                          <a:pt x="27" y="2"/>
                        </a:lnTo>
                        <a:lnTo>
                          <a:pt x="29" y="3"/>
                        </a:lnTo>
                        <a:lnTo>
                          <a:pt x="31" y="4"/>
                        </a:lnTo>
                        <a:lnTo>
                          <a:pt x="33" y="5"/>
                        </a:lnTo>
                        <a:lnTo>
                          <a:pt x="36" y="7"/>
                        </a:lnTo>
                        <a:lnTo>
                          <a:pt x="38" y="9"/>
                        </a:lnTo>
                        <a:lnTo>
                          <a:pt x="41"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2" name="Freeform 947"/>
                  <p:cNvSpPr>
                    <a:spLocks/>
                  </p:cNvSpPr>
                  <p:nvPr/>
                </p:nvSpPr>
                <p:spPr bwMode="auto">
                  <a:xfrm>
                    <a:off x="4389" y="3581"/>
                    <a:ext cx="9" cy="24"/>
                  </a:xfrm>
                  <a:custGeom>
                    <a:avLst/>
                    <a:gdLst>
                      <a:gd name="T0" fmla="*/ 1 w 18"/>
                      <a:gd name="T1" fmla="*/ 2 h 48"/>
                      <a:gd name="T2" fmla="*/ 1 w 18"/>
                      <a:gd name="T3" fmla="*/ 2 h 48"/>
                      <a:gd name="T4" fmla="*/ 1 w 18"/>
                      <a:gd name="T5" fmla="*/ 2 h 48"/>
                      <a:gd name="T6" fmla="*/ 1 w 18"/>
                      <a:gd name="T7" fmla="*/ 1 h 48"/>
                      <a:gd name="T8" fmla="*/ 1 w 18"/>
                      <a:gd name="T9" fmla="*/ 1 h 48"/>
                      <a:gd name="T10" fmla="*/ 1 w 18"/>
                      <a:gd name="T11" fmla="*/ 1 h 48"/>
                      <a:gd name="T12" fmla="*/ 1 w 18"/>
                      <a:gd name="T13" fmla="*/ 1 h 48"/>
                      <a:gd name="T14" fmla="*/ 1 w 18"/>
                      <a:gd name="T15" fmla="*/ 1 h 48"/>
                      <a:gd name="T16" fmla="*/ 1 w 18"/>
                      <a:gd name="T17" fmla="*/ 0 h 48"/>
                      <a:gd name="T18" fmla="*/ 0 w 18"/>
                      <a:gd name="T19" fmla="*/ 1 h 48"/>
                      <a:gd name="T20" fmla="*/ 1 w 18"/>
                      <a:gd name="T21" fmla="*/ 1 h 48"/>
                      <a:gd name="T22" fmla="*/ 1 w 18"/>
                      <a:gd name="T23" fmla="*/ 1 h 48"/>
                      <a:gd name="T24" fmla="*/ 1 w 18"/>
                      <a:gd name="T25" fmla="*/ 1 h 48"/>
                      <a:gd name="T26" fmla="*/ 1 w 18"/>
                      <a:gd name="T27" fmla="*/ 1 h 48"/>
                      <a:gd name="T28" fmla="*/ 1 w 18"/>
                      <a:gd name="T29" fmla="*/ 1 h 48"/>
                      <a:gd name="T30" fmla="*/ 1 w 18"/>
                      <a:gd name="T31" fmla="*/ 2 h 48"/>
                      <a:gd name="T32" fmla="*/ 1 w 18"/>
                      <a:gd name="T33" fmla="*/ 2 h 48"/>
                      <a:gd name="T34" fmla="*/ 1 w 18"/>
                      <a:gd name="T35" fmla="*/ 2 h 48"/>
                      <a:gd name="T36" fmla="*/ 1 w 18"/>
                      <a:gd name="T37" fmla="*/ 2 h 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48"/>
                      <a:gd name="T59" fmla="*/ 18 w 18"/>
                      <a:gd name="T60" fmla="*/ 48 h 4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48">
                        <a:moveTo>
                          <a:pt x="18" y="48"/>
                        </a:moveTo>
                        <a:lnTo>
                          <a:pt x="18" y="42"/>
                        </a:lnTo>
                        <a:lnTo>
                          <a:pt x="16" y="36"/>
                        </a:lnTo>
                        <a:lnTo>
                          <a:pt x="15" y="30"/>
                        </a:lnTo>
                        <a:lnTo>
                          <a:pt x="13" y="23"/>
                        </a:lnTo>
                        <a:lnTo>
                          <a:pt x="10" y="17"/>
                        </a:lnTo>
                        <a:lnTo>
                          <a:pt x="8" y="11"/>
                        </a:lnTo>
                        <a:lnTo>
                          <a:pt x="5" y="6"/>
                        </a:lnTo>
                        <a:lnTo>
                          <a:pt x="3" y="0"/>
                        </a:lnTo>
                        <a:lnTo>
                          <a:pt x="0" y="1"/>
                        </a:lnTo>
                        <a:lnTo>
                          <a:pt x="3" y="7"/>
                        </a:lnTo>
                        <a:lnTo>
                          <a:pt x="5" y="12"/>
                        </a:lnTo>
                        <a:lnTo>
                          <a:pt x="9" y="19"/>
                        </a:lnTo>
                        <a:lnTo>
                          <a:pt x="10" y="23"/>
                        </a:lnTo>
                        <a:lnTo>
                          <a:pt x="13" y="30"/>
                        </a:lnTo>
                        <a:lnTo>
                          <a:pt x="14" y="36"/>
                        </a:lnTo>
                        <a:lnTo>
                          <a:pt x="15" y="42"/>
                        </a:lnTo>
                        <a:lnTo>
                          <a:pt x="15" y="48"/>
                        </a:lnTo>
                        <a:lnTo>
                          <a:pt x="18"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3" name="Freeform 948"/>
                  <p:cNvSpPr>
                    <a:spLocks/>
                  </p:cNvSpPr>
                  <p:nvPr/>
                </p:nvSpPr>
                <p:spPr bwMode="auto">
                  <a:xfrm>
                    <a:off x="4387" y="3605"/>
                    <a:ext cx="11" cy="32"/>
                  </a:xfrm>
                  <a:custGeom>
                    <a:avLst/>
                    <a:gdLst>
                      <a:gd name="T0" fmla="*/ 0 w 21"/>
                      <a:gd name="T1" fmla="*/ 2 h 65"/>
                      <a:gd name="T2" fmla="*/ 1 w 21"/>
                      <a:gd name="T3" fmla="*/ 2 h 65"/>
                      <a:gd name="T4" fmla="*/ 1 w 21"/>
                      <a:gd name="T5" fmla="*/ 1 h 65"/>
                      <a:gd name="T6" fmla="*/ 1 w 21"/>
                      <a:gd name="T7" fmla="*/ 1 h 65"/>
                      <a:gd name="T8" fmla="*/ 1 w 21"/>
                      <a:gd name="T9" fmla="*/ 1 h 65"/>
                      <a:gd name="T10" fmla="*/ 1 w 21"/>
                      <a:gd name="T11" fmla="*/ 1 h 65"/>
                      <a:gd name="T12" fmla="*/ 1 w 21"/>
                      <a:gd name="T13" fmla="*/ 0 h 65"/>
                      <a:gd name="T14" fmla="*/ 1 w 21"/>
                      <a:gd name="T15" fmla="*/ 0 h 65"/>
                      <a:gd name="T16" fmla="*/ 1 w 21"/>
                      <a:gd name="T17" fmla="*/ 0 h 65"/>
                      <a:gd name="T18" fmla="*/ 1 w 21"/>
                      <a:gd name="T19" fmla="*/ 0 h 65"/>
                      <a:gd name="T20" fmla="*/ 1 w 21"/>
                      <a:gd name="T21" fmla="*/ 0 h 65"/>
                      <a:gd name="T22" fmla="*/ 1 w 21"/>
                      <a:gd name="T23" fmla="*/ 0 h 65"/>
                      <a:gd name="T24" fmla="*/ 1 w 21"/>
                      <a:gd name="T25" fmla="*/ 1 h 65"/>
                      <a:gd name="T26" fmla="*/ 1 w 21"/>
                      <a:gd name="T27" fmla="*/ 1 h 65"/>
                      <a:gd name="T28" fmla="*/ 1 w 21"/>
                      <a:gd name="T29" fmla="*/ 1 h 65"/>
                      <a:gd name="T30" fmla="*/ 1 w 21"/>
                      <a:gd name="T31" fmla="*/ 1 h 65"/>
                      <a:gd name="T32" fmla="*/ 0 w 21"/>
                      <a:gd name="T33" fmla="*/ 1 h 65"/>
                      <a:gd name="T34" fmla="*/ 0 w 21"/>
                      <a:gd name="T35" fmla="*/ 2 h 65"/>
                      <a:gd name="T36" fmla="*/ 1 w 21"/>
                      <a:gd name="T37" fmla="*/ 2 h 65"/>
                      <a:gd name="T38" fmla="*/ 0 w 21"/>
                      <a:gd name="T39" fmla="*/ 2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1"/>
                      <a:gd name="T61" fmla="*/ 0 h 65"/>
                      <a:gd name="T62" fmla="*/ 21 w 21"/>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1" h="65">
                        <a:moveTo>
                          <a:pt x="0" y="65"/>
                        </a:moveTo>
                        <a:lnTo>
                          <a:pt x="1" y="65"/>
                        </a:lnTo>
                        <a:lnTo>
                          <a:pt x="7" y="59"/>
                        </a:lnTo>
                        <a:lnTo>
                          <a:pt x="12" y="52"/>
                        </a:lnTo>
                        <a:lnTo>
                          <a:pt x="16" y="45"/>
                        </a:lnTo>
                        <a:lnTo>
                          <a:pt x="18" y="36"/>
                        </a:lnTo>
                        <a:lnTo>
                          <a:pt x="19" y="27"/>
                        </a:lnTo>
                        <a:lnTo>
                          <a:pt x="21" y="19"/>
                        </a:lnTo>
                        <a:lnTo>
                          <a:pt x="21" y="0"/>
                        </a:lnTo>
                        <a:lnTo>
                          <a:pt x="18" y="0"/>
                        </a:lnTo>
                        <a:lnTo>
                          <a:pt x="18" y="19"/>
                        </a:lnTo>
                        <a:lnTo>
                          <a:pt x="17" y="27"/>
                        </a:lnTo>
                        <a:lnTo>
                          <a:pt x="16" y="36"/>
                        </a:lnTo>
                        <a:lnTo>
                          <a:pt x="13" y="43"/>
                        </a:lnTo>
                        <a:lnTo>
                          <a:pt x="9" y="51"/>
                        </a:lnTo>
                        <a:lnTo>
                          <a:pt x="5" y="58"/>
                        </a:lnTo>
                        <a:lnTo>
                          <a:pt x="0" y="63"/>
                        </a:lnTo>
                        <a:lnTo>
                          <a:pt x="0" y="65"/>
                        </a:lnTo>
                        <a:lnTo>
                          <a:pt x="1" y="65"/>
                        </a:lnTo>
                        <a:lnTo>
                          <a:pt x="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4" name="Freeform 949"/>
                  <p:cNvSpPr>
                    <a:spLocks/>
                  </p:cNvSpPr>
                  <p:nvPr/>
                </p:nvSpPr>
                <p:spPr bwMode="auto">
                  <a:xfrm>
                    <a:off x="4379" y="3636"/>
                    <a:ext cx="8" cy="2"/>
                  </a:xfrm>
                  <a:custGeom>
                    <a:avLst/>
                    <a:gdLst>
                      <a:gd name="T0" fmla="*/ 0 w 16"/>
                      <a:gd name="T1" fmla="*/ 0 h 5"/>
                      <a:gd name="T2" fmla="*/ 1 w 16"/>
                      <a:gd name="T3" fmla="*/ 0 h 5"/>
                      <a:gd name="T4" fmla="*/ 1 w 16"/>
                      <a:gd name="T5" fmla="*/ 0 h 5"/>
                      <a:gd name="T6" fmla="*/ 1 w 16"/>
                      <a:gd name="T7" fmla="*/ 0 h 5"/>
                      <a:gd name="T8" fmla="*/ 1 w 16"/>
                      <a:gd name="T9" fmla="*/ 0 h 5"/>
                      <a:gd name="T10" fmla="*/ 1 w 16"/>
                      <a:gd name="T11" fmla="*/ 0 h 5"/>
                      <a:gd name="T12" fmla="*/ 1 w 16"/>
                      <a:gd name="T13" fmla="*/ 0 h 5"/>
                      <a:gd name="T14" fmla="*/ 1 w 16"/>
                      <a:gd name="T15" fmla="*/ 0 h 5"/>
                      <a:gd name="T16" fmla="*/ 1 w 16"/>
                      <a:gd name="T17" fmla="*/ 0 h 5"/>
                      <a:gd name="T18" fmla="*/ 1 w 16"/>
                      <a:gd name="T19" fmla="*/ 0 h 5"/>
                      <a:gd name="T20" fmla="*/ 1 w 16"/>
                      <a:gd name="T21" fmla="*/ 0 h 5"/>
                      <a:gd name="T22" fmla="*/ 0 w 16"/>
                      <a:gd name="T23" fmla="*/ 0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
                      <a:gd name="T37" fmla="*/ 0 h 5"/>
                      <a:gd name="T38" fmla="*/ 16 w 16"/>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 h="5">
                        <a:moveTo>
                          <a:pt x="0" y="1"/>
                        </a:moveTo>
                        <a:lnTo>
                          <a:pt x="2" y="4"/>
                        </a:lnTo>
                        <a:lnTo>
                          <a:pt x="6" y="4"/>
                        </a:lnTo>
                        <a:lnTo>
                          <a:pt x="8" y="5"/>
                        </a:lnTo>
                        <a:lnTo>
                          <a:pt x="11" y="4"/>
                        </a:lnTo>
                        <a:lnTo>
                          <a:pt x="14" y="4"/>
                        </a:lnTo>
                        <a:lnTo>
                          <a:pt x="16" y="2"/>
                        </a:lnTo>
                        <a:lnTo>
                          <a:pt x="16" y="0"/>
                        </a:lnTo>
                        <a:lnTo>
                          <a:pt x="13" y="1"/>
                        </a:lnTo>
                        <a:lnTo>
                          <a:pt x="3" y="1"/>
                        </a:lnTo>
                        <a:lnTo>
                          <a:pt x="2"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5" name="Freeform 950"/>
                  <p:cNvSpPr>
                    <a:spLocks/>
                  </p:cNvSpPr>
                  <p:nvPr/>
                </p:nvSpPr>
                <p:spPr bwMode="auto">
                  <a:xfrm>
                    <a:off x="4369" y="3593"/>
                    <a:ext cx="12" cy="44"/>
                  </a:xfrm>
                  <a:custGeom>
                    <a:avLst/>
                    <a:gdLst>
                      <a:gd name="T0" fmla="*/ 1 w 23"/>
                      <a:gd name="T1" fmla="*/ 0 h 86"/>
                      <a:gd name="T2" fmla="*/ 0 w 23"/>
                      <a:gd name="T3" fmla="*/ 1 h 86"/>
                      <a:gd name="T4" fmla="*/ 0 w 23"/>
                      <a:gd name="T5" fmla="*/ 2 h 86"/>
                      <a:gd name="T6" fmla="*/ 1 w 23"/>
                      <a:gd name="T7" fmla="*/ 2 h 86"/>
                      <a:gd name="T8" fmla="*/ 1 w 23"/>
                      <a:gd name="T9" fmla="*/ 2 h 86"/>
                      <a:gd name="T10" fmla="*/ 1 w 23"/>
                      <a:gd name="T11" fmla="*/ 3 h 86"/>
                      <a:gd name="T12" fmla="*/ 1 w 23"/>
                      <a:gd name="T13" fmla="*/ 3 h 86"/>
                      <a:gd name="T14" fmla="*/ 1 w 23"/>
                      <a:gd name="T15" fmla="*/ 3 h 86"/>
                      <a:gd name="T16" fmla="*/ 1 w 23"/>
                      <a:gd name="T17" fmla="*/ 3 h 86"/>
                      <a:gd name="T18" fmla="*/ 1 w 23"/>
                      <a:gd name="T19" fmla="*/ 3 h 86"/>
                      <a:gd name="T20" fmla="*/ 1 w 23"/>
                      <a:gd name="T21" fmla="*/ 3 h 86"/>
                      <a:gd name="T22" fmla="*/ 1 w 23"/>
                      <a:gd name="T23" fmla="*/ 2 h 86"/>
                      <a:gd name="T24" fmla="*/ 1 w 23"/>
                      <a:gd name="T25" fmla="*/ 2 h 86"/>
                      <a:gd name="T26" fmla="*/ 1 w 23"/>
                      <a:gd name="T27" fmla="*/ 2 h 86"/>
                      <a:gd name="T28" fmla="*/ 1 w 23"/>
                      <a:gd name="T29" fmla="*/ 1 h 86"/>
                      <a:gd name="T30" fmla="*/ 1 w 23"/>
                      <a:gd name="T31" fmla="*/ 0 h 86"/>
                      <a:gd name="T32" fmla="*/ 1 w 23"/>
                      <a:gd name="T33" fmla="*/ 0 h 8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86"/>
                      <a:gd name="T53" fmla="*/ 23 w 23"/>
                      <a:gd name="T54" fmla="*/ 86 h 8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86">
                        <a:moveTo>
                          <a:pt x="1" y="0"/>
                        </a:moveTo>
                        <a:lnTo>
                          <a:pt x="0" y="11"/>
                        </a:lnTo>
                        <a:lnTo>
                          <a:pt x="0" y="34"/>
                        </a:lnTo>
                        <a:lnTo>
                          <a:pt x="1" y="47"/>
                        </a:lnTo>
                        <a:lnTo>
                          <a:pt x="3" y="57"/>
                        </a:lnTo>
                        <a:lnTo>
                          <a:pt x="7" y="68"/>
                        </a:lnTo>
                        <a:lnTo>
                          <a:pt x="13" y="78"/>
                        </a:lnTo>
                        <a:lnTo>
                          <a:pt x="21" y="86"/>
                        </a:lnTo>
                        <a:lnTo>
                          <a:pt x="23" y="85"/>
                        </a:lnTo>
                        <a:lnTo>
                          <a:pt x="14" y="76"/>
                        </a:lnTo>
                        <a:lnTo>
                          <a:pt x="9" y="67"/>
                        </a:lnTo>
                        <a:lnTo>
                          <a:pt x="6" y="57"/>
                        </a:lnTo>
                        <a:lnTo>
                          <a:pt x="3" y="46"/>
                        </a:lnTo>
                        <a:lnTo>
                          <a:pt x="2" y="34"/>
                        </a:lnTo>
                        <a:lnTo>
                          <a:pt x="2" y="11"/>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6" name="Freeform 951"/>
                  <p:cNvSpPr>
                    <a:spLocks/>
                  </p:cNvSpPr>
                  <p:nvPr/>
                </p:nvSpPr>
                <p:spPr bwMode="auto">
                  <a:xfrm>
                    <a:off x="4369" y="3576"/>
                    <a:ext cx="11" cy="17"/>
                  </a:xfrm>
                  <a:custGeom>
                    <a:avLst/>
                    <a:gdLst>
                      <a:gd name="T0" fmla="*/ 1 w 21"/>
                      <a:gd name="T1" fmla="*/ 0 h 36"/>
                      <a:gd name="T2" fmla="*/ 1 w 21"/>
                      <a:gd name="T3" fmla="*/ 0 h 36"/>
                      <a:gd name="T4" fmla="*/ 1 w 21"/>
                      <a:gd name="T5" fmla="*/ 0 h 36"/>
                      <a:gd name="T6" fmla="*/ 1 w 21"/>
                      <a:gd name="T7" fmla="*/ 0 h 36"/>
                      <a:gd name="T8" fmla="*/ 1 w 21"/>
                      <a:gd name="T9" fmla="*/ 0 h 36"/>
                      <a:gd name="T10" fmla="*/ 1 w 21"/>
                      <a:gd name="T11" fmla="*/ 0 h 36"/>
                      <a:gd name="T12" fmla="*/ 1 w 21"/>
                      <a:gd name="T13" fmla="*/ 0 h 36"/>
                      <a:gd name="T14" fmla="*/ 1 w 21"/>
                      <a:gd name="T15" fmla="*/ 0 h 36"/>
                      <a:gd name="T16" fmla="*/ 0 w 21"/>
                      <a:gd name="T17" fmla="*/ 1 h 36"/>
                      <a:gd name="T18" fmla="*/ 1 w 21"/>
                      <a:gd name="T19" fmla="*/ 1 h 36"/>
                      <a:gd name="T20" fmla="*/ 1 w 21"/>
                      <a:gd name="T21" fmla="*/ 0 h 36"/>
                      <a:gd name="T22" fmla="*/ 1 w 21"/>
                      <a:gd name="T23" fmla="*/ 0 h 36"/>
                      <a:gd name="T24" fmla="*/ 1 w 21"/>
                      <a:gd name="T25" fmla="*/ 0 h 36"/>
                      <a:gd name="T26" fmla="*/ 1 w 21"/>
                      <a:gd name="T27" fmla="*/ 0 h 36"/>
                      <a:gd name="T28" fmla="*/ 1 w 21"/>
                      <a:gd name="T29" fmla="*/ 0 h 36"/>
                      <a:gd name="T30" fmla="*/ 1 w 21"/>
                      <a:gd name="T31" fmla="*/ 0 h 36"/>
                      <a:gd name="T32" fmla="*/ 1 w 21"/>
                      <a:gd name="T33" fmla="*/ 0 h 36"/>
                      <a:gd name="T34" fmla="*/ 1 w 21"/>
                      <a:gd name="T35" fmla="*/ 0 h 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
                      <a:gd name="T55" fmla="*/ 0 h 36"/>
                      <a:gd name="T56" fmla="*/ 21 w 21"/>
                      <a:gd name="T57" fmla="*/ 36 h 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 h="36">
                        <a:moveTo>
                          <a:pt x="21" y="0"/>
                        </a:moveTo>
                        <a:lnTo>
                          <a:pt x="16" y="4"/>
                        </a:lnTo>
                        <a:lnTo>
                          <a:pt x="11" y="6"/>
                        </a:lnTo>
                        <a:lnTo>
                          <a:pt x="8" y="10"/>
                        </a:lnTo>
                        <a:lnTo>
                          <a:pt x="5" y="15"/>
                        </a:lnTo>
                        <a:lnTo>
                          <a:pt x="4" y="20"/>
                        </a:lnTo>
                        <a:lnTo>
                          <a:pt x="2" y="25"/>
                        </a:lnTo>
                        <a:lnTo>
                          <a:pt x="1" y="31"/>
                        </a:lnTo>
                        <a:lnTo>
                          <a:pt x="0" y="36"/>
                        </a:lnTo>
                        <a:lnTo>
                          <a:pt x="2" y="36"/>
                        </a:lnTo>
                        <a:lnTo>
                          <a:pt x="2" y="31"/>
                        </a:lnTo>
                        <a:lnTo>
                          <a:pt x="4" y="26"/>
                        </a:lnTo>
                        <a:lnTo>
                          <a:pt x="6" y="21"/>
                        </a:lnTo>
                        <a:lnTo>
                          <a:pt x="7" y="16"/>
                        </a:lnTo>
                        <a:lnTo>
                          <a:pt x="10" y="13"/>
                        </a:lnTo>
                        <a:lnTo>
                          <a:pt x="17" y="5"/>
                        </a:lnTo>
                        <a:lnTo>
                          <a:pt x="21" y="3"/>
                        </a:lnTo>
                        <a:lnTo>
                          <a:pt x="2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7" name="Freeform 952"/>
                  <p:cNvSpPr>
                    <a:spLocks/>
                  </p:cNvSpPr>
                  <p:nvPr/>
                </p:nvSpPr>
                <p:spPr bwMode="auto">
                  <a:xfrm>
                    <a:off x="4380" y="3576"/>
                    <a:ext cx="10" cy="5"/>
                  </a:xfrm>
                  <a:custGeom>
                    <a:avLst/>
                    <a:gdLst>
                      <a:gd name="T0" fmla="*/ 0 w 21"/>
                      <a:gd name="T1" fmla="*/ 0 h 11"/>
                      <a:gd name="T2" fmla="*/ 0 w 21"/>
                      <a:gd name="T3" fmla="*/ 0 h 11"/>
                      <a:gd name="T4" fmla="*/ 0 w 21"/>
                      <a:gd name="T5" fmla="*/ 0 h 11"/>
                      <a:gd name="T6" fmla="*/ 0 w 21"/>
                      <a:gd name="T7" fmla="*/ 0 h 11"/>
                      <a:gd name="T8" fmla="*/ 0 w 21"/>
                      <a:gd name="T9" fmla="*/ 0 h 11"/>
                      <a:gd name="T10" fmla="*/ 0 w 21"/>
                      <a:gd name="T11" fmla="*/ 0 h 11"/>
                      <a:gd name="T12" fmla="*/ 0 w 21"/>
                      <a:gd name="T13" fmla="*/ 0 h 11"/>
                      <a:gd name="T14" fmla="*/ 0 w 21"/>
                      <a:gd name="T15" fmla="*/ 0 h 11"/>
                      <a:gd name="T16" fmla="*/ 0 w 21"/>
                      <a:gd name="T17" fmla="*/ 0 h 11"/>
                      <a:gd name="T18" fmla="*/ 0 w 21"/>
                      <a:gd name="T19" fmla="*/ 0 h 11"/>
                      <a:gd name="T20" fmla="*/ 0 w 21"/>
                      <a:gd name="T21" fmla="*/ 0 h 11"/>
                      <a:gd name="T22" fmla="*/ 0 w 21"/>
                      <a:gd name="T23" fmla="*/ 0 h 11"/>
                      <a:gd name="T24" fmla="*/ 0 w 21"/>
                      <a:gd name="T25" fmla="*/ 0 h 11"/>
                      <a:gd name="T26" fmla="*/ 0 w 21"/>
                      <a:gd name="T27" fmla="*/ 0 h 11"/>
                      <a:gd name="T28" fmla="*/ 0 w 21"/>
                      <a:gd name="T29" fmla="*/ 0 h 11"/>
                      <a:gd name="T30" fmla="*/ 0 w 21"/>
                      <a:gd name="T31" fmla="*/ 0 h 11"/>
                      <a:gd name="T32" fmla="*/ 0 w 21"/>
                      <a:gd name="T33" fmla="*/ 0 h 11"/>
                      <a:gd name="T34" fmla="*/ 0 w 21"/>
                      <a:gd name="T35" fmla="*/ 0 h 11"/>
                      <a:gd name="T36" fmla="*/ 0 w 21"/>
                      <a:gd name="T37" fmla="*/ 0 h 11"/>
                      <a:gd name="T38" fmla="*/ 0 w 21"/>
                      <a:gd name="T39" fmla="*/ 0 h 11"/>
                      <a:gd name="T40" fmla="*/ 0 w 21"/>
                      <a:gd name="T41" fmla="*/ 0 h 11"/>
                      <a:gd name="T42" fmla="*/ 0 w 21"/>
                      <a:gd name="T43" fmla="*/ 0 h 1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
                      <a:gd name="T67" fmla="*/ 0 h 11"/>
                      <a:gd name="T68" fmla="*/ 21 w 21"/>
                      <a:gd name="T69" fmla="*/ 11 h 1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 h="11">
                        <a:moveTo>
                          <a:pt x="21" y="10"/>
                        </a:moveTo>
                        <a:lnTo>
                          <a:pt x="20" y="10"/>
                        </a:lnTo>
                        <a:lnTo>
                          <a:pt x="17" y="9"/>
                        </a:lnTo>
                        <a:lnTo>
                          <a:pt x="15" y="8"/>
                        </a:lnTo>
                        <a:lnTo>
                          <a:pt x="13" y="5"/>
                        </a:lnTo>
                        <a:lnTo>
                          <a:pt x="11" y="4"/>
                        </a:lnTo>
                        <a:lnTo>
                          <a:pt x="8" y="3"/>
                        </a:lnTo>
                        <a:lnTo>
                          <a:pt x="6" y="1"/>
                        </a:lnTo>
                        <a:lnTo>
                          <a:pt x="2" y="0"/>
                        </a:lnTo>
                        <a:lnTo>
                          <a:pt x="0" y="0"/>
                        </a:lnTo>
                        <a:lnTo>
                          <a:pt x="0" y="3"/>
                        </a:lnTo>
                        <a:lnTo>
                          <a:pt x="2" y="3"/>
                        </a:lnTo>
                        <a:lnTo>
                          <a:pt x="5" y="4"/>
                        </a:lnTo>
                        <a:lnTo>
                          <a:pt x="7" y="5"/>
                        </a:lnTo>
                        <a:lnTo>
                          <a:pt x="10" y="6"/>
                        </a:lnTo>
                        <a:lnTo>
                          <a:pt x="11" y="8"/>
                        </a:lnTo>
                        <a:lnTo>
                          <a:pt x="13" y="9"/>
                        </a:lnTo>
                        <a:lnTo>
                          <a:pt x="16" y="10"/>
                        </a:lnTo>
                        <a:lnTo>
                          <a:pt x="18" y="11"/>
                        </a:lnTo>
                        <a:lnTo>
                          <a:pt x="21" y="10"/>
                        </a:lnTo>
                        <a:lnTo>
                          <a:pt x="20" y="10"/>
                        </a:lnTo>
                        <a:lnTo>
                          <a:pt x="21"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8" name="Freeform 953"/>
                  <p:cNvSpPr>
                    <a:spLocks/>
                  </p:cNvSpPr>
                  <p:nvPr/>
                </p:nvSpPr>
                <p:spPr bwMode="auto">
                  <a:xfrm>
                    <a:off x="4560" y="3579"/>
                    <a:ext cx="15" cy="10"/>
                  </a:xfrm>
                  <a:custGeom>
                    <a:avLst/>
                    <a:gdLst>
                      <a:gd name="T0" fmla="*/ 1 w 28"/>
                      <a:gd name="T1" fmla="*/ 0 h 21"/>
                      <a:gd name="T2" fmla="*/ 1 w 28"/>
                      <a:gd name="T3" fmla="*/ 0 h 21"/>
                      <a:gd name="T4" fmla="*/ 1 w 28"/>
                      <a:gd name="T5" fmla="*/ 0 h 21"/>
                      <a:gd name="T6" fmla="*/ 1 w 28"/>
                      <a:gd name="T7" fmla="*/ 0 h 21"/>
                      <a:gd name="T8" fmla="*/ 1 w 28"/>
                      <a:gd name="T9" fmla="*/ 0 h 21"/>
                      <a:gd name="T10" fmla="*/ 1 w 28"/>
                      <a:gd name="T11" fmla="*/ 0 h 21"/>
                      <a:gd name="T12" fmla="*/ 1 w 28"/>
                      <a:gd name="T13" fmla="*/ 0 h 21"/>
                      <a:gd name="T14" fmla="*/ 1 w 28"/>
                      <a:gd name="T15" fmla="*/ 0 h 21"/>
                      <a:gd name="T16" fmla="*/ 1 w 28"/>
                      <a:gd name="T17" fmla="*/ 0 h 21"/>
                      <a:gd name="T18" fmla="*/ 1 w 28"/>
                      <a:gd name="T19" fmla="*/ 0 h 21"/>
                      <a:gd name="T20" fmla="*/ 0 w 28"/>
                      <a:gd name="T21" fmla="*/ 0 h 21"/>
                      <a:gd name="T22" fmla="*/ 1 w 28"/>
                      <a:gd name="T23" fmla="*/ 0 h 21"/>
                      <a:gd name="T24" fmla="*/ 1 w 28"/>
                      <a:gd name="T25" fmla="*/ 0 h 21"/>
                      <a:gd name="T26" fmla="*/ 1 w 28"/>
                      <a:gd name="T27" fmla="*/ 0 h 21"/>
                      <a:gd name="T28" fmla="*/ 1 w 28"/>
                      <a:gd name="T29" fmla="*/ 0 h 21"/>
                      <a:gd name="T30" fmla="*/ 1 w 28"/>
                      <a:gd name="T31" fmla="*/ 0 h 21"/>
                      <a:gd name="T32" fmla="*/ 1 w 28"/>
                      <a:gd name="T33" fmla="*/ 0 h 21"/>
                      <a:gd name="T34" fmla="*/ 1 w 28"/>
                      <a:gd name="T35" fmla="*/ 0 h 21"/>
                      <a:gd name="T36" fmla="*/ 1 w 28"/>
                      <a:gd name="T37" fmla="*/ 0 h 2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
                      <a:gd name="T58" fmla="*/ 0 h 21"/>
                      <a:gd name="T59" fmla="*/ 28 w 28"/>
                      <a:gd name="T60" fmla="*/ 21 h 2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 h="21">
                        <a:moveTo>
                          <a:pt x="26" y="8"/>
                        </a:moveTo>
                        <a:lnTo>
                          <a:pt x="27" y="11"/>
                        </a:lnTo>
                        <a:lnTo>
                          <a:pt x="27" y="14"/>
                        </a:lnTo>
                        <a:lnTo>
                          <a:pt x="28" y="18"/>
                        </a:lnTo>
                        <a:lnTo>
                          <a:pt x="27" y="20"/>
                        </a:lnTo>
                        <a:lnTo>
                          <a:pt x="21" y="20"/>
                        </a:lnTo>
                        <a:lnTo>
                          <a:pt x="18" y="21"/>
                        </a:lnTo>
                        <a:lnTo>
                          <a:pt x="15" y="21"/>
                        </a:lnTo>
                        <a:lnTo>
                          <a:pt x="12" y="20"/>
                        </a:lnTo>
                        <a:lnTo>
                          <a:pt x="11" y="18"/>
                        </a:lnTo>
                        <a:lnTo>
                          <a:pt x="0" y="5"/>
                        </a:lnTo>
                        <a:lnTo>
                          <a:pt x="1" y="4"/>
                        </a:lnTo>
                        <a:lnTo>
                          <a:pt x="3" y="3"/>
                        </a:lnTo>
                        <a:lnTo>
                          <a:pt x="6" y="2"/>
                        </a:lnTo>
                        <a:lnTo>
                          <a:pt x="13" y="2"/>
                        </a:lnTo>
                        <a:lnTo>
                          <a:pt x="16" y="0"/>
                        </a:lnTo>
                        <a:lnTo>
                          <a:pt x="18" y="3"/>
                        </a:lnTo>
                        <a:lnTo>
                          <a:pt x="21" y="3"/>
                        </a:lnTo>
                        <a:lnTo>
                          <a:pt x="2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09" name="Freeform 954"/>
                  <p:cNvSpPr>
                    <a:spLocks/>
                  </p:cNvSpPr>
                  <p:nvPr/>
                </p:nvSpPr>
                <p:spPr bwMode="auto">
                  <a:xfrm>
                    <a:off x="4573" y="3582"/>
                    <a:ext cx="2" cy="7"/>
                  </a:xfrm>
                  <a:custGeom>
                    <a:avLst/>
                    <a:gdLst>
                      <a:gd name="T0" fmla="*/ 0 w 5"/>
                      <a:gd name="T1" fmla="*/ 1 h 13"/>
                      <a:gd name="T2" fmla="*/ 0 w 5"/>
                      <a:gd name="T3" fmla="*/ 1 h 13"/>
                      <a:gd name="T4" fmla="*/ 0 w 5"/>
                      <a:gd name="T5" fmla="*/ 1 h 13"/>
                      <a:gd name="T6" fmla="*/ 0 w 5"/>
                      <a:gd name="T7" fmla="*/ 1 h 13"/>
                      <a:gd name="T8" fmla="*/ 0 w 5"/>
                      <a:gd name="T9" fmla="*/ 1 h 13"/>
                      <a:gd name="T10" fmla="*/ 0 w 5"/>
                      <a:gd name="T11" fmla="*/ 0 h 13"/>
                      <a:gd name="T12" fmla="*/ 0 w 5"/>
                      <a:gd name="T13" fmla="*/ 0 h 13"/>
                      <a:gd name="T14" fmla="*/ 0 w 5"/>
                      <a:gd name="T15" fmla="*/ 1 h 13"/>
                      <a:gd name="T16" fmla="*/ 0 w 5"/>
                      <a:gd name="T17" fmla="*/ 1 h 13"/>
                      <a:gd name="T18" fmla="*/ 0 w 5"/>
                      <a:gd name="T19" fmla="*/ 1 h 13"/>
                      <a:gd name="T20" fmla="*/ 0 w 5"/>
                      <a:gd name="T21" fmla="*/ 1 h 13"/>
                      <a:gd name="T22" fmla="*/ 0 w 5"/>
                      <a:gd name="T23" fmla="*/ 1 h 13"/>
                      <a:gd name="T24" fmla="*/ 0 w 5"/>
                      <a:gd name="T25" fmla="*/ 1 h 13"/>
                      <a:gd name="T26" fmla="*/ 0 w 5"/>
                      <a:gd name="T27" fmla="*/ 1 h 13"/>
                      <a:gd name="T28" fmla="*/ 0 w 5"/>
                      <a:gd name="T29" fmla="*/ 1 h 13"/>
                      <a:gd name="T30" fmla="*/ 0 w 5"/>
                      <a:gd name="T31" fmla="*/ 1 h 1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3"/>
                      <a:gd name="T50" fmla="*/ 5 w 5"/>
                      <a:gd name="T51" fmla="*/ 13 h 1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3">
                        <a:moveTo>
                          <a:pt x="3" y="13"/>
                        </a:moveTo>
                        <a:lnTo>
                          <a:pt x="4" y="12"/>
                        </a:lnTo>
                        <a:lnTo>
                          <a:pt x="5" y="10"/>
                        </a:lnTo>
                        <a:lnTo>
                          <a:pt x="4" y="6"/>
                        </a:lnTo>
                        <a:lnTo>
                          <a:pt x="3" y="3"/>
                        </a:lnTo>
                        <a:lnTo>
                          <a:pt x="3" y="0"/>
                        </a:lnTo>
                        <a:lnTo>
                          <a:pt x="0" y="0"/>
                        </a:lnTo>
                        <a:lnTo>
                          <a:pt x="2" y="3"/>
                        </a:lnTo>
                        <a:lnTo>
                          <a:pt x="3" y="6"/>
                        </a:lnTo>
                        <a:lnTo>
                          <a:pt x="3" y="10"/>
                        </a:lnTo>
                        <a:lnTo>
                          <a:pt x="2" y="11"/>
                        </a:lnTo>
                        <a:lnTo>
                          <a:pt x="3" y="11"/>
                        </a:lnTo>
                        <a:lnTo>
                          <a:pt x="3" y="13"/>
                        </a:lnTo>
                        <a:lnTo>
                          <a:pt x="4" y="13"/>
                        </a:lnTo>
                        <a:lnTo>
                          <a:pt x="4" y="12"/>
                        </a:lnTo>
                        <a:lnTo>
                          <a:pt x="3"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0" name="Freeform 955"/>
                  <p:cNvSpPr>
                    <a:spLocks/>
                  </p:cNvSpPr>
                  <p:nvPr/>
                </p:nvSpPr>
                <p:spPr bwMode="auto">
                  <a:xfrm>
                    <a:off x="4565" y="3587"/>
                    <a:ext cx="9" cy="3"/>
                  </a:xfrm>
                  <a:custGeom>
                    <a:avLst/>
                    <a:gdLst>
                      <a:gd name="T0" fmla="*/ 0 w 17"/>
                      <a:gd name="T1" fmla="*/ 1 h 5"/>
                      <a:gd name="T2" fmla="*/ 1 w 17"/>
                      <a:gd name="T3" fmla="*/ 1 h 5"/>
                      <a:gd name="T4" fmla="*/ 1 w 17"/>
                      <a:gd name="T5" fmla="*/ 1 h 5"/>
                      <a:gd name="T6" fmla="*/ 1 w 17"/>
                      <a:gd name="T7" fmla="*/ 1 h 5"/>
                      <a:gd name="T8" fmla="*/ 1 w 17"/>
                      <a:gd name="T9" fmla="*/ 1 h 5"/>
                      <a:gd name="T10" fmla="*/ 1 w 17"/>
                      <a:gd name="T11" fmla="*/ 1 h 5"/>
                      <a:gd name="T12" fmla="*/ 1 w 17"/>
                      <a:gd name="T13" fmla="*/ 1 h 5"/>
                      <a:gd name="T14" fmla="*/ 1 w 17"/>
                      <a:gd name="T15" fmla="*/ 1 h 5"/>
                      <a:gd name="T16" fmla="*/ 1 w 17"/>
                      <a:gd name="T17" fmla="*/ 1 h 5"/>
                      <a:gd name="T18" fmla="*/ 1 w 17"/>
                      <a:gd name="T19" fmla="*/ 1 h 5"/>
                      <a:gd name="T20" fmla="*/ 1 w 17"/>
                      <a:gd name="T21" fmla="*/ 0 h 5"/>
                      <a:gd name="T22" fmla="*/ 0 w 17"/>
                      <a:gd name="T23" fmla="*/ 1 h 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7"/>
                      <a:gd name="T37" fmla="*/ 0 h 5"/>
                      <a:gd name="T38" fmla="*/ 17 w 17"/>
                      <a:gd name="T39" fmla="*/ 5 h 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7" h="5">
                        <a:moveTo>
                          <a:pt x="0" y="1"/>
                        </a:moveTo>
                        <a:lnTo>
                          <a:pt x="3" y="5"/>
                        </a:lnTo>
                        <a:lnTo>
                          <a:pt x="8" y="5"/>
                        </a:lnTo>
                        <a:lnTo>
                          <a:pt x="11" y="3"/>
                        </a:lnTo>
                        <a:lnTo>
                          <a:pt x="17" y="3"/>
                        </a:lnTo>
                        <a:lnTo>
                          <a:pt x="17" y="1"/>
                        </a:lnTo>
                        <a:lnTo>
                          <a:pt x="11" y="1"/>
                        </a:lnTo>
                        <a:lnTo>
                          <a:pt x="8" y="2"/>
                        </a:lnTo>
                        <a:lnTo>
                          <a:pt x="5" y="2"/>
                        </a:lnTo>
                        <a:lnTo>
                          <a:pt x="3" y="1"/>
                        </a:lnTo>
                        <a:lnTo>
                          <a:pt x="1" y="0"/>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1" name="Freeform 956"/>
                  <p:cNvSpPr>
                    <a:spLocks/>
                  </p:cNvSpPr>
                  <p:nvPr/>
                </p:nvSpPr>
                <p:spPr bwMode="auto">
                  <a:xfrm>
                    <a:off x="4560" y="3581"/>
                    <a:ext cx="6" cy="7"/>
                  </a:xfrm>
                  <a:custGeom>
                    <a:avLst/>
                    <a:gdLst>
                      <a:gd name="T0" fmla="*/ 0 w 13"/>
                      <a:gd name="T1" fmla="*/ 0 h 15"/>
                      <a:gd name="T2" fmla="*/ 0 w 13"/>
                      <a:gd name="T3" fmla="*/ 0 h 15"/>
                      <a:gd name="T4" fmla="*/ 0 w 13"/>
                      <a:gd name="T5" fmla="*/ 0 h 15"/>
                      <a:gd name="T6" fmla="*/ 0 w 13"/>
                      <a:gd name="T7" fmla="*/ 0 h 15"/>
                      <a:gd name="T8" fmla="*/ 0 w 13"/>
                      <a:gd name="T9" fmla="*/ 0 h 15"/>
                      <a:gd name="T10" fmla="*/ 0 w 13"/>
                      <a:gd name="T11" fmla="*/ 0 h 15"/>
                      <a:gd name="T12" fmla="*/ 0 w 13"/>
                      <a:gd name="T13" fmla="*/ 0 h 15"/>
                      <a:gd name="T14" fmla="*/ 0 w 13"/>
                      <a:gd name="T15" fmla="*/ 0 h 15"/>
                      <a:gd name="T16" fmla="*/ 0 w 13"/>
                      <a:gd name="T17" fmla="*/ 0 h 15"/>
                      <a:gd name="T18" fmla="*/ 0 w 13"/>
                      <a:gd name="T19" fmla="*/ 0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
                      <a:gd name="T31" fmla="*/ 0 h 15"/>
                      <a:gd name="T32" fmla="*/ 13 w 13"/>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 h="15">
                        <a:moveTo>
                          <a:pt x="2" y="1"/>
                        </a:moveTo>
                        <a:lnTo>
                          <a:pt x="2" y="3"/>
                        </a:lnTo>
                        <a:lnTo>
                          <a:pt x="12" y="15"/>
                        </a:lnTo>
                        <a:lnTo>
                          <a:pt x="13" y="14"/>
                        </a:lnTo>
                        <a:lnTo>
                          <a:pt x="3" y="0"/>
                        </a:lnTo>
                        <a:lnTo>
                          <a:pt x="3" y="3"/>
                        </a:lnTo>
                        <a:lnTo>
                          <a:pt x="2" y="1"/>
                        </a:lnTo>
                        <a:lnTo>
                          <a:pt x="0" y="1"/>
                        </a:lnTo>
                        <a:lnTo>
                          <a:pt x="2" y="3"/>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2" name="Freeform 957"/>
                  <p:cNvSpPr>
                    <a:spLocks/>
                  </p:cNvSpPr>
                  <p:nvPr/>
                </p:nvSpPr>
                <p:spPr bwMode="auto">
                  <a:xfrm>
                    <a:off x="4560" y="3578"/>
                    <a:ext cx="9" cy="4"/>
                  </a:xfrm>
                  <a:custGeom>
                    <a:avLst/>
                    <a:gdLst>
                      <a:gd name="T0" fmla="*/ 1 w 17"/>
                      <a:gd name="T1" fmla="*/ 1 h 8"/>
                      <a:gd name="T2" fmla="*/ 1 w 17"/>
                      <a:gd name="T3" fmla="*/ 0 h 8"/>
                      <a:gd name="T4" fmla="*/ 1 w 17"/>
                      <a:gd name="T5" fmla="*/ 1 h 8"/>
                      <a:gd name="T6" fmla="*/ 1 w 17"/>
                      <a:gd name="T7" fmla="*/ 1 h 8"/>
                      <a:gd name="T8" fmla="*/ 1 w 17"/>
                      <a:gd name="T9" fmla="*/ 1 h 8"/>
                      <a:gd name="T10" fmla="*/ 1 w 17"/>
                      <a:gd name="T11" fmla="*/ 1 h 8"/>
                      <a:gd name="T12" fmla="*/ 0 w 17"/>
                      <a:gd name="T13" fmla="*/ 1 h 8"/>
                      <a:gd name="T14" fmla="*/ 1 w 17"/>
                      <a:gd name="T15" fmla="*/ 1 h 8"/>
                      <a:gd name="T16" fmla="*/ 1 w 17"/>
                      <a:gd name="T17" fmla="*/ 1 h 8"/>
                      <a:gd name="T18" fmla="*/ 1 w 17"/>
                      <a:gd name="T19" fmla="*/ 1 h 8"/>
                      <a:gd name="T20" fmla="*/ 1 w 17"/>
                      <a:gd name="T21" fmla="*/ 1 h 8"/>
                      <a:gd name="T22" fmla="*/ 1 w 17"/>
                      <a:gd name="T23" fmla="*/ 1 h 8"/>
                      <a:gd name="T24" fmla="*/ 1 w 17"/>
                      <a:gd name="T25" fmla="*/ 1 h 8"/>
                      <a:gd name="T26" fmla="*/ 1 w 17"/>
                      <a:gd name="T27" fmla="*/ 1 h 8"/>
                      <a:gd name="T28" fmla="*/ 1 w 17"/>
                      <a:gd name="T29" fmla="*/ 1 h 8"/>
                      <a:gd name="T30" fmla="*/ 1 w 17"/>
                      <a:gd name="T31" fmla="*/ 0 h 8"/>
                      <a:gd name="T32" fmla="*/ 1 w 17"/>
                      <a:gd name="T33" fmla="*/ 1 h 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
                      <a:gd name="T52" fmla="*/ 0 h 8"/>
                      <a:gd name="T53" fmla="*/ 17 w 17"/>
                      <a:gd name="T54" fmla="*/ 8 h 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 h="8">
                        <a:moveTo>
                          <a:pt x="17" y="1"/>
                        </a:moveTo>
                        <a:lnTo>
                          <a:pt x="16" y="0"/>
                        </a:lnTo>
                        <a:lnTo>
                          <a:pt x="13" y="1"/>
                        </a:lnTo>
                        <a:lnTo>
                          <a:pt x="5" y="1"/>
                        </a:lnTo>
                        <a:lnTo>
                          <a:pt x="2" y="3"/>
                        </a:lnTo>
                        <a:lnTo>
                          <a:pt x="1" y="4"/>
                        </a:lnTo>
                        <a:lnTo>
                          <a:pt x="0" y="6"/>
                        </a:lnTo>
                        <a:lnTo>
                          <a:pt x="1" y="8"/>
                        </a:lnTo>
                        <a:lnTo>
                          <a:pt x="2" y="5"/>
                        </a:lnTo>
                        <a:lnTo>
                          <a:pt x="3" y="5"/>
                        </a:lnTo>
                        <a:lnTo>
                          <a:pt x="6" y="4"/>
                        </a:lnTo>
                        <a:lnTo>
                          <a:pt x="13" y="4"/>
                        </a:lnTo>
                        <a:lnTo>
                          <a:pt x="16" y="3"/>
                        </a:lnTo>
                        <a:lnTo>
                          <a:pt x="15" y="3"/>
                        </a:lnTo>
                        <a:lnTo>
                          <a:pt x="17" y="1"/>
                        </a:lnTo>
                        <a:lnTo>
                          <a:pt x="16" y="0"/>
                        </a:lnTo>
                        <a:lnTo>
                          <a:pt x="1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3" name="Freeform 958"/>
                  <p:cNvSpPr>
                    <a:spLocks/>
                  </p:cNvSpPr>
                  <p:nvPr/>
                </p:nvSpPr>
                <p:spPr bwMode="auto">
                  <a:xfrm>
                    <a:off x="4568" y="3579"/>
                    <a:ext cx="3" cy="2"/>
                  </a:xfrm>
                  <a:custGeom>
                    <a:avLst/>
                    <a:gdLst>
                      <a:gd name="T0" fmla="*/ 0 w 7"/>
                      <a:gd name="T1" fmla="*/ 1 h 4"/>
                      <a:gd name="T2" fmla="*/ 0 w 7"/>
                      <a:gd name="T3" fmla="*/ 1 h 4"/>
                      <a:gd name="T4" fmla="*/ 0 w 7"/>
                      <a:gd name="T5" fmla="*/ 0 h 4"/>
                      <a:gd name="T6" fmla="*/ 0 w 7"/>
                      <a:gd name="T7" fmla="*/ 1 h 4"/>
                      <a:gd name="T8" fmla="*/ 0 w 7"/>
                      <a:gd name="T9" fmla="*/ 1 h 4"/>
                      <a:gd name="T10" fmla="*/ 0 w 7"/>
                      <a:gd name="T11" fmla="*/ 1 h 4"/>
                      <a:gd name="T12" fmla="*/ 0 w 7"/>
                      <a:gd name="T13" fmla="*/ 1 h 4"/>
                      <a:gd name="T14" fmla="*/ 0 w 7"/>
                      <a:gd name="T15" fmla="*/ 1 h 4"/>
                      <a:gd name="T16" fmla="*/ 0 w 7"/>
                      <a:gd name="T17" fmla="*/ 1 h 4"/>
                      <a:gd name="T18" fmla="*/ 0 w 7"/>
                      <a:gd name="T19" fmla="*/ 1 h 4"/>
                      <a:gd name="T20" fmla="*/ 0 w 7"/>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4"/>
                      <a:gd name="T35" fmla="*/ 7 w 7"/>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4">
                        <a:moveTo>
                          <a:pt x="7" y="2"/>
                        </a:moveTo>
                        <a:lnTo>
                          <a:pt x="2" y="2"/>
                        </a:lnTo>
                        <a:lnTo>
                          <a:pt x="2" y="0"/>
                        </a:lnTo>
                        <a:lnTo>
                          <a:pt x="0" y="2"/>
                        </a:lnTo>
                        <a:lnTo>
                          <a:pt x="1" y="3"/>
                        </a:lnTo>
                        <a:lnTo>
                          <a:pt x="3" y="4"/>
                        </a:lnTo>
                        <a:lnTo>
                          <a:pt x="6" y="4"/>
                        </a:lnTo>
                        <a:lnTo>
                          <a:pt x="4" y="3"/>
                        </a:lnTo>
                        <a:lnTo>
                          <a:pt x="7" y="2"/>
                        </a:lnTo>
                        <a:lnTo>
                          <a:pt x="6" y="2"/>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4" name="Freeform 959"/>
                  <p:cNvSpPr>
                    <a:spLocks/>
                  </p:cNvSpPr>
                  <p:nvPr/>
                </p:nvSpPr>
                <p:spPr bwMode="auto">
                  <a:xfrm>
                    <a:off x="4570" y="3579"/>
                    <a:ext cx="4" cy="4"/>
                  </a:xfrm>
                  <a:custGeom>
                    <a:avLst/>
                    <a:gdLst>
                      <a:gd name="T0" fmla="*/ 1 w 8"/>
                      <a:gd name="T1" fmla="*/ 1 h 7"/>
                      <a:gd name="T2" fmla="*/ 1 w 8"/>
                      <a:gd name="T3" fmla="*/ 0 h 7"/>
                      <a:gd name="T4" fmla="*/ 0 w 8"/>
                      <a:gd name="T5" fmla="*/ 1 h 7"/>
                      <a:gd name="T6" fmla="*/ 1 w 8"/>
                      <a:gd name="T7" fmla="*/ 1 h 7"/>
                      <a:gd name="T8" fmla="*/ 1 w 8"/>
                      <a:gd name="T9" fmla="*/ 1 h 7"/>
                      <a:gd name="T10" fmla="*/ 1 w 8"/>
                      <a:gd name="T11" fmla="*/ 1 h 7"/>
                      <a:gd name="T12" fmla="*/ 0 60000 65536"/>
                      <a:gd name="T13" fmla="*/ 0 60000 65536"/>
                      <a:gd name="T14" fmla="*/ 0 60000 65536"/>
                      <a:gd name="T15" fmla="*/ 0 60000 65536"/>
                      <a:gd name="T16" fmla="*/ 0 60000 65536"/>
                      <a:gd name="T17" fmla="*/ 0 60000 65536"/>
                      <a:gd name="T18" fmla="*/ 0 w 8"/>
                      <a:gd name="T19" fmla="*/ 0 h 7"/>
                      <a:gd name="T20" fmla="*/ 8 w 8"/>
                      <a:gd name="T21" fmla="*/ 7 h 7"/>
                    </a:gdLst>
                    <a:ahLst/>
                    <a:cxnLst>
                      <a:cxn ang="T12">
                        <a:pos x="T0" y="T1"/>
                      </a:cxn>
                      <a:cxn ang="T13">
                        <a:pos x="T2" y="T3"/>
                      </a:cxn>
                      <a:cxn ang="T14">
                        <a:pos x="T4" y="T5"/>
                      </a:cxn>
                      <a:cxn ang="T15">
                        <a:pos x="T6" y="T7"/>
                      </a:cxn>
                      <a:cxn ang="T16">
                        <a:pos x="T8" y="T9"/>
                      </a:cxn>
                      <a:cxn ang="T17">
                        <a:pos x="T10" y="T11"/>
                      </a:cxn>
                    </a:cxnLst>
                    <a:rect l="T18" t="T19" r="T20" b="T21"/>
                    <a:pathLst>
                      <a:path w="8" h="7">
                        <a:moveTo>
                          <a:pt x="8" y="6"/>
                        </a:moveTo>
                        <a:lnTo>
                          <a:pt x="3" y="0"/>
                        </a:lnTo>
                        <a:lnTo>
                          <a:pt x="0" y="1"/>
                        </a:lnTo>
                        <a:lnTo>
                          <a:pt x="5" y="7"/>
                        </a:lnTo>
                        <a:lnTo>
                          <a:pt x="5" y="6"/>
                        </a:lnTo>
                        <a:lnTo>
                          <a:pt x="8"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5" name="Freeform 960"/>
                  <p:cNvSpPr>
                    <a:spLocks/>
                  </p:cNvSpPr>
                  <p:nvPr/>
                </p:nvSpPr>
                <p:spPr bwMode="auto">
                  <a:xfrm>
                    <a:off x="4459" y="3580"/>
                    <a:ext cx="63" cy="17"/>
                  </a:xfrm>
                  <a:custGeom>
                    <a:avLst/>
                    <a:gdLst>
                      <a:gd name="T0" fmla="*/ 4 w 124"/>
                      <a:gd name="T1" fmla="*/ 1 h 33"/>
                      <a:gd name="T2" fmla="*/ 4 w 124"/>
                      <a:gd name="T3" fmla="*/ 1 h 33"/>
                      <a:gd name="T4" fmla="*/ 4 w 124"/>
                      <a:gd name="T5" fmla="*/ 1 h 33"/>
                      <a:gd name="T6" fmla="*/ 4 w 124"/>
                      <a:gd name="T7" fmla="*/ 1 h 33"/>
                      <a:gd name="T8" fmla="*/ 4 w 124"/>
                      <a:gd name="T9" fmla="*/ 1 h 33"/>
                      <a:gd name="T10" fmla="*/ 3 w 124"/>
                      <a:gd name="T11" fmla="*/ 1 h 33"/>
                      <a:gd name="T12" fmla="*/ 3 w 124"/>
                      <a:gd name="T13" fmla="*/ 1 h 33"/>
                      <a:gd name="T14" fmla="*/ 3 w 124"/>
                      <a:gd name="T15" fmla="*/ 1 h 33"/>
                      <a:gd name="T16" fmla="*/ 2 w 124"/>
                      <a:gd name="T17" fmla="*/ 2 h 33"/>
                      <a:gd name="T18" fmla="*/ 2 w 124"/>
                      <a:gd name="T19" fmla="*/ 2 h 33"/>
                      <a:gd name="T20" fmla="*/ 2 w 124"/>
                      <a:gd name="T21" fmla="*/ 1 h 33"/>
                      <a:gd name="T22" fmla="*/ 2 w 124"/>
                      <a:gd name="T23" fmla="*/ 1 h 33"/>
                      <a:gd name="T24" fmla="*/ 2 w 124"/>
                      <a:gd name="T25" fmla="*/ 1 h 33"/>
                      <a:gd name="T26" fmla="*/ 2 w 124"/>
                      <a:gd name="T27" fmla="*/ 1 h 33"/>
                      <a:gd name="T28" fmla="*/ 1 w 124"/>
                      <a:gd name="T29" fmla="*/ 1 h 33"/>
                      <a:gd name="T30" fmla="*/ 1 w 124"/>
                      <a:gd name="T31" fmla="*/ 1 h 33"/>
                      <a:gd name="T32" fmla="*/ 1 w 124"/>
                      <a:gd name="T33" fmla="*/ 1 h 33"/>
                      <a:gd name="T34" fmla="*/ 1 w 124"/>
                      <a:gd name="T35" fmla="*/ 1 h 33"/>
                      <a:gd name="T36" fmla="*/ 1 w 124"/>
                      <a:gd name="T37" fmla="*/ 1 h 33"/>
                      <a:gd name="T38" fmla="*/ 1 w 124"/>
                      <a:gd name="T39" fmla="*/ 1 h 33"/>
                      <a:gd name="T40" fmla="*/ 1 w 124"/>
                      <a:gd name="T41" fmla="*/ 1 h 33"/>
                      <a:gd name="T42" fmla="*/ 1 w 124"/>
                      <a:gd name="T43" fmla="*/ 1 h 33"/>
                      <a:gd name="T44" fmla="*/ 0 w 124"/>
                      <a:gd name="T45" fmla="*/ 1 h 33"/>
                      <a:gd name="T46" fmla="*/ 1 w 124"/>
                      <a:gd name="T47" fmla="*/ 1 h 33"/>
                      <a:gd name="T48" fmla="*/ 1 w 124"/>
                      <a:gd name="T49" fmla="*/ 1 h 33"/>
                      <a:gd name="T50" fmla="*/ 1 w 124"/>
                      <a:gd name="T51" fmla="*/ 1 h 33"/>
                      <a:gd name="T52" fmla="*/ 1 w 124"/>
                      <a:gd name="T53" fmla="*/ 1 h 33"/>
                      <a:gd name="T54" fmla="*/ 3 w 124"/>
                      <a:gd name="T55" fmla="*/ 1 h 33"/>
                      <a:gd name="T56" fmla="*/ 3 w 124"/>
                      <a:gd name="T57" fmla="*/ 0 h 33"/>
                      <a:gd name="T58" fmla="*/ 3 w 124"/>
                      <a:gd name="T59" fmla="*/ 0 h 33"/>
                      <a:gd name="T60" fmla="*/ 3 w 124"/>
                      <a:gd name="T61" fmla="*/ 1 h 33"/>
                      <a:gd name="T62" fmla="*/ 3 w 124"/>
                      <a:gd name="T63" fmla="*/ 1 h 33"/>
                      <a:gd name="T64" fmla="*/ 3 w 124"/>
                      <a:gd name="T65" fmla="*/ 1 h 33"/>
                      <a:gd name="T66" fmla="*/ 3 w 124"/>
                      <a:gd name="T67" fmla="*/ 1 h 33"/>
                      <a:gd name="T68" fmla="*/ 3 w 124"/>
                      <a:gd name="T69" fmla="*/ 1 h 33"/>
                      <a:gd name="T70" fmla="*/ 4 w 124"/>
                      <a:gd name="T71" fmla="*/ 1 h 33"/>
                      <a:gd name="T72" fmla="*/ 4 w 124"/>
                      <a:gd name="T73" fmla="*/ 1 h 33"/>
                      <a:gd name="T74" fmla="*/ 4 w 124"/>
                      <a:gd name="T75" fmla="*/ 1 h 33"/>
                      <a:gd name="T76" fmla="*/ 4 w 124"/>
                      <a:gd name="T77" fmla="*/ 1 h 33"/>
                      <a:gd name="T78" fmla="*/ 4 w 124"/>
                      <a:gd name="T79" fmla="*/ 1 h 33"/>
                      <a:gd name="T80" fmla="*/ 4 w 124"/>
                      <a:gd name="T81" fmla="*/ 1 h 33"/>
                      <a:gd name="T82" fmla="*/ 4 w 124"/>
                      <a:gd name="T83" fmla="*/ 1 h 33"/>
                      <a:gd name="T84" fmla="*/ 4 w 124"/>
                      <a:gd name="T85" fmla="*/ 1 h 33"/>
                      <a:gd name="T86" fmla="*/ 4 w 124"/>
                      <a:gd name="T87" fmla="*/ 1 h 3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4"/>
                      <a:gd name="T133" fmla="*/ 0 h 33"/>
                      <a:gd name="T134" fmla="*/ 124 w 124"/>
                      <a:gd name="T135" fmla="*/ 33 h 3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4" h="33">
                        <a:moveTo>
                          <a:pt x="124" y="28"/>
                        </a:moveTo>
                        <a:lnTo>
                          <a:pt x="117" y="28"/>
                        </a:lnTo>
                        <a:lnTo>
                          <a:pt x="113" y="29"/>
                        </a:lnTo>
                        <a:lnTo>
                          <a:pt x="103" y="29"/>
                        </a:lnTo>
                        <a:lnTo>
                          <a:pt x="99" y="31"/>
                        </a:lnTo>
                        <a:lnTo>
                          <a:pt x="74" y="31"/>
                        </a:lnTo>
                        <a:lnTo>
                          <a:pt x="70" y="32"/>
                        </a:lnTo>
                        <a:lnTo>
                          <a:pt x="66" y="32"/>
                        </a:lnTo>
                        <a:lnTo>
                          <a:pt x="61" y="33"/>
                        </a:lnTo>
                        <a:lnTo>
                          <a:pt x="51" y="33"/>
                        </a:lnTo>
                        <a:lnTo>
                          <a:pt x="47" y="32"/>
                        </a:lnTo>
                        <a:lnTo>
                          <a:pt x="43" y="32"/>
                        </a:lnTo>
                        <a:lnTo>
                          <a:pt x="38" y="31"/>
                        </a:lnTo>
                        <a:lnTo>
                          <a:pt x="33" y="29"/>
                        </a:lnTo>
                        <a:lnTo>
                          <a:pt x="29" y="27"/>
                        </a:lnTo>
                        <a:lnTo>
                          <a:pt x="26" y="26"/>
                        </a:lnTo>
                        <a:lnTo>
                          <a:pt x="21" y="23"/>
                        </a:lnTo>
                        <a:lnTo>
                          <a:pt x="18" y="21"/>
                        </a:lnTo>
                        <a:lnTo>
                          <a:pt x="13" y="18"/>
                        </a:lnTo>
                        <a:lnTo>
                          <a:pt x="10" y="15"/>
                        </a:lnTo>
                        <a:lnTo>
                          <a:pt x="6" y="12"/>
                        </a:lnTo>
                        <a:lnTo>
                          <a:pt x="3" y="8"/>
                        </a:lnTo>
                        <a:lnTo>
                          <a:pt x="0" y="5"/>
                        </a:lnTo>
                        <a:lnTo>
                          <a:pt x="3" y="4"/>
                        </a:lnTo>
                        <a:lnTo>
                          <a:pt x="8" y="2"/>
                        </a:lnTo>
                        <a:lnTo>
                          <a:pt x="12" y="2"/>
                        </a:lnTo>
                        <a:lnTo>
                          <a:pt x="17" y="1"/>
                        </a:lnTo>
                        <a:lnTo>
                          <a:pt x="66" y="1"/>
                        </a:lnTo>
                        <a:lnTo>
                          <a:pt x="70" y="0"/>
                        </a:lnTo>
                        <a:lnTo>
                          <a:pt x="74" y="0"/>
                        </a:lnTo>
                        <a:lnTo>
                          <a:pt x="77" y="1"/>
                        </a:lnTo>
                        <a:lnTo>
                          <a:pt x="81" y="1"/>
                        </a:lnTo>
                        <a:lnTo>
                          <a:pt x="86" y="2"/>
                        </a:lnTo>
                        <a:lnTo>
                          <a:pt x="88" y="4"/>
                        </a:lnTo>
                        <a:lnTo>
                          <a:pt x="93" y="5"/>
                        </a:lnTo>
                        <a:lnTo>
                          <a:pt x="96" y="6"/>
                        </a:lnTo>
                        <a:lnTo>
                          <a:pt x="99" y="8"/>
                        </a:lnTo>
                        <a:lnTo>
                          <a:pt x="103" y="10"/>
                        </a:lnTo>
                        <a:lnTo>
                          <a:pt x="107" y="12"/>
                        </a:lnTo>
                        <a:lnTo>
                          <a:pt x="109" y="15"/>
                        </a:lnTo>
                        <a:lnTo>
                          <a:pt x="113" y="17"/>
                        </a:lnTo>
                        <a:lnTo>
                          <a:pt x="118" y="22"/>
                        </a:lnTo>
                        <a:lnTo>
                          <a:pt x="122" y="24"/>
                        </a:lnTo>
                        <a:lnTo>
                          <a:pt x="124" y="28"/>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6" name="Freeform 961"/>
                  <p:cNvSpPr>
                    <a:spLocks/>
                  </p:cNvSpPr>
                  <p:nvPr/>
                </p:nvSpPr>
                <p:spPr bwMode="auto">
                  <a:xfrm>
                    <a:off x="4493" y="3593"/>
                    <a:ext cx="29" cy="4"/>
                  </a:xfrm>
                  <a:custGeom>
                    <a:avLst/>
                    <a:gdLst>
                      <a:gd name="T0" fmla="*/ 0 w 58"/>
                      <a:gd name="T1" fmla="*/ 1 h 6"/>
                      <a:gd name="T2" fmla="*/ 1 w 58"/>
                      <a:gd name="T3" fmla="*/ 1 h 6"/>
                      <a:gd name="T4" fmla="*/ 1 w 58"/>
                      <a:gd name="T5" fmla="*/ 1 h 6"/>
                      <a:gd name="T6" fmla="*/ 2 w 58"/>
                      <a:gd name="T7" fmla="*/ 1 h 6"/>
                      <a:gd name="T8" fmla="*/ 2 w 58"/>
                      <a:gd name="T9" fmla="*/ 1 h 6"/>
                      <a:gd name="T10" fmla="*/ 2 w 58"/>
                      <a:gd name="T11" fmla="*/ 1 h 6"/>
                      <a:gd name="T12" fmla="*/ 2 w 58"/>
                      <a:gd name="T13" fmla="*/ 1 h 6"/>
                      <a:gd name="T14" fmla="*/ 2 w 58"/>
                      <a:gd name="T15" fmla="*/ 1 h 6"/>
                      <a:gd name="T16" fmla="*/ 2 w 58"/>
                      <a:gd name="T17" fmla="*/ 0 h 6"/>
                      <a:gd name="T18" fmla="*/ 2 w 58"/>
                      <a:gd name="T19" fmla="*/ 0 h 6"/>
                      <a:gd name="T20" fmla="*/ 2 w 58"/>
                      <a:gd name="T21" fmla="*/ 1 h 6"/>
                      <a:gd name="T22" fmla="*/ 1 w 58"/>
                      <a:gd name="T23" fmla="*/ 1 h 6"/>
                      <a:gd name="T24" fmla="*/ 1 w 58"/>
                      <a:gd name="T25" fmla="*/ 1 h 6"/>
                      <a:gd name="T26" fmla="*/ 1 w 58"/>
                      <a:gd name="T27" fmla="*/ 1 h 6"/>
                      <a:gd name="T28" fmla="*/ 1 w 58"/>
                      <a:gd name="T29" fmla="*/ 1 h 6"/>
                      <a:gd name="T30" fmla="*/ 0 w 58"/>
                      <a:gd name="T31" fmla="*/ 1 h 6"/>
                      <a:gd name="T32" fmla="*/ 0 w 58"/>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8"/>
                      <a:gd name="T52" fmla="*/ 0 h 6"/>
                      <a:gd name="T53" fmla="*/ 58 w 58"/>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8" h="6">
                        <a:moveTo>
                          <a:pt x="0" y="6"/>
                        </a:moveTo>
                        <a:lnTo>
                          <a:pt x="4" y="6"/>
                        </a:lnTo>
                        <a:lnTo>
                          <a:pt x="8" y="5"/>
                        </a:lnTo>
                        <a:lnTo>
                          <a:pt x="33" y="5"/>
                        </a:lnTo>
                        <a:lnTo>
                          <a:pt x="37" y="4"/>
                        </a:lnTo>
                        <a:lnTo>
                          <a:pt x="47" y="4"/>
                        </a:lnTo>
                        <a:lnTo>
                          <a:pt x="51" y="2"/>
                        </a:lnTo>
                        <a:lnTo>
                          <a:pt x="58" y="2"/>
                        </a:lnTo>
                        <a:lnTo>
                          <a:pt x="58" y="0"/>
                        </a:lnTo>
                        <a:lnTo>
                          <a:pt x="54" y="0"/>
                        </a:lnTo>
                        <a:lnTo>
                          <a:pt x="51" y="1"/>
                        </a:lnTo>
                        <a:lnTo>
                          <a:pt x="30" y="1"/>
                        </a:lnTo>
                        <a:lnTo>
                          <a:pt x="26" y="2"/>
                        </a:lnTo>
                        <a:lnTo>
                          <a:pt x="8" y="2"/>
                        </a:lnTo>
                        <a:lnTo>
                          <a:pt x="4" y="4"/>
                        </a:lnTo>
                        <a:lnTo>
                          <a:pt x="0" y="4"/>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7" name="Freeform 962"/>
                  <p:cNvSpPr>
                    <a:spLocks/>
                  </p:cNvSpPr>
                  <p:nvPr/>
                </p:nvSpPr>
                <p:spPr bwMode="auto">
                  <a:xfrm>
                    <a:off x="4458" y="3582"/>
                    <a:ext cx="35" cy="15"/>
                  </a:xfrm>
                  <a:custGeom>
                    <a:avLst/>
                    <a:gdLst>
                      <a:gd name="T0" fmla="*/ 1 w 69"/>
                      <a:gd name="T1" fmla="*/ 0 h 30"/>
                      <a:gd name="T2" fmla="*/ 1 w 69"/>
                      <a:gd name="T3" fmla="*/ 1 h 30"/>
                      <a:gd name="T4" fmla="*/ 1 w 69"/>
                      <a:gd name="T5" fmla="*/ 1 h 30"/>
                      <a:gd name="T6" fmla="*/ 1 w 69"/>
                      <a:gd name="T7" fmla="*/ 1 h 30"/>
                      <a:gd name="T8" fmla="*/ 1 w 69"/>
                      <a:gd name="T9" fmla="*/ 1 h 30"/>
                      <a:gd name="T10" fmla="*/ 1 w 69"/>
                      <a:gd name="T11" fmla="*/ 1 h 30"/>
                      <a:gd name="T12" fmla="*/ 1 w 69"/>
                      <a:gd name="T13" fmla="*/ 1 h 30"/>
                      <a:gd name="T14" fmla="*/ 1 w 69"/>
                      <a:gd name="T15" fmla="*/ 1 h 30"/>
                      <a:gd name="T16" fmla="*/ 1 w 69"/>
                      <a:gd name="T17" fmla="*/ 1 h 30"/>
                      <a:gd name="T18" fmla="*/ 2 w 69"/>
                      <a:gd name="T19" fmla="*/ 1 h 30"/>
                      <a:gd name="T20" fmla="*/ 2 w 69"/>
                      <a:gd name="T21" fmla="*/ 1 h 30"/>
                      <a:gd name="T22" fmla="*/ 2 w 69"/>
                      <a:gd name="T23" fmla="*/ 1 h 30"/>
                      <a:gd name="T24" fmla="*/ 2 w 69"/>
                      <a:gd name="T25" fmla="*/ 1 h 30"/>
                      <a:gd name="T26" fmla="*/ 2 w 69"/>
                      <a:gd name="T27" fmla="*/ 1 h 30"/>
                      <a:gd name="T28" fmla="*/ 3 w 69"/>
                      <a:gd name="T29" fmla="*/ 1 h 30"/>
                      <a:gd name="T30" fmla="*/ 3 w 69"/>
                      <a:gd name="T31" fmla="*/ 1 h 30"/>
                      <a:gd name="T32" fmla="*/ 2 w 69"/>
                      <a:gd name="T33" fmla="*/ 1 h 30"/>
                      <a:gd name="T34" fmla="*/ 2 w 69"/>
                      <a:gd name="T35" fmla="*/ 1 h 30"/>
                      <a:gd name="T36" fmla="*/ 2 w 69"/>
                      <a:gd name="T37" fmla="*/ 1 h 30"/>
                      <a:gd name="T38" fmla="*/ 2 w 69"/>
                      <a:gd name="T39" fmla="*/ 1 h 30"/>
                      <a:gd name="T40" fmla="*/ 2 w 69"/>
                      <a:gd name="T41" fmla="*/ 1 h 30"/>
                      <a:gd name="T42" fmla="*/ 2 w 69"/>
                      <a:gd name="T43" fmla="*/ 1 h 30"/>
                      <a:gd name="T44" fmla="*/ 2 w 69"/>
                      <a:gd name="T45" fmla="*/ 1 h 30"/>
                      <a:gd name="T46" fmla="*/ 1 w 69"/>
                      <a:gd name="T47" fmla="*/ 1 h 30"/>
                      <a:gd name="T48" fmla="*/ 1 w 69"/>
                      <a:gd name="T49" fmla="*/ 1 h 30"/>
                      <a:gd name="T50" fmla="*/ 1 w 69"/>
                      <a:gd name="T51" fmla="*/ 1 h 30"/>
                      <a:gd name="T52" fmla="*/ 1 w 69"/>
                      <a:gd name="T53" fmla="*/ 1 h 30"/>
                      <a:gd name="T54" fmla="*/ 1 w 69"/>
                      <a:gd name="T55" fmla="*/ 1 h 30"/>
                      <a:gd name="T56" fmla="*/ 1 w 69"/>
                      <a:gd name="T57" fmla="*/ 1 h 30"/>
                      <a:gd name="T58" fmla="*/ 1 w 69"/>
                      <a:gd name="T59" fmla="*/ 1 h 30"/>
                      <a:gd name="T60" fmla="*/ 1 w 69"/>
                      <a:gd name="T61" fmla="*/ 0 h 30"/>
                      <a:gd name="T62" fmla="*/ 0 w 69"/>
                      <a:gd name="T63" fmla="*/ 1 h 30"/>
                      <a:gd name="T64" fmla="*/ 1 w 69"/>
                      <a:gd name="T65" fmla="*/ 1 h 30"/>
                      <a:gd name="T66" fmla="*/ 1 w 69"/>
                      <a:gd name="T67" fmla="*/ 0 h 3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9"/>
                      <a:gd name="T103" fmla="*/ 0 h 30"/>
                      <a:gd name="T104" fmla="*/ 69 w 69"/>
                      <a:gd name="T105" fmla="*/ 30 h 3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9" h="30">
                        <a:moveTo>
                          <a:pt x="1" y="0"/>
                        </a:moveTo>
                        <a:lnTo>
                          <a:pt x="1" y="2"/>
                        </a:lnTo>
                        <a:lnTo>
                          <a:pt x="9" y="9"/>
                        </a:lnTo>
                        <a:lnTo>
                          <a:pt x="13" y="12"/>
                        </a:lnTo>
                        <a:lnTo>
                          <a:pt x="16" y="14"/>
                        </a:lnTo>
                        <a:lnTo>
                          <a:pt x="20" y="18"/>
                        </a:lnTo>
                        <a:lnTo>
                          <a:pt x="24" y="20"/>
                        </a:lnTo>
                        <a:lnTo>
                          <a:pt x="27" y="23"/>
                        </a:lnTo>
                        <a:lnTo>
                          <a:pt x="32" y="24"/>
                        </a:lnTo>
                        <a:lnTo>
                          <a:pt x="36" y="27"/>
                        </a:lnTo>
                        <a:lnTo>
                          <a:pt x="41" y="28"/>
                        </a:lnTo>
                        <a:lnTo>
                          <a:pt x="46" y="29"/>
                        </a:lnTo>
                        <a:lnTo>
                          <a:pt x="50" y="30"/>
                        </a:lnTo>
                        <a:lnTo>
                          <a:pt x="64" y="30"/>
                        </a:lnTo>
                        <a:lnTo>
                          <a:pt x="69" y="29"/>
                        </a:lnTo>
                        <a:lnTo>
                          <a:pt x="69" y="27"/>
                        </a:lnTo>
                        <a:lnTo>
                          <a:pt x="64" y="28"/>
                        </a:lnTo>
                        <a:lnTo>
                          <a:pt x="54" y="28"/>
                        </a:lnTo>
                        <a:lnTo>
                          <a:pt x="50" y="27"/>
                        </a:lnTo>
                        <a:lnTo>
                          <a:pt x="46" y="27"/>
                        </a:lnTo>
                        <a:lnTo>
                          <a:pt x="41" y="25"/>
                        </a:lnTo>
                        <a:lnTo>
                          <a:pt x="37" y="24"/>
                        </a:lnTo>
                        <a:lnTo>
                          <a:pt x="34" y="22"/>
                        </a:lnTo>
                        <a:lnTo>
                          <a:pt x="29" y="20"/>
                        </a:lnTo>
                        <a:lnTo>
                          <a:pt x="25" y="18"/>
                        </a:lnTo>
                        <a:lnTo>
                          <a:pt x="21" y="16"/>
                        </a:lnTo>
                        <a:lnTo>
                          <a:pt x="17" y="13"/>
                        </a:lnTo>
                        <a:lnTo>
                          <a:pt x="14" y="11"/>
                        </a:lnTo>
                        <a:lnTo>
                          <a:pt x="4" y="1"/>
                        </a:lnTo>
                        <a:lnTo>
                          <a:pt x="3" y="2"/>
                        </a:lnTo>
                        <a:lnTo>
                          <a:pt x="1" y="0"/>
                        </a:lnTo>
                        <a:lnTo>
                          <a:pt x="0" y="1"/>
                        </a:lnTo>
                        <a:lnTo>
                          <a:pt x="1" y="2"/>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8" name="Freeform 963"/>
                  <p:cNvSpPr>
                    <a:spLocks/>
                  </p:cNvSpPr>
                  <p:nvPr/>
                </p:nvSpPr>
                <p:spPr bwMode="auto">
                  <a:xfrm>
                    <a:off x="4459" y="3579"/>
                    <a:ext cx="35" cy="4"/>
                  </a:xfrm>
                  <a:custGeom>
                    <a:avLst/>
                    <a:gdLst>
                      <a:gd name="T0" fmla="*/ 2 w 72"/>
                      <a:gd name="T1" fmla="*/ 0 h 7"/>
                      <a:gd name="T2" fmla="*/ 2 w 72"/>
                      <a:gd name="T3" fmla="*/ 1 h 7"/>
                      <a:gd name="T4" fmla="*/ 0 w 72"/>
                      <a:gd name="T5" fmla="*/ 1 h 7"/>
                      <a:gd name="T6" fmla="*/ 0 w 72"/>
                      <a:gd name="T7" fmla="*/ 1 h 7"/>
                      <a:gd name="T8" fmla="*/ 0 w 72"/>
                      <a:gd name="T9" fmla="*/ 1 h 7"/>
                      <a:gd name="T10" fmla="*/ 0 w 72"/>
                      <a:gd name="T11" fmla="*/ 1 h 7"/>
                      <a:gd name="T12" fmla="*/ 0 w 72"/>
                      <a:gd name="T13" fmla="*/ 1 h 7"/>
                      <a:gd name="T14" fmla="*/ 0 w 72"/>
                      <a:gd name="T15" fmla="*/ 1 h 7"/>
                      <a:gd name="T16" fmla="*/ 0 w 72"/>
                      <a:gd name="T17" fmla="*/ 1 h 7"/>
                      <a:gd name="T18" fmla="*/ 0 w 72"/>
                      <a:gd name="T19" fmla="*/ 1 h 7"/>
                      <a:gd name="T20" fmla="*/ 0 w 72"/>
                      <a:gd name="T21" fmla="*/ 1 h 7"/>
                      <a:gd name="T22" fmla="*/ 0 w 72"/>
                      <a:gd name="T23" fmla="*/ 1 h 7"/>
                      <a:gd name="T24" fmla="*/ 1 w 72"/>
                      <a:gd name="T25" fmla="*/ 1 h 7"/>
                      <a:gd name="T26" fmla="*/ 2 w 72"/>
                      <a:gd name="T27" fmla="*/ 1 h 7"/>
                      <a:gd name="T28" fmla="*/ 2 w 72"/>
                      <a:gd name="T29" fmla="*/ 1 h 7"/>
                      <a:gd name="T30" fmla="*/ 2 w 72"/>
                      <a:gd name="T31" fmla="*/ 0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2"/>
                      <a:gd name="T49" fmla="*/ 0 h 7"/>
                      <a:gd name="T50" fmla="*/ 72 w 72"/>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2" h="7">
                        <a:moveTo>
                          <a:pt x="72" y="0"/>
                        </a:moveTo>
                        <a:lnTo>
                          <a:pt x="68" y="1"/>
                        </a:lnTo>
                        <a:lnTo>
                          <a:pt x="24" y="1"/>
                        </a:lnTo>
                        <a:lnTo>
                          <a:pt x="19" y="2"/>
                        </a:lnTo>
                        <a:lnTo>
                          <a:pt x="10" y="2"/>
                        </a:lnTo>
                        <a:lnTo>
                          <a:pt x="5" y="3"/>
                        </a:lnTo>
                        <a:lnTo>
                          <a:pt x="0" y="5"/>
                        </a:lnTo>
                        <a:lnTo>
                          <a:pt x="2" y="7"/>
                        </a:lnTo>
                        <a:lnTo>
                          <a:pt x="7" y="6"/>
                        </a:lnTo>
                        <a:lnTo>
                          <a:pt x="10" y="5"/>
                        </a:lnTo>
                        <a:lnTo>
                          <a:pt x="14" y="5"/>
                        </a:lnTo>
                        <a:lnTo>
                          <a:pt x="19" y="3"/>
                        </a:lnTo>
                        <a:lnTo>
                          <a:pt x="63" y="3"/>
                        </a:lnTo>
                        <a:lnTo>
                          <a:pt x="68" y="2"/>
                        </a:lnTo>
                        <a:lnTo>
                          <a:pt x="72" y="2"/>
                        </a:lnTo>
                        <a:lnTo>
                          <a:pt x="7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19" name="Freeform 964"/>
                  <p:cNvSpPr>
                    <a:spLocks/>
                  </p:cNvSpPr>
                  <p:nvPr/>
                </p:nvSpPr>
                <p:spPr bwMode="auto">
                  <a:xfrm>
                    <a:off x="4494" y="3579"/>
                    <a:ext cx="29" cy="16"/>
                  </a:xfrm>
                  <a:custGeom>
                    <a:avLst/>
                    <a:gdLst>
                      <a:gd name="T0" fmla="*/ 2 w 57"/>
                      <a:gd name="T1" fmla="*/ 2 h 30"/>
                      <a:gd name="T2" fmla="*/ 2 w 57"/>
                      <a:gd name="T3" fmla="*/ 1 h 30"/>
                      <a:gd name="T4" fmla="*/ 2 w 57"/>
                      <a:gd name="T5" fmla="*/ 1 h 30"/>
                      <a:gd name="T6" fmla="*/ 2 w 57"/>
                      <a:gd name="T7" fmla="*/ 1 h 30"/>
                      <a:gd name="T8" fmla="*/ 2 w 57"/>
                      <a:gd name="T9" fmla="*/ 1 h 30"/>
                      <a:gd name="T10" fmla="*/ 2 w 57"/>
                      <a:gd name="T11" fmla="*/ 1 h 30"/>
                      <a:gd name="T12" fmla="*/ 2 w 57"/>
                      <a:gd name="T13" fmla="*/ 1 h 30"/>
                      <a:gd name="T14" fmla="*/ 2 w 57"/>
                      <a:gd name="T15" fmla="*/ 1 h 30"/>
                      <a:gd name="T16" fmla="*/ 2 w 57"/>
                      <a:gd name="T17" fmla="*/ 1 h 30"/>
                      <a:gd name="T18" fmla="*/ 1 w 57"/>
                      <a:gd name="T19" fmla="*/ 1 h 30"/>
                      <a:gd name="T20" fmla="*/ 1 w 57"/>
                      <a:gd name="T21" fmla="*/ 1 h 30"/>
                      <a:gd name="T22" fmla="*/ 1 w 57"/>
                      <a:gd name="T23" fmla="*/ 1 h 30"/>
                      <a:gd name="T24" fmla="*/ 1 w 57"/>
                      <a:gd name="T25" fmla="*/ 1 h 30"/>
                      <a:gd name="T26" fmla="*/ 1 w 57"/>
                      <a:gd name="T27" fmla="*/ 1 h 30"/>
                      <a:gd name="T28" fmla="*/ 1 w 57"/>
                      <a:gd name="T29" fmla="*/ 1 h 30"/>
                      <a:gd name="T30" fmla="*/ 1 w 57"/>
                      <a:gd name="T31" fmla="*/ 1 h 30"/>
                      <a:gd name="T32" fmla="*/ 1 w 57"/>
                      <a:gd name="T33" fmla="*/ 0 h 30"/>
                      <a:gd name="T34" fmla="*/ 0 w 57"/>
                      <a:gd name="T35" fmla="*/ 0 h 30"/>
                      <a:gd name="T36" fmla="*/ 0 w 57"/>
                      <a:gd name="T37" fmla="*/ 1 h 30"/>
                      <a:gd name="T38" fmla="*/ 1 w 57"/>
                      <a:gd name="T39" fmla="*/ 1 h 30"/>
                      <a:gd name="T40" fmla="*/ 1 w 57"/>
                      <a:gd name="T41" fmla="*/ 1 h 30"/>
                      <a:gd name="T42" fmla="*/ 1 w 57"/>
                      <a:gd name="T43" fmla="*/ 1 h 30"/>
                      <a:gd name="T44" fmla="*/ 1 w 57"/>
                      <a:gd name="T45" fmla="*/ 1 h 30"/>
                      <a:gd name="T46" fmla="*/ 1 w 57"/>
                      <a:gd name="T47" fmla="*/ 1 h 30"/>
                      <a:gd name="T48" fmla="*/ 1 w 57"/>
                      <a:gd name="T49" fmla="*/ 1 h 30"/>
                      <a:gd name="T50" fmla="*/ 1 w 57"/>
                      <a:gd name="T51" fmla="*/ 1 h 30"/>
                      <a:gd name="T52" fmla="*/ 1 w 57"/>
                      <a:gd name="T53" fmla="*/ 1 h 30"/>
                      <a:gd name="T54" fmla="*/ 2 w 57"/>
                      <a:gd name="T55" fmla="*/ 1 h 30"/>
                      <a:gd name="T56" fmla="*/ 2 w 57"/>
                      <a:gd name="T57" fmla="*/ 1 h 30"/>
                      <a:gd name="T58" fmla="*/ 2 w 57"/>
                      <a:gd name="T59" fmla="*/ 1 h 30"/>
                      <a:gd name="T60" fmla="*/ 2 w 57"/>
                      <a:gd name="T61" fmla="*/ 1 h 30"/>
                      <a:gd name="T62" fmla="*/ 2 w 57"/>
                      <a:gd name="T63" fmla="*/ 1 h 30"/>
                      <a:gd name="T64" fmla="*/ 2 w 57"/>
                      <a:gd name="T65" fmla="*/ 1 h 30"/>
                      <a:gd name="T66" fmla="*/ 2 w 57"/>
                      <a:gd name="T67" fmla="*/ 1 h 30"/>
                      <a:gd name="T68" fmla="*/ 2 w 57"/>
                      <a:gd name="T69" fmla="*/ 2 h 30"/>
                      <a:gd name="T70" fmla="*/ 2 w 57"/>
                      <a:gd name="T71" fmla="*/ 1 h 30"/>
                      <a:gd name="T72" fmla="*/ 2 w 57"/>
                      <a:gd name="T73" fmla="*/ 1 h 30"/>
                      <a:gd name="T74" fmla="*/ 2 w 57"/>
                      <a:gd name="T75" fmla="*/ 2 h 3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57"/>
                      <a:gd name="T115" fmla="*/ 0 h 30"/>
                      <a:gd name="T116" fmla="*/ 57 w 57"/>
                      <a:gd name="T117" fmla="*/ 30 h 3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57" h="30">
                        <a:moveTo>
                          <a:pt x="54" y="30"/>
                        </a:moveTo>
                        <a:lnTo>
                          <a:pt x="55" y="28"/>
                        </a:lnTo>
                        <a:lnTo>
                          <a:pt x="52" y="25"/>
                        </a:lnTo>
                        <a:lnTo>
                          <a:pt x="49" y="23"/>
                        </a:lnTo>
                        <a:lnTo>
                          <a:pt x="47" y="19"/>
                        </a:lnTo>
                        <a:lnTo>
                          <a:pt x="43" y="17"/>
                        </a:lnTo>
                        <a:lnTo>
                          <a:pt x="41" y="14"/>
                        </a:lnTo>
                        <a:lnTo>
                          <a:pt x="37" y="12"/>
                        </a:lnTo>
                        <a:lnTo>
                          <a:pt x="33" y="9"/>
                        </a:lnTo>
                        <a:lnTo>
                          <a:pt x="31" y="8"/>
                        </a:lnTo>
                        <a:lnTo>
                          <a:pt x="27" y="6"/>
                        </a:lnTo>
                        <a:lnTo>
                          <a:pt x="23" y="5"/>
                        </a:lnTo>
                        <a:lnTo>
                          <a:pt x="20" y="3"/>
                        </a:lnTo>
                        <a:lnTo>
                          <a:pt x="16" y="2"/>
                        </a:lnTo>
                        <a:lnTo>
                          <a:pt x="12" y="1"/>
                        </a:lnTo>
                        <a:lnTo>
                          <a:pt x="9" y="1"/>
                        </a:lnTo>
                        <a:lnTo>
                          <a:pt x="4" y="0"/>
                        </a:lnTo>
                        <a:lnTo>
                          <a:pt x="0" y="0"/>
                        </a:lnTo>
                        <a:lnTo>
                          <a:pt x="0" y="2"/>
                        </a:lnTo>
                        <a:lnTo>
                          <a:pt x="7" y="2"/>
                        </a:lnTo>
                        <a:lnTo>
                          <a:pt x="11" y="3"/>
                        </a:lnTo>
                        <a:lnTo>
                          <a:pt x="15" y="5"/>
                        </a:lnTo>
                        <a:lnTo>
                          <a:pt x="18" y="6"/>
                        </a:lnTo>
                        <a:lnTo>
                          <a:pt x="22" y="7"/>
                        </a:lnTo>
                        <a:lnTo>
                          <a:pt x="26" y="8"/>
                        </a:lnTo>
                        <a:lnTo>
                          <a:pt x="29" y="9"/>
                        </a:lnTo>
                        <a:lnTo>
                          <a:pt x="32" y="12"/>
                        </a:lnTo>
                        <a:lnTo>
                          <a:pt x="36" y="14"/>
                        </a:lnTo>
                        <a:lnTo>
                          <a:pt x="38" y="16"/>
                        </a:lnTo>
                        <a:lnTo>
                          <a:pt x="42" y="18"/>
                        </a:lnTo>
                        <a:lnTo>
                          <a:pt x="44" y="22"/>
                        </a:lnTo>
                        <a:lnTo>
                          <a:pt x="48" y="24"/>
                        </a:lnTo>
                        <a:lnTo>
                          <a:pt x="53" y="29"/>
                        </a:lnTo>
                        <a:lnTo>
                          <a:pt x="54" y="28"/>
                        </a:lnTo>
                        <a:lnTo>
                          <a:pt x="54" y="30"/>
                        </a:lnTo>
                        <a:lnTo>
                          <a:pt x="57" y="29"/>
                        </a:lnTo>
                        <a:lnTo>
                          <a:pt x="55" y="28"/>
                        </a:lnTo>
                        <a:lnTo>
                          <a:pt x="54"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0" name="Freeform 965"/>
                  <p:cNvSpPr>
                    <a:spLocks/>
                  </p:cNvSpPr>
                  <p:nvPr/>
                </p:nvSpPr>
                <p:spPr bwMode="auto">
                  <a:xfrm>
                    <a:off x="4564" y="3581"/>
                    <a:ext cx="8" cy="6"/>
                  </a:xfrm>
                  <a:custGeom>
                    <a:avLst/>
                    <a:gdLst>
                      <a:gd name="T0" fmla="*/ 1 w 16"/>
                      <a:gd name="T1" fmla="*/ 0 h 13"/>
                      <a:gd name="T2" fmla="*/ 1 w 16"/>
                      <a:gd name="T3" fmla="*/ 0 h 13"/>
                      <a:gd name="T4" fmla="*/ 1 w 16"/>
                      <a:gd name="T5" fmla="*/ 0 h 13"/>
                      <a:gd name="T6" fmla="*/ 1 w 16"/>
                      <a:gd name="T7" fmla="*/ 0 h 13"/>
                      <a:gd name="T8" fmla="*/ 1 w 16"/>
                      <a:gd name="T9" fmla="*/ 0 h 13"/>
                      <a:gd name="T10" fmla="*/ 1 w 16"/>
                      <a:gd name="T11" fmla="*/ 0 h 13"/>
                      <a:gd name="T12" fmla="*/ 1 w 16"/>
                      <a:gd name="T13" fmla="*/ 0 h 13"/>
                      <a:gd name="T14" fmla="*/ 1 w 16"/>
                      <a:gd name="T15" fmla="*/ 0 h 13"/>
                      <a:gd name="T16" fmla="*/ 1 w 16"/>
                      <a:gd name="T17" fmla="*/ 0 h 13"/>
                      <a:gd name="T18" fmla="*/ 0 w 16"/>
                      <a:gd name="T19" fmla="*/ 0 h 13"/>
                      <a:gd name="T20" fmla="*/ 0 w 16"/>
                      <a:gd name="T21" fmla="*/ 0 h 13"/>
                      <a:gd name="T22" fmla="*/ 1 w 16"/>
                      <a:gd name="T23" fmla="*/ 0 h 13"/>
                      <a:gd name="T24" fmla="*/ 1 w 16"/>
                      <a:gd name="T25" fmla="*/ 0 h 13"/>
                      <a:gd name="T26" fmla="*/ 1 w 16"/>
                      <a:gd name="T27" fmla="*/ 0 h 13"/>
                      <a:gd name="T28" fmla="*/ 1 w 16"/>
                      <a:gd name="T29" fmla="*/ 0 h 13"/>
                      <a:gd name="T30" fmla="*/ 1 w 16"/>
                      <a:gd name="T31" fmla="*/ 0 h 13"/>
                      <a:gd name="T32" fmla="*/ 1 w 16"/>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6"/>
                      <a:gd name="T52" fmla="*/ 0 h 13"/>
                      <a:gd name="T53" fmla="*/ 16 w 16"/>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6" h="13">
                        <a:moveTo>
                          <a:pt x="15" y="6"/>
                        </a:moveTo>
                        <a:lnTo>
                          <a:pt x="16" y="8"/>
                        </a:lnTo>
                        <a:lnTo>
                          <a:pt x="16" y="10"/>
                        </a:lnTo>
                        <a:lnTo>
                          <a:pt x="15" y="11"/>
                        </a:lnTo>
                        <a:lnTo>
                          <a:pt x="12" y="11"/>
                        </a:lnTo>
                        <a:lnTo>
                          <a:pt x="11" y="13"/>
                        </a:lnTo>
                        <a:lnTo>
                          <a:pt x="9" y="13"/>
                        </a:lnTo>
                        <a:lnTo>
                          <a:pt x="3" y="6"/>
                        </a:lnTo>
                        <a:lnTo>
                          <a:pt x="1" y="4"/>
                        </a:lnTo>
                        <a:lnTo>
                          <a:pt x="0" y="3"/>
                        </a:lnTo>
                        <a:lnTo>
                          <a:pt x="0" y="2"/>
                        </a:lnTo>
                        <a:lnTo>
                          <a:pt x="5" y="2"/>
                        </a:lnTo>
                        <a:lnTo>
                          <a:pt x="8" y="0"/>
                        </a:lnTo>
                        <a:lnTo>
                          <a:pt x="10" y="0"/>
                        </a:lnTo>
                        <a:lnTo>
                          <a:pt x="12" y="2"/>
                        </a:lnTo>
                        <a:lnTo>
                          <a:pt x="14" y="3"/>
                        </a:lnTo>
                        <a:lnTo>
                          <a:pt x="15" y="6"/>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1" name="Freeform 966"/>
                  <p:cNvSpPr>
                    <a:spLocks/>
                  </p:cNvSpPr>
                  <p:nvPr/>
                </p:nvSpPr>
                <p:spPr bwMode="auto">
                  <a:xfrm>
                    <a:off x="4571" y="3584"/>
                    <a:ext cx="2" cy="3"/>
                  </a:xfrm>
                  <a:custGeom>
                    <a:avLst/>
                    <a:gdLst>
                      <a:gd name="T0" fmla="*/ 1 w 3"/>
                      <a:gd name="T1" fmla="*/ 1 h 6"/>
                      <a:gd name="T2" fmla="*/ 1 w 3"/>
                      <a:gd name="T3" fmla="*/ 1 h 6"/>
                      <a:gd name="T4" fmla="*/ 1 w 3"/>
                      <a:gd name="T5" fmla="*/ 1 h 6"/>
                      <a:gd name="T6" fmla="*/ 1 w 3"/>
                      <a:gd name="T7" fmla="*/ 0 h 6"/>
                      <a:gd name="T8" fmla="*/ 0 w 3"/>
                      <a:gd name="T9" fmla="*/ 1 h 6"/>
                      <a:gd name="T10" fmla="*/ 0 w 3"/>
                      <a:gd name="T11" fmla="*/ 1 h 6"/>
                      <a:gd name="T12" fmla="*/ 1 w 3"/>
                      <a:gd name="T13" fmla="*/ 1 h 6"/>
                      <a:gd name="T14" fmla="*/ 1 w 3"/>
                      <a:gd name="T15" fmla="*/ 1 h 6"/>
                      <a:gd name="T16" fmla="*/ 1 w 3"/>
                      <a:gd name="T17" fmla="*/ 1 h 6"/>
                      <a:gd name="T18" fmla="*/ 1 w 3"/>
                      <a:gd name="T19" fmla="*/ 1 h 6"/>
                      <a:gd name="T20" fmla="*/ 1 w 3"/>
                      <a:gd name="T21" fmla="*/ 1 h 6"/>
                      <a:gd name="T22" fmla="*/ 1 w 3"/>
                      <a:gd name="T23" fmla="*/ 1 h 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
                      <a:gd name="T37" fmla="*/ 0 h 6"/>
                      <a:gd name="T38" fmla="*/ 3 w 3"/>
                      <a:gd name="T39" fmla="*/ 6 h 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 h="6">
                        <a:moveTo>
                          <a:pt x="3" y="6"/>
                        </a:moveTo>
                        <a:lnTo>
                          <a:pt x="3" y="3"/>
                        </a:lnTo>
                        <a:lnTo>
                          <a:pt x="2" y="1"/>
                        </a:lnTo>
                        <a:lnTo>
                          <a:pt x="2" y="0"/>
                        </a:lnTo>
                        <a:lnTo>
                          <a:pt x="0" y="1"/>
                        </a:lnTo>
                        <a:lnTo>
                          <a:pt x="0" y="3"/>
                        </a:lnTo>
                        <a:lnTo>
                          <a:pt x="1" y="3"/>
                        </a:lnTo>
                        <a:lnTo>
                          <a:pt x="1" y="5"/>
                        </a:lnTo>
                        <a:lnTo>
                          <a:pt x="2" y="4"/>
                        </a:lnTo>
                        <a:lnTo>
                          <a:pt x="3" y="6"/>
                        </a:lnTo>
                        <a:lnTo>
                          <a:pt x="3" y="5"/>
                        </a:lnTo>
                        <a:lnTo>
                          <a:pt x="3"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2" name="Freeform 967"/>
                  <p:cNvSpPr>
                    <a:spLocks/>
                  </p:cNvSpPr>
                  <p:nvPr/>
                </p:nvSpPr>
                <p:spPr bwMode="auto">
                  <a:xfrm>
                    <a:off x="4568" y="3585"/>
                    <a:ext cx="5" cy="3"/>
                  </a:xfrm>
                  <a:custGeom>
                    <a:avLst/>
                    <a:gdLst>
                      <a:gd name="T0" fmla="*/ 0 w 8"/>
                      <a:gd name="T1" fmla="*/ 1 h 5"/>
                      <a:gd name="T2" fmla="*/ 1 w 8"/>
                      <a:gd name="T3" fmla="*/ 1 h 5"/>
                      <a:gd name="T4" fmla="*/ 1 w 8"/>
                      <a:gd name="T5" fmla="*/ 1 h 5"/>
                      <a:gd name="T6" fmla="*/ 1 w 8"/>
                      <a:gd name="T7" fmla="*/ 1 h 5"/>
                      <a:gd name="T8" fmla="*/ 1 w 8"/>
                      <a:gd name="T9" fmla="*/ 1 h 5"/>
                      <a:gd name="T10" fmla="*/ 1 w 8"/>
                      <a:gd name="T11" fmla="*/ 0 h 5"/>
                      <a:gd name="T12" fmla="*/ 1 w 8"/>
                      <a:gd name="T13" fmla="*/ 1 h 5"/>
                      <a:gd name="T14" fmla="*/ 1 w 8"/>
                      <a:gd name="T15" fmla="*/ 1 h 5"/>
                      <a:gd name="T16" fmla="*/ 1 w 8"/>
                      <a:gd name="T17" fmla="*/ 1 h 5"/>
                      <a:gd name="T18" fmla="*/ 0 w 8"/>
                      <a:gd name="T19" fmla="*/ 1 h 5"/>
                      <a:gd name="T20" fmla="*/ 1 w 8"/>
                      <a:gd name="T21" fmla="*/ 1 h 5"/>
                      <a:gd name="T22" fmla="*/ 0 w 8"/>
                      <a:gd name="T23" fmla="*/ 1 h 5"/>
                      <a:gd name="T24" fmla="*/ 0 w 8"/>
                      <a:gd name="T25" fmla="*/ 1 h 5"/>
                      <a:gd name="T26" fmla="*/ 1 w 8"/>
                      <a:gd name="T27" fmla="*/ 1 h 5"/>
                      <a:gd name="T28" fmla="*/ 0 w 8"/>
                      <a:gd name="T29" fmla="*/ 1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
                      <a:gd name="T46" fmla="*/ 0 h 5"/>
                      <a:gd name="T47" fmla="*/ 8 w 8"/>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 h="5">
                        <a:moveTo>
                          <a:pt x="0" y="4"/>
                        </a:moveTo>
                        <a:lnTo>
                          <a:pt x="1" y="5"/>
                        </a:lnTo>
                        <a:lnTo>
                          <a:pt x="1" y="4"/>
                        </a:lnTo>
                        <a:lnTo>
                          <a:pt x="7" y="4"/>
                        </a:lnTo>
                        <a:lnTo>
                          <a:pt x="8" y="2"/>
                        </a:lnTo>
                        <a:lnTo>
                          <a:pt x="7" y="0"/>
                        </a:lnTo>
                        <a:lnTo>
                          <a:pt x="6" y="1"/>
                        </a:lnTo>
                        <a:lnTo>
                          <a:pt x="3" y="1"/>
                        </a:lnTo>
                        <a:lnTo>
                          <a:pt x="2" y="2"/>
                        </a:lnTo>
                        <a:lnTo>
                          <a:pt x="0" y="2"/>
                        </a:lnTo>
                        <a:lnTo>
                          <a:pt x="1" y="2"/>
                        </a:lnTo>
                        <a:lnTo>
                          <a:pt x="0" y="4"/>
                        </a:lnTo>
                        <a:lnTo>
                          <a:pt x="0" y="5"/>
                        </a:lnTo>
                        <a:lnTo>
                          <a:pt x="1" y="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3" name="Freeform 968"/>
                  <p:cNvSpPr>
                    <a:spLocks/>
                  </p:cNvSpPr>
                  <p:nvPr/>
                </p:nvSpPr>
                <p:spPr bwMode="auto">
                  <a:xfrm>
                    <a:off x="4563" y="3581"/>
                    <a:ext cx="6" cy="6"/>
                  </a:xfrm>
                  <a:custGeom>
                    <a:avLst/>
                    <a:gdLst>
                      <a:gd name="T0" fmla="*/ 1 w 12"/>
                      <a:gd name="T1" fmla="*/ 0 h 13"/>
                      <a:gd name="T2" fmla="*/ 1 w 12"/>
                      <a:gd name="T3" fmla="*/ 0 h 13"/>
                      <a:gd name="T4" fmla="*/ 1 w 12"/>
                      <a:gd name="T5" fmla="*/ 0 h 13"/>
                      <a:gd name="T6" fmla="*/ 1 w 12"/>
                      <a:gd name="T7" fmla="*/ 0 h 13"/>
                      <a:gd name="T8" fmla="*/ 1 w 12"/>
                      <a:gd name="T9" fmla="*/ 0 h 13"/>
                      <a:gd name="T10" fmla="*/ 1 w 12"/>
                      <a:gd name="T11" fmla="*/ 0 h 13"/>
                      <a:gd name="T12" fmla="*/ 1 w 12"/>
                      <a:gd name="T13" fmla="*/ 0 h 13"/>
                      <a:gd name="T14" fmla="*/ 1 w 12"/>
                      <a:gd name="T15" fmla="*/ 0 h 13"/>
                      <a:gd name="T16" fmla="*/ 1 w 12"/>
                      <a:gd name="T17" fmla="*/ 0 h 13"/>
                      <a:gd name="T18" fmla="*/ 1 w 12"/>
                      <a:gd name="T19" fmla="*/ 0 h 13"/>
                      <a:gd name="T20" fmla="*/ 1 w 12"/>
                      <a:gd name="T21" fmla="*/ 0 h 13"/>
                      <a:gd name="T22" fmla="*/ 1 w 12"/>
                      <a:gd name="T23" fmla="*/ 0 h 13"/>
                      <a:gd name="T24" fmla="*/ 1 w 12"/>
                      <a:gd name="T25" fmla="*/ 0 h 13"/>
                      <a:gd name="T26" fmla="*/ 1 w 12"/>
                      <a:gd name="T27" fmla="*/ 0 h 13"/>
                      <a:gd name="T28" fmla="*/ 0 w 12"/>
                      <a:gd name="T29" fmla="*/ 0 h 13"/>
                      <a:gd name="T30" fmla="*/ 1 w 12"/>
                      <a:gd name="T31" fmla="*/ 0 h 13"/>
                      <a:gd name="T32" fmla="*/ 1 w 12"/>
                      <a:gd name="T33" fmla="*/ 0 h 1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
                      <a:gd name="T52" fmla="*/ 0 h 13"/>
                      <a:gd name="T53" fmla="*/ 12 w 12"/>
                      <a:gd name="T54" fmla="*/ 13 h 1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 h="13">
                        <a:moveTo>
                          <a:pt x="2" y="0"/>
                        </a:moveTo>
                        <a:lnTo>
                          <a:pt x="1" y="3"/>
                        </a:lnTo>
                        <a:lnTo>
                          <a:pt x="1" y="4"/>
                        </a:lnTo>
                        <a:lnTo>
                          <a:pt x="5" y="8"/>
                        </a:lnTo>
                        <a:lnTo>
                          <a:pt x="6" y="10"/>
                        </a:lnTo>
                        <a:lnTo>
                          <a:pt x="8" y="13"/>
                        </a:lnTo>
                        <a:lnTo>
                          <a:pt x="11" y="13"/>
                        </a:lnTo>
                        <a:lnTo>
                          <a:pt x="12" y="11"/>
                        </a:lnTo>
                        <a:lnTo>
                          <a:pt x="11" y="10"/>
                        </a:lnTo>
                        <a:lnTo>
                          <a:pt x="8" y="9"/>
                        </a:lnTo>
                        <a:lnTo>
                          <a:pt x="8" y="8"/>
                        </a:lnTo>
                        <a:lnTo>
                          <a:pt x="2" y="2"/>
                        </a:lnTo>
                        <a:lnTo>
                          <a:pt x="2" y="3"/>
                        </a:lnTo>
                        <a:lnTo>
                          <a:pt x="2" y="0"/>
                        </a:lnTo>
                        <a:lnTo>
                          <a:pt x="0" y="0"/>
                        </a:lnTo>
                        <a:lnTo>
                          <a:pt x="1" y="3"/>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4" name="Freeform 969"/>
                  <p:cNvSpPr>
                    <a:spLocks/>
                  </p:cNvSpPr>
                  <p:nvPr/>
                </p:nvSpPr>
                <p:spPr bwMode="auto">
                  <a:xfrm>
                    <a:off x="4564" y="3581"/>
                    <a:ext cx="8" cy="3"/>
                  </a:xfrm>
                  <a:custGeom>
                    <a:avLst/>
                    <a:gdLst>
                      <a:gd name="T0" fmla="*/ 1 w 16"/>
                      <a:gd name="T1" fmla="*/ 0 h 7"/>
                      <a:gd name="T2" fmla="*/ 1 w 16"/>
                      <a:gd name="T3" fmla="*/ 0 h 7"/>
                      <a:gd name="T4" fmla="*/ 1 w 16"/>
                      <a:gd name="T5" fmla="*/ 0 h 7"/>
                      <a:gd name="T6" fmla="*/ 1 w 16"/>
                      <a:gd name="T7" fmla="*/ 0 h 7"/>
                      <a:gd name="T8" fmla="*/ 1 w 16"/>
                      <a:gd name="T9" fmla="*/ 0 h 7"/>
                      <a:gd name="T10" fmla="*/ 1 w 16"/>
                      <a:gd name="T11" fmla="*/ 0 h 7"/>
                      <a:gd name="T12" fmla="*/ 1 w 16"/>
                      <a:gd name="T13" fmla="*/ 0 h 7"/>
                      <a:gd name="T14" fmla="*/ 0 w 16"/>
                      <a:gd name="T15" fmla="*/ 0 h 7"/>
                      <a:gd name="T16" fmla="*/ 0 w 16"/>
                      <a:gd name="T17" fmla="*/ 0 h 7"/>
                      <a:gd name="T18" fmla="*/ 1 w 16"/>
                      <a:gd name="T19" fmla="*/ 0 h 7"/>
                      <a:gd name="T20" fmla="*/ 1 w 16"/>
                      <a:gd name="T21" fmla="*/ 0 h 7"/>
                      <a:gd name="T22" fmla="*/ 1 w 16"/>
                      <a:gd name="T23" fmla="*/ 0 h 7"/>
                      <a:gd name="T24" fmla="*/ 1 w 16"/>
                      <a:gd name="T25" fmla="*/ 0 h 7"/>
                      <a:gd name="T26" fmla="*/ 1 w 16"/>
                      <a:gd name="T27" fmla="*/ 0 h 7"/>
                      <a:gd name="T28" fmla="*/ 1 w 16"/>
                      <a:gd name="T29" fmla="*/ 0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
                      <a:gd name="T46" fmla="*/ 0 h 7"/>
                      <a:gd name="T47" fmla="*/ 16 w 16"/>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 h="7">
                        <a:moveTo>
                          <a:pt x="16" y="6"/>
                        </a:moveTo>
                        <a:lnTo>
                          <a:pt x="16" y="7"/>
                        </a:lnTo>
                        <a:lnTo>
                          <a:pt x="15" y="4"/>
                        </a:lnTo>
                        <a:lnTo>
                          <a:pt x="12" y="1"/>
                        </a:lnTo>
                        <a:lnTo>
                          <a:pt x="10" y="0"/>
                        </a:lnTo>
                        <a:lnTo>
                          <a:pt x="8" y="0"/>
                        </a:lnTo>
                        <a:lnTo>
                          <a:pt x="5" y="1"/>
                        </a:lnTo>
                        <a:lnTo>
                          <a:pt x="0" y="1"/>
                        </a:lnTo>
                        <a:lnTo>
                          <a:pt x="0" y="4"/>
                        </a:lnTo>
                        <a:lnTo>
                          <a:pt x="8" y="4"/>
                        </a:lnTo>
                        <a:lnTo>
                          <a:pt x="10" y="3"/>
                        </a:lnTo>
                        <a:lnTo>
                          <a:pt x="11" y="4"/>
                        </a:lnTo>
                        <a:lnTo>
                          <a:pt x="14" y="5"/>
                        </a:lnTo>
                        <a:lnTo>
                          <a:pt x="14" y="7"/>
                        </a:lnTo>
                        <a:lnTo>
                          <a:pt x="1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5" name="Freeform 970"/>
                  <p:cNvSpPr>
                    <a:spLocks/>
                  </p:cNvSpPr>
                  <p:nvPr/>
                </p:nvSpPr>
                <p:spPr bwMode="auto">
                  <a:xfrm>
                    <a:off x="4416" y="3582"/>
                    <a:ext cx="8" cy="7"/>
                  </a:xfrm>
                  <a:custGeom>
                    <a:avLst/>
                    <a:gdLst>
                      <a:gd name="T0" fmla="*/ 1 w 16"/>
                      <a:gd name="T1" fmla="*/ 1 h 13"/>
                      <a:gd name="T2" fmla="*/ 1 w 16"/>
                      <a:gd name="T3" fmla="*/ 1 h 13"/>
                      <a:gd name="T4" fmla="*/ 1 w 16"/>
                      <a:gd name="T5" fmla="*/ 1 h 13"/>
                      <a:gd name="T6" fmla="*/ 1 w 16"/>
                      <a:gd name="T7" fmla="*/ 1 h 13"/>
                      <a:gd name="T8" fmla="*/ 1 w 16"/>
                      <a:gd name="T9" fmla="*/ 1 h 13"/>
                      <a:gd name="T10" fmla="*/ 1 w 16"/>
                      <a:gd name="T11" fmla="*/ 1 h 13"/>
                      <a:gd name="T12" fmla="*/ 1 w 16"/>
                      <a:gd name="T13" fmla="*/ 1 h 13"/>
                      <a:gd name="T14" fmla="*/ 1 w 16"/>
                      <a:gd name="T15" fmla="*/ 1 h 13"/>
                      <a:gd name="T16" fmla="*/ 1 w 16"/>
                      <a:gd name="T17" fmla="*/ 1 h 13"/>
                      <a:gd name="T18" fmla="*/ 1 w 16"/>
                      <a:gd name="T19" fmla="*/ 1 h 13"/>
                      <a:gd name="T20" fmla="*/ 1 w 16"/>
                      <a:gd name="T21" fmla="*/ 1 h 13"/>
                      <a:gd name="T22" fmla="*/ 1 w 16"/>
                      <a:gd name="T23" fmla="*/ 1 h 13"/>
                      <a:gd name="T24" fmla="*/ 0 w 16"/>
                      <a:gd name="T25" fmla="*/ 1 h 13"/>
                      <a:gd name="T26" fmla="*/ 0 w 16"/>
                      <a:gd name="T27" fmla="*/ 1 h 13"/>
                      <a:gd name="T28" fmla="*/ 1 w 16"/>
                      <a:gd name="T29" fmla="*/ 1 h 13"/>
                      <a:gd name="T30" fmla="*/ 1 w 16"/>
                      <a:gd name="T31" fmla="*/ 0 h 13"/>
                      <a:gd name="T32" fmla="*/ 1 w 16"/>
                      <a:gd name="T33" fmla="*/ 0 h 13"/>
                      <a:gd name="T34" fmla="*/ 1 w 16"/>
                      <a:gd name="T35" fmla="*/ 1 h 13"/>
                      <a:gd name="T36" fmla="*/ 1 w 16"/>
                      <a:gd name="T37" fmla="*/ 1 h 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13"/>
                      <a:gd name="T59" fmla="*/ 16 w 16"/>
                      <a:gd name="T60" fmla="*/ 13 h 1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13">
                        <a:moveTo>
                          <a:pt x="16" y="3"/>
                        </a:moveTo>
                        <a:lnTo>
                          <a:pt x="15" y="7"/>
                        </a:lnTo>
                        <a:lnTo>
                          <a:pt x="15" y="10"/>
                        </a:lnTo>
                        <a:lnTo>
                          <a:pt x="14" y="11"/>
                        </a:lnTo>
                        <a:lnTo>
                          <a:pt x="11" y="12"/>
                        </a:lnTo>
                        <a:lnTo>
                          <a:pt x="10" y="13"/>
                        </a:lnTo>
                        <a:lnTo>
                          <a:pt x="8" y="13"/>
                        </a:lnTo>
                        <a:lnTo>
                          <a:pt x="8" y="12"/>
                        </a:lnTo>
                        <a:lnTo>
                          <a:pt x="5" y="12"/>
                        </a:lnTo>
                        <a:lnTo>
                          <a:pt x="4" y="11"/>
                        </a:lnTo>
                        <a:lnTo>
                          <a:pt x="3" y="11"/>
                        </a:lnTo>
                        <a:lnTo>
                          <a:pt x="1" y="10"/>
                        </a:lnTo>
                        <a:lnTo>
                          <a:pt x="0" y="7"/>
                        </a:lnTo>
                        <a:lnTo>
                          <a:pt x="0" y="3"/>
                        </a:lnTo>
                        <a:lnTo>
                          <a:pt x="3" y="1"/>
                        </a:lnTo>
                        <a:lnTo>
                          <a:pt x="5" y="0"/>
                        </a:lnTo>
                        <a:lnTo>
                          <a:pt x="11" y="0"/>
                        </a:lnTo>
                        <a:lnTo>
                          <a:pt x="14" y="2"/>
                        </a:lnTo>
                        <a:lnTo>
                          <a:pt x="1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6" name="Freeform 971"/>
                  <p:cNvSpPr>
                    <a:spLocks/>
                  </p:cNvSpPr>
                  <p:nvPr/>
                </p:nvSpPr>
                <p:spPr bwMode="auto">
                  <a:xfrm>
                    <a:off x="4421" y="3584"/>
                    <a:ext cx="3" cy="5"/>
                  </a:xfrm>
                  <a:custGeom>
                    <a:avLst/>
                    <a:gdLst>
                      <a:gd name="T0" fmla="*/ 0 w 6"/>
                      <a:gd name="T1" fmla="*/ 1 h 10"/>
                      <a:gd name="T2" fmla="*/ 1 w 6"/>
                      <a:gd name="T3" fmla="*/ 1 h 10"/>
                      <a:gd name="T4" fmla="*/ 1 w 6"/>
                      <a:gd name="T5" fmla="*/ 1 h 10"/>
                      <a:gd name="T6" fmla="*/ 1 w 6"/>
                      <a:gd name="T7" fmla="*/ 1 h 10"/>
                      <a:gd name="T8" fmla="*/ 1 w 6"/>
                      <a:gd name="T9" fmla="*/ 1 h 10"/>
                      <a:gd name="T10" fmla="*/ 1 w 6"/>
                      <a:gd name="T11" fmla="*/ 0 h 10"/>
                      <a:gd name="T12" fmla="*/ 1 w 6"/>
                      <a:gd name="T13" fmla="*/ 1 h 10"/>
                      <a:gd name="T14" fmla="*/ 1 w 6"/>
                      <a:gd name="T15" fmla="*/ 1 h 10"/>
                      <a:gd name="T16" fmla="*/ 0 w 6"/>
                      <a:gd name="T17" fmla="*/ 1 h 10"/>
                      <a:gd name="T18" fmla="*/ 0 w 6"/>
                      <a:gd name="T19" fmla="*/ 1 h 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10"/>
                      <a:gd name="T32" fmla="*/ 6 w 6"/>
                      <a:gd name="T33" fmla="*/ 10 h 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10">
                        <a:moveTo>
                          <a:pt x="0" y="10"/>
                        </a:moveTo>
                        <a:lnTo>
                          <a:pt x="4" y="9"/>
                        </a:lnTo>
                        <a:lnTo>
                          <a:pt x="5" y="7"/>
                        </a:lnTo>
                        <a:lnTo>
                          <a:pt x="5" y="4"/>
                        </a:lnTo>
                        <a:lnTo>
                          <a:pt x="6" y="2"/>
                        </a:lnTo>
                        <a:lnTo>
                          <a:pt x="4" y="0"/>
                        </a:lnTo>
                        <a:lnTo>
                          <a:pt x="3" y="3"/>
                        </a:lnTo>
                        <a:lnTo>
                          <a:pt x="3" y="5"/>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7" name="Freeform 972"/>
                  <p:cNvSpPr>
                    <a:spLocks/>
                  </p:cNvSpPr>
                  <p:nvPr/>
                </p:nvSpPr>
                <p:spPr bwMode="auto">
                  <a:xfrm>
                    <a:off x="4416" y="3587"/>
                    <a:ext cx="5" cy="3"/>
                  </a:xfrm>
                  <a:custGeom>
                    <a:avLst/>
                    <a:gdLst>
                      <a:gd name="T0" fmla="*/ 0 w 10"/>
                      <a:gd name="T1" fmla="*/ 1 h 5"/>
                      <a:gd name="T2" fmla="*/ 1 w 10"/>
                      <a:gd name="T3" fmla="*/ 1 h 5"/>
                      <a:gd name="T4" fmla="*/ 1 w 10"/>
                      <a:gd name="T5" fmla="*/ 1 h 5"/>
                      <a:gd name="T6" fmla="*/ 1 w 10"/>
                      <a:gd name="T7" fmla="*/ 1 h 5"/>
                      <a:gd name="T8" fmla="*/ 1 w 10"/>
                      <a:gd name="T9" fmla="*/ 1 h 5"/>
                      <a:gd name="T10" fmla="*/ 1 w 10"/>
                      <a:gd name="T11" fmla="*/ 1 h 5"/>
                      <a:gd name="T12" fmla="*/ 1 w 10"/>
                      <a:gd name="T13" fmla="*/ 1 h 5"/>
                      <a:gd name="T14" fmla="*/ 1 w 10"/>
                      <a:gd name="T15" fmla="*/ 1 h 5"/>
                      <a:gd name="T16" fmla="*/ 1 w 10"/>
                      <a:gd name="T17" fmla="*/ 1 h 5"/>
                      <a:gd name="T18" fmla="*/ 1 w 10"/>
                      <a:gd name="T19" fmla="*/ 1 h 5"/>
                      <a:gd name="T20" fmla="*/ 1 w 10"/>
                      <a:gd name="T21" fmla="*/ 1 h 5"/>
                      <a:gd name="T22" fmla="*/ 1 w 10"/>
                      <a:gd name="T23" fmla="*/ 1 h 5"/>
                      <a:gd name="T24" fmla="*/ 1 w 10"/>
                      <a:gd name="T25" fmla="*/ 0 h 5"/>
                      <a:gd name="T26" fmla="*/ 0 w 10"/>
                      <a:gd name="T27" fmla="*/ 1 h 5"/>
                      <a:gd name="T28" fmla="*/ 1 w 10"/>
                      <a:gd name="T29" fmla="*/ 1 h 5"/>
                      <a:gd name="T30" fmla="*/ 0 w 10"/>
                      <a:gd name="T31" fmla="*/ 1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
                      <a:gd name="T49" fmla="*/ 0 h 5"/>
                      <a:gd name="T50" fmla="*/ 10 w 10"/>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 h="5">
                        <a:moveTo>
                          <a:pt x="0" y="2"/>
                        </a:moveTo>
                        <a:lnTo>
                          <a:pt x="3" y="2"/>
                        </a:lnTo>
                        <a:lnTo>
                          <a:pt x="4" y="3"/>
                        </a:lnTo>
                        <a:lnTo>
                          <a:pt x="5" y="3"/>
                        </a:lnTo>
                        <a:lnTo>
                          <a:pt x="7" y="5"/>
                        </a:lnTo>
                        <a:lnTo>
                          <a:pt x="9" y="5"/>
                        </a:lnTo>
                        <a:lnTo>
                          <a:pt x="10" y="3"/>
                        </a:lnTo>
                        <a:lnTo>
                          <a:pt x="10" y="1"/>
                        </a:lnTo>
                        <a:lnTo>
                          <a:pt x="9" y="2"/>
                        </a:lnTo>
                        <a:lnTo>
                          <a:pt x="8" y="2"/>
                        </a:lnTo>
                        <a:lnTo>
                          <a:pt x="7" y="1"/>
                        </a:lnTo>
                        <a:lnTo>
                          <a:pt x="4" y="1"/>
                        </a:lnTo>
                        <a:lnTo>
                          <a:pt x="3" y="0"/>
                        </a:lnTo>
                        <a:lnTo>
                          <a:pt x="0" y="2"/>
                        </a:lnTo>
                        <a:lnTo>
                          <a:pt x="2" y="2"/>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8" name="Freeform 973"/>
                  <p:cNvSpPr>
                    <a:spLocks/>
                  </p:cNvSpPr>
                  <p:nvPr/>
                </p:nvSpPr>
                <p:spPr bwMode="auto">
                  <a:xfrm>
                    <a:off x="4415" y="3584"/>
                    <a:ext cx="2" cy="5"/>
                  </a:xfrm>
                  <a:custGeom>
                    <a:avLst/>
                    <a:gdLst>
                      <a:gd name="T0" fmla="*/ 0 w 5"/>
                      <a:gd name="T1" fmla="*/ 0 h 10"/>
                      <a:gd name="T2" fmla="*/ 0 w 5"/>
                      <a:gd name="T3" fmla="*/ 0 h 10"/>
                      <a:gd name="T4" fmla="*/ 0 w 5"/>
                      <a:gd name="T5" fmla="*/ 1 h 10"/>
                      <a:gd name="T6" fmla="*/ 0 w 5"/>
                      <a:gd name="T7" fmla="*/ 1 h 10"/>
                      <a:gd name="T8" fmla="*/ 0 w 5"/>
                      <a:gd name="T9" fmla="*/ 1 h 10"/>
                      <a:gd name="T10" fmla="*/ 0 w 5"/>
                      <a:gd name="T11" fmla="*/ 1 h 10"/>
                      <a:gd name="T12" fmla="*/ 0 w 5"/>
                      <a:gd name="T13" fmla="*/ 1 h 10"/>
                      <a:gd name="T14" fmla="*/ 0 w 5"/>
                      <a:gd name="T15" fmla="*/ 1 h 10"/>
                      <a:gd name="T16" fmla="*/ 0 w 5"/>
                      <a:gd name="T17" fmla="*/ 0 h 1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
                      <a:gd name="T28" fmla="*/ 0 h 10"/>
                      <a:gd name="T29" fmla="*/ 5 w 5"/>
                      <a:gd name="T30" fmla="*/ 10 h 1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 h="10">
                        <a:moveTo>
                          <a:pt x="1" y="0"/>
                        </a:moveTo>
                        <a:lnTo>
                          <a:pt x="0" y="0"/>
                        </a:lnTo>
                        <a:lnTo>
                          <a:pt x="0" y="5"/>
                        </a:lnTo>
                        <a:lnTo>
                          <a:pt x="1" y="8"/>
                        </a:lnTo>
                        <a:lnTo>
                          <a:pt x="2" y="10"/>
                        </a:lnTo>
                        <a:lnTo>
                          <a:pt x="5" y="8"/>
                        </a:lnTo>
                        <a:lnTo>
                          <a:pt x="2" y="5"/>
                        </a:lnTo>
                        <a:lnTo>
                          <a:pt x="2"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29" name="Freeform 974"/>
                  <p:cNvSpPr>
                    <a:spLocks/>
                  </p:cNvSpPr>
                  <p:nvPr/>
                </p:nvSpPr>
                <p:spPr bwMode="auto">
                  <a:xfrm>
                    <a:off x="4416" y="3582"/>
                    <a:ext cx="8" cy="3"/>
                  </a:xfrm>
                  <a:custGeom>
                    <a:avLst/>
                    <a:gdLst>
                      <a:gd name="T0" fmla="*/ 0 w 17"/>
                      <a:gd name="T1" fmla="*/ 1 h 6"/>
                      <a:gd name="T2" fmla="*/ 0 w 17"/>
                      <a:gd name="T3" fmla="*/ 1 h 6"/>
                      <a:gd name="T4" fmla="*/ 0 w 17"/>
                      <a:gd name="T5" fmla="*/ 1 h 6"/>
                      <a:gd name="T6" fmla="*/ 0 w 17"/>
                      <a:gd name="T7" fmla="*/ 1 h 6"/>
                      <a:gd name="T8" fmla="*/ 0 w 17"/>
                      <a:gd name="T9" fmla="*/ 0 h 6"/>
                      <a:gd name="T10" fmla="*/ 0 w 17"/>
                      <a:gd name="T11" fmla="*/ 0 h 6"/>
                      <a:gd name="T12" fmla="*/ 0 w 17"/>
                      <a:gd name="T13" fmla="*/ 1 h 6"/>
                      <a:gd name="T14" fmla="*/ 0 w 17"/>
                      <a:gd name="T15" fmla="*/ 1 h 6"/>
                      <a:gd name="T16" fmla="*/ 0 w 17"/>
                      <a:gd name="T17" fmla="*/ 1 h 6"/>
                      <a:gd name="T18" fmla="*/ 0 w 17"/>
                      <a:gd name="T19" fmla="*/ 1 h 6"/>
                      <a:gd name="T20" fmla="*/ 0 w 17"/>
                      <a:gd name="T21" fmla="*/ 1 h 6"/>
                      <a:gd name="T22" fmla="*/ 0 w 17"/>
                      <a:gd name="T23" fmla="*/ 1 h 6"/>
                      <a:gd name="T24" fmla="*/ 0 w 17"/>
                      <a:gd name="T25" fmla="*/ 1 h 6"/>
                      <a:gd name="T26" fmla="*/ 0 w 17"/>
                      <a:gd name="T27" fmla="*/ 1 h 6"/>
                      <a:gd name="T28" fmla="*/ 0 w 17"/>
                      <a:gd name="T29" fmla="*/ 1 h 6"/>
                      <a:gd name="T30" fmla="*/ 0 w 17"/>
                      <a:gd name="T31" fmla="*/ 1 h 6"/>
                      <a:gd name="T32" fmla="*/ 0 w 17"/>
                      <a:gd name="T33" fmla="*/ 1 h 6"/>
                      <a:gd name="T34" fmla="*/ 0 w 17"/>
                      <a:gd name="T35" fmla="*/ 1 h 6"/>
                      <a:gd name="T36" fmla="*/ 0 w 17"/>
                      <a:gd name="T37" fmla="*/ 1 h 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
                      <a:gd name="T59" fmla="*/ 17 w 17"/>
                      <a:gd name="T60" fmla="*/ 6 h 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
                        <a:moveTo>
                          <a:pt x="17" y="6"/>
                        </a:moveTo>
                        <a:lnTo>
                          <a:pt x="17" y="4"/>
                        </a:lnTo>
                        <a:lnTo>
                          <a:pt x="15" y="2"/>
                        </a:lnTo>
                        <a:lnTo>
                          <a:pt x="13" y="1"/>
                        </a:lnTo>
                        <a:lnTo>
                          <a:pt x="11" y="0"/>
                        </a:lnTo>
                        <a:lnTo>
                          <a:pt x="4" y="0"/>
                        </a:lnTo>
                        <a:lnTo>
                          <a:pt x="1" y="1"/>
                        </a:lnTo>
                        <a:lnTo>
                          <a:pt x="0" y="3"/>
                        </a:lnTo>
                        <a:lnTo>
                          <a:pt x="1" y="4"/>
                        </a:lnTo>
                        <a:lnTo>
                          <a:pt x="4" y="3"/>
                        </a:lnTo>
                        <a:lnTo>
                          <a:pt x="5" y="2"/>
                        </a:lnTo>
                        <a:lnTo>
                          <a:pt x="10" y="2"/>
                        </a:lnTo>
                        <a:lnTo>
                          <a:pt x="11" y="3"/>
                        </a:lnTo>
                        <a:lnTo>
                          <a:pt x="14" y="4"/>
                        </a:lnTo>
                        <a:lnTo>
                          <a:pt x="15" y="6"/>
                        </a:lnTo>
                        <a:lnTo>
                          <a:pt x="15" y="4"/>
                        </a:lnTo>
                        <a:lnTo>
                          <a:pt x="17" y="6"/>
                        </a:lnTo>
                        <a:lnTo>
                          <a:pt x="17" y="4"/>
                        </a:lnTo>
                        <a:lnTo>
                          <a:pt x="17"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0" name="Freeform 975"/>
                  <p:cNvSpPr>
                    <a:spLocks/>
                  </p:cNvSpPr>
                  <p:nvPr/>
                </p:nvSpPr>
                <p:spPr bwMode="auto">
                  <a:xfrm>
                    <a:off x="4383" y="3583"/>
                    <a:ext cx="6" cy="12"/>
                  </a:xfrm>
                  <a:custGeom>
                    <a:avLst/>
                    <a:gdLst>
                      <a:gd name="T0" fmla="*/ 1 w 11"/>
                      <a:gd name="T1" fmla="*/ 0 h 25"/>
                      <a:gd name="T2" fmla="*/ 1 w 11"/>
                      <a:gd name="T3" fmla="*/ 0 h 25"/>
                      <a:gd name="T4" fmla="*/ 1 w 11"/>
                      <a:gd name="T5" fmla="*/ 0 h 25"/>
                      <a:gd name="T6" fmla="*/ 1 w 11"/>
                      <a:gd name="T7" fmla="*/ 0 h 25"/>
                      <a:gd name="T8" fmla="*/ 1 w 11"/>
                      <a:gd name="T9" fmla="*/ 0 h 25"/>
                      <a:gd name="T10" fmla="*/ 1 w 11"/>
                      <a:gd name="T11" fmla="*/ 0 h 25"/>
                      <a:gd name="T12" fmla="*/ 1 w 11"/>
                      <a:gd name="T13" fmla="*/ 0 h 25"/>
                      <a:gd name="T14" fmla="*/ 1 w 11"/>
                      <a:gd name="T15" fmla="*/ 0 h 25"/>
                      <a:gd name="T16" fmla="*/ 1 w 11"/>
                      <a:gd name="T17" fmla="*/ 0 h 25"/>
                      <a:gd name="T18" fmla="*/ 1 w 11"/>
                      <a:gd name="T19" fmla="*/ 0 h 25"/>
                      <a:gd name="T20" fmla="*/ 0 w 11"/>
                      <a:gd name="T21" fmla="*/ 0 h 25"/>
                      <a:gd name="T22" fmla="*/ 0 w 11"/>
                      <a:gd name="T23" fmla="*/ 0 h 25"/>
                      <a:gd name="T24" fmla="*/ 1 w 11"/>
                      <a:gd name="T25" fmla="*/ 0 h 25"/>
                      <a:gd name="T26" fmla="*/ 1 w 11"/>
                      <a:gd name="T27" fmla="*/ 0 h 25"/>
                      <a:gd name="T28" fmla="*/ 1 w 11"/>
                      <a:gd name="T29" fmla="*/ 0 h 25"/>
                      <a:gd name="T30" fmla="*/ 1 w 11"/>
                      <a:gd name="T31" fmla="*/ 0 h 25"/>
                      <a:gd name="T32" fmla="*/ 1 w 11"/>
                      <a:gd name="T33" fmla="*/ 0 h 25"/>
                      <a:gd name="T34" fmla="*/ 1 w 11"/>
                      <a:gd name="T35" fmla="*/ 0 h 25"/>
                      <a:gd name="T36" fmla="*/ 1 w 11"/>
                      <a:gd name="T37" fmla="*/ 0 h 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
                      <a:gd name="T58" fmla="*/ 0 h 25"/>
                      <a:gd name="T59" fmla="*/ 11 w 11"/>
                      <a:gd name="T60" fmla="*/ 25 h 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 h="25">
                        <a:moveTo>
                          <a:pt x="10" y="5"/>
                        </a:moveTo>
                        <a:lnTo>
                          <a:pt x="10" y="7"/>
                        </a:lnTo>
                        <a:lnTo>
                          <a:pt x="11" y="10"/>
                        </a:lnTo>
                        <a:lnTo>
                          <a:pt x="11" y="20"/>
                        </a:lnTo>
                        <a:lnTo>
                          <a:pt x="10" y="22"/>
                        </a:lnTo>
                        <a:lnTo>
                          <a:pt x="9" y="23"/>
                        </a:lnTo>
                        <a:lnTo>
                          <a:pt x="6" y="25"/>
                        </a:lnTo>
                        <a:lnTo>
                          <a:pt x="5" y="25"/>
                        </a:lnTo>
                        <a:lnTo>
                          <a:pt x="1" y="21"/>
                        </a:lnTo>
                        <a:lnTo>
                          <a:pt x="1" y="20"/>
                        </a:lnTo>
                        <a:lnTo>
                          <a:pt x="0" y="18"/>
                        </a:lnTo>
                        <a:lnTo>
                          <a:pt x="0" y="14"/>
                        </a:lnTo>
                        <a:lnTo>
                          <a:pt x="1" y="9"/>
                        </a:lnTo>
                        <a:lnTo>
                          <a:pt x="2" y="4"/>
                        </a:lnTo>
                        <a:lnTo>
                          <a:pt x="5" y="0"/>
                        </a:lnTo>
                        <a:lnTo>
                          <a:pt x="6" y="1"/>
                        </a:lnTo>
                        <a:lnTo>
                          <a:pt x="9" y="2"/>
                        </a:lnTo>
                        <a:lnTo>
                          <a:pt x="10" y="4"/>
                        </a:lnTo>
                        <a:lnTo>
                          <a:pt x="10" y="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1" name="Freeform 976"/>
                  <p:cNvSpPr>
                    <a:spLocks/>
                  </p:cNvSpPr>
                  <p:nvPr/>
                </p:nvSpPr>
                <p:spPr bwMode="auto">
                  <a:xfrm>
                    <a:off x="4386" y="3585"/>
                    <a:ext cx="3" cy="11"/>
                  </a:xfrm>
                  <a:custGeom>
                    <a:avLst/>
                    <a:gdLst>
                      <a:gd name="T0" fmla="*/ 0 w 6"/>
                      <a:gd name="T1" fmla="*/ 1 h 21"/>
                      <a:gd name="T2" fmla="*/ 1 w 6"/>
                      <a:gd name="T3" fmla="*/ 1 h 21"/>
                      <a:gd name="T4" fmla="*/ 1 w 6"/>
                      <a:gd name="T5" fmla="*/ 1 h 21"/>
                      <a:gd name="T6" fmla="*/ 1 w 6"/>
                      <a:gd name="T7" fmla="*/ 1 h 21"/>
                      <a:gd name="T8" fmla="*/ 1 w 6"/>
                      <a:gd name="T9" fmla="*/ 1 h 21"/>
                      <a:gd name="T10" fmla="*/ 1 w 6"/>
                      <a:gd name="T11" fmla="*/ 1 h 21"/>
                      <a:gd name="T12" fmla="*/ 1 w 6"/>
                      <a:gd name="T13" fmla="*/ 0 h 21"/>
                      <a:gd name="T14" fmla="*/ 1 w 6"/>
                      <a:gd name="T15" fmla="*/ 0 h 21"/>
                      <a:gd name="T16" fmla="*/ 1 w 6"/>
                      <a:gd name="T17" fmla="*/ 1 h 21"/>
                      <a:gd name="T18" fmla="*/ 1 w 6"/>
                      <a:gd name="T19" fmla="*/ 1 h 21"/>
                      <a:gd name="T20" fmla="*/ 1 w 6"/>
                      <a:gd name="T21" fmla="*/ 1 h 21"/>
                      <a:gd name="T22" fmla="*/ 1 w 6"/>
                      <a:gd name="T23" fmla="*/ 1 h 21"/>
                      <a:gd name="T24" fmla="*/ 1 w 6"/>
                      <a:gd name="T25" fmla="*/ 1 h 21"/>
                      <a:gd name="T26" fmla="*/ 0 w 6"/>
                      <a:gd name="T27" fmla="*/ 1 h 21"/>
                      <a:gd name="T28" fmla="*/ 0 w 6"/>
                      <a:gd name="T29" fmla="*/ 1 h 2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1"/>
                      <a:gd name="T47" fmla="*/ 6 w 6"/>
                      <a:gd name="T48" fmla="*/ 21 h 2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1">
                        <a:moveTo>
                          <a:pt x="0" y="21"/>
                        </a:moveTo>
                        <a:lnTo>
                          <a:pt x="4" y="20"/>
                        </a:lnTo>
                        <a:lnTo>
                          <a:pt x="5" y="17"/>
                        </a:lnTo>
                        <a:lnTo>
                          <a:pt x="6" y="15"/>
                        </a:lnTo>
                        <a:lnTo>
                          <a:pt x="6" y="5"/>
                        </a:lnTo>
                        <a:lnTo>
                          <a:pt x="5" y="2"/>
                        </a:lnTo>
                        <a:lnTo>
                          <a:pt x="5" y="0"/>
                        </a:lnTo>
                        <a:lnTo>
                          <a:pt x="3" y="0"/>
                        </a:lnTo>
                        <a:lnTo>
                          <a:pt x="3" y="2"/>
                        </a:lnTo>
                        <a:lnTo>
                          <a:pt x="4" y="5"/>
                        </a:lnTo>
                        <a:lnTo>
                          <a:pt x="4" y="13"/>
                        </a:lnTo>
                        <a:lnTo>
                          <a:pt x="3" y="16"/>
                        </a:lnTo>
                        <a:lnTo>
                          <a:pt x="3" y="17"/>
                        </a:lnTo>
                        <a:lnTo>
                          <a:pt x="0" y="18"/>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2" name="Freeform 977"/>
                  <p:cNvSpPr>
                    <a:spLocks/>
                  </p:cNvSpPr>
                  <p:nvPr/>
                </p:nvSpPr>
                <p:spPr bwMode="auto">
                  <a:xfrm>
                    <a:off x="4382" y="3592"/>
                    <a:ext cx="4" cy="4"/>
                  </a:xfrm>
                  <a:custGeom>
                    <a:avLst/>
                    <a:gdLst>
                      <a:gd name="T0" fmla="*/ 0 w 7"/>
                      <a:gd name="T1" fmla="*/ 0 h 8"/>
                      <a:gd name="T2" fmla="*/ 0 w 7"/>
                      <a:gd name="T3" fmla="*/ 1 h 8"/>
                      <a:gd name="T4" fmla="*/ 1 w 7"/>
                      <a:gd name="T5" fmla="*/ 1 h 8"/>
                      <a:gd name="T6" fmla="*/ 1 w 7"/>
                      <a:gd name="T7" fmla="*/ 1 h 8"/>
                      <a:gd name="T8" fmla="*/ 1 w 7"/>
                      <a:gd name="T9" fmla="*/ 1 h 8"/>
                      <a:gd name="T10" fmla="*/ 1 w 7"/>
                      <a:gd name="T11" fmla="*/ 1 h 8"/>
                      <a:gd name="T12" fmla="*/ 1 w 7"/>
                      <a:gd name="T13" fmla="*/ 1 h 8"/>
                      <a:gd name="T14" fmla="*/ 1 w 7"/>
                      <a:gd name="T15" fmla="*/ 1 h 8"/>
                      <a:gd name="T16" fmla="*/ 1 w 7"/>
                      <a:gd name="T17" fmla="*/ 1 h 8"/>
                      <a:gd name="T18" fmla="*/ 1 w 7"/>
                      <a:gd name="T19" fmla="*/ 0 h 8"/>
                      <a:gd name="T20" fmla="*/ 0 w 7"/>
                      <a:gd name="T21" fmla="*/ 0 h 8"/>
                      <a:gd name="T22" fmla="*/ 0 w 7"/>
                      <a:gd name="T23" fmla="*/ 1 h 8"/>
                      <a:gd name="T24" fmla="*/ 0 w 7"/>
                      <a:gd name="T25" fmla="*/ 0 h 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
                      <a:gd name="T40" fmla="*/ 0 h 8"/>
                      <a:gd name="T41" fmla="*/ 7 w 7"/>
                      <a:gd name="T42" fmla="*/ 8 h 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 h="8">
                        <a:moveTo>
                          <a:pt x="0" y="0"/>
                        </a:moveTo>
                        <a:lnTo>
                          <a:pt x="0" y="2"/>
                        </a:lnTo>
                        <a:lnTo>
                          <a:pt x="6" y="8"/>
                        </a:lnTo>
                        <a:lnTo>
                          <a:pt x="7" y="8"/>
                        </a:lnTo>
                        <a:lnTo>
                          <a:pt x="7" y="5"/>
                        </a:lnTo>
                        <a:lnTo>
                          <a:pt x="6" y="4"/>
                        </a:lnTo>
                        <a:lnTo>
                          <a:pt x="5" y="4"/>
                        </a:lnTo>
                        <a:lnTo>
                          <a:pt x="3" y="3"/>
                        </a:lnTo>
                        <a:lnTo>
                          <a:pt x="3" y="2"/>
                        </a:lnTo>
                        <a:lnTo>
                          <a:pt x="2" y="0"/>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3" name="Freeform 978"/>
                  <p:cNvSpPr>
                    <a:spLocks/>
                  </p:cNvSpPr>
                  <p:nvPr/>
                </p:nvSpPr>
                <p:spPr bwMode="auto">
                  <a:xfrm>
                    <a:off x="4382" y="3582"/>
                    <a:ext cx="4" cy="10"/>
                  </a:xfrm>
                  <a:custGeom>
                    <a:avLst/>
                    <a:gdLst>
                      <a:gd name="T0" fmla="*/ 1 w 7"/>
                      <a:gd name="T1" fmla="*/ 0 h 19"/>
                      <a:gd name="T2" fmla="*/ 1 w 7"/>
                      <a:gd name="T3" fmla="*/ 1 h 19"/>
                      <a:gd name="T4" fmla="*/ 1 w 7"/>
                      <a:gd name="T5" fmla="*/ 1 h 19"/>
                      <a:gd name="T6" fmla="*/ 1 w 7"/>
                      <a:gd name="T7" fmla="*/ 1 h 19"/>
                      <a:gd name="T8" fmla="*/ 0 w 7"/>
                      <a:gd name="T9" fmla="*/ 1 h 19"/>
                      <a:gd name="T10" fmla="*/ 0 w 7"/>
                      <a:gd name="T11" fmla="*/ 1 h 19"/>
                      <a:gd name="T12" fmla="*/ 1 w 7"/>
                      <a:gd name="T13" fmla="*/ 1 h 19"/>
                      <a:gd name="T14" fmla="*/ 1 w 7"/>
                      <a:gd name="T15" fmla="*/ 1 h 19"/>
                      <a:gd name="T16" fmla="*/ 1 w 7"/>
                      <a:gd name="T17" fmla="*/ 1 h 19"/>
                      <a:gd name="T18" fmla="*/ 1 w 7"/>
                      <a:gd name="T19" fmla="*/ 1 h 19"/>
                      <a:gd name="T20" fmla="*/ 1 w 7"/>
                      <a:gd name="T21" fmla="*/ 1 h 19"/>
                      <a:gd name="T22" fmla="*/ 1 w 7"/>
                      <a:gd name="T23" fmla="*/ 1 h 19"/>
                      <a:gd name="T24" fmla="*/ 1 w 7"/>
                      <a:gd name="T25" fmla="*/ 0 h 19"/>
                      <a:gd name="T26" fmla="*/ 1 w 7"/>
                      <a:gd name="T27" fmla="*/ 1 h 19"/>
                      <a:gd name="T28" fmla="*/ 1 w 7"/>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19"/>
                      <a:gd name="T47" fmla="*/ 7 w 7"/>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19">
                        <a:moveTo>
                          <a:pt x="6" y="0"/>
                        </a:moveTo>
                        <a:lnTo>
                          <a:pt x="6" y="1"/>
                        </a:lnTo>
                        <a:lnTo>
                          <a:pt x="2" y="5"/>
                        </a:lnTo>
                        <a:lnTo>
                          <a:pt x="1" y="10"/>
                        </a:lnTo>
                        <a:lnTo>
                          <a:pt x="0" y="15"/>
                        </a:lnTo>
                        <a:lnTo>
                          <a:pt x="0" y="19"/>
                        </a:lnTo>
                        <a:lnTo>
                          <a:pt x="2" y="19"/>
                        </a:lnTo>
                        <a:lnTo>
                          <a:pt x="2" y="15"/>
                        </a:lnTo>
                        <a:lnTo>
                          <a:pt x="3" y="10"/>
                        </a:lnTo>
                        <a:lnTo>
                          <a:pt x="5" y="6"/>
                        </a:lnTo>
                        <a:lnTo>
                          <a:pt x="7" y="2"/>
                        </a:lnTo>
                        <a:lnTo>
                          <a:pt x="6" y="3"/>
                        </a:lnTo>
                        <a:lnTo>
                          <a:pt x="6" y="0"/>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4" name="Freeform 979"/>
                  <p:cNvSpPr>
                    <a:spLocks/>
                  </p:cNvSpPr>
                  <p:nvPr/>
                </p:nvSpPr>
                <p:spPr bwMode="auto">
                  <a:xfrm>
                    <a:off x="4385" y="3582"/>
                    <a:ext cx="4" cy="3"/>
                  </a:xfrm>
                  <a:custGeom>
                    <a:avLst/>
                    <a:gdLst>
                      <a:gd name="T0" fmla="*/ 1 w 6"/>
                      <a:gd name="T1" fmla="*/ 1 h 6"/>
                      <a:gd name="T2" fmla="*/ 1 w 6"/>
                      <a:gd name="T3" fmla="*/ 1 h 6"/>
                      <a:gd name="T4" fmla="*/ 1 w 6"/>
                      <a:gd name="T5" fmla="*/ 1 h 6"/>
                      <a:gd name="T6" fmla="*/ 1 w 6"/>
                      <a:gd name="T7" fmla="*/ 1 h 6"/>
                      <a:gd name="T8" fmla="*/ 0 w 6"/>
                      <a:gd name="T9" fmla="*/ 0 h 6"/>
                      <a:gd name="T10" fmla="*/ 0 w 6"/>
                      <a:gd name="T11" fmla="*/ 1 h 6"/>
                      <a:gd name="T12" fmla="*/ 1 w 6"/>
                      <a:gd name="T13" fmla="*/ 1 h 6"/>
                      <a:gd name="T14" fmla="*/ 1 w 6"/>
                      <a:gd name="T15" fmla="*/ 1 h 6"/>
                      <a:gd name="T16" fmla="*/ 1 w 6"/>
                      <a:gd name="T17" fmla="*/ 1 h 6"/>
                      <a:gd name="T18" fmla="*/ 1 w 6"/>
                      <a:gd name="T19" fmla="*/ 1 h 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
                      <a:gd name="T31" fmla="*/ 0 h 6"/>
                      <a:gd name="T32" fmla="*/ 6 w 6"/>
                      <a:gd name="T33" fmla="*/ 6 h 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 h="6">
                        <a:moveTo>
                          <a:pt x="6" y="6"/>
                        </a:moveTo>
                        <a:lnTo>
                          <a:pt x="6" y="3"/>
                        </a:lnTo>
                        <a:lnTo>
                          <a:pt x="4" y="2"/>
                        </a:lnTo>
                        <a:lnTo>
                          <a:pt x="2" y="1"/>
                        </a:lnTo>
                        <a:lnTo>
                          <a:pt x="0" y="0"/>
                        </a:lnTo>
                        <a:lnTo>
                          <a:pt x="0" y="3"/>
                        </a:lnTo>
                        <a:lnTo>
                          <a:pt x="2" y="3"/>
                        </a:lnTo>
                        <a:lnTo>
                          <a:pt x="4" y="5"/>
                        </a:lnTo>
                        <a:lnTo>
                          <a:pt x="4" y="6"/>
                        </a:lnTo>
                        <a:lnTo>
                          <a:pt x="6"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5" name="Freeform 980"/>
                  <p:cNvSpPr>
                    <a:spLocks/>
                  </p:cNvSpPr>
                  <p:nvPr/>
                </p:nvSpPr>
                <p:spPr bwMode="auto">
                  <a:xfrm>
                    <a:off x="4418" y="3584"/>
                    <a:ext cx="3" cy="3"/>
                  </a:xfrm>
                  <a:custGeom>
                    <a:avLst/>
                    <a:gdLst>
                      <a:gd name="T0" fmla="*/ 1 w 6"/>
                      <a:gd name="T1" fmla="*/ 0 h 7"/>
                      <a:gd name="T2" fmla="*/ 1 w 6"/>
                      <a:gd name="T3" fmla="*/ 0 h 7"/>
                      <a:gd name="T4" fmla="*/ 1 w 6"/>
                      <a:gd name="T5" fmla="*/ 0 h 7"/>
                      <a:gd name="T6" fmla="*/ 1 w 6"/>
                      <a:gd name="T7" fmla="*/ 0 h 7"/>
                      <a:gd name="T8" fmla="*/ 1 w 6"/>
                      <a:gd name="T9" fmla="*/ 0 h 7"/>
                      <a:gd name="T10" fmla="*/ 0 w 6"/>
                      <a:gd name="T11" fmla="*/ 0 h 7"/>
                      <a:gd name="T12" fmla="*/ 0 w 6"/>
                      <a:gd name="T13" fmla="*/ 0 h 7"/>
                      <a:gd name="T14" fmla="*/ 1 w 6"/>
                      <a:gd name="T15" fmla="*/ 0 h 7"/>
                      <a:gd name="T16" fmla="*/ 1 w 6"/>
                      <a:gd name="T17" fmla="*/ 0 h 7"/>
                      <a:gd name="T18" fmla="*/ 1 w 6"/>
                      <a:gd name="T19" fmla="*/ 0 h 7"/>
                      <a:gd name="T20" fmla="*/ 1 w 6"/>
                      <a:gd name="T21" fmla="*/ 0 h 7"/>
                      <a:gd name="T22" fmla="*/ 1 w 6"/>
                      <a:gd name="T23" fmla="*/ 0 h 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7"/>
                      <a:gd name="T38" fmla="*/ 6 w 6"/>
                      <a:gd name="T39" fmla="*/ 7 h 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7">
                        <a:moveTo>
                          <a:pt x="6" y="3"/>
                        </a:moveTo>
                        <a:lnTo>
                          <a:pt x="6" y="4"/>
                        </a:lnTo>
                        <a:lnTo>
                          <a:pt x="4" y="7"/>
                        </a:lnTo>
                        <a:lnTo>
                          <a:pt x="3" y="5"/>
                        </a:lnTo>
                        <a:lnTo>
                          <a:pt x="1" y="5"/>
                        </a:lnTo>
                        <a:lnTo>
                          <a:pt x="0" y="4"/>
                        </a:lnTo>
                        <a:lnTo>
                          <a:pt x="0" y="2"/>
                        </a:lnTo>
                        <a:lnTo>
                          <a:pt x="1" y="2"/>
                        </a:lnTo>
                        <a:lnTo>
                          <a:pt x="1" y="0"/>
                        </a:lnTo>
                        <a:lnTo>
                          <a:pt x="5" y="0"/>
                        </a:lnTo>
                        <a:lnTo>
                          <a:pt x="6" y="2"/>
                        </a:lnTo>
                        <a:lnTo>
                          <a:pt x="6" y="3"/>
                        </a:lnTo>
                        <a:close/>
                      </a:path>
                    </a:pathLst>
                  </a:custGeom>
                  <a:solidFill>
                    <a:srgbClr val="FFFF3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6" name="Freeform 981"/>
                  <p:cNvSpPr>
                    <a:spLocks/>
                  </p:cNvSpPr>
                  <p:nvPr/>
                </p:nvSpPr>
                <p:spPr bwMode="auto">
                  <a:xfrm>
                    <a:off x="4420" y="3585"/>
                    <a:ext cx="2" cy="3"/>
                  </a:xfrm>
                  <a:custGeom>
                    <a:avLst/>
                    <a:gdLst>
                      <a:gd name="T0" fmla="*/ 0 w 4"/>
                      <a:gd name="T1" fmla="*/ 1 h 5"/>
                      <a:gd name="T2" fmla="*/ 1 w 4"/>
                      <a:gd name="T3" fmla="*/ 1 h 5"/>
                      <a:gd name="T4" fmla="*/ 1 w 4"/>
                      <a:gd name="T5" fmla="*/ 1 h 5"/>
                      <a:gd name="T6" fmla="*/ 1 w 4"/>
                      <a:gd name="T7" fmla="*/ 1 h 5"/>
                      <a:gd name="T8" fmla="*/ 1 w 4"/>
                      <a:gd name="T9" fmla="*/ 0 h 5"/>
                      <a:gd name="T10" fmla="*/ 1 w 4"/>
                      <a:gd name="T11" fmla="*/ 0 h 5"/>
                      <a:gd name="T12" fmla="*/ 1 w 4"/>
                      <a:gd name="T13" fmla="*/ 1 h 5"/>
                      <a:gd name="T14" fmla="*/ 0 w 4"/>
                      <a:gd name="T15" fmla="*/ 1 h 5"/>
                      <a:gd name="T16" fmla="*/ 1 w 4"/>
                      <a:gd name="T17" fmla="*/ 1 h 5"/>
                      <a:gd name="T18" fmla="*/ 0 w 4"/>
                      <a:gd name="T19" fmla="*/ 1 h 5"/>
                      <a:gd name="T20" fmla="*/ 0 w 4"/>
                      <a:gd name="T21" fmla="*/ 1 h 5"/>
                      <a:gd name="T22" fmla="*/ 1 w 4"/>
                      <a:gd name="T23" fmla="*/ 1 h 5"/>
                      <a:gd name="T24" fmla="*/ 0 w 4"/>
                      <a:gd name="T25" fmla="*/ 1 h 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
                      <a:gd name="T40" fmla="*/ 0 h 5"/>
                      <a:gd name="T41" fmla="*/ 4 w 4"/>
                      <a:gd name="T42" fmla="*/ 5 h 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 h="5">
                        <a:moveTo>
                          <a:pt x="0" y="4"/>
                        </a:moveTo>
                        <a:lnTo>
                          <a:pt x="2" y="4"/>
                        </a:lnTo>
                        <a:lnTo>
                          <a:pt x="2" y="2"/>
                        </a:lnTo>
                        <a:lnTo>
                          <a:pt x="4" y="1"/>
                        </a:lnTo>
                        <a:lnTo>
                          <a:pt x="4" y="0"/>
                        </a:lnTo>
                        <a:lnTo>
                          <a:pt x="1" y="0"/>
                        </a:lnTo>
                        <a:lnTo>
                          <a:pt x="1" y="1"/>
                        </a:lnTo>
                        <a:lnTo>
                          <a:pt x="0" y="2"/>
                        </a:lnTo>
                        <a:lnTo>
                          <a:pt x="1" y="2"/>
                        </a:lnTo>
                        <a:lnTo>
                          <a:pt x="0" y="4"/>
                        </a:lnTo>
                        <a:lnTo>
                          <a:pt x="0" y="5"/>
                        </a:lnTo>
                        <a:lnTo>
                          <a:pt x="1" y="4"/>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7" name="Freeform 982"/>
                  <p:cNvSpPr>
                    <a:spLocks/>
                  </p:cNvSpPr>
                  <p:nvPr/>
                </p:nvSpPr>
                <p:spPr bwMode="auto">
                  <a:xfrm>
                    <a:off x="4417" y="3585"/>
                    <a:ext cx="4" cy="2"/>
                  </a:xfrm>
                  <a:custGeom>
                    <a:avLst/>
                    <a:gdLst>
                      <a:gd name="T0" fmla="*/ 0 w 6"/>
                      <a:gd name="T1" fmla="*/ 0 h 4"/>
                      <a:gd name="T2" fmla="*/ 0 w 6"/>
                      <a:gd name="T3" fmla="*/ 1 h 4"/>
                      <a:gd name="T4" fmla="*/ 1 w 6"/>
                      <a:gd name="T5" fmla="*/ 1 h 4"/>
                      <a:gd name="T6" fmla="*/ 1 w 6"/>
                      <a:gd name="T7" fmla="*/ 1 h 4"/>
                      <a:gd name="T8" fmla="*/ 1 w 6"/>
                      <a:gd name="T9" fmla="*/ 1 h 4"/>
                      <a:gd name="T10" fmla="*/ 1 w 6"/>
                      <a:gd name="T11" fmla="*/ 1 h 4"/>
                      <a:gd name="T12" fmla="*/ 1 w 6"/>
                      <a:gd name="T13" fmla="*/ 1 h 4"/>
                      <a:gd name="T14" fmla="*/ 1 w 6"/>
                      <a:gd name="T15" fmla="*/ 0 h 4"/>
                      <a:gd name="T16" fmla="*/ 0 w 6"/>
                      <a:gd name="T17" fmla="*/ 0 h 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
                      <a:gd name="T28" fmla="*/ 0 h 4"/>
                      <a:gd name="T29" fmla="*/ 6 w 6"/>
                      <a:gd name="T30" fmla="*/ 4 h 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 h="4">
                        <a:moveTo>
                          <a:pt x="0" y="0"/>
                        </a:moveTo>
                        <a:lnTo>
                          <a:pt x="0" y="2"/>
                        </a:lnTo>
                        <a:lnTo>
                          <a:pt x="2" y="4"/>
                        </a:lnTo>
                        <a:lnTo>
                          <a:pt x="5" y="4"/>
                        </a:lnTo>
                        <a:lnTo>
                          <a:pt x="6" y="2"/>
                        </a:lnTo>
                        <a:lnTo>
                          <a:pt x="5" y="1"/>
                        </a:lnTo>
                        <a:lnTo>
                          <a:pt x="2"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8" name="Freeform 983"/>
                  <p:cNvSpPr>
                    <a:spLocks/>
                  </p:cNvSpPr>
                  <p:nvPr/>
                </p:nvSpPr>
                <p:spPr bwMode="auto">
                  <a:xfrm>
                    <a:off x="4417" y="3584"/>
                    <a:ext cx="5" cy="1"/>
                  </a:xfrm>
                  <a:custGeom>
                    <a:avLst/>
                    <a:gdLst>
                      <a:gd name="T0" fmla="*/ 1 w 9"/>
                      <a:gd name="T1" fmla="*/ 0 h 4"/>
                      <a:gd name="T2" fmla="*/ 1 w 9"/>
                      <a:gd name="T3" fmla="*/ 0 h 4"/>
                      <a:gd name="T4" fmla="*/ 1 w 9"/>
                      <a:gd name="T5" fmla="*/ 0 h 4"/>
                      <a:gd name="T6" fmla="*/ 1 w 9"/>
                      <a:gd name="T7" fmla="*/ 0 h 4"/>
                      <a:gd name="T8" fmla="*/ 0 w 9"/>
                      <a:gd name="T9" fmla="*/ 0 h 4"/>
                      <a:gd name="T10" fmla="*/ 0 w 9"/>
                      <a:gd name="T11" fmla="*/ 0 h 4"/>
                      <a:gd name="T12" fmla="*/ 1 w 9"/>
                      <a:gd name="T13" fmla="*/ 0 h 4"/>
                      <a:gd name="T14" fmla="*/ 1 w 9"/>
                      <a:gd name="T15" fmla="*/ 0 h 4"/>
                      <a:gd name="T16" fmla="*/ 1 w 9"/>
                      <a:gd name="T17" fmla="*/ 0 h 4"/>
                      <a:gd name="T18" fmla="*/ 1 w 9"/>
                      <a:gd name="T19" fmla="*/ 0 h 4"/>
                      <a:gd name="T20" fmla="*/ 1 w 9"/>
                      <a:gd name="T21" fmla="*/ 0 h 4"/>
                      <a:gd name="T22" fmla="*/ 1 w 9"/>
                      <a:gd name="T23" fmla="*/ 0 h 4"/>
                      <a:gd name="T24" fmla="*/ 1 w 9"/>
                      <a:gd name="T25" fmla="*/ 0 h 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
                      <a:gd name="T40" fmla="*/ 0 h 4"/>
                      <a:gd name="T41" fmla="*/ 9 w 9"/>
                      <a:gd name="T42" fmla="*/ 4 h 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 h="4">
                        <a:moveTo>
                          <a:pt x="9" y="4"/>
                        </a:moveTo>
                        <a:lnTo>
                          <a:pt x="9" y="3"/>
                        </a:lnTo>
                        <a:lnTo>
                          <a:pt x="6" y="0"/>
                        </a:lnTo>
                        <a:lnTo>
                          <a:pt x="2" y="0"/>
                        </a:lnTo>
                        <a:lnTo>
                          <a:pt x="0" y="3"/>
                        </a:lnTo>
                        <a:lnTo>
                          <a:pt x="0" y="4"/>
                        </a:lnTo>
                        <a:lnTo>
                          <a:pt x="2" y="4"/>
                        </a:lnTo>
                        <a:lnTo>
                          <a:pt x="2" y="3"/>
                        </a:lnTo>
                        <a:lnTo>
                          <a:pt x="6" y="3"/>
                        </a:lnTo>
                        <a:lnTo>
                          <a:pt x="6" y="4"/>
                        </a:lnTo>
                        <a:lnTo>
                          <a:pt x="9" y="4"/>
                        </a:lnTo>
                        <a:lnTo>
                          <a:pt x="9" y="3"/>
                        </a:lnTo>
                        <a:lnTo>
                          <a:pt x="9"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39" name="Freeform 984"/>
                  <p:cNvSpPr>
                    <a:spLocks/>
                  </p:cNvSpPr>
                  <p:nvPr/>
                </p:nvSpPr>
                <p:spPr bwMode="auto">
                  <a:xfrm>
                    <a:off x="4374" y="3587"/>
                    <a:ext cx="5" cy="12"/>
                  </a:xfrm>
                  <a:custGeom>
                    <a:avLst/>
                    <a:gdLst>
                      <a:gd name="T0" fmla="*/ 1 w 10"/>
                      <a:gd name="T1" fmla="*/ 0 h 25"/>
                      <a:gd name="T2" fmla="*/ 1 w 10"/>
                      <a:gd name="T3" fmla="*/ 0 h 25"/>
                      <a:gd name="T4" fmla="*/ 1 w 10"/>
                      <a:gd name="T5" fmla="*/ 0 h 25"/>
                      <a:gd name="T6" fmla="*/ 1 w 10"/>
                      <a:gd name="T7" fmla="*/ 0 h 25"/>
                      <a:gd name="T8" fmla="*/ 1 w 10"/>
                      <a:gd name="T9" fmla="*/ 0 h 25"/>
                      <a:gd name="T10" fmla="*/ 1 w 10"/>
                      <a:gd name="T11" fmla="*/ 0 h 25"/>
                      <a:gd name="T12" fmla="*/ 0 w 10"/>
                      <a:gd name="T13" fmla="*/ 0 h 25"/>
                      <a:gd name="T14" fmla="*/ 0 w 10"/>
                      <a:gd name="T15" fmla="*/ 0 h 25"/>
                      <a:gd name="T16" fmla="*/ 1 w 10"/>
                      <a:gd name="T17" fmla="*/ 0 h 25"/>
                      <a:gd name="T18" fmla="*/ 1 w 10"/>
                      <a:gd name="T19" fmla="*/ 0 h 25"/>
                      <a:gd name="T20" fmla="*/ 1 w 10"/>
                      <a:gd name="T21" fmla="*/ 0 h 25"/>
                      <a:gd name="T22" fmla="*/ 1 w 10"/>
                      <a:gd name="T23" fmla="*/ 0 h 25"/>
                      <a:gd name="T24" fmla="*/ 1 w 10"/>
                      <a:gd name="T25" fmla="*/ 0 h 25"/>
                      <a:gd name="T26" fmla="*/ 1 w 10"/>
                      <a:gd name="T27" fmla="*/ 0 h 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25"/>
                      <a:gd name="T44" fmla="*/ 10 w 10"/>
                      <a:gd name="T45" fmla="*/ 25 h 2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25">
                        <a:moveTo>
                          <a:pt x="10" y="15"/>
                        </a:moveTo>
                        <a:lnTo>
                          <a:pt x="10" y="23"/>
                        </a:lnTo>
                        <a:lnTo>
                          <a:pt x="8" y="25"/>
                        </a:lnTo>
                        <a:lnTo>
                          <a:pt x="5" y="25"/>
                        </a:lnTo>
                        <a:lnTo>
                          <a:pt x="2" y="21"/>
                        </a:lnTo>
                        <a:lnTo>
                          <a:pt x="2" y="20"/>
                        </a:lnTo>
                        <a:lnTo>
                          <a:pt x="0" y="19"/>
                        </a:lnTo>
                        <a:lnTo>
                          <a:pt x="0" y="4"/>
                        </a:lnTo>
                        <a:lnTo>
                          <a:pt x="4" y="0"/>
                        </a:lnTo>
                        <a:lnTo>
                          <a:pt x="7" y="2"/>
                        </a:lnTo>
                        <a:lnTo>
                          <a:pt x="9" y="4"/>
                        </a:lnTo>
                        <a:lnTo>
                          <a:pt x="9" y="7"/>
                        </a:lnTo>
                        <a:lnTo>
                          <a:pt x="10" y="9"/>
                        </a:lnTo>
                        <a:lnTo>
                          <a:pt x="1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0" name="Freeform 985"/>
                  <p:cNvSpPr>
                    <a:spLocks/>
                  </p:cNvSpPr>
                  <p:nvPr/>
                </p:nvSpPr>
                <p:spPr bwMode="auto">
                  <a:xfrm>
                    <a:off x="4377" y="3593"/>
                    <a:ext cx="2" cy="7"/>
                  </a:xfrm>
                  <a:custGeom>
                    <a:avLst/>
                    <a:gdLst>
                      <a:gd name="T0" fmla="*/ 0 w 4"/>
                      <a:gd name="T1" fmla="*/ 1 h 12"/>
                      <a:gd name="T2" fmla="*/ 1 w 4"/>
                      <a:gd name="T3" fmla="*/ 1 h 12"/>
                      <a:gd name="T4" fmla="*/ 1 w 4"/>
                      <a:gd name="T5" fmla="*/ 1 h 12"/>
                      <a:gd name="T6" fmla="*/ 1 w 4"/>
                      <a:gd name="T7" fmla="*/ 0 h 12"/>
                      <a:gd name="T8" fmla="*/ 1 w 4"/>
                      <a:gd name="T9" fmla="*/ 1 h 12"/>
                      <a:gd name="T10" fmla="*/ 1 w 4"/>
                      <a:gd name="T11" fmla="*/ 1 h 12"/>
                      <a:gd name="T12" fmla="*/ 0 w 4"/>
                      <a:gd name="T13" fmla="*/ 1 h 12"/>
                      <a:gd name="T14" fmla="*/ 0 w 4"/>
                      <a:gd name="T15" fmla="*/ 1 h 12"/>
                      <a:gd name="T16" fmla="*/ 0 60000 65536"/>
                      <a:gd name="T17" fmla="*/ 0 60000 65536"/>
                      <a:gd name="T18" fmla="*/ 0 60000 65536"/>
                      <a:gd name="T19" fmla="*/ 0 60000 65536"/>
                      <a:gd name="T20" fmla="*/ 0 60000 65536"/>
                      <a:gd name="T21" fmla="*/ 0 60000 65536"/>
                      <a:gd name="T22" fmla="*/ 0 60000 65536"/>
                      <a:gd name="T23" fmla="*/ 0 60000 65536"/>
                      <a:gd name="T24" fmla="*/ 0 w 4"/>
                      <a:gd name="T25" fmla="*/ 0 h 12"/>
                      <a:gd name="T26" fmla="*/ 4 w 4"/>
                      <a:gd name="T27" fmla="*/ 12 h 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 h="12">
                        <a:moveTo>
                          <a:pt x="0" y="12"/>
                        </a:moveTo>
                        <a:lnTo>
                          <a:pt x="4" y="10"/>
                        </a:lnTo>
                        <a:lnTo>
                          <a:pt x="4" y="1"/>
                        </a:lnTo>
                        <a:lnTo>
                          <a:pt x="2" y="0"/>
                        </a:lnTo>
                        <a:lnTo>
                          <a:pt x="1" y="4"/>
                        </a:lnTo>
                        <a:lnTo>
                          <a:pt x="1" y="9"/>
                        </a:lnTo>
                        <a:lnTo>
                          <a:pt x="0" y="10"/>
                        </a:lnTo>
                        <a:lnTo>
                          <a:pt x="0"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1" name="Freeform 986"/>
                  <p:cNvSpPr>
                    <a:spLocks/>
                  </p:cNvSpPr>
                  <p:nvPr/>
                </p:nvSpPr>
                <p:spPr bwMode="auto">
                  <a:xfrm>
                    <a:off x="4374" y="3596"/>
                    <a:ext cx="3" cy="4"/>
                  </a:xfrm>
                  <a:custGeom>
                    <a:avLst/>
                    <a:gdLst>
                      <a:gd name="T0" fmla="*/ 0 w 8"/>
                      <a:gd name="T1" fmla="*/ 0 h 7"/>
                      <a:gd name="T2" fmla="*/ 0 w 8"/>
                      <a:gd name="T3" fmla="*/ 1 h 7"/>
                      <a:gd name="T4" fmla="*/ 0 w 8"/>
                      <a:gd name="T5" fmla="*/ 1 h 7"/>
                      <a:gd name="T6" fmla="*/ 0 w 8"/>
                      <a:gd name="T7" fmla="*/ 1 h 7"/>
                      <a:gd name="T8" fmla="*/ 0 w 8"/>
                      <a:gd name="T9" fmla="*/ 1 h 7"/>
                      <a:gd name="T10" fmla="*/ 0 w 8"/>
                      <a:gd name="T11" fmla="*/ 1 h 7"/>
                      <a:gd name="T12" fmla="*/ 0 w 8"/>
                      <a:gd name="T13" fmla="*/ 1 h 7"/>
                      <a:gd name="T14" fmla="*/ 0 w 8"/>
                      <a:gd name="T15" fmla="*/ 1 h 7"/>
                      <a:gd name="T16" fmla="*/ 0 w 8"/>
                      <a:gd name="T17" fmla="*/ 1 h 7"/>
                      <a:gd name="T18" fmla="*/ 0 w 8"/>
                      <a:gd name="T19" fmla="*/ 1 h 7"/>
                      <a:gd name="T20" fmla="*/ 0 w 8"/>
                      <a:gd name="T21" fmla="*/ 1 h 7"/>
                      <a:gd name="T22" fmla="*/ 0 w 8"/>
                      <a:gd name="T23" fmla="*/ 1 h 7"/>
                      <a:gd name="T24" fmla="*/ 0 w 8"/>
                      <a:gd name="T25" fmla="*/ 0 h 7"/>
                      <a:gd name="T26" fmla="*/ 0 w 8"/>
                      <a:gd name="T27" fmla="*/ 0 h 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
                      <a:gd name="T43" fmla="*/ 0 h 7"/>
                      <a:gd name="T44" fmla="*/ 8 w 8"/>
                      <a:gd name="T45" fmla="*/ 7 h 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 h="7">
                        <a:moveTo>
                          <a:pt x="0" y="0"/>
                        </a:moveTo>
                        <a:lnTo>
                          <a:pt x="0" y="4"/>
                        </a:lnTo>
                        <a:lnTo>
                          <a:pt x="2" y="4"/>
                        </a:lnTo>
                        <a:lnTo>
                          <a:pt x="5" y="7"/>
                        </a:lnTo>
                        <a:lnTo>
                          <a:pt x="8" y="7"/>
                        </a:lnTo>
                        <a:lnTo>
                          <a:pt x="8" y="5"/>
                        </a:lnTo>
                        <a:lnTo>
                          <a:pt x="7" y="5"/>
                        </a:lnTo>
                        <a:lnTo>
                          <a:pt x="5" y="4"/>
                        </a:lnTo>
                        <a:lnTo>
                          <a:pt x="4" y="4"/>
                        </a:lnTo>
                        <a:lnTo>
                          <a:pt x="4" y="2"/>
                        </a:lnTo>
                        <a:lnTo>
                          <a:pt x="3" y="2"/>
                        </a:lnTo>
                        <a:lnTo>
                          <a:pt x="3" y="1"/>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2" name="Freeform 987"/>
                  <p:cNvSpPr>
                    <a:spLocks/>
                  </p:cNvSpPr>
                  <p:nvPr/>
                </p:nvSpPr>
                <p:spPr bwMode="auto">
                  <a:xfrm>
                    <a:off x="4373" y="3586"/>
                    <a:ext cx="3" cy="10"/>
                  </a:xfrm>
                  <a:custGeom>
                    <a:avLst/>
                    <a:gdLst>
                      <a:gd name="T0" fmla="*/ 0 w 7"/>
                      <a:gd name="T1" fmla="*/ 0 h 20"/>
                      <a:gd name="T2" fmla="*/ 0 w 7"/>
                      <a:gd name="T3" fmla="*/ 1 h 20"/>
                      <a:gd name="T4" fmla="*/ 0 w 7"/>
                      <a:gd name="T5" fmla="*/ 1 h 20"/>
                      <a:gd name="T6" fmla="*/ 0 w 7"/>
                      <a:gd name="T7" fmla="*/ 1 h 20"/>
                      <a:gd name="T8" fmla="*/ 0 w 7"/>
                      <a:gd name="T9" fmla="*/ 1 h 20"/>
                      <a:gd name="T10" fmla="*/ 0 w 7"/>
                      <a:gd name="T11" fmla="*/ 1 h 20"/>
                      <a:gd name="T12" fmla="*/ 0 w 7"/>
                      <a:gd name="T13" fmla="*/ 1 h 20"/>
                      <a:gd name="T14" fmla="*/ 0 w 7"/>
                      <a:gd name="T15" fmla="*/ 1 h 20"/>
                      <a:gd name="T16" fmla="*/ 0 w 7"/>
                      <a:gd name="T17" fmla="*/ 1 h 20"/>
                      <a:gd name="T18" fmla="*/ 0 w 7"/>
                      <a:gd name="T19" fmla="*/ 1 h 20"/>
                      <a:gd name="T20" fmla="*/ 0 w 7"/>
                      <a:gd name="T21" fmla="*/ 1 h 20"/>
                      <a:gd name="T22" fmla="*/ 0 w 7"/>
                      <a:gd name="T23" fmla="*/ 1 h 20"/>
                      <a:gd name="T24" fmla="*/ 0 w 7"/>
                      <a:gd name="T25" fmla="*/ 1 h 20"/>
                      <a:gd name="T26" fmla="*/ 0 w 7"/>
                      <a:gd name="T27" fmla="*/ 1 h 20"/>
                      <a:gd name="T28" fmla="*/ 0 w 7"/>
                      <a:gd name="T29" fmla="*/ 0 h 20"/>
                      <a:gd name="T30" fmla="*/ 0 w 7"/>
                      <a:gd name="T31" fmla="*/ 1 h 20"/>
                      <a:gd name="T32" fmla="*/ 0 w 7"/>
                      <a:gd name="T33" fmla="*/ 0 h 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
                      <a:gd name="T52" fmla="*/ 0 h 20"/>
                      <a:gd name="T53" fmla="*/ 7 w 7"/>
                      <a:gd name="T54" fmla="*/ 20 h 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 h="20">
                        <a:moveTo>
                          <a:pt x="6" y="0"/>
                        </a:moveTo>
                        <a:lnTo>
                          <a:pt x="6" y="1"/>
                        </a:lnTo>
                        <a:lnTo>
                          <a:pt x="4" y="3"/>
                        </a:lnTo>
                        <a:lnTo>
                          <a:pt x="1" y="5"/>
                        </a:lnTo>
                        <a:lnTo>
                          <a:pt x="1" y="8"/>
                        </a:lnTo>
                        <a:lnTo>
                          <a:pt x="0" y="10"/>
                        </a:lnTo>
                        <a:lnTo>
                          <a:pt x="1" y="12"/>
                        </a:lnTo>
                        <a:lnTo>
                          <a:pt x="1" y="17"/>
                        </a:lnTo>
                        <a:lnTo>
                          <a:pt x="2" y="20"/>
                        </a:lnTo>
                        <a:lnTo>
                          <a:pt x="4" y="20"/>
                        </a:lnTo>
                        <a:lnTo>
                          <a:pt x="4" y="6"/>
                        </a:lnTo>
                        <a:lnTo>
                          <a:pt x="5" y="4"/>
                        </a:lnTo>
                        <a:lnTo>
                          <a:pt x="7" y="3"/>
                        </a:lnTo>
                        <a:lnTo>
                          <a:pt x="6" y="3"/>
                        </a:lnTo>
                        <a:lnTo>
                          <a:pt x="6" y="0"/>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3" name="Freeform 988"/>
                  <p:cNvSpPr>
                    <a:spLocks/>
                  </p:cNvSpPr>
                  <p:nvPr/>
                </p:nvSpPr>
                <p:spPr bwMode="auto">
                  <a:xfrm>
                    <a:off x="4376" y="3586"/>
                    <a:ext cx="4" cy="8"/>
                  </a:xfrm>
                  <a:custGeom>
                    <a:avLst/>
                    <a:gdLst>
                      <a:gd name="T0" fmla="*/ 0 w 9"/>
                      <a:gd name="T1" fmla="*/ 1 h 16"/>
                      <a:gd name="T2" fmla="*/ 0 w 9"/>
                      <a:gd name="T3" fmla="*/ 1 h 16"/>
                      <a:gd name="T4" fmla="*/ 0 w 9"/>
                      <a:gd name="T5" fmla="*/ 1 h 16"/>
                      <a:gd name="T6" fmla="*/ 0 w 9"/>
                      <a:gd name="T7" fmla="*/ 1 h 16"/>
                      <a:gd name="T8" fmla="*/ 0 w 9"/>
                      <a:gd name="T9" fmla="*/ 1 h 16"/>
                      <a:gd name="T10" fmla="*/ 0 w 9"/>
                      <a:gd name="T11" fmla="*/ 1 h 16"/>
                      <a:gd name="T12" fmla="*/ 0 w 9"/>
                      <a:gd name="T13" fmla="*/ 0 h 16"/>
                      <a:gd name="T14" fmla="*/ 0 w 9"/>
                      <a:gd name="T15" fmla="*/ 1 h 16"/>
                      <a:gd name="T16" fmla="*/ 0 w 9"/>
                      <a:gd name="T17" fmla="*/ 1 h 16"/>
                      <a:gd name="T18" fmla="*/ 0 w 9"/>
                      <a:gd name="T19" fmla="*/ 1 h 16"/>
                      <a:gd name="T20" fmla="*/ 0 w 9"/>
                      <a:gd name="T21" fmla="*/ 1 h 16"/>
                      <a:gd name="T22" fmla="*/ 0 w 9"/>
                      <a:gd name="T23" fmla="*/ 1 h 16"/>
                      <a:gd name="T24" fmla="*/ 0 w 9"/>
                      <a:gd name="T25" fmla="*/ 1 h 16"/>
                      <a:gd name="T26" fmla="*/ 0 w 9"/>
                      <a:gd name="T27" fmla="*/ 1 h 16"/>
                      <a:gd name="T28" fmla="*/ 0 w 9"/>
                      <a:gd name="T29" fmla="*/ 1 h 16"/>
                      <a:gd name="T30" fmla="*/ 0 w 9"/>
                      <a:gd name="T31" fmla="*/ 1 h 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
                      <a:gd name="T49" fmla="*/ 0 h 16"/>
                      <a:gd name="T50" fmla="*/ 9 w 9"/>
                      <a:gd name="T51" fmla="*/ 16 h 1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 h="16">
                        <a:moveTo>
                          <a:pt x="8" y="16"/>
                        </a:moveTo>
                        <a:lnTo>
                          <a:pt x="8" y="10"/>
                        </a:lnTo>
                        <a:lnTo>
                          <a:pt x="6" y="8"/>
                        </a:lnTo>
                        <a:lnTo>
                          <a:pt x="6" y="5"/>
                        </a:lnTo>
                        <a:lnTo>
                          <a:pt x="5" y="3"/>
                        </a:lnTo>
                        <a:lnTo>
                          <a:pt x="3" y="1"/>
                        </a:lnTo>
                        <a:lnTo>
                          <a:pt x="0" y="0"/>
                        </a:lnTo>
                        <a:lnTo>
                          <a:pt x="0" y="3"/>
                        </a:lnTo>
                        <a:lnTo>
                          <a:pt x="4" y="6"/>
                        </a:lnTo>
                        <a:lnTo>
                          <a:pt x="4" y="8"/>
                        </a:lnTo>
                        <a:lnTo>
                          <a:pt x="5" y="10"/>
                        </a:lnTo>
                        <a:lnTo>
                          <a:pt x="5" y="16"/>
                        </a:lnTo>
                        <a:lnTo>
                          <a:pt x="6" y="15"/>
                        </a:lnTo>
                        <a:lnTo>
                          <a:pt x="8" y="16"/>
                        </a:lnTo>
                        <a:lnTo>
                          <a:pt x="9" y="16"/>
                        </a:lnTo>
                        <a:lnTo>
                          <a:pt x="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4" name="Freeform 989"/>
                  <p:cNvSpPr>
                    <a:spLocks/>
                  </p:cNvSpPr>
                  <p:nvPr/>
                </p:nvSpPr>
                <p:spPr bwMode="auto">
                  <a:xfrm>
                    <a:off x="4408" y="3589"/>
                    <a:ext cx="257" cy="72"/>
                  </a:xfrm>
                  <a:custGeom>
                    <a:avLst/>
                    <a:gdLst>
                      <a:gd name="T0" fmla="*/ 16 w 514"/>
                      <a:gd name="T1" fmla="*/ 1 h 144"/>
                      <a:gd name="T2" fmla="*/ 16 w 514"/>
                      <a:gd name="T3" fmla="*/ 2 h 144"/>
                      <a:gd name="T4" fmla="*/ 16 w 514"/>
                      <a:gd name="T5" fmla="*/ 2 h 144"/>
                      <a:gd name="T6" fmla="*/ 16 w 514"/>
                      <a:gd name="T7" fmla="*/ 3 h 144"/>
                      <a:gd name="T8" fmla="*/ 16 w 514"/>
                      <a:gd name="T9" fmla="*/ 3 h 144"/>
                      <a:gd name="T10" fmla="*/ 16 w 514"/>
                      <a:gd name="T11" fmla="*/ 3 h 144"/>
                      <a:gd name="T12" fmla="*/ 15 w 514"/>
                      <a:gd name="T13" fmla="*/ 4 h 144"/>
                      <a:gd name="T14" fmla="*/ 14 w 514"/>
                      <a:gd name="T15" fmla="*/ 4 h 144"/>
                      <a:gd name="T16" fmla="*/ 13 w 514"/>
                      <a:gd name="T17" fmla="*/ 4 h 144"/>
                      <a:gd name="T18" fmla="*/ 12 w 514"/>
                      <a:gd name="T19" fmla="*/ 4 h 144"/>
                      <a:gd name="T20" fmla="*/ 11 w 514"/>
                      <a:gd name="T21" fmla="*/ 4 h 144"/>
                      <a:gd name="T22" fmla="*/ 10 w 514"/>
                      <a:gd name="T23" fmla="*/ 4 h 144"/>
                      <a:gd name="T24" fmla="*/ 9 w 514"/>
                      <a:gd name="T25" fmla="*/ 5 h 144"/>
                      <a:gd name="T26" fmla="*/ 8 w 514"/>
                      <a:gd name="T27" fmla="*/ 5 h 144"/>
                      <a:gd name="T28" fmla="*/ 7 w 514"/>
                      <a:gd name="T29" fmla="*/ 5 h 144"/>
                      <a:gd name="T30" fmla="*/ 6 w 514"/>
                      <a:gd name="T31" fmla="*/ 5 h 144"/>
                      <a:gd name="T32" fmla="*/ 5 w 514"/>
                      <a:gd name="T33" fmla="*/ 5 h 144"/>
                      <a:gd name="T34" fmla="*/ 4 w 514"/>
                      <a:gd name="T35" fmla="*/ 5 h 144"/>
                      <a:gd name="T36" fmla="*/ 3 w 514"/>
                      <a:gd name="T37" fmla="*/ 5 h 144"/>
                      <a:gd name="T38" fmla="*/ 2 w 514"/>
                      <a:gd name="T39" fmla="*/ 5 h 144"/>
                      <a:gd name="T40" fmla="*/ 2 w 514"/>
                      <a:gd name="T41" fmla="*/ 4 h 144"/>
                      <a:gd name="T42" fmla="*/ 2 w 514"/>
                      <a:gd name="T43" fmla="*/ 4 h 144"/>
                      <a:gd name="T44" fmla="*/ 1 w 514"/>
                      <a:gd name="T45" fmla="*/ 4 h 144"/>
                      <a:gd name="T46" fmla="*/ 1 w 514"/>
                      <a:gd name="T47" fmla="*/ 4 h 144"/>
                      <a:gd name="T48" fmla="*/ 1 w 514"/>
                      <a:gd name="T49" fmla="*/ 3 h 144"/>
                      <a:gd name="T50" fmla="*/ 1 w 514"/>
                      <a:gd name="T51" fmla="*/ 2 h 144"/>
                      <a:gd name="T52" fmla="*/ 1 w 514"/>
                      <a:gd name="T53" fmla="*/ 1 h 144"/>
                      <a:gd name="T54" fmla="*/ 1 w 514"/>
                      <a:gd name="T55" fmla="*/ 1 h 144"/>
                      <a:gd name="T56" fmla="*/ 1 w 514"/>
                      <a:gd name="T57" fmla="*/ 1 h 144"/>
                      <a:gd name="T58" fmla="*/ 1 w 514"/>
                      <a:gd name="T59" fmla="*/ 1 h 144"/>
                      <a:gd name="T60" fmla="*/ 2 w 514"/>
                      <a:gd name="T61" fmla="*/ 1 h 144"/>
                      <a:gd name="T62" fmla="*/ 2 w 514"/>
                      <a:gd name="T63" fmla="*/ 1 h 144"/>
                      <a:gd name="T64" fmla="*/ 3 w 514"/>
                      <a:gd name="T65" fmla="*/ 1 h 144"/>
                      <a:gd name="T66" fmla="*/ 3 w 514"/>
                      <a:gd name="T67" fmla="*/ 1 h 144"/>
                      <a:gd name="T68" fmla="*/ 4 w 514"/>
                      <a:gd name="T69" fmla="*/ 2 h 144"/>
                      <a:gd name="T70" fmla="*/ 6 w 514"/>
                      <a:gd name="T71" fmla="*/ 2 h 144"/>
                      <a:gd name="T72" fmla="*/ 6 w 514"/>
                      <a:gd name="T73" fmla="*/ 2 h 144"/>
                      <a:gd name="T74" fmla="*/ 7 w 514"/>
                      <a:gd name="T75" fmla="*/ 1 h 144"/>
                      <a:gd name="T76" fmla="*/ 8 w 514"/>
                      <a:gd name="T77" fmla="*/ 1 h 144"/>
                      <a:gd name="T78" fmla="*/ 8 w 514"/>
                      <a:gd name="T79" fmla="*/ 1 h 144"/>
                      <a:gd name="T80" fmla="*/ 9 w 514"/>
                      <a:gd name="T81" fmla="*/ 1 h 144"/>
                      <a:gd name="T82" fmla="*/ 10 w 514"/>
                      <a:gd name="T83" fmla="*/ 1 h 144"/>
                      <a:gd name="T84" fmla="*/ 11 w 514"/>
                      <a:gd name="T85" fmla="*/ 1 h 144"/>
                      <a:gd name="T86" fmla="*/ 11 w 514"/>
                      <a:gd name="T87" fmla="*/ 1 h 144"/>
                      <a:gd name="T88" fmla="*/ 12 w 514"/>
                      <a:gd name="T89" fmla="*/ 1 h 144"/>
                      <a:gd name="T90" fmla="*/ 13 w 514"/>
                      <a:gd name="T91" fmla="*/ 1 h 144"/>
                      <a:gd name="T92" fmla="*/ 14 w 514"/>
                      <a:gd name="T93" fmla="*/ 1 h 144"/>
                      <a:gd name="T94" fmla="*/ 15 w 514"/>
                      <a:gd name="T95" fmla="*/ 1 h 144"/>
                      <a:gd name="T96" fmla="*/ 15 w 514"/>
                      <a:gd name="T97" fmla="*/ 1 h 144"/>
                      <a:gd name="T98" fmla="*/ 16 w 514"/>
                      <a:gd name="T99" fmla="*/ 0 h 14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14"/>
                      <a:gd name="T151" fmla="*/ 0 h 144"/>
                      <a:gd name="T152" fmla="*/ 514 w 514"/>
                      <a:gd name="T153" fmla="*/ 144 h 144"/>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14" h="144">
                        <a:moveTo>
                          <a:pt x="507" y="10"/>
                        </a:moveTo>
                        <a:lnTo>
                          <a:pt x="509" y="14"/>
                        </a:lnTo>
                        <a:lnTo>
                          <a:pt x="510" y="19"/>
                        </a:lnTo>
                        <a:lnTo>
                          <a:pt x="512" y="23"/>
                        </a:lnTo>
                        <a:lnTo>
                          <a:pt x="513" y="27"/>
                        </a:lnTo>
                        <a:lnTo>
                          <a:pt x="514" y="32"/>
                        </a:lnTo>
                        <a:lnTo>
                          <a:pt x="513" y="37"/>
                        </a:lnTo>
                        <a:lnTo>
                          <a:pt x="513" y="42"/>
                        </a:lnTo>
                        <a:lnTo>
                          <a:pt x="512" y="47"/>
                        </a:lnTo>
                        <a:lnTo>
                          <a:pt x="506" y="53"/>
                        </a:lnTo>
                        <a:lnTo>
                          <a:pt x="503" y="57"/>
                        </a:lnTo>
                        <a:lnTo>
                          <a:pt x="501" y="60"/>
                        </a:lnTo>
                        <a:lnTo>
                          <a:pt x="498" y="64"/>
                        </a:lnTo>
                        <a:lnTo>
                          <a:pt x="496" y="67"/>
                        </a:lnTo>
                        <a:lnTo>
                          <a:pt x="493" y="70"/>
                        </a:lnTo>
                        <a:lnTo>
                          <a:pt x="491" y="74"/>
                        </a:lnTo>
                        <a:lnTo>
                          <a:pt x="492" y="78"/>
                        </a:lnTo>
                        <a:lnTo>
                          <a:pt x="494" y="81"/>
                        </a:lnTo>
                        <a:lnTo>
                          <a:pt x="497" y="85"/>
                        </a:lnTo>
                        <a:lnTo>
                          <a:pt x="499" y="88"/>
                        </a:lnTo>
                        <a:lnTo>
                          <a:pt x="501" y="91"/>
                        </a:lnTo>
                        <a:lnTo>
                          <a:pt x="502" y="95"/>
                        </a:lnTo>
                        <a:lnTo>
                          <a:pt x="501" y="99"/>
                        </a:lnTo>
                        <a:lnTo>
                          <a:pt x="497" y="102"/>
                        </a:lnTo>
                        <a:lnTo>
                          <a:pt x="490" y="105"/>
                        </a:lnTo>
                        <a:lnTo>
                          <a:pt x="482" y="106"/>
                        </a:lnTo>
                        <a:lnTo>
                          <a:pt x="475" y="107"/>
                        </a:lnTo>
                        <a:lnTo>
                          <a:pt x="467" y="110"/>
                        </a:lnTo>
                        <a:lnTo>
                          <a:pt x="460" y="111"/>
                        </a:lnTo>
                        <a:lnTo>
                          <a:pt x="453" y="112"/>
                        </a:lnTo>
                        <a:lnTo>
                          <a:pt x="445" y="113"/>
                        </a:lnTo>
                        <a:lnTo>
                          <a:pt x="438" y="113"/>
                        </a:lnTo>
                        <a:lnTo>
                          <a:pt x="429" y="115"/>
                        </a:lnTo>
                        <a:lnTo>
                          <a:pt x="422" y="116"/>
                        </a:lnTo>
                        <a:lnTo>
                          <a:pt x="414" y="117"/>
                        </a:lnTo>
                        <a:lnTo>
                          <a:pt x="407" y="118"/>
                        </a:lnTo>
                        <a:lnTo>
                          <a:pt x="400" y="118"/>
                        </a:lnTo>
                        <a:lnTo>
                          <a:pt x="391" y="120"/>
                        </a:lnTo>
                        <a:lnTo>
                          <a:pt x="384" y="120"/>
                        </a:lnTo>
                        <a:lnTo>
                          <a:pt x="376" y="121"/>
                        </a:lnTo>
                        <a:lnTo>
                          <a:pt x="369" y="122"/>
                        </a:lnTo>
                        <a:lnTo>
                          <a:pt x="360" y="122"/>
                        </a:lnTo>
                        <a:lnTo>
                          <a:pt x="353" y="123"/>
                        </a:lnTo>
                        <a:lnTo>
                          <a:pt x="345" y="123"/>
                        </a:lnTo>
                        <a:lnTo>
                          <a:pt x="338" y="125"/>
                        </a:lnTo>
                        <a:lnTo>
                          <a:pt x="329" y="125"/>
                        </a:lnTo>
                        <a:lnTo>
                          <a:pt x="322" y="126"/>
                        </a:lnTo>
                        <a:lnTo>
                          <a:pt x="315" y="127"/>
                        </a:lnTo>
                        <a:lnTo>
                          <a:pt x="306" y="127"/>
                        </a:lnTo>
                        <a:lnTo>
                          <a:pt x="299" y="128"/>
                        </a:lnTo>
                        <a:lnTo>
                          <a:pt x="291" y="128"/>
                        </a:lnTo>
                        <a:lnTo>
                          <a:pt x="284" y="130"/>
                        </a:lnTo>
                        <a:lnTo>
                          <a:pt x="275" y="131"/>
                        </a:lnTo>
                        <a:lnTo>
                          <a:pt x="268" y="132"/>
                        </a:lnTo>
                        <a:lnTo>
                          <a:pt x="260" y="133"/>
                        </a:lnTo>
                        <a:lnTo>
                          <a:pt x="244" y="133"/>
                        </a:lnTo>
                        <a:lnTo>
                          <a:pt x="237" y="134"/>
                        </a:lnTo>
                        <a:lnTo>
                          <a:pt x="230" y="134"/>
                        </a:lnTo>
                        <a:lnTo>
                          <a:pt x="222" y="136"/>
                        </a:lnTo>
                        <a:lnTo>
                          <a:pt x="215" y="136"/>
                        </a:lnTo>
                        <a:lnTo>
                          <a:pt x="207" y="137"/>
                        </a:lnTo>
                        <a:lnTo>
                          <a:pt x="200" y="137"/>
                        </a:lnTo>
                        <a:lnTo>
                          <a:pt x="193" y="138"/>
                        </a:lnTo>
                        <a:lnTo>
                          <a:pt x="185" y="139"/>
                        </a:lnTo>
                        <a:lnTo>
                          <a:pt x="178" y="139"/>
                        </a:lnTo>
                        <a:lnTo>
                          <a:pt x="170" y="141"/>
                        </a:lnTo>
                        <a:lnTo>
                          <a:pt x="163" y="141"/>
                        </a:lnTo>
                        <a:lnTo>
                          <a:pt x="156" y="142"/>
                        </a:lnTo>
                        <a:lnTo>
                          <a:pt x="132" y="142"/>
                        </a:lnTo>
                        <a:lnTo>
                          <a:pt x="127" y="143"/>
                        </a:lnTo>
                        <a:lnTo>
                          <a:pt x="121" y="144"/>
                        </a:lnTo>
                        <a:lnTo>
                          <a:pt x="111" y="144"/>
                        </a:lnTo>
                        <a:lnTo>
                          <a:pt x="105" y="143"/>
                        </a:lnTo>
                        <a:lnTo>
                          <a:pt x="100" y="142"/>
                        </a:lnTo>
                        <a:lnTo>
                          <a:pt x="95" y="142"/>
                        </a:lnTo>
                        <a:lnTo>
                          <a:pt x="90" y="141"/>
                        </a:lnTo>
                        <a:lnTo>
                          <a:pt x="85" y="139"/>
                        </a:lnTo>
                        <a:lnTo>
                          <a:pt x="81" y="137"/>
                        </a:lnTo>
                        <a:lnTo>
                          <a:pt x="76" y="136"/>
                        </a:lnTo>
                        <a:lnTo>
                          <a:pt x="71" y="134"/>
                        </a:lnTo>
                        <a:lnTo>
                          <a:pt x="66" y="133"/>
                        </a:lnTo>
                        <a:lnTo>
                          <a:pt x="61" y="131"/>
                        </a:lnTo>
                        <a:lnTo>
                          <a:pt x="56" y="130"/>
                        </a:lnTo>
                        <a:lnTo>
                          <a:pt x="51" y="128"/>
                        </a:lnTo>
                        <a:lnTo>
                          <a:pt x="49" y="127"/>
                        </a:lnTo>
                        <a:lnTo>
                          <a:pt x="47" y="125"/>
                        </a:lnTo>
                        <a:lnTo>
                          <a:pt x="44" y="123"/>
                        </a:lnTo>
                        <a:lnTo>
                          <a:pt x="41" y="122"/>
                        </a:lnTo>
                        <a:lnTo>
                          <a:pt x="39" y="121"/>
                        </a:lnTo>
                        <a:lnTo>
                          <a:pt x="36" y="118"/>
                        </a:lnTo>
                        <a:lnTo>
                          <a:pt x="34" y="117"/>
                        </a:lnTo>
                        <a:lnTo>
                          <a:pt x="31" y="115"/>
                        </a:lnTo>
                        <a:lnTo>
                          <a:pt x="29" y="113"/>
                        </a:lnTo>
                        <a:lnTo>
                          <a:pt x="28" y="111"/>
                        </a:lnTo>
                        <a:lnTo>
                          <a:pt x="25" y="110"/>
                        </a:lnTo>
                        <a:lnTo>
                          <a:pt x="23" y="107"/>
                        </a:lnTo>
                        <a:lnTo>
                          <a:pt x="21" y="105"/>
                        </a:lnTo>
                        <a:lnTo>
                          <a:pt x="20" y="102"/>
                        </a:lnTo>
                        <a:lnTo>
                          <a:pt x="18" y="100"/>
                        </a:lnTo>
                        <a:lnTo>
                          <a:pt x="16" y="97"/>
                        </a:lnTo>
                        <a:lnTo>
                          <a:pt x="15" y="88"/>
                        </a:lnTo>
                        <a:lnTo>
                          <a:pt x="13" y="78"/>
                        </a:lnTo>
                        <a:lnTo>
                          <a:pt x="10" y="68"/>
                        </a:lnTo>
                        <a:lnTo>
                          <a:pt x="9" y="59"/>
                        </a:lnTo>
                        <a:lnTo>
                          <a:pt x="7" y="48"/>
                        </a:lnTo>
                        <a:lnTo>
                          <a:pt x="5" y="38"/>
                        </a:lnTo>
                        <a:lnTo>
                          <a:pt x="4" y="28"/>
                        </a:lnTo>
                        <a:lnTo>
                          <a:pt x="3" y="19"/>
                        </a:lnTo>
                        <a:lnTo>
                          <a:pt x="0" y="6"/>
                        </a:lnTo>
                        <a:lnTo>
                          <a:pt x="10" y="6"/>
                        </a:lnTo>
                        <a:lnTo>
                          <a:pt x="13" y="7"/>
                        </a:lnTo>
                        <a:lnTo>
                          <a:pt x="15" y="9"/>
                        </a:lnTo>
                        <a:lnTo>
                          <a:pt x="18" y="9"/>
                        </a:lnTo>
                        <a:lnTo>
                          <a:pt x="20" y="10"/>
                        </a:lnTo>
                        <a:lnTo>
                          <a:pt x="23" y="11"/>
                        </a:lnTo>
                        <a:lnTo>
                          <a:pt x="25" y="11"/>
                        </a:lnTo>
                        <a:lnTo>
                          <a:pt x="28" y="12"/>
                        </a:lnTo>
                        <a:lnTo>
                          <a:pt x="30" y="14"/>
                        </a:lnTo>
                        <a:lnTo>
                          <a:pt x="32" y="14"/>
                        </a:lnTo>
                        <a:lnTo>
                          <a:pt x="35" y="15"/>
                        </a:lnTo>
                        <a:lnTo>
                          <a:pt x="37" y="16"/>
                        </a:lnTo>
                        <a:lnTo>
                          <a:pt x="40" y="16"/>
                        </a:lnTo>
                        <a:lnTo>
                          <a:pt x="44" y="17"/>
                        </a:lnTo>
                        <a:lnTo>
                          <a:pt x="49" y="19"/>
                        </a:lnTo>
                        <a:lnTo>
                          <a:pt x="52" y="20"/>
                        </a:lnTo>
                        <a:lnTo>
                          <a:pt x="57" y="21"/>
                        </a:lnTo>
                        <a:lnTo>
                          <a:pt x="61" y="22"/>
                        </a:lnTo>
                        <a:lnTo>
                          <a:pt x="66" y="23"/>
                        </a:lnTo>
                        <a:lnTo>
                          <a:pt x="69" y="25"/>
                        </a:lnTo>
                        <a:lnTo>
                          <a:pt x="74" y="26"/>
                        </a:lnTo>
                        <a:lnTo>
                          <a:pt x="78" y="27"/>
                        </a:lnTo>
                        <a:lnTo>
                          <a:pt x="83" y="28"/>
                        </a:lnTo>
                        <a:lnTo>
                          <a:pt x="87" y="30"/>
                        </a:lnTo>
                        <a:lnTo>
                          <a:pt x="92" y="31"/>
                        </a:lnTo>
                        <a:lnTo>
                          <a:pt x="95" y="32"/>
                        </a:lnTo>
                        <a:lnTo>
                          <a:pt x="100" y="32"/>
                        </a:lnTo>
                        <a:lnTo>
                          <a:pt x="104" y="33"/>
                        </a:lnTo>
                        <a:lnTo>
                          <a:pt x="109" y="35"/>
                        </a:lnTo>
                        <a:lnTo>
                          <a:pt x="114" y="36"/>
                        </a:lnTo>
                        <a:lnTo>
                          <a:pt x="117" y="37"/>
                        </a:lnTo>
                        <a:lnTo>
                          <a:pt x="122" y="37"/>
                        </a:lnTo>
                        <a:lnTo>
                          <a:pt x="126" y="38"/>
                        </a:lnTo>
                        <a:lnTo>
                          <a:pt x="169" y="38"/>
                        </a:lnTo>
                        <a:lnTo>
                          <a:pt x="173" y="37"/>
                        </a:lnTo>
                        <a:lnTo>
                          <a:pt x="182" y="37"/>
                        </a:lnTo>
                        <a:lnTo>
                          <a:pt x="185" y="36"/>
                        </a:lnTo>
                        <a:lnTo>
                          <a:pt x="190" y="36"/>
                        </a:lnTo>
                        <a:lnTo>
                          <a:pt x="194" y="35"/>
                        </a:lnTo>
                        <a:lnTo>
                          <a:pt x="199" y="35"/>
                        </a:lnTo>
                        <a:lnTo>
                          <a:pt x="202" y="33"/>
                        </a:lnTo>
                        <a:lnTo>
                          <a:pt x="206" y="33"/>
                        </a:lnTo>
                        <a:lnTo>
                          <a:pt x="211" y="32"/>
                        </a:lnTo>
                        <a:lnTo>
                          <a:pt x="216" y="32"/>
                        </a:lnTo>
                        <a:lnTo>
                          <a:pt x="220" y="31"/>
                        </a:lnTo>
                        <a:lnTo>
                          <a:pt x="228" y="31"/>
                        </a:lnTo>
                        <a:lnTo>
                          <a:pt x="233" y="30"/>
                        </a:lnTo>
                        <a:lnTo>
                          <a:pt x="237" y="30"/>
                        </a:lnTo>
                        <a:lnTo>
                          <a:pt x="242" y="28"/>
                        </a:lnTo>
                        <a:lnTo>
                          <a:pt x="246" y="28"/>
                        </a:lnTo>
                        <a:lnTo>
                          <a:pt x="251" y="27"/>
                        </a:lnTo>
                        <a:lnTo>
                          <a:pt x="257" y="27"/>
                        </a:lnTo>
                        <a:lnTo>
                          <a:pt x="263" y="26"/>
                        </a:lnTo>
                        <a:lnTo>
                          <a:pt x="268" y="26"/>
                        </a:lnTo>
                        <a:lnTo>
                          <a:pt x="273" y="25"/>
                        </a:lnTo>
                        <a:lnTo>
                          <a:pt x="284" y="25"/>
                        </a:lnTo>
                        <a:lnTo>
                          <a:pt x="290" y="23"/>
                        </a:lnTo>
                        <a:lnTo>
                          <a:pt x="300" y="23"/>
                        </a:lnTo>
                        <a:lnTo>
                          <a:pt x="306" y="22"/>
                        </a:lnTo>
                        <a:lnTo>
                          <a:pt x="312" y="22"/>
                        </a:lnTo>
                        <a:lnTo>
                          <a:pt x="317" y="21"/>
                        </a:lnTo>
                        <a:lnTo>
                          <a:pt x="322" y="21"/>
                        </a:lnTo>
                        <a:lnTo>
                          <a:pt x="328" y="20"/>
                        </a:lnTo>
                        <a:lnTo>
                          <a:pt x="333" y="20"/>
                        </a:lnTo>
                        <a:lnTo>
                          <a:pt x="339" y="19"/>
                        </a:lnTo>
                        <a:lnTo>
                          <a:pt x="350" y="19"/>
                        </a:lnTo>
                        <a:lnTo>
                          <a:pt x="355" y="17"/>
                        </a:lnTo>
                        <a:lnTo>
                          <a:pt x="366" y="17"/>
                        </a:lnTo>
                        <a:lnTo>
                          <a:pt x="372" y="16"/>
                        </a:lnTo>
                        <a:lnTo>
                          <a:pt x="377" y="16"/>
                        </a:lnTo>
                        <a:lnTo>
                          <a:pt x="384" y="15"/>
                        </a:lnTo>
                        <a:lnTo>
                          <a:pt x="395" y="15"/>
                        </a:lnTo>
                        <a:lnTo>
                          <a:pt x="400" y="14"/>
                        </a:lnTo>
                        <a:lnTo>
                          <a:pt x="406" y="14"/>
                        </a:lnTo>
                        <a:lnTo>
                          <a:pt x="411" y="12"/>
                        </a:lnTo>
                        <a:lnTo>
                          <a:pt x="427" y="12"/>
                        </a:lnTo>
                        <a:lnTo>
                          <a:pt x="430" y="11"/>
                        </a:lnTo>
                        <a:lnTo>
                          <a:pt x="441" y="11"/>
                        </a:lnTo>
                        <a:lnTo>
                          <a:pt x="446" y="10"/>
                        </a:lnTo>
                        <a:lnTo>
                          <a:pt x="449" y="10"/>
                        </a:lnTo>
                        <a:lnTo>
                          <a:pt x="454" y="9"/>
                        </a:lnTo>
                        <a:lnTo>
                          <a:pt x="461" y="9"/>
                        </a:lnTo>
                        <a:lnTo>
                          <a:pt x="464" y="7"/>
                        </a:lnTo>
                        <a:lnTo>
                          <a:pt x="467" y="7"/>
                        </a:lnTo>
                        <a:lnTo>
                          <a:pt x="472" y="6"/>
                        </a:lnTo>
                        <a:lnTo>
                          <a:pt x="476" y="6"/>
                        </a:lnTo>
                        <a:lnTo>
                          <a:pt x="480" y="5"/>
                        </a:lnTo>
                        <a:lnTo>
                          <a:pt x="486" y="5"/>
                        </a:lnTo>
                        <a:lnTo>
                          <a:pt x="490" y="1"/>
                        </a:lnTo>
                        <a:lnTo>
                          <a:pt x="492" y="0"/>
                        </a:lnTo>
                        <a:lnTo>
                          <a:pt x="496" y="0"/>
                        </a:lnTo>
                        <a:lnTo>
                          <a:pt x="502" y="6"/>
                        </a:lnTo>
                        <a:lnTo>
                          <a:pt x="503" y="6"/>
                        </a:lnTo>
                        <a:lnTo>
                          <a:pt x="507" y="1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5" name="Freeform 990"/>
                  <p:cNvSpPr>
                    <a:spLocks/>
                  </p:cNvSpPr>
                  <p:nvPr/>
                </p:nvSpPr>
                <p:spPr bwMode="auto">
                  <a:xfrm>
                    <a:off x="4661" y="3593"/>
                    <a:ext cx="5" cy="19"/>
                  </a:xfrm>
                  <a:custGeom>
                    <a:avLst/>
                    <a:gdLst>
                      <a:gd name="T0" fmla="*/ 1 w 9"/>
                      <a:gd name="T1" fmla="*/ 2 h 37"/>
                      <a:gd name="T2" fmla="*/ 1 w 9"/>
                      <a:gd name="T3" fmla="*/ 1 h 37"/>
                      <a:gd name="T4" fmla="*/ 1 w 9"/>
                      <a:gd name="T5" fmla="*/ 1 h 37"/>
                      <a:gd name="T6" fmla="*/ 1 w 9"/>
                      <a:gd name="T7" fmla="*/ 1 h 37"/>
                      <a:gd name="T8" fmla="*/ 1 w 9"/>
                      <a:gd name="T9" fmla="*/ 1 h 37"/>
                      <a:gd name="T10" fmla="*/ 1 w 9"/>
                      <a:gd name="T11" fmla="*/ 1 h 37"/>
                      <a:gd name="T12" fmla="*/ 1 w 9"/>
                      <a:gd name="T13" fmla="*/ 1 h 37"/>
                      <a:gd name="T14" fmla="*/ 1 w 9"/>
                      <a:gd name="T15" fmla="*/ 1 h 37"/>
                      <a:gd name="T16" fmla="*/ 1 w 9"/>
                      <a:gd name="T17" fmla="*/ 0 h 37"/>
                      <a:gd name="T18" fmla="*/ 0 w 9"/>
                      <a:gd name="T19" fmla="*/ 1 h 37"/>
                      <a:gd name="T20" fmla="*/ 1 w 9"/>
                      <a:gd name="T21" fmla="*/ 1 h 37"/>
                      <a:gd name="T22" fmla="*/ 1 w 9"/>
                      <a:gd name="T23" fmla="*/ 1 h 37"/>
                      <a:gd name="T24" fmla="*/ 1 w 9"/>
                      <a:gd name="T25" fmla="*/ 1 h 37"/>
                      <a:gd name="T26" fmla="*/ 1 w 9"/>
                      <a:gd name="T27" fmla="*/ 1 h 37"/>
                      <a:gd name="T28" fmla="*/ 1 w 9"/>
                      <a:gd name="T29" fmla="*/ 1 h 37"/>
                      <a:gd name="T30" fmla="*/ 1 w 9"/>
                      <a:gd name="T31" fmla="*/ 2 h 37"/>
                      <a:gd name="T32" fmla="*/ 1 w 9"/>
                      <a:gd name="T33" fmla="*/ 2 h 37"/>
                      <a:gd name="T34" fmla="*/ 1 w 9"/>
                      <a:gd name="T35" fmla="*/ 2 h 3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37"/>
                      <a:gd name="T56" fmla="*/ 9 w 9"/>
                      <a:gd name="T57" fmla="*/ 37 h 3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37">
                        <a:moveTo>
                          <a:pt x="7" y="37"/>
                        </a:moveTo>
                        <a:lnTo>
                          <a:pt x="8" y="32"/>
                        </a:lnTo>
                        <a:lnTo>
                          <a:pt x="8" y="27"/>
                        </a:lnTo>
                        <a:lnTo>
                          <a:pt x="9" y="22"/>
                        </a:lnTo>
                        <a:lnTo>
                          <a:pt x="8" y="17"/>
                        </a:lnTo>
                        <a:lnTo>
                          <a:pt x="7" y="13"/>
                        </a:lnTo>
                        <a:lnTo>
                          <a:pt x="6" y="9"/>
                        </a:lnTo>
                        <a:lnTo>
                          <a:pt x="4" y="4"/>
                        </a:lnTo>
                        <a:lnTo>
                          <a:pt x="3" y="0"/>
                        </a:lnTo>
                        <a:lnTo>
                          <a:pt x="0" y="1"/>
                        </a:lnTo>
                        <a:lnTo>
                          <a:pt x="2" y="5"/>
                        </a:lnTo>
                        <a:lnTo>
                          <a:pt x="3" y="9"/>
                        </a:lnTo>
                        <a:lnTo>
                          <a:pt x="4" y="13"/>
                        </a:lnTo>
                        <a:lnTo>
                          <a:pt x="6" y="17"/>
                        </a:lnTo>
                        <a:lnTo>
                          <a:pt x="6" y="32"/>
                        </a:lnTo>
                        <a:lnTo>
                          <a:pt x="4" y="36"/>
                        </a:lnTo>
                        <a:lnTo>
                          <a:pt x="6" y="36"/>
                        </a:lnTo>
                        <a:lnTo>
                          <a:pt x="7"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6" name="Freeform 991"/>
                  <p:cNvSpPr>
                    <a:spLocks/>
                  </p:cNvSpPr>
                  <p:nvPr/>
                </p:nvSpPr>
                <p:spPr bwMode="auto">
                  <a:xfrm>
                    <a:off x="4652" y="3611"/>
                    <a:ext cx="12" cy="15"/>
                  </a:xfrm>
                  <a:custGeom>
                    <a:avLst/>
                    <a:gdLst>
                      <a:gd name="T0" fmla="*/ 0 w 25"/>
                      <a:gd name="T1" fmla="*/ 1 h 29"/>
                      <a:gd name="T2" fmla="*/ 0 w 25"/>
                      <a:gd name="T3" fmla="*/ 1 h 29"/>
                      <a:gd name="T4" fmla="*/ 0 w 25"/>
                      <a:gd name="T5" fmla="*/ 1 h 29"/>
                      <a:gd name="T6" fmla="*/ 0 w 25"/>
                      <a:gd name="T7" fmla="*/ 1 h 29"/>
                      <a:gd name="T8" fmla="*/ 0 w 25"/>
                      <a:gd name="T9" fmla="*/ 1 h 29"/>
                      <a:gd name="T10" fmla="*/ 0 w 25"/>
                      <a:gd name="T11" fmla="*/ 1 h 29"/>
                      <a:gd name="T12" fmla="*/ 0 w 25"/>
                      <a:gd name="T13" fmla="*/ 1 h 29"/>
                      <a:gd name="T14" fmla="*/ 0 w 25"/>
                      <a:gd name="T15" fmla="*/ 1 h 29"/>
                      <a:gd name="T16" fmla="*/ 0 w 25"/>
                      <a:gd name="T17" fmla="*/ 1 h 29"/>
                      <a:gd name="T18" fmla="*/ 0 w 25"/>
                      <a:gd name="T19" fmla="*/ 1 h 29"/>
                      <a:gd name="T20" fmla="*/ 0 w 25"/>
                      <a:gd name="T21" fmla="*/ 0 h 29"/>
                      <a:gd name="T22" fmla="*/ 0 w 25"/>
                      <a:gd name="T23" fmla="*/ 1 h 29"/>
                      <a:gd name="T24" fmla="*/ 0 w 25"/>
                      <a:gd name="T25" fmla="*/ 1 h 29"/>
                      <a:gd name="T26" fmla="*/ 0 w 25"/>
                      <a:gd name="T27" fmla="*/ 1 h 29"/>
                      <a:gd name="T28" fmla="*/ 0 w 25"/>
                      <a:gd name="T29" fmla="*/ 1 h 29"/>
                      <a:gd name="T30" fmla="*/ 0 w 25"/>
                      <a:gd name="T31" fmla="*/ 1 h 29"/>
                      <a:gd name="T32" fmla="*/ 0 w 25"/>
                      <a:gd name="T33" fmla="*/ 1 h 29"/>
                      <a:gd name="T34" fmla="*/ 0 w 25"/>
                      <a:gd name="T35" fmla="*/ 1 h 29"/>
                      <a:gd name="T36" fmla="*/ 0 w 25"/>
                      <a:gd name="T37" fmla="*/ 1 h 29"/>
                      <a:gd name="T38" fmla="*/ 0 w 25"/>
                      <a:gd name="T39" fmla="*/ 1 h 29"/>
                      <a:gd name="T40" fmla="*/ 0 w 25"/>
                      <a:gd name="T41" fmla="*/ 1 h 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
                      <a:gd name="T64" fmla="*/ 0 h 29"/>
                      <a:gd name="T65" fmla="*/ 25 w 25"/>
                      <a:gd name="T66" fmla="*/ 29 h 2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 h="29">
                        <a:moveTo>
                          <a:pt x="4" y="28"/>
                        </a:moveTo>
                        <a:lnTo>
                          <a:pt x="3" y="29"/>
                        </a:lnTo>
                        <a:lnTo>
                          <a:pt x="6" y="26"/>
                        </a:lnTo>
                        <a:lnTo>
                          <a:pt x="9" y="22"/>
                        </a:lnTo>
                        <a:lnTo>
                          <a:pt x="11" y="18"/>
                        </a:lnTo>
                        <a:lnTo>
                          <a:pt x="14" y="14"/>
                        </a:lnTo>
                        <a:lnTo>
                          <a:pt x="16" y="12"/>
                        </a:lnTo>
                        <a:lnTo>
                          <a:pt x="19" y="8"/>
                        </a:lnTo>
                        <a:lnTo>
                          <a:pt x="22" y="5"/>
                        </a:lnTo>
                        <a:lnTo>
                          <a:pt x="25" y="1"/>
                        </a:lnTo>
                        <a:lnTo>
                          <a:pt x="24" y="0"/>
                        </a:lnTo>
                        <a:lnTo>
                          <a:pt x="14" y="10"/>
                        </a:lnTo>
                        <a:lnTo>
                          <a:pt x="13" y="13"/>
                        </a:lnTo>
                        <a:lnTo>
                          <a:pt x="9" y="17"/>
                        </a:lnTo>
                        <a:lnTo>
                          <a:pt x="8" y="21"/>
                        </a:lnTo>
                        <a:lnTo>
                          <a:pt x="2" y="27"/>
                        </a:lnTo>
                        <a:lnTo>
                          <a:pt x="2" y="28"/>
                        </a:lnTo>
                        <a:lnTo>
                          <a:pt x="2" y="27"/>
                        </a:lnTo>
                        <a:lnTo>
                          <a:pt x="0" y="28"/>
                        </a:lnTo>
                        <a:lnTo>
                          <a:pt x="2" y="28"/>
                        </a:lnTo>
                        <a:lnTo>
                          <a:pt x="4"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7" name="Freeform 992"/>
                  <p:cNvSpPr>
                    <a:spLocks/>
                  </p:cNvSpPr>
                  <p:nvPr/>
                </p:nvSpPr>
                <p:spPr bwMode="auto">
                  <a:xfrm>
                    <a:off x="4653" y="3626"/>
                    <a:ext cx="7" cy="14"/>
                  </a:xfrm>
                  <a:custGeom>
                    <a:avLst/>
                    <a:gdLst>
                      <a:gd name="T0" fmla="*/ 1 w 13"/>
                      <a:gd name="T1" fmla="*/ 0 h 30"/>
                      <a:gd name="T2" fmla="*/ 1 w 13"/>
                      <a:gd name="T3" fmla="*/ 0 h 30"/>
                      <a:gd name="T4" fmla="*/ 1 w 13"/>
                      <a:gd name="T5" fmla="*/ 0 h 30"/>
                      <a:gd name="T6" fmla="*/ 1 w 13"/>
                      <a:gd name="T7" fmla="*/ 0 h 30"/>
                      <a:gd name="T8" fmla="*/ 1 w 13"/>
                      <a:gd name="T9" fmla="*/ 0 h 30"/>
                      <a:gd name="T10" fmla="*/ 1 w 13"/>
                      <a:gd name="T11" fmla="*/ 0 h 30"/>
                      <a:gd name="T12" fmla="*/ 1 w 13"/>
                      <a:gd name="T13" fmla="*/ 0 h 30"/>
                      <a:gd name="T14" fmla="*/ 1 w 13"/>
                      <a:gd name="T15" fmla="*/ 0 h 30"/>
                      <a:gd name="T16" fmla="*/ 1 w 13"/>
                      <a:gd name="T17" fmla="*/ 0 h 30"/>
                      <a:gd name="T18" fmla="*/ 0 w 13"/>
                      <a:gd name="T19" fmla="*/ 0 h 30"/>
                      <a:gd name="T20" fmla="*/ 1 w 13"/>
                      <a:gd name="T21" fmla="*/ 0 h 30"/>
                      <a:gd name="T22" fmla="*/ 1 w 13"/>
                      <a:gd name="T23" fmla="*/ 0 h 30"/>
                      <a:gd name="T24" fmla="*/ 1 w 13"/>
                      <a:gd name="T25" fmla="*/ 0 h 30"/>
                      <a:gd name="T26" fmla="*/ 1 w 13"/>
                      <a:gd name="T27" fmla="*/ 0 h 30"/>
                      <a:gd name="T28" fmla="*/ 1 w 13"/>
                      <a:gd name="T29" fmla="*/ 0 h 30"/>
                      <a:gd name="T30" fmla="*/ 1 w 13"/>
                      <a:gd name="T31" fmla="*/ 0 h 30"/>
                      <a:gd name="T32" fmla="*/ 1 w 13"/>
                      <a:gd name="T33" fmla="*/ 0 h 30"/>
                      <a:gd name="T34" fmla="*/ 1 w 13"/>
                      <a:gd name="T35" fmla="*/ 0 h 30"/>
                      <a:gd name="T36" fmla="*/ 1 w 13"/>
                      <a:gd name="T37" fmla="*/ 0 h 3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
                      <a:gd name="T58" fmla="*/ 0 h 30"/>
                      <a:gd name="T59" fmla="*/ 13 w 13"/>
                      <a:gd name="T60" fmla="*/ 30 h 3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 h="30">
                        <a:moveTo>
                          <a:pt x="8" y="30"/>
                        </a:moveTo>
                        <a:lnTo>
                          <a:pt x="12" y="26"/>
                        </a:lnTo>
                        <a:lnTo>
                          <a:pt x="13" y="21"/>
                        </a:lnTo>
                        <a:lnTo>
                          <a:pt x="12" y="17"/>
                        </a:lnTo>
                        <a:lnTo>
                          <a:pt x="11" y="14"/>
                        </a:lnTo>
                        <a:lnTo>
                          <a:pt x="8" y="10"/>
                        </a:lnTo>
                        <a:lnTo>
                          <a:pt x="6" y="6"/>
                        </a:lnTo>
                        <a:lnTo>
                          <a:pt x="3" y="3"/>
                        </a:lnTo>
                        <a:lnTo>
                          <a:pt x="2" y="0"/>
                        </a:lnTo>
                        <a:lnTo>
                          <a:pt x="0" y="0"/>
                        </a:lnTo>
                        <a:lnTo>
                          <a:pt x="1" y="4"/>
                        </a:lnTo>
                        <a:lnTo>
                          <a:pt x="3" y="7"/>
                        </a:lnTo>
                        <a:lnTo>
                          <a:pt x="6" y="11"/>
                        </a:lnTo>
                        <a:lnTo>
                          <a:pt x="8" y="15"/>
                        </a:lnTo>
                        <a:lnTo>
                          <a:pt x="9" y="19"/>
                        </a:lnTo>
                        <a:lnTo>
                          <a:pt x="11" y="21"/>
                        </a:lnTo>
                        <a:lnTo>
                          <a:pt x="9" y="25"/>
                        </a:lnTo>
                        <a:lnTo>
                          <a:pt x="7" y="27"/>
                        </a:lnTo>
                        <a:lnTo>
                          <a:pt x="8"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8" name="Freeform 993"/>
                  <p:cNvSpPr>
                    <a:spLocks/>
                  </p:cNvSpPr>
                  <p:nvPr/>
                </p:nvSpPr>
                <p:spPr bwMode="auto">
                  <a:xfrm>
                    <a:off x="4534" y="3639"/>
                    <a:ext cx="123" cy="17"/>
                  </a:xfrm>
                  <a:custGeom>
                    <a:avLst/>
                    <a:gdLst>
                      <a:gd name="T0" fmla="*/ 1 w 246"/>
                      <a:gd name="T1" fmla="*/ 2 h 33"/>
                      <a:gd name="T2" fmla="*/ 1 w 246"/>
                      <a:gd name="T3" fmla="*/ 1 h 33"/>
                      <a:gd name="T4" fmla="*/ 1 w 246"/>
                      <a:gd name="T5" fmla="*/ 1 h 33"/>
                      <a:gd name="T6" fmla="*/ 2 w 246"/>
                      <a:gd name="T7" fmla="*/ 1 h 33"/>
                      <a:gd name="T8" fmla="*/ 2 w 246"/>
                      <a:gd name="T9" fmla="*/ 1 h 33"/>
                      <a:gd name="T10" fmla="*/ 3 w 246"/>
                      <a:gd name="T11" fmla="*/ 1 h 33"/>
                      <a:gd name="T12" fmla="*/ 3 w 246"/>
                      <a:gd name="T13" fmla="*/ 1 h 33"/>
                      <a:gd name="T14" fmla="*/ 4 w 246"/>
                      <a:gd name="T15" fmla="*/ 1 h 33"/>
                      <a:gd name="T16" fmla="*/ 4 w 246"/>
                      <a:gd name="T17" fmla="*/ 1 h 33"/>
                      <a:gd name="T18" fmla="*/ 5 w 246"/>
                      <a:gd name="T19" fmla="*/ 1 h 33"/>
                      <a:gd name="T20" fmla="*/ 5 w 246"/>
                      <a:gd name="T21" fmla="*/ 1 h 33"/>
                      <a:gd name="T22" fmla="*/ 6 w 246"/>
                      <a:gd name="T23" fmla="*/ 1 h 33"/>
                      <a:gd name="T24" fmla="*/ 6 w 246"/>
                      <a:gd name="T25" fmla="*/ 1 h 33"/>
                      <a:gd name="T26" fmla="*/ 7 w 246"/>
                      <a:gd name="T27" fmla="*/ 1 h 33"/>
                      <a:gd name="T28" fmla="*/ 7 w 246"/>
                      <a:gd name="T29" fmla="*/ 1 h 33"/>
                      <a:gd name="T30" fmla="*/ 8 w 246"/>
                      <a:gd name="T31" fmla="*/ 1 h 33"/>
                      <a:gd name="T32" fmla="*/ 8 w 246"/>
                      <a:gd name="T33" fmla="*/ 1 h 33"/>
                      <a:gd name="T34" fmla="*/ 8 w 246"/>
                      <a:gd name="T35" fmla="*/ 1 h 33"/>
                      <a:gd name="T36" fmla="*/ 7 w 246"/>
                      <a:gd name="T37" fmla="*/ 1 h 33"/>
                      <a:gd name="T38" fmla="*/ 7 w 246"/>
                      <a:gd name="T39" fmla="*/ 1 h 33"/>
                      <a:gd name="T40" fmla="*/ 7 w 246"/>
                      <a:gd name="T41" fmla="*/ 1 h 33"/>
                      <a:gd name="T42" fmla="*/ 6 w 246"/>
                      <a:gd name="T43" fmla="*/ 1 h 33"/>
                      <a:gd name="T44" fmla="*/ 6 w 246"/>
                      <a:gd name="T45" fmla="*/ 1 h 33"/>
                      <a:gd name="T46" fmla="*/ 5 w 246"/>
                      <a:gd name="T47" fmla="*/ 1 h 33"/>
                      <a:gd name="T48" fmla="*/ 5 w 246"/>
                      <a:gd name="T49" fmla="*/ 1 h 33"/>
                      <a:gd name="T50" fmla="*/ 4 w 246"/>
                      <a:gd name="T51" fmla="*/ 1 h 33"/>
                      <a:gd name="T52" fmla="*/ 4 w 246"/>
                      <a:gd name="T53" fmla="*/ 1 h 33"/>
                      <a:gd name="T54" fmla="*/ 3 w 246"/>
                      <a:gd name="T55" fmla="*/ 1 h 33"/>
                      <a:gd name="T56" fmla="*/ 3 w 246"/>
                      <a:gd name="T57" fmla="*/ 1 h 33"/>
                      <a:gd name="T58" fmla="*/ 2 w 246"/>
                      <a:gd name="T59" fmla="*/ 1 h 33"/>
                      <a:gd name="T60" fmla="*/ 2 w 246"/>
                      <a:gd name="T61" fmla="*/ 1 h 33"/>
                      <a:gd name="T62" fmla="*/ 1 w 246"/>
                      <a:gd name="T63" fmla="*/ 1 h 33"/>
                      <a:gd name="T64" fmla="*/ 1 w 246"/>
                      <a:gd name="T65" fmla="*/ 1 h 33"/>
                      <a:gd name="T66" fmla="*/ 0 w 246"/>
                      <a:gd name="T67" fmla="*/ 2 h 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6"/>
                      <a:gd name="T103" fmla="*/ 0 h 33"/>
                      <a:gd name="T104" fmla="*/ 246 w 246"/>
                      <a:gd name="T105" fmla="*/ 33 h 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6" h="33">
                        <a:moveTo>
                          <a:pt x="0" y="33"/>
                        </a:moveTo>
                        <a:lnTo>
                          <a:pt x="1" y="33"/>
                        </a:lnTo>
                        <a:lnTo>
                          <a:pt x="8" y="32"/>
                        </a:lnTo>
                        <a:lnTo>
                          <a:pt x="16" y="32"/>
                        </a:lnTo>
                        <a:lnTo>
                          <a:pt x="23" y="31"/>
                        </a:lnTo>
                        <a:lnTo>
                          <a:pt x="32" y="30"/>
                        </a:lnTo>
                        <a:lnTo>
                          <a:pt x="39" y="29"/>
                        </a:lnTo>
                        <a:lnTo>
                          <a:pt x="47" y="29"/>
                        </a:lnTo>
                        <a:lnTo>
                          <a:pt x="54" y="27"/>
                        </a:lnTo>
                        <a:lnTo>
                          <a:pt x="63" y="26"/>
                        </a:lnTo>
                        <a:lnTo>
                          <a:pt x="70" y="26"/>
                        </a:lnTo>
                        <a:lnTo>
                          <a:pt x="77" y="25"/>
                        </a:lnTo>
                        <a:lnTo>
                          <a:pt x="86" y="25"/>
                        </a:lnTo>
                        <a:lnTo>
                          <a:pt x="93" y="24"/>
                        </a:lnTo>
                        <a:lnTo>
                          <a:pt x="101" y="24"/>
                        </a:lnTo>
                        <a:lnTo>
                          <a:pt x="108" y="22"/>
                        </a:lnTo>
                        <a:lnTo>
                          <a:pt x="117" y="22"/>
                        </a:lnTo>
                        <a:lnTo>
                          <a:pt x="124" y="21"/>
                        </a:lnTo>
                        <a:lnTo>
                          <a:pt x="132" y="20"/>
                        </a:lnTo>
                        <a:lnTo>
                          <a:pt x="139" y="20"/>
                        </a:lnTo>
                        <a:lnTo>
                          <a:pt x="148" y="19"/>
                        </a:lnTo>
                        <a:lnTo>
                          <a:pt x="155" y="19"/>
                        </a:lnTo>
                        <a:lnTo>
                          <a:pt x="162" y="17"/>
                        </a:lnTo>
                        <a:lnTo>
                          <a:pt x="170" y="16"/>
                        </a:lnTo>
                        <a:lnTo>
                          <a:pt x="177" y="15"/>
                        </a:lnTo>
                        <a:lnTo>
                          <a:pt x="186" y="14"/>
                        </a:lnTo>
                        <a:lnTo>
                          <a:pt x="193" y="12"/>
                        </a:lnTo>
                        <a:lnTo>
                          <a:pt x="201" y="12"/>
                        </a:lnTo>
                        <a:lnTo>
                          <a:pt x="208" y="11"/>
                        </a:lnTo>
                        <a:lnTo>
                          <a:pt x="215" y="10"/>
                        </a:lnTo>
                        <a:lnTo>
                          <a:pt x="223" y="8"/>
                        </a:lnTo>
                        <a:lnTo>
                          <a:pt x="230" y="6"/>
                        </a:lnTo>
                        <a:lnTo>
                          <a:pt x="238" y="5"/>
                        </a:lnTo>
                        <a:lnTo>
                          <a:pt x="246" y="3"/>
                        </a:lnTo>
                        <a:lnTo>
                          <a:pt x="245" y="0"/>
                        </a:lnTo>
                        <a:lnTo>
                          <a:pt x="238" y="3"/>
                        </a:lnTo>
                        <a:lnTo>
                          <a:pt x="230" y="4"/>
                        </a:lnTo>
                        <a:lnTo>
                          <a:pt x="223" y="5"/>
                        </a:lnTo>
                        <a:lnTo>
                          <a:pt x="215" y="8"/>
                        </a:lnTo>
                        <a:lnTo>
                          <a:pt x="208" y="9"/>
                        </a:lnTo>
                        <a:lnTo>
                          <a:pt x="201" y="10"/>
                        </a:lnTo>
                        <a:lnTo>
                          <a:pt x="193" y="11"/>
                        </a:lnTo>
                        <a:lnTo>
                          <a:pt x="186" y="12"/>
                        </a:lnTo>
                        <a:lnTo>
                          <a:pt x="177" y="12"/>
                        </a:lnTo>
                        <a:lnTo>
                          <a:pt x="170" y="14"/>
                        </a:lnTo>
                        <a:lnTo>
                          <a:pt x="162" y="15"/>
                        </a:lnTo>
                        <a:lnTo>
                          <a:pt x="155" y="16"/>
                        </a:lnTo>
                        <a:lnTo>
                          <a:pt x="148" y="16"/>
                        </a:lnTo>
                        <a:lnTo>
                          <a:pt x="139" y="17"/>
                        </a:lnTo>
                        <a:lnTo>
                          <a:pt x="132" y="19"/>
                        </a:lnTo>
                        <a:lnTo>
                          <a:pt x="124" y="19"/>
                        </a:lnTo>
                        <a:lnTo>
                          <a:pt x="117" y="20"/>
                        </a:lnTo>
                        <a:lnTo>
                          <a:pt x="108" y="20"/>
                        </a:lnTo>
                        <a:lnTo>
                          <a:pt x="101" y="21"/>
                        </a:lnTo>
                        <a:lnTo>
                          <a:pt x="93" y="21"/>
                        </a:lnTo>
                        <a:lnTo>
                          <a:pt x="86" y="22"/>
                        </a:lnTo>
                        <a:lnTo>
                          <a:pt x="77" y="22"/>
                        </a:lnTo>
                        <a:lnTo>
                          <a:pt x="70" y="24"/>
                        </a:lnTo>
                        <a:lnTo>
                          <a:pt x="63" y="25"/>
                        </a:lnTo>
                        <a:lnTo>
                          <a:pt x="54" y="25"/>
                        </a:lnTo>
                        <a:lnTo>
                          <a:pt x="47" y="26"/>
                        </a:lnTo>
                        <a:lnTo>
                          <a:pt x="39" y="26"/>
                        </a:lnTo>
                        <a:lnTo>
                          <a:pt x="32" y="27"/>
                        </a:lnTo>
                        <a:lnTo>
                          <a:pt x="23" y="29"/>
                        </a:lnTo>
                        <a:lnTo>
                          <a:pt x="16" y="30"/>
                        </a:lnTo>
                        <a:lnTo>
                          <a:pt x="8" y="31"/>
                        </a:lnTo>
                        <a:lnTo>
                          <a:pt x="0" y="32"/>
                        </a:lnTo>
                        <a:lnTo>
                          <a:pt x="0"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49" name="Freeform 994"/>
                  <p:cNvSpPr>
                    <a:spLocks/>
                  </p:cNvSpPr>
                  <p:nvPr/>
                </p:nvSpPr>
                <p:spPr bwMode="auto">
                  <a:xfrm>
                    <a:off x="4474" y="3655"/>
                    <a:ext cx="60" cy="5"/>
                  </a:xfrm>
                  <a:custGeom>
                    <a:avLst/>
                    <a:gdLst>
                      <a:gd name="T0" fmla="*/ 0 w 120"/>
                      <a:gd name="T1" fmla="*/ 1 h 10"/>
                      <a:gd name="T2" fmla="*/ 1 w 120"/>
                      <a:gd name="T3" fmla="*/ 1 h 10"/>
                      <a:gd name="T4" fmla="*/ 1 w 120"/>
                      <a:gd name="T5" fmla="*/ 1 h 10"/>
                      <a:gd name="T6" fmla="*/ 2 w 120"/>
                      <a:gd name="T7" fmla="*/ 1 h 10"/>
                      <a:gd name="T8" fmla="*/ 2 w 120"/>
                      <a:gd name="T9" fmla="*/ 1 h 10"/>
                      <a:gd name="T10" fmla="*/ 2 w 120"/>
                      <a:gd name="T11" fmla="*/ 1 h 10"/>
                      <a:gd name="T12" fmla="*/ 2 w 120"/>
                      <a:gd name="T13" fmla="*/ 1 h 10"/>
                      <a:gd name="T14" fmla="*/ 3 w 120"/>
                      <a:gd name="T15" fmla="*/ 1 h 10"/>
                      <a:gd name="T16" fmla="*/ 3 w 120"/>
                      <a:gd name="T17" fmla="*/ 1 h 10"/>
                      <a:gd name="T18" fmla="*/ 3 w 120"/>
                      <a:gd name="T19" fmla="*/ 1 h 10"/>
                      <a:gd name="T20" fmla="*/ 3 w 120"/>
                      <a:gd name="T21" fmla="*/ 1 h 10"/>
                      <a:gd name="T22" fmla="*/ 4 w 120"/>
                      <a:gd name="T23" fmla="*/ 1 h 10"/>
                      <a:gd name="T24" fmla="*/ 4 w 120"/>
                      <a:gd name="T25" fmla="*/ 1 h 10"/>
                      <a:gd name="T26" fmla="*/ 4 w 120"/>
                      <a:gd name="T27" fmla="*/ 1 h 10"/>
                      <a:gd name="T28" fmla="*/ 4 w 120"/>
                      <a:gd name="T29" fmla="*/ 1 h 10"/>
                      <a:gd name="T30" fmla="*/ 4 w 120"/>
                      <a:gd name="T31" fmla="*/ 0 h 10"/>
                      <a:gd name="T32" fmla="*/ 4 w 120"/>
                      <a:gd name="T33" fmla="*/ 0 h 10"/>
                      <a:gd name="T34" fmla="*/ 3 w 120"/>
                      <a:gd name="T35" fmla="*/ 1 h 10"/>
                      <a:gd name="T36" fmla="*/ 3 w 120"/>
                      <a:gd name="T37" fmla="*/ 1 h 10"/>
                      <a:gd name="T38" fmla="*/ 3 w 120"/>
                      <a:gd name="T39" fmla="*/ 1 h 10"/>
                      <a:gd name="T40" fmla="*/ 3 w 120"/>
                      <a:gd name="T41" fmla="*/ 1 h 10"/>
                      <a:gd name="T42" fmla="*/ 2 w 120"/>
                      <a:gd name="T43" fmla="*/ 1 h 10"/>
                      <a:gd name="T44" fmla="*/ 2 w 120"/>
                      <a:gd name="T45" fmla="*/ 1 h 10"/>
                      <a:gd name="T46" fmla="*/ 2 w 120"/>
                      <a:gd name="T47" fmla="*/ 1 h 10"/>
                      <a:gd name="T48" fmla="*/ 2 w 120"/>
                      <a:gd name="T49" fmla="*/ 1 h 10"/>
                      <a:gd name="T50" fmla="*/ 1 w 120"/>
                      <a:gd name="T51" fmla="*/ 1 h 10"/>
                      <a:gd name="T52" fmla="*/ 1 w 120"/>
                      <a:gd name="T53" fmla="*/ 1 h 10"/>
                      <a:gd name="T54" fmla="*/ 0 w 120"/>
                      <a:gd name="T55" fmla="*/ 1 h 10"/>
                      <a:gd name="T56" fmla="*/ 0 w 120"/>
                      <a:gd name="T57" fmla="*/ 1 h 1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10"/>
                      <a:gd name="T89" fmla="*/ 120 w 120"/>
                      <a:gd name="T90" fmla="*/ 10 h 1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10">
                        <a:moveTo>
                          <a:pt x="0" y="10"/>
                        </a:moveTo>
                        <a:lnTo>
                          <a:pt x="24" y="10"/>
                        </a:lnTo>
                        <a:lnTo>
                          <a:pt x="31" y="9"/>
                        </a:lnTo>
                        <a:lnTo>
                          <a:pt x="38" y="9"/>
                        </a:lnTo>
                        <a:lnTo>
                          <a:pt x="46" y="8"/>
                        </a:lnTo>
                        <a:lnTo>
                          <a:pt x="53" y="8"/>
                        </a:lnTo>
                        <a:lnTo>
                          <a:pt x="61" y="6"/>
                        </a:lnTo>
                        <a:lnTo>
                          <a:pt x="68" y="5"/>
                        </a:lnTo>
                        <a:lnTo>
                          <a:pt x="75" y="5"/>
                        </a:lnTo>
                        <a:lnTo>
                          <a:pt x="83" y="4"/>
                        </a:lnTo>
                        <a:lnTo>
                          <a:pt x="90" y="4"/>
                        </a:lnTo>
                        <a:lnTo>
                          <a:pt x="98" y="3"/>
                        </a:lnTo>
                        <a:lnTo>
                          <a:pt x="105" y="3"/>
                        </a:lnTo>
                        <a:lnTo>
                          <a:pt x="112" y="1"/>
                        </a:lnTo>
                        <a:lnTo>
                          <a:pt x="120" y="1"/>
                        </a:lnTo>
                        <a:lnTo>
                          <a:pt x="120" y="0"/>
                        </a:lnTo>
                        <a:lnTo>
                          <a:pt x="98" y="0"/>
                        </a:lnTo>
                        <a:lnTo>
                          <a:pt x="90" y="1"/>
                        </a:lnTo>
                        <a:lnTo>
                          <a:pt x="83" y="1"/>
                        </a:lnTo>
                        <a:lnTo>
                          <a:pt x="75" y="3"/>
                        </a:lnTo>
                        <a:lnTo>
                          <a:pt x="68" y="3"/>
                        </a:lnTo>
                        <a:lnTo>
                          <a:pt x="61" y="4"/>
                        </a:lnTo>
                        <a:lnTo>
                          <a:pt x="53" y="5"/>
                        </a:lnTo>
                        <a:lnTo>
                          <a:pt x="46" y="5"/>
                        </a:lnTo>
                        <a:lnTo>
                          <a:pt x="38" y="6"/>
                        </a:lnTo>
                        <a:lnTo>
                          <a:pt x="31" y="6"/>
                        </a:lnTo>
                        <a:lnTo>
                          <a:pt x="24" y="8"/>
                        </a:lnTo>
                        <a:lnTo>
                          <a:pt x="0" y="8"/>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0" name="Freeform 995"/>
                  <p:cNvSpPr>
                    <a:spLocks/>
                  </p:cNvSpPr>
                  <p:nvPr/>
                </p:nvSpPr>
                <p:spPr bwMode="auto">
                  <a:xfrm>
                    <a:off x="4433" y="3652"/>
                    <a:ext cx="41" cy="9"/>
                  </a:xfrm>
                  <a:custGeom>
                    <a:avLst/>
                    <a:gdLst>
                      <a:gd name="T0" fmla="*/ 0 w 81"/>
                      <a:gd name="T1" fmla="*/ 0 h 19"/>
                      <a:gd name="T2" fmla="*/ 1 w 81"/>
                      <a:gd name="T3" fmla="*/ 0 h 19"/>
                      <a:gd name="T4" fmla="*/ 1 w 81"/>
                      <a:gd name="T5" fmla="*/ 0 h 19"/>
                      <a:gd name="T6" fmla="*/ 1 w 81"/>
                      <a:gd name="T7" fmla="*/ 0 h 19"/>
                      <a:gd name="T8" fmla="*/ 1 w 81"/>
                      <a:gd name="T9" fmla="*/ 0 h 19"/>
                      <a:gd name="T10" fmla="*/ 1 w 81"/>
                      <a:gd name="T11" fmla="*/ 0 h 19"/>
                      <a:gd name="T12" fmla="*/ 1 w 81"/>
                      <a:gd name="T13" fmla="*/ 0 h 19"/>
                      <a:gd name="T14" fmla="*/ 2 w 81"/>
                      <a:gd name="T15" fmla="*/ 0 h 19"/>
                      <a:gd name="T16" fmla="*/ 2 w 81"/>
                      <a:gd name="T17" fmla="*/ 0 h 19"/>
                      <a:gd name="T18" fmla="*/ 2 w 81"/>
                      <a:gd name="T19" fmla="*/ 0 h 19"/>
                      <a:gd name="T20" fmla="*/ 2 w 81"/>
                      <a:gd name="T21" fmla="*/ 0 h 19"/>
                      <a:gd name="T22" fmla="*/ 2 w 81"/>
                      <a:gd name="T23" fmla="*/ 0 h 19"/>
                      <a:gd name="T24" fmla="*/ 2 w 81"/>
                      <a:gd name="T25" fmla="*/ 0 h 19"/>
                      <a:gd name="T26" fmla="*/ 3 w 81"/>
                      <a:gd name="T27" fmla="*/ 0 h 19"/>
                      <a:gd name="T28" fmla="*/ 3 w 81"/>
                      <a:gd name="T29" fmla="*/ 0 h 19"/>
                      <a:gd name="T30" fmla="*/ 3 w 81"/>
                      <a:gd name="T31" fmla="*/ 0 h 19"/>
                      <a:gd name="T32" fmla="*/ 3 w 81"/>
                      <a:gd name="T33" fmla="*/ 0 h 19"/>
                      <a:gd name="T34" fmla="*/ 3 w 81"/>
                      <a:gd name="T35" fmla="*/ 0 h 19"/>
                      <a:gd name="T36" fmla="*/ 2 w 81"/>
                      <a:gd name="T37" fmla="*/ 0 h 19"/>
                      <a:gd name="T38" fmla="*/ 2 w 81"/>
                      <a:gd name="T39" fmla="*/ 0 h 19"/>
                      <a:gd name="T40" fmla="*/ 2 w 81"/>
                      <a:gd name="T41" fmla="*/ 0 h 19"/>
                      <a:gd name="T42" fmla="*/ 2 w 81"/>
                      <a:gd name="T43" fmla="*/ 0 h 19"/>
                      <a:gd name="T44" fmla="*/ 2 w 81"/>
                      <a:gd name="T45" fmla="*/ 0 h 19"/>
                      <a:gd name="T46" fmla="*/ 1 w 81"/>
                      <a:gd name="T47" fmla="*/ 0 h 19"/>
                      <a:gd name="T48" fmla="*/ 1 w 81"/>
                      <a:gd name="T49" fmla="*/ 0 h 19"/>
                      <a:gd name="T50" fmla="*/ 1 w 81"/>
                      <a:gd name="T51" fmla="*/ 0 h 19"/>
                      <a:gd name="T52" fmla="*/ 1 w 81"/>
                      <a:gd name="T53" fmla="*/ 0 h 19"/>
                      <a:gd name="T54" fmla="*/ 1 w 81"/>
                      <a:gd name="T55" fmla="*/ 0 h 19"/>
                      <a:gd name="T56" fmla="*/ 1 w 81"/>
                      <a:gd name="T57" fmla="*/ 0 h 19"/>
                      <a:gd name="T58" fmla="*/ 1 w 81"/>
                      <a:gd name="T59" fmla="*/ 0 h 19"/>
                      <a:gd name="T60" fmla="*/ 0 w 81"/>
                      <a:gd name="T61" fmla="*/ 0 h 1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1"/>
                      <a:gd name="T94" fmla="*/ 0 h 19"/>
                      <a:gd name="T95" fmla="*/ 81 w 81"/>
                      <a:gd name="T96" fmla="*/ 19 h 1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1" h="19">
                        <a:moveTo>
                          <a:pt x="0" y="3"/>
                        </a:moveTo>
                        <a:lnTo>
                          <a:pt x="5" y="4"/>
                        </a:lnTo>
                        <a:lnTo>
                          <a:pt x="10" y="5"/>
                        </a:lnTo>
                        <a:lnTo>
                          <a:pt x="15" y="6"/>
                        </a:lnTo>
                        <a:lnTo>
                          <a:pt x="20" y="9"/>
                        </a:lnTo>
                        <a:lnTo>
                          <a:pt x="25" y="10"/>
                        </a:lnTo>
                        <a:lnTo>
                          <a:pt x="30" y="11"/>
                        </a:lnTo>
                        <a:lnTo>
                          <a:pt x="34" y="14"/>
                        </a:lnTo>
                        <a:lnTo>
                          <a:pt x="39" y="15"/>
                        </a:lnTo>
                        <a:lnTo>
                          <a:pt x="44" y="16"/>
                        </a:lnTo>
                        <a:lnTo>
                          <a:pt x="49" y="17"/>
                        </a:lnTo>
                        <a:lnTo>
                          <a:pt x="54" y="17"/>
                        </a:lnTo>
                        <a:lnTo>
                          <a:pt x="60" y="19"/>
                        </a:lnTo>
                        <a:lnTo>
                          <a:pt x="70" y="19"/>
                        </a:lnTo>
                        <a:lnTo>
                          <a:pt x="76" y="17"/>
                        </a:lnTo>
                        <a:lnTo>
                          <a:pt x="81" y="16"/>
                        </a:lnTo>
                        <a:lnTo>
                          <a:pt x="81" y="14"/>
                        </a:lnTo>
                        <a:lnTo>
                          <a:pt x="76" y="15"/>
                        </a:lnTo>
                        <a:lnTo>
                          <a:pt x="54" y="15"/>
                        </a:lnTo>
                        <a:lnTo>
                          <a:pt x="50" y="14"/>
                        </a:lnTo>
                        <a:lnTo>
                          <a:pt x="44" y="14"/>
                        </a:lnTo>
                        <a:lnTo>
                          <a:pt x="39" y="12"/>
                        </a:lnTo>
                        <a:lnTo>
                          <a:pt x="34" y="11"/>
                        </a:lnTo>
                        <a:lnTo>
                          <a:pt x="30" y="9"/>
                        </a:lnTo>
                        <a:lnTo>
                          <a:pt x="25" y="7"/>
                        </a:lnTo>
                        <a:lnTo>
                          <a:pt x="21" y="6"/>
                        </a:lnTo>
                        <a:lnTo>
                          <a:pt x="16" y="5"/>
                        </a:lnTo>
                        <a:lnTo>
                          <a:pt x="10" y="3"/>
                        </a:lnTo>
                        <a:lnTo>
                          <a:pt x="6" y="1"/>
                        </a:lnTo>
                        <a:lnTo>
                          <a:pt x="1" y="0"/>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1" name="Freeform 996"/>
                  <p:cNvSpPr>
                    <a:spLocks/>
                  </p:cNvSpPr>
                  <p:nvPr/>
                </p:nvSpPr>
                <p:spPr bwMode="auto">
                  <a:xfrm>
                    <a:off x="4416" y="3637"/>
                    <a:ext cx="18" cy="16"/>
                  </a:xfrm>
                  <a:custGeom>
                    <a:avLst/>
                    <a:gdLst>
                      <a:gd name="T0" fmla="*/ 0 w 37"/>
                      <a:gd name="T1" fmla="*/ 0 h 33"/>
                      <a:gd name="T2" fmla="*/ 0 w 37"/>
                      <a:gd name="T3" fmla="*/ 0 h 33"/>
                      <a:gd name="T4" fmla="*/ 0 w 37"/>
                      <a:gd name="T5" fmla="*/ 0 h 33"/>
                      <a:gd name="T6" fmla="*/ 0 w 37"/>
                      <a:gd name="T7" fmla="*/ 0 h 33"/>
                      <a:gd name="T8" fmla="*/ 0 w 37"/>
                      <a:gd name="T9" fmla="*/ 0 h 33"/>
                      <a:gd name="T10" fmla="*/ 0 w 37"/>
                      <a:gd name="T11" fmla="*/ 0 h 33"/>
                      <a:gd name="T12" fmla="*/ 0 w 37"/>
                      <a:gd name="T13" fmla="*/ 0 h 33"/>
                      <a:gd name="T14" fmla="*/ 0 w 37"/>
                      <a:gd name="T15" fmla="*/ 0 h 33"/>
                      <a:gd name="T16" fmla="*/ 0 w 37"/>
                      <a:gd name="T17" fmla="*/ 0 h 33"/>
                      <a:gd name="T18" fmla="*/ 0 w 37"/>
                      <a:gd name="T19" fmla="*/ 0 h 33"/>
                      <a:gd name="T20" fmla="*/ 0 w 37"/>
                      <a:gd name="T21" fmla="*/ 0 h 33"/>
                      <a:gd name="T22" fmla="*/ 0 w 37"/>
                      <a:gd name="T23" fmla="*/ 0 h 33"/>
                      <a:gd name="T24" fmla="*/ 0 w 37"/>
                      <a:gd name="T25" fmla="*/ 0 h 33"/>
                      <a:gd name="T26" fmla="*/ 0 w 37"/>
                      <a:gd name="T27" fmla="*/ 0 h 33"/>
                      <a:gd name="T28" fmla="*/ 0 w 37"/>
                      <a:gd name="T29" fmla="*/ 0 h 33"/>
                      <a:gd name="T30" fmla="*/ 1 w 37"/>
                      <a:gd name="T31" fmla="*/ 0 h 33"/>
                      <a:gd name="T32" fmla="*/ 1 w 37"/>
                      <a:gd name="T33" fmla="*/ 1 h 33"/>
                      <a:gd name="T34" fmla="*/ 1 w 37"/>
                      <a:gd name="T35" fmla="*/ 0 h 33"/>
                      <a:gd name="T36" fmla="*/ 1 w 37"/>
                      <a:gd name="T37" fmla="*/ 0 h 33"/>
                      <a:gd name="T38" fmla="*/ 1 w 37"/>
                      <a:gd name="T39" fmla="*/ 0 h 33"/>
                      <a:gd name="T40" fmla="*/ 0 w 37"/>
                      <a:gd name="T41" fmla="*/ 0 h 33"/>
                      <a:gd name="T42" fmla="*/ 0 w 37"/>
                      <a:gd name="T43" fmla="*/ 0 h 33"/>
                      <a:gd name="T44" fmla="*/ 0 w 37"/>
                      <a:gd name="T45" fmla="*/ 0 h 33"/>
                      <a:gd name="T46" fmla="*/ 0 w 37"/>
                      <a:gd name="T47" fmla="*/ 0 h 33"/>
                      <a:gd name="T48" fmla="*/ 0 w 37"/>
                      <a:gd name="T49" fmla="*/ 0 h 33"/>
                      <a:gd name="T50" fmla="*/ 0 w 37"/>
                      <a:gd name="T51" fmla="*/ 0 h 33"/>
                      <a:gd name="T52" fmla="*/ 0 w 37"/>
                      <a:gd name="T53" fmla="*/ 0 h 33"/>
                      <a:gd name="T54" fmla="*/ 0 w 37"/>
                      <a:gd name="T55" fmla="*/ 0 h 33"/>
                      <a:gd name="T56" fmla="*/ 0 w 37"/>
                      <a:gd name="T57" fmla="*/ 0 h 33"/>
                      <a:gd name="T58" fmla="*/ 0 w 37"/>
                      <a:gd name="T59" fmla="*/ 0 h 33"/>
                      <a:gd name="T60" fmla="*/ 0 w 37"/>
                      <a:gd name="T61" fmla="*/ 0 h 33"/>
                      <a:gd name="T62" fmla="*/ 0 w 37"/>
                      <a:gd name="T63" fmla="*/ 0 h 33"/>
                      <a:gd name="T64" fmla="*/ 0 w 37"/>
                      <a:gd name="T65" fmla="*/ 0 h 33"/>
                      <a:gd name="T66" fmla="*/ 0 w 37"/>
                      <a:gd name="T67" fmla="*/ 0 h 3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
                      <a:gd name="T103" fmla="*/ 0 h 33"/>
                      <a:gd name="T104" fmla="*/ 37 w 37"/>
                      <a:gd name="T105" fmla="*/ 33 h 3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 h="33">
                        <a:moveTo>
                          <a:pt x="0" y="0"/>
                        </a:moveTo>
                        <a:lnTo>
                          <a:pt x="0" y="2"/>
                        </a:lnTo>
                        <a:lnTo>
                          <a:pt x="1" y="4"/>
                        </a:lnTo>
                        <a:lnTo>
                          <a:pt x="4" y="7"/>
                        </a:lnTo>
                        <a:lnTo>
                          <a:pt x="5" y="9"/>
                        </a:lnTo>
                        <a:lnTo>
                          <a:pt x="8" y="10"/>
                        </a:lnTo>
                        <a:lnTo>
                          <a:pt x="9" y="13"/>
                        </a:lnTo>
                        <a:lnTo>
                          <a:pt x="11" y="15"/>
                        </a:lnTo>
                        <a:lnTo>
                          <a:pt x="14" y="16"/>
                        </a:lnTo>
                        <a:lnTo>
                          <a:pt x="19" y="21"/>
                        </a:lnTo>
                        <a:lnTo>
                          <a:pt x="21" y="23"/>
                        </a:lnTo>
                        <a:lnTo>
                          <a:pt x="24" y="24"/>
                        </a:lnTo>
                        <a:lnTo>
                          <a:pt x="26" y="26"/>
                        </a:lnTo>
                        <a:lnTo>
                          <a:pt x="29" y="28"/>
                        </a:lnTo>
                        <a:lnTo>
                          <a:pt x="31" y="29"/>
                        </a:lnTo>
                        <a:lnTo>
                          <a:pt x="34" y="30"/>
                        </a:lnTo>
                        <a:lnTo>
                          <a:pt x="36" y="33"/>
                        </a:lnTo>
                        <a:lnTo>
                          <a:pt x="37" y="30"/>
                        </a:lnTo>
                        <a:lnTo>
                          <a:pt x="35" y="29"/>
                        </a:lnTo>
                        <a:lnTo>
                          <a:pt x="32" y="26"/>
                        </a:lnTo>
                        <a:lnTo>
                          <a:pt x="30" y="25"/>
                        </a:lnTo>
                        <a:lnTo>
                          <a:pt x="27" y="24"/>
                        </a:lnTo>
                        <a:lnTo>
                          <a:pt x="25" y="23"/>
                        </a:lnTo>
                        <a:lnTo>
                          <a:pt x="22" y="21"/>
                        </a:lnTo>
                        <a:lnTo>
                          <a:pt x="17" y="16"/>
                        </a:lnTo>
                        <a:lnTo>
                          <a:pt x="15" y="15"/>
                        </a:lnTo>
                        <a:lnTo>
                          <a:pt x="9" y="9"/>
                        </a:lnTo>
                        <a:lnTo>
                          <a:pt x="8" y="7"/>
                        </a:lnTo>
                        <a:lnTo>
                          <a:pt x="5" y="5"/>
                        </a:lnTo>
                        <a:lnTo>
                          <a:pt x="4" y="3"/>
                        </a:lnTo>
                        <a:lnTo>
                          <a:pt x="3" y="0"/>
                        </a:lnTo>
                        <a:lnTo>
                          <a:pt x="0" y="0"/>
                        </a:lnTo>
                        <a:lnTo>
                          <a:pt x="0"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2" name="Freeform 997"/>
                  <p:cNvSpPr>
                    <a:spLocks/>
                  </p:cNvSpPr>
                  <p:nvPr/>
                </p:nvSpPr>
                <p:spPr bwMode="auto">
                  <a:xfrm>
                    <a:off x="4409" y="3598"/>
                    <a:ext cx="8" cy="39"/>
                  </a:xfrm>
                  <a:custGeom>
                    <a:avLst/>
                    <a:gdLst>
                      <a:gd name="T0" fmla="*/ 0 w 16"/>
                      <a:gd name="T1" fmla="*/ 0 h 78"/>
                      <a:gd name="T2" fmla="*/ 1 w 16"/>
                      <a:gd name="T3" fmla="*/ 1 h 78"/>
                      <a:gd name="T4" fmla="*/ 1 w 16"/>
                      <a:gd name="T5" fmla="*/ 1 h 78"/>
                      <a:gd name="T6" fmla="*/ 1 w 16"/>
                      <a:gd name="T7" fmla="*/ 1 h 78"/>
                      <a:gd name="T8" fmla="*/ 1 w 16"/>
                      <a:gd name="T9" fmla="*/ 2 h 78"/>
                      <a:gd name="T10" fmla="*/ 1 w 16"/>
                      <a:gd name="T11" fmla="*/ 2 h 78"/>
                      <a:gd name="T12" fmla="*/ 1 w 16"/>
                      <a:gd name="T13" fmla="*/ 2 h 78"/>
                      <a:gd name="T14" fmla="*/ 1 w 16"/>
                      <a:gd name="T15" fmla="*/ 3 h 78"/>
                      <a:gd name="T16" fmla="*/ 1 w 16"/>
                      <a:gd name="T17" fmla="*/ 3 h 78"/>
                      <a:gd name="T18" fmla="*/ 1 w 16"/>
                      <a:gd name="T19" fmla="*/ 3 h 78"/>
                      <a:gd name="T20" fmla="*/ 1 w 16"/>
                      <a:gd name="T21" fmla="*/ 3 h 78"/>
                      <a:gd name="T22" fmla="*/ 1 w 16"/>
                      <a:gd name="T23" fmla="*/ 2 h 78"/>
                      <a:gd name="T24" fmla="*/ 1 w 16"/>
                      <a:gd name="T25" fmla="*/ 2 h 78"/>
                      <a:gd name="T26" fmla="*/ 1 w 16"/>
                      <a:gd name="T27" fmla="*/ 2 h 78"/>
                      <a:gd name="T28" fmla="*/ 1 w 16"/>
                      <a:gd name="T29" fmla="*/ 1 h 78"/>
                      <a:gd name="T30" fmla="*/ 1 w 16"/>
                      <a:gd name="T31" fmla="*/ 1 h 78"/>
                      <a:gd name="T32" fmla="*/ 1 w 16"/>
                      <a:gd name="T33" fmla="*/ 1 h 78"/>
                      <a:gd name="T34" fmla="*/ 1 w 16"/>
                      <a:gd name="T35" fmla="*/ 0 h 78"/>
                      <a:gd name="T36" fmla="*/ 0 w 16"/>
                      <a:gd name="T37" fmla="*/ 0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
                      <a:gd name="T58" fmla="*/ 0 h 78"/>
                      <a:gd name="T59" fmla="*/ 16 w 16"/>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 h="78">
                        <a:moveTo>
                          <a:pt x="0" y="0"/>
                        </a:moveTo>
                        <a:lnTo>
                          <a:pt x="1" y="9"/>
                        </a:lnTo>
                        <a:lnTo>
                          <a:pt x="2" y="19"/>
                        </a:lnTo>
                        <a:lnTo>
                          <a:pt x="3" y="30"/>
                        </a:lnTo>
                        <a:lnTo>
                          <a:pt x="6" y="40"/>
                        </a:lnTo>
                        <a:lnTo>
                          <a:pt x="7" y="50"/>
                        </a:lnTo>
                        <a:lnTo>
                          <a:pt x="10" y="59"/>
                        </a:lnTo>
                        <a:lnTo>
                          <a:pt x="12" y="69"/>
                        </a:lnTo>
                        <a:lnTo>
                          <a:pt x="13" y="78"/>
                        </a:lnTo>
                        <a:lnTo>
                          <a:pt x="16" y="78"/>
                        </a:lnTo>
                        <a:lnTo>
                          <a:pt x="14" y="69"/>
                        </a:lnTo>
                        <a:lnTo>
                          <a:pt x="12" y="59"/>
                        </a:lnTo>
                        <a:lnTo>
                          <a:pt x="10" y="49"/>
                        </a:lnTo>
                        <a:lnTo>
                          <a:pt x="8" y="39"/>
                        </a:lnTo>
                        <a:lnTo>
                          <a:pt x="6" y="29"/>
                        </a:lnTo>
                        <a:lnTo>
                          <a:pt x="5" y="19"/>
                        </a:lnTo>
                        <a:lnTo>
                          <a:pt x="3" y="9"/>
                        </a:lnTo>
                        <a:lnTo>
                          <a:pt x="2"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3" name="Freeform 998"/>
                  <p:cNvSpPr>
                    <a:spLocks/>
                  </p:cNvSpPr>
                  <p:nvPr/>
                </p:nvSpPr>
                <p:spPr bwMode="auto">
                  <a:xfrm>
                    <a:off x="4408" y="3591"/>
                    <a:ext cx="2" cy="7"/>
                  </a:xfrm>
                  <a:custGeom>
                    <a:avLst/>
                    <a:gdLst>
                      <a:gd name="T0" fmla="*/ 0 w 5"/>
                      <a:gd name="T1" fmla="*/ 0 h 14"/>
                      <a:gd name="T2" fmla="*/ 0 w 5"/>
                      <a:gd name="T3" fmla="*/ 1 h 14"/>
                      <a:gd name="T4" fmla="*/ 0 w 5"/>
                      <a:gd name="T5" fmla="*/ 1 h 14"/>
                      <a:gd name="T6" fmla="*/ 0 w 5"/>
                      <a:gd name="T7" fmla="*/ 1 h 14"/>
                      <a:gd name="T8" fmla="*/ 0 w 5"/>
                      <a:gd name="T9" fmla="*/ 0 h 14"/>
                      <a:gd name="T10" fmla="*/ 0 w 5"/>
                      <a:gd name="T11" fmla="*/ 1 h 14"/>
                      <a:gd name="T12" fmla="*/ 0 w 5"/>
                      <a:gd name="T13" fmla="*/ 0 h 14"/>
                      <a:gd name="T14" fmla="*/ 0 w 5"/>
                      <a:gd name="T15" fmla="*/ 0 h 14"/>
                      <a:gd name="T16" fmla="*/ 0 w 5"/>
                      <a:gd name="T17" fmla="*/ 1 h 14"/>
                      <a:gd name="T18" fmla="*/ 0 w 5"/>
                      <a:gd name="T19" fmla="*/ 0 h 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14"/>
                      <a:gd name="T32" fmla="*/ 5 w 5"/>
                      <a:gd name="T33" fmla="*/ 14 h 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14">
                        <a:moveTo>
                          <a:pt x="1" y="0"/>
                        </a:moveTo>
                        <a:lnTo>
                          <a:pt x="0" y="1"/>
                        </a:lnTo>
                        <a:lnTo>
                          <a:pt x="3" y="14"/>
                        </a:lnTo>
                        <a:lnTo>
                          <a:pt x="5" y="14"/>
                        </a:lnTo>
                        <a:lnTo>
                          <a:pt x="3" y="0"/>
                        </a:lnTo>
                        <a:lnTo>
                          <a:pt x="1" y="2"/>
                        </a:lnTo>
                        <a:lnTo>
                          <a:pt x="1" y="0"/>
                        </a:lnTo>
                        <a:lnTo>
                          <a:pt x="0" y="0"/>
                        </a:lnTo>
                        <a:lnTo>
                          <a:pt x="0"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4" name="Freeform 999"/>
                  <p:cNvSpPr>
                    <a:spLocks/>
                  </p:cNvSpPr>
                  <p:nvPr/>
                </p:nvSpPr>
                <p:spPr bwMode="auto">
                  <a:xfrm>
                    <a:off x="4408" y="3591"/>
                    <a:ext cx="20" cy="6"/>
                  </a:xfrm>
                  <a:custGeom>
                    <a:avLst/>
                    <a:gdLst>
                      <a:gd name="T0" fmla="*/ 2 w 40"/>
                      <a:gd name="T1" fmla="*/ 1 h 12"/>
                      <a:gd name="T2" fmla="*/ 2 w 40"/>
                      <a:gd name="T3" fmla="*/ 1 h 12"/>
                      <a:gd name="T4" fmla="*/ 2 w 40"/>
                      <a:gd name="T5" fmla="*/ 1 h 12"/>
                      <a:gd name="T6" fmla="*/ 1 w 40"/>
                      <a:gd name="T7" fmla="*/ 1 h 12"/>
                      <a:gd name="T8" fmla="*/ 1 w 40"/>
                      <a:gd name="T9" fmla="*/ 1 h 12"/>
                      <a:gd name="T10" fmla="*/ 1 w 40"/>
                      <a:gd name="T11" fmla="*/ 1 h 12"/>
                      <a:gd name="T12" fmla="*/ 1 w 40"/>
                      <a:gd name="T13" fmla="*/ 1 h 12"/>
                      <a:gd name="T14" fmla="*/ 1 w 40"/>
                      <a:gd name="T15" fmla="*/ 1 h 12"/>
                      <a:gd name="T16" fmla="*/ 1 w 40"/>
                      <a:gd name="T17" fmla="*/ 1 h 12"/>
                      <a:gd name="T18" fmla="*/ 1 w 40"/>
                      <a:gd name="T19" fmla="*/ 1 h 12"/>
                      <a:gd name="T20" fmla="*/ 1 w 40"/>
                      <a:gd name="T21" fmla="*/ 1 h 12"/>
                      <a:gd name="T22" fmla="*/ 1 w 40"/>
                      <a:gd name="T23" fmla="*/ 1 h 12"/>
                      <a:gd name="T24" fmla="*/ 1 w 40"/>
                      <a:gd name="T25" fmla="*/ 0 h 12"/>
                      <a:gd name="T26" fmla="*/ 0 w 40"/>
                      <a:gd name="T27" fmla="*/ 0 h 12"/>
                      <a:gd name="T28" fmla="*/ 0 w 40"/>
                      <a:gd name="T29" fmla="*/ 1 h 12"/>
                      <a:gd name="T30" fmla="*/ 1 w 40"/>
                      <a:gd name="T31" fmla="*/ 1 h 12"/>
                      <a:gd name="T32" fmla="*/ 1 w 40"/>
                      <a:gd name="T33" fmla="*/ 1 h 12"/>
                      <a:gd name="T34" fmla="*/ 1 w 40"/>
                      <a:gd name="T35" fmla="*/ 1 h 12"/>
                      <a:gd name="T36" fmla="*/ 1 w 40"/>
                      <a:gd name="T37" fmla="*/ 1 h 12"/>
                      <a:gd name="T38" fmla="*/ 1 w 40"/>
                      <a:gd name="T39" fmla="*/ 1 h 12"/>
                      <a:gd name="T40" fmla="*/ 1 w 40"/>
                      <a:gd name="T41" fmla="*/ 1 h 12"/>
                      <a:gd name="T42" fmla="*/ 1 w 40"/>
                      <a:gd name="T43" fmla="*/ 1 h 12"/>
                      <a:gd name="T44" fmla="*/ 1 w 40"/>
                      <a:gd name="T45" fmla="*/ 1 h 12"/>
                      <a:gd name="T46" fmla="*/ 1 w 40"/>
                      <a:gd name="T47" fmla="*/ 1 h 12"/>
                      <a:gd name="T48" fmla="*/ 1 w 40"/>
                      <a:gd name="T49" fmla="*/ 1 h 12"/>
                      <a:gd name="T50" fmla="*/ 2 w 40"/>
                      <a:gd name="T51" fmla="*/ 1 h 12"/>
                      <a:gd name="T52" fmla="*/ 2 w 40"/>
                      <a:gd name="T53" fmla="*/ 1 h 12"/>
                      <a:gd name="T54" fmla="*/ 2 w 40"/>
                      <a:gd name="T55" fmla="*/ 1 h 12"/>
                      <a:gd name="T56" fmla="*/ 2 w 40"/>
                      <a:gd name="T57" fmla="*/ 1 h 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
                      <a:gd name="T88" fmla="*/ 0 h 12"/>
                      <a:gd name="T89" fmla="*/ 40 w 40"/>
                      <a:gd name="T90" fmla="*/ 12 h 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 h="12">
                        <a:moveTo>
                          <a:pt x="40" y="10"/>
                        </a:moveTo>
                        <a:lnTo>
                          <a:pt x="37" y="10"/>
                        </a:lnTo>
                        <a:lnTo>
                          <a:pt x="35" y="9"/>
                        </a:lnTo>
                        <a:lnTo>
                          <a:pt x="32" y="7"/>
                        </a:lnTo>
                        <a:lnTo>
                          <a:pt x="30" y="7"/>
                        </a:lnTo>
                        <a:lnTo>
                          <a:pt x="28" y="6"/>
                        </a:lnTo>
                        <a:lnTo>
                          <a:pt x="25" y="6"/>
                        </a:lnTo>
                        <a:lnTo>
                          <a:pt x="23" y="5"/>
                        </a:lnTo>
                        <a:lnTo>
                          <a:pt x="20" y="4"/>
                        </a:lnTo>
                        <a:lnTo>
                          <a:pt x="18" y="2"/>
                        </a:lnTo>
                        <a:lnTo>
                          <a:pt x="15" y="2"/>
                        </a:lnTo>
                        <a:lnTo>
                          <a:pt x="13" y="1"/>
                        </a:lnTo>
                        <a:lnTo>
                          <a:pt x="10" y="0"/>
                        </a:lnTo>
                        <a:lnTo>
                          <a:pt x="0" y="0"/>
                        </a:lnTo>
                        <a:lnTo>
                          <a:pt x="0" y="2"/>
                        </a:lnTo>
                        <a:lnTo>
                          <a:pt x="10" y="2"/>
                        </a:lnTo>
                        <a:lnTo>
                          <a:pt x="13" y="4"/>
                        </a:lnTo>
                        <a:lnTo>
                          <a:pt x="15" y="5"/>
                        </a:lnTo>
                        <a:lnTo>
                          <a:pt x="16" y="5"/>
                        </a:lnTo>
                        <a:lnTo>
                          <a:pt x="19" y="6"/>
                        </a:lnTo>
                        <a:lnTo>
                          <a:pt x="21" y="6"/>
                        </a:lnTo>
                        <a:lnTo>
                          <a:pt x="24" y="7"/>
                        </a:lnTo>
                        <a:lnTo>
                          <a:pt x="26" y="9"/>
                        </a:lnTo>
                        <a:lnTo>
                          <a:pt x="29" y="10"/>
                        </a:lnTo>
                        <a:lnTo>
                          <a:pt x="31" y="10"/>
                        </a:lnTo>
                        <a:lnTo>
                          <a:pt x="34" y="11"/>
                        </a:lnTo>
                        <a:lnTo>
                          <a:pt x="37" y="12"/>
                        </a:lnTo>
                        <a:lnTo>
                          <a:pt x="40" y="12"/>
                        </a:lnTo>
                        <a:lnTo>
                          <a:pt x="4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5" name="Freeform 1000"/>
                  <p:cNvSpPr>
                    <a:spLocks/>
                  </p:cNvSpPr>
                  <p:nvPr/>
                </p:nvSpPr>
                <p:spPr bwMode="auto">
                  <a:xfrm>
                    <a:off x="4428" y="3596"/>
                    <a:ext cx="34" cy="10"/>
                  </a:xfrm>
                  <a:custGeom>
                    <a:avLst/>
                    <a:gdLst>
                      <a:gd name="T0" fmla="*/ 2 w 69"/>
                      <a:gd name="T1" fmla="*/ 0 h 21"/>
                      <a:gd name="T2" fmla="*/ 2 w 69"/>
                      <a:gd name="T3" fmla="*/ 0 h 21"/>
                      <a:gd name="T4" fmla="*/ 1 w 69"/>
                      <a:gd name="T5" fmla="*/ 0 h 21"/>
                      <a:gd name="T6" fmla="*/ 1 w 69"/>
                      <a:gd name="T7" fmla="*/ 0 h 21"/>
                      <a:gd name="T8" fmla="*/ 1 w 69"/>
                      <a:gd name="T9" fmla="*/ 0 h 21"/>
                      <a:gd name="T10" fmla="*/ 1 w 69"/>
                      <a:gd name="T11" fmla="*/ 0 h 21"/>
                      <a:gd name="T12" fmla="*/ 1 w 69"/>
                      <a:gd name="T13" fmla="*/ 0 h 21"/>
                      <a:gd name="T14" fmla="*/ 1 w 69"/>
                      <a:gd name="T15" fmla="*/ 0 h 21"/>
                      <a:gd name="T16" fmla="*/ 1 w 69"/>
                      <a:gd name="T17" fmla="*/ 0 h 21"/>
                      <a:gd name="T18" fmla="*/ 0 w 69"/>
                      <a:gd name="T19" fmla="*/ 0 h 21"/>
                      <a:gd name="T20" fmla="*/ 0 w 69"/>
                      <a:gd name="T21" fmla="*/ 0 h 21"/>
                      <a:gd name="T22" fmla="*/ 0 w 69"/>
                      <a:gd name="T23" fmla="*/ 0 h 21"/>
                      <a:gd name="T24" fmla="*/ 0 w 69"/>
                      <a:gd name="T25" fmla="*/ 0 h 21"/>
                      <a:gd name="T26" fmla="*/ 0 w 69"/>
                      <a:gd name="T27" fmla="*/ 0 h 21"/>
                      <a:gd name="T28" fmla="*/ 0 w 69"/>
                      <a:gd name="T29" fmla="*/ 0 h 21"/>
                      <a:gd name="T30" fmla="*/ 0 w 69"/>
                      <a:gd name="T31" fmla="*/ 0 h 21"/>
                      <a:gd name="T32" fmla="*/ 0 w 69"/>
                      <a:gd name="T33" fmla="*/ 0 h 21"/>
                      <a:gd name="T34" fmla="*/ 0 w 69"/>
                      <a:gd name="T35" fmla="*/ 0 h 21"/>
                      <a:gd name="T36" fmla="*/ 0 w 69"/>
                      <a:gd name="T37" fmla="*/ 0 h 21"/>
                      <a:gd name="T38" fmla="*/ 0 w 69"/>
                      <a:gd name="T39" fmla="*/ 0 h 21"/>
                      <a:gd name="T40" fmla="*/ 0 w 69"/>
                      <a:gd name="T41" fmla="*/ 0 h 21"/>
                      <a:gd name="T42" fmla="*/ 0 w 69"/>
                      <a:gd name="T43" fmla="*/ 0 h 21"/>
                      <a:gd name="T44" fmla="*/ 0 w 69"/>
                      <a:gd name="T45" fmla="*/ 0 h 21"/>
                      <a:gd name="T46" fmla="*/ 0 w 69"/>
                      <a:gd name="T47" fmla="*/ 0 h 21"/>
                      <a:gd name="T48" fmla="*/ 0 w 69"/>
                      <a:gd name="T49" fmla="*/ 0 h 21"/>
                      <a:gd name="T50" fmla="*/ 1 w 69"/>
                      <a:gd name="T51" fmla="*/ 0 h 21"/>
                      <a:gd name="T52" fmla="*/ 1 w 69"/>
                      <a:gd name="T53" fmla="*/ 0 h 21"/>
                      <a:gd name="T54" fmla="*/ 1 w 69"/>
                      <a:gd name="T55" fmla="*/ 0 h 21"/>
                      <a:gd name="T56" fmla="*/ 1 w 69"/>
                      <a:gd name="T57" fmla="*/ 0 h 21"/>
                      <a:gd name="T58" fmla="*/ 1 w 69"/>
                      <a:gd name="T59" fmla="*/ 0 h 21"/>
                      <a:gd name="T60" fmla="*/ 1 w 69"/>
                      <a:gd name="T61" fmla="*/ 0 h 21"/>
                      <a:gd name="T62" fmla="*/ 1 w 69"/>
                      <a:gd name="T63" fmla="*/ 0 h 21"/>
                      <a:gd name="T64" fmla="*/ 2 w 69"/>
                      <a:gd name="T65" fmla="*/ 0 h 21"/>
                      <a:gd name="T66" fmla="*/ 2 w 69"/>
                      <a:gd name="T67" fmla="*/ 0 h 21"/>
                      <a:gd name="T68" fmla="*/ 2 w 69"/>
                      <a:gd name="T69" fmla="*/ 0 h 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9"/>
                      <a:gd name="T106" fmla="*/ 0 h 21"/>
                      <a:gd name="T107" fmla="*/ 69 w 69"/>
                      <a:gd name="T108" fmla="*/ 21 h 2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9" h="21">
                        <a:moveTo>
                          <a:pt x="69" y="18"/>
                        </a:moveTo>
                        <a:lnTo>
                          <a:pt x="65" y="17"/>
                        </a:lnTo>
                        <a:lnTo>
                          <a:pt x="60" y="17"/>
                        </a:lnTo>
                        <a:lnTo>
                          <a:pt x="55" y="16"/>
                        </a:lnTo>
                        <a:lnTo>
                          <a:pt x="52" y="15"/>
                        </a:lnTo>
                        <a:lnTo>
                          <a:pt x="47" y="13"/>
                        </a:lnTo>
                        <a:lnTo>
                          <a:pt x="43" y="12"/>
                        </a:lnTo>
                        <a:lnTo>
                          <a:pt x="38" y="11"/>
                        </a:lnTo>
                        <a:lnTo>
                          <a:pt x="34" y="10"/>
                        </a:lnTo>
                        <a:lnTo>
                          <a:pt x="29" y="8"/>
                        </a:lnTo>
                        <a:lnTo>
                          <a:pt x="26" y="7"/>
                        </a:lnTo>
                        <a:lnTo>
                          <a:pt x="21" y="6"/>
                        </a:lnTo>
                        <a:lnTo>
                          <a:pt x="17" y="5"/>
                        </a:lnTo>
                        <a:lnTo>
                          <a:pt x="12" y="4"/>
                        </a:lnTo>
                        <a:lnTo>
                          <a:pt x="9" y="4"/>
                        </a:lnTo>
                        <a:lnTo>
                          <a:pt x="5" y="1"/>
                        </a:lnTo>
                        <a:lnTo>
                          <a:pt x="0" y="0"/>
                        </a:lnTo>
                        <a:lnTo>
                          <a:pt x="0" y="2"/>
                        </a:lnTo>
                        <a:lnTo>
                          <a:pt x="4" y="4"/>
                        </a:lnTo>
                        <a:lnTo>
                          <a:pt x="7" y="5"/>
                        </a:lnTo>
                        <a:lnTo>
                          <a:pt x="12" y="6"/>
                        </a:lnTo>
                        <a:lnTo>
                          <a:pt x="16" y="7"/>
                        </a:lnTo>
                        <a:lnTo>
                          <a:pt x="21" y="8"/>
                        </a:lnTo>
                        <a:lnTo>
                          <a:pt x="25" y="10"/>
                        </a:lnTo>
                        <a:lnTo>
                          <a:pt x="29" y="11"/>
                        </a:lnTo>
                        <a:lnTo>
                          <a:pt x="34" y="12"/>
                        </a:lnTo>
                        <a:lnTo>
                          <a:pt x="38" y="13"/>
                        </a:lnTo>
                        <a:lnTo>
                          <a:pt x="42" y="15"/>
                        </a:lnTo>
                        <a:lnTo>
                          <a:pt x="47" y="16"/>
                        </a:lnTo>
                        <a:lnTo>
                          <a:pt x="52" y="17"/>
                        </a:lnTo>
                        <a:lnTo>
                          <a:pt x="55" y="17"/>
                        </a:lnTo>
                        <a:lnTo>
                          <a:pt x="60" y="18"/>
                        </a:lnTo>
                        <a:lnTo>
                          <a:pt x="64" y="20"/>
                        </a:lnTo>
                        <a:lnTo>
                          <a:pt x="69" y="21"/>
                        </a:lnTo>
                        <a:lnTo>
                          <a:pt x="69"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6" name="Freeform 1001"/>
                  <p:cNvSpPr>
                    <a:spLocks/>
                  </p:cNvSpPr>
                  <p:nvPr/>
                </p:nvSpPr>
                <p:spPr bwMode="auto">
                  <a:xfrm>
                    <a:off x="4462" y="3602"/>
                    <a:ext cx="69" cy="6"/>
                  </a:xfrm>
                  <a:custGeom>
                    <a:avLst/>
                    <a:gdLst>
                      <a:gd name="T0" fmla="*/ 5 w 137"/>
                      <a:gd name="T1" fmla="*/ 0 h 13"/>
                      <a:gd name="T2" fmla="*/ 4 w 137"/>
                      <a:gd name="T3" fmla="*/ 0 h 13"/>
                      <a:gd name="T4" fmla="*/ 4 w 137"/>
                      <a:gd name="T5" fmla="*/ 0 h 13"/>
                      <a:gd name="T6" fmla="*/ 4 w 137"/>
                      <a:gd name="T7" fmla="*/ 0 h 13"/>
                      <a:gd name="T8" fmla="*/ 4 w 137"/>
                      <a:gd name="T9" fmla="*/ 0 h 13"/>
                      <a:gd name="T10" fmla="*/ 4 w 137"/>
                      <a:gd name="T11" fmla="*/ 0 h 13"/>
                      <a:gd name="T12" fmla="*/ 4 w 137"/>
                      <a:gd name="T13" fmla="*/ 0 h 13"/>
                      <a:gd name="T14" fmla="*/ 3 w 137"/>
                      <a:gd name="T15" fmla="*/ 0 h 13"/>
                      <a:gd name="T16" fmla="*/ 3 w 137"/>
                      <a:gd name="T17" fmla="*/ 0 h 13"/>
                      <a:gd name="T18" fmla="*/ 3 w 137"/>
                      <a:gd name="T19" fmla="*/ 0 h 13"/>
                      <a:gd name="T20" fmla="*/ 3 w 137"/>
                      <a:gd name="T21" fmla="*/ 0 h 13"/>
                      <a:gd name="T22" fmla="*/ 3 w 137"/>
                      <a:gd name="T23" fmla="*/ 0 h 13"/>
                      <a:gd name="T24" fmla="*/ 3 w 137"/>
                      <a:gd name="T25" fmla="*/ 0 h 13"/>
                      <a:gd name="T26" fmla="*/ 2 w 137"/>
                      <a:gd name="T27" fmla="*/ 0 h 13"/>
                      <a:gd name="T28" fmla="*/ 2 w 137"/>
                      <a:gd name="T29" fmla="*/ 0 h 13"/>
                      <a:gd name="T30" fmla="*/ 1 w 137"/>
                      <a:gd name="T31" fmla="*/ 0 h 13"/>
                      <a:gd name="T32" fmla="*/ 1 w 137"/>
                      <a:gd name="T33" fmla="*/ 0 h 13"/>
                      <a:gd name="T34" fmla="*/ 1 w 137"/>
                      <a:gd name="T35" fmla="*/ 0 h 13"/>
                      <a:gd name="T36" fmla="*/ 1 w 137"/>
                      <a:gd name="T37" fmla="*/ 0 h 13"/>
                      <a:gd name="T38" fmla="*/ 0 w 137"/>
                      <a:gd name="T39" fmla="*/ 0 h 13"/>
                      <a:gd name="T40" fmla="*/ 0 w 137"/>
                      <a:gd name="T41" fmla="*/ 0 h 13"/>
                      <a:gd name="T42" fmla="*/ 1 w 137"/>
                      <a:gd name="T43" fmla="*/ 0 h 13"/>
                      <a:gd name="T44" fmla="*/ 1 w 137"/>
                      <a:gd name="T45" fmla="*/ 0 h 13"/>
                      <a:gd name="T46" fmla="*/ 1 w 137"/>
                      <a:gd name="T47" fmla="*/ 0 h 13"/>
                      <a:gd name="T48" fmla="*/ 1 w 137"/>
                      <a:gd name="T49" fmla="*/ 0 h 13"/>
                      <a:gd name="T50" fmla="*/ 2 w 137"/>
                      <a:gd name="T51" fmla="*/ 0 h 13"/>
                      <a:gd name="T52" fmla="*/ 2 w 137"/>
                      <a:gd name="T53" fmla="*/ 0 h 13"/>
                      <a:gd name="T54" fmla="*/ 3 w 137"/>
                      <a:gd name="T55" fmla="*/ 0 h 13"/>
                      <a:gd name="T56" fmla="*/ 3 w 137"/>
                      <a:gd name="T57" fmla="*/ 0 h 13"/>
                      <a:gd name="T58" fmla="*/ 3 w 137"/>
                      <a:gd name="T59" fmla="*/ 0 h 13"/>
                      <a:gd name="T60" fmla="*/ 3 w 137"/>
                      <a:gd name="T61" fmla="*/ 0 h 13"/>
                      <a:gd name="T62" fmla="*/ 3 w 137"/>
                      <a:gd name="T63" fmla="*/ 0 h 13"/>
                      <a:gd name="T64" fmla="*/ 3 w 137"/>
                      <a:gd name="T65" fmla="*/ 0 h 13"/>
                      <a:gd name="T66" fmla="*/ 4 w 137"/>
                      <a:gd name="T67" fmla="*/ 0 h 13"/>
                      <a:gd name="T68" fmla="*/ 4 w 137"/>
                      <a:gd name="T69" fmla="*/ 0 h 13"/>
                      <a:gd name="T70" fmla="*/ 4 w 137"/>
                      <a:gd name="T71" fmla="*/ 0 h 13"/>
                      <a:gd name="T72" fmla="*/ 4 w 137"/>
                      <a:gd name="T73" fmla="*/ 0 h 13"/>
                      <a:gd name="T74" fmla="*/ 4 w 137"/>
                      <a:gd name="T75" fmla="*/ 0 h 13"/>
                      <a:gd name="T76" fmla="*/ 4 w 137"/>
                      <a:gd name="T77" fmla="*/ 0 h 13"/>
                      <a:gd name="T78" fmla="*/ 4 w 137"/>
                      <a:gd name="T79" fmla="*/ 0 h 13"/>
                      <a:gd name="T80" fmla="*/ 5 w 137"/>
                      <a:gd name="T81" fmla="*/ 0 h 13"/>
                      <a:gd name="T82" fmla="*/ 5 w 137"/>
                      <a:gd name="T83" fmla="*/ 0 h 13"/>
                      <a:gd name="T84" fmla="*/ 5 w 137"/>
                      <a:gd name="T85" fmla="*/ 0 h 1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37"/>
                      <a:gd name="T130" fmla="*/ 0 h 13"/>
                      <a:gd name="T131" fmla="*/ 137 w 137"/>
                      <a:gd name="T132" fmla="*/ 13 h 1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37" h="13">
                        <a:moveTo>
                          <a:pt x="137" y="0"/>
                        </a:moveTo>
                        <a:lnTo>
                          <a:pt x="128" y="0"/>
                        </a:lnTo>
                        <a:lnTo>
                          <a:pt x="124" y="1"/>
                        </a:lnTo>
                        <a:lnTo>
                          <a:pt x="119" y="3"/>
                        </a:lnTo>
                        <a:lnTo>
                          <a:pt x="111" y="3"/>
                        </a:lnTo>
                        <a:lnTo>
                          <a:pt x="106" y="4"/>
                        </a:lnTo>
                        <a:lnTo>
                          <a:pt x="102" y="5"/>
                        </a:lnTo>
                        <a:lnTo>
                          <a:pt x="93" y="5"/>
                        </a:lnTo>
                        <a:lnTo>
                          <a:pt x="90" y="6"/>
                        </a:lnTo>
                        <a:lnTo>
                          <a:pt x="85" y="6"/>
                        </a:lnTo>
                        <a:lnTo>
                          <a:pt x="81" y="8"/>
                        </a:lnTo>
                        <a:lnTo>
                          <a:pt x="76" y="8"/>
                        </a:lnTo>
                        <a:lnTo>
                          <a:pt x="73" y="9"/>
                        </a:lnTo>
                        <a:lnTo>
                          <a:pt x="64" y="9"/>
                        </a:lnTo>
                        <a:lnTo>
                          <a:pt x="60" y="10"/>
                        </a:lnTo>
                        <a:lnTo>
                          <a:pt x="17" y="10"/>
                        </a:lnTo>
                        <a:lnTo>
                          <a:pt x="13" y="9"/>
                        </a:lnTo>
                        <a:lnTo>
                          <a:pt x="8" y="9"/>
                        </a:lnTo>
                        <a:lnTo>
                          <a:pt x="5" y="8"/>
                        </a:lnTo>
                        <a:lnTo>
                          <a:pt x="0" y="6"/>
                        </a:lnTo>
                        <a:lnTo>
                          <a:pt x="0" y="9"/>
                        </a:lnTo>
                        <a:lnTo>
                          <a:pt x="5" y="10"/>
                        </a:lnTo>
                        <a:lnTo>
                          <a:pt x="8" y="11"/>
                        </a:lnTo>
                        <a:lnTo>
                          <a:pt x="17" y="11"/>
                        </a:lnTo>
                        <a:lnTo>
                          <a:pt x="22" y="13"/>
                        </a:lnTo>
                        <a:lnTo>
                          <a:pt x="55" y="13"/>
                        </a:lnTo>
                        <a:lnTo>
                          <a:pt x="60" y="11"/>
                        </a:lnTo>
                        <a:lnTo>
                          <a:pt x="73" y="11"/>
                        </a:lnTo>
                        <a:lnTo>
                          <a:pt x="76" y="10"/>
                        </a:lnTo>
                        <a:lnTo>
                          <a:pt x="81" y="10"/>
                        </a:lnTo>
                        <a:lnTo>
                          <a:pt x="85" y="9"/>
                        </a:lnTo>
                        <a:lnTo>
                          <a:pt x="90" y="9"/>
                        </a:lnTo>
                        <a:lnTo>
                          <a:pt x="93" y="8"/>
                        </a:lnTo>
                        <a:lnTo>
                          <a:pt x="97" y="8"/>
                        </a:lnTo>
                        <a:lnTo>
                          <a:pt x="102" y="6"/>
                        </a:lnTo>
                        <a:lnTo>
                          <a:pt x="107" y="6"/>
                        </a:lnTo>
                        <a:lnTo>
                          <a:pt x="111" y="5"/>
                        </a:lnTo>
                        <a:lnTo>
                          <a:pt x="119" y="5"/>
                        </a:lnTo>
                        <a:lnTo>
                          <a:pt x="124" y="4"/>
                        </a:lnTo>
                        <a:lnTo>
                          <a:pt x="128" y="4"/>
                        </a:lnTo>
                        <a:lnTo>
                          <a:pt x="133" y="3"/>
                        </a:lnTo>
                        <a:lnTo>
                          <a:pt x="137" y="3"/>
                        </a:lnTo>
                        <a:lnTo>
                          <a:pt x="1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7" name="Freeform 1002"/>
                  <p:cNvSpPr>
                    <a:spLocks/>
                  </p:cNvSpPr>
                  <p:nvPr/>
                </p:nvSpPr>
                <p:spPr bwMode="auto">
                  <a:xfrm>
                    <a:off x="4531" y="3594"/>
                    <a:ext cx="88" cy="9"/>
                  </a:xfrm>
                  <a:custGeom>
                    <a:avLst/>
                    <a:gdLst>
                      <a:gd name="T0" fmla="*/ 6 w 176"/>
                      <a:gd name="T1" fmla="*/ 0 h 19"/>
                      <a:gd name="T2" fmla="*/ 6 w 176"/>
                      <a:gd name="T3" fmla="*/ 0 h 19"/>
                      <a:gd name="T4" fmla="*/ 5 w 176"/>
                      <a:gd name="T5" fmla="*/ 0 h 19"/>
                      <a:gd name="T6" fmla="*/ 5 w 176"/>
                      <a:gd name="T7" fmla="*/ 0 h 19"/>
                      <a:gd name="T8" fmla="*/ 5 w 176"/>
                      <a:gd name="T9" fmla="*/ 0 h 19"/>
                      <a:gd name="T10" fmla="*/ 5 w 176"/>
                      <a:gd name="T11" fmla="*/ 0 h 19"/>
                      <a:gd name="T12" fmla="*/ 5 w 176"/>
                      <a:gd name="T13" fmla="*/ 0 h 19"/>
                      <a:gd name="T14" fmla="*/ 4 w 176"/>
                      <a:gd name="T15" fmla="*/ 0 h 19"/>
                      <a:gd name="T16" fmla="*/ 4 w 176"/>
                      <a:gd name="T17" fmla="*/ 0 h 19"/>
                      <a:gd name="T18" fmla="*/ 4 w 176"/>
                      <a:gd name="T19" fmla="*/ 0 h 19"/>
                      <a:gd name="T20" fmla="*/ 4 w 176"/>
                      <a:gd name="T21" fmla="*/ 0 h 19"/>
                      <a:gd name="T22" fmla="*/ 3 w 176"/>
                      <a:gd name="T23" fmla="*/ 0 h 19"/>
                      <a:gd name="T24" fmla="*/ 3 w 176"/>
                      <a:gd name="T25" fmla="*/ 0 h 19"/>
                      <a:gd name="T26" fmla="*/ 3 w 176"/>
                      <a:gd name="T27" fmla="*/ 0 h 19"/>
                      <a:gd name="T28" fmla="*/ 3 w 176"/>
                      <a:gd name="T29" fmla="*/ 0 h 19"/>
                      <a:gd name="T30" fmla="*/ 3 w 176"/>
                      <a:gd name="T31" fmla="*/ 0 h 19"/>
                      <a:gd name="T32" fmla="*/ 3 w 176"/>
                      <a:gd name="T33" fmla="*/ 0 h 19"/>
                      <a:gd name="T34" fmla="*/ 2 w 176"/>
                      <a:gd name="T35" fmla="*/ 0 h 19"/>
                      <a:gd name="T36" fmla="*/ 2 w 176"/>
                      <a:gd name="T37" fmla="*/ 0 h 19"/>
                      <a:gd name="T38" fmla="*/ 2 w 176"/>
                      <a:gd name="T39" fmla="*/ 0 h 19"/>
                      <a:gd name="T40" fmla="*/ 2 w 176"/>
                      <a:gd name="T41" fmla="*/ 0 h 19"/>
                      <a:gd name="T42" fmla="*/ 2 w 176"/>
                      <a:gd name="T43" fmla="*/ 0 h 19"/>
                      <a:gd name="T44" fmla="*/ 1 w 176"/>
                      <a:gd name="T45" fmla="*/ 0 h 19"/>
                      <a:gd name="T46" fmla="*/ 1 w 176"/>
                      <a:gd name="T47" fmla="*/ 0 h 19"/>
                      <a:gd name="T48" fmla="*/ 1 w 176"/>
                      <a:gd name="T49" fmla="*/ 0 h 19"/>
                      <a:gd name="T50" fmla="*/ 1 w 176"/>
                      <a:gd name="T51" fmla="*/ 0 h 19"/>
                      <a:gd name="T52" fmla="*/ 0 w 176"/>
                      <a:gd name="T53" fmla="*/ 0 h 19"/>
                      <a:gd name="T54" fmla="*/ 0 w 176"/>
                      <a:gd name="T55" fmla="*/ 0 h 19"/>
                      <a:gd name="T56" fmla="*/ 1 w 176"/>
                      <a:gd name="T57" fmla="*/ 0 h 19"/>
                      <a:gd name="T58" fmla="*/ 1 w 176"/>
                      <a:gd name="T59" fmla="*/ 0 h 19"/>
                      <a:gd name="T60" fmla="*/ 1 w 176"/>
                      <a:gd name="T61" fmla="*/ 0 h 19"/>
                      <a:gd name="T62" fmla="*/ 1 w 176"/>
                      <a:gd name="T63" fmla="*/ 0 h 19"/>
                      <a:gd name="T64" fmla="*/ 1 w 176"/>
                      <a:gd name="T65" fmla="*/ 0 h 19"/>
                      <a:gd name="T66" fmla="*/ 2 w 176"/>
                      <a:gd name="T67" fmla="*/ 0 h 19"/>
                      <a:gd name="T68" fmla="*/ 2 w 176"/>
                      <a:gd name="T69" fmla="*/ 0 h 19"/>
                      <a:gd name="T70" fmla="*/ 2 w 176"/>
                      <a:gd name="T71" fmla="*/ 0 h 19"/>
                      <a:gd name="T72" fmla="*/ 2 w 176"/>
                      <a:gd name="T73" fmla="*/ 0 h 19"/>
                      <a:gd name="T74" fmla="*/ 3 w 176"/>
                      <a:gd name="T75" fmla="*/ 0 h 19"/>
                      <a:gd name="T76" fmla="*/ 3 w 176"/>
                      <a:gd name="T77" fmla="*/ 0 h 19"/>
                      <a:gd name="T78" fmla="*/ 3 w 176"/>
                      <a:gd name="T79" fmla="*/ 0 h 19"/>
                      <a:gd name="T80" fmla="*/ 3 w 176"/>
                      <a:gd name="T81" fmla="*/ 0 h 19"/>
                      <a:gd name="T82" fmla="*/ 3 w 176"/>
                      <a:gd name="T83" fmla="*/ 0 h 19"/>
                      <a:gd name="T84" fmla="*/ 3 w 176"/>
                      <a:gd name="T85" fmla="*/ 0 h 19"/>
                      <a:gd name="T86" fmla="*/ 4 w 176"/>
                      <a:gd name="T87" fmla="*/ 0 h 19"/>
                      <a:gd name="T88" fmla="*/ 4 w 176"/>
                      <a:gd name="T89" fmla="*/ 0 h 19"/>
                      <a:gd name="T90" fmla="*/ 4 w 176"/>
                      <a:gd name="T91" fmla="*/ 0 h 19"/>
                      <a:gd name="T92" fmla="*/ 4 w 176"/>
                      <a:gd name="T93" fmla="*/ 0 h 19"/>
                      <a:gd name="T94" fmla="*/ 5 w 176"/>
                      <a:gd name="T95" fmla="*/ 0 h 19"/>
                      <a:gd name="T96" fmla="*/ 5 w 176"/>
                      <a:gd name="T97" fmla="*/ 0 h 19"/>
                      <a:gd name="T98" fmla="*/ 5 w 176"/>
                      <a:gd name="T99" fmla="*/ 0 h 19"/>
                      <a:gd name="T100" fmla="*/ 5 w 176"/>
                      <a:gd name="T101" fmla="*/ 0 h 19"/>
                      <a:gd name="T102" fmla="*/ 5 w 176"/>
                      <a:gd name="T103" fmla="*/ 0 h 19"/>
                      <a:gd name="T104" fmla="*/ 6 w 176"/>
                      <a:gd name="T105" fmla="*/ 0 h 19"/>
                      <a:gd name="T106" fmla="*/ 6 w 176"/>
                      <a:gd name="T107" fmla="*/ 0 h 19"/>
                      <a:gd name="T108" fmla="*/ 6 w 176"/>
                      <a:gd name="T109" fmla="*/ 0 h 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76"/>
                      <a:gd name="T166" fmla="*/ 0 h 19"/>
                      <a:gd name="T167" fmla="*/ 176 w 176"/>
                      <a:gd name="T168" fmla="*/ 19 h 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76" h="19">
                        <a:moveTo>
                          <a:pt x="176" y="0"/>
                        </a:moveTo>
                        <a:lnTo>
                          <a:pt x="165" y="0"/>
                        </a:lnTo>
                        <a:lnTo>
                          <a:pt x="160" y="1"/>
                        </a:lnTo>
                        <a:lnTo>
                          <a:pt x="154" y="1"/>
                        </a:lnTo>
                        <a:lnTo>
                          <a:pt x="149" y="3"/>
                        </a:lnTo>
                        <a:lnTo>
                          <a:pt x="138" y="3"/>
                        </a:lnTo>
                        <a:lnTo>
                          <a:pt x="131" y="4"/>
                        </a:lnTo>
                        <a:lnTo>
                          <a:pt x="120" y="4"/>
                        </a:lnTo>
                        <a:lnTo>
                          <a:pt x="115" y="5"/>
                        </a:lnTo>
                        <a:lnTo>
                          <a:pt x="109" y="5"/>
                        </a:lnTo>
                        <a:lnTo>
                          <a:pt x="104" y="6"/>
                        </a:lnTo>
                        <a:lnTo>
                          <a:pt x="98" y="6"/>
                        </a:lnTo>
                        <a:lnTo>
                          <a:pt x="93" y="8"/>
                        </a:lnTo>
                        <a:lnTo>
                          <a:pt x="82" y="8"/>
                        </a:lnTo>
                        <a:lnTo>
                          <a:pt x="76" y="9"/>
                        </a:lnTo>
                        <a:lnTo>
                          <a:pt x="71" y="9"/>
                        </a:lnTo>
                        <a:lnTo>
                          <a:pt x="66" y="10"/>
                        </a:lnTo>
                        <a:lnTo>
                          <a:pt x="60" y="10"/>
                        </a:lnTo>
                        <a:lnTo>
                          <a:pt x="54" y="11"/>
                        </a:lnTo>
                        <a:lnTo>
                          <a:pt x="44" y="11"/>
                        </a:lnTo>
                        <a:lnTo>
                          <a:pt x="38" y="12"/>
                        </a:lnTo>
                        <a:lnTo>
                          <a:pt x="33" y="12"/>
                        </a:lnTo>
                        <a:lnTo>
                          <a:pt x="27" y="14"/>
                        </a:lnTo>
                        <a:lnTo>
                          <a:pt x="17" y="14"/>
                        </a:lnTo>
                        <a:lnTo>
                          <a:pt x="11" y="15"/>
                        </a:lnTo>
                        <a:lnTo>
                          <a:pt x="5" y="15"/>
                        </a:lnTo>
                        <a:lnTo>
                          <a:pt x="0" y="16"/>
                        </a:lnTo>
                        <a:lnTo>
                          <a:pt x="0" y="19"/>
                        </a:lnTo>
                        <a:lnTo>
                          <a:pt x="5" y="17"/>
                        </a:lnTo>
                        <a:lnTo>
                          <a:pt x="11" y="17"/>
                        </a:lnTo>
                        <a:lnTo>
                          <a:pt x="17" y="16"/>
                        </a:lnTo>
                        <a:lnTo>
                          <a:pt x="22" y="16"/>
                        </a:lnTo>
                        <a:lnTo>
                          <a:pt x="27" y="15"/>
                        </a:lnTo>
                        <a:lnTo>
                          <a:pt x="38" y="15"/>
                        </a:lnTo>
                        <a:lnTo>
                          <a:pt x="44" y="14"/>
                        </a:lnTo>
                        <a:lnTo>
                          <a:pt x="54" y="14"/>
                        </a:lnTo>
                        <a:lnTo>
                          <a:pt x="60" y="12"/>
                        </a:lnTo>
                        <a:lnTo>
                          <a:pt x="66" y="12"/>
                        </a:lnTo>
                        <a:lnTo>
                          <a:pt x="71" y="11"/>
                        </a:lnTo>
                        <a:lnTo>
                          <a:pt x="76" y="11"/>
                        </a:lnTo>
                        <a:lnTo>
                          <a:pt x="82" y="10"/>
                        </a:lnTo>
                        <a:lnTo>
                          <a:pt x="87" y="10"/>
                        </a:lnTo>
                        <a:lnTo>
                          <a:pt x="93" y="9"/>
                        </a:lnTo>
                        <a:lnTo>
                          <a:pt x="104" y="9"/>
                        </a:lnTo>
                        <a:lnTo>
                          <a:pt x="109" y="8"/>
                        </a:lnTo>
                        <a:lnTo>
                          <a:pt x="120" y="8"/>
                        </a:lnTo>
                        <a:lnTo>
                          <a:pt x="126" y="6"/>
                        </a:lnTo>
                        <a:lnTo>
                          <a:pt x="131" y="6"/>
                        </a:lnTo>
                        <a:lnTo>
                          <a:pt x="138" y="5"/>
                        </a:lnTo>
                        <a:lnTo>
                          <a:pt x="149" y="5"/>
                        </a:lnTo>
                        <a:lnTo>
                          <a:pt x="154" y="4"/>
                        </a:lnTo>
                        <a:lnTo>
                          <a:pt x="160" y="4"/>
                        </a:lnTo>
                        <a:lnTo>
                          <a:pt x="165" y="3"/>
                        </a:lnTo>
                        <a:lnTo>
                          <a:pt x="176" y="3"/>
                        </a:lnTo>
                        <a:lnTo>
                          <a:pt x="17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8" name="Freeform 1003"/>
                  <p:cNvSpPr>
                    <a:spLocks/>
                  </p:cNvSpPr>
                  <p:nvPr/>
                </p:nvSpPr>
                <p:spPr bwMode="auto">
                  <a:xfrm>
                    <a:off x="4619" y="3590"/>
                    <a:ext cx="31" cy="5"/>
                  </a:xfrm>
                  <a:custGeom>
                    <a:avLst/>
                    <a:gdLst>
                      <a:gd name="T0" fmla="*/ 1 w 63"/>
                      <a:gd name="T1" fmla="*/ 1 h 10"/>
                      <a:gd name="T2" fmla="*/ 1 w 63"/>
                      <a:gd name="T3" fmla="*/ 0 h 10"/>
                      <a:gd name="T4" fmla="*/ 1 w 63"/>
                      <a:gd name="T5" fmla="*/ 1 h 10"/>
                      <a:gd name="T6" fmla="*/ 1 w 63"/>
                      <a:gd name="T7" fmla="*/ 1 h 10"/>
                      <a:gd name="T8" fmla="*/ 1 w 63"/>
                      <a:gd name="T9" fmla="*/ 1 h 10"/>
                      <a:gd name="T10" fmla="*/ 1 w 63"/>
                      <a:gd name="T11" fmla="*/ 1 h 10"/>
                      <a:gd name="T12" fmla="*/ 1 w 63"/>
                      <a:gd name="T13" fmla="*/ 1 h 10"/>
                      <a:gd name="T14" fmla="*/ 1 w 63"/>
                      <a:gd name="T15" fmla="*/ 1 h 10"/>
                      <a:gd name="T16" fmla="*/ 0 w 63"/>
                      <a:gd name="T17" fmla="*/ 1 h 10"/>
                      <a:gd name="T18" fmla="*/ 0 w 63"/>
                      <a:gd name="T19" fmla="*/ 1 h 10"/>
                      <a:gd name="T20" fmla="*/ 0 w 63"/>
                      <a:gd name="T21" fmla="*/ 1 h 10"/>
                      <a:gd name="T22" fmla="*/ 0 w 63"/>
                      <a:gd name="T23" fmla="*/ 1 h 10"/>
                      <a:gd name="T24" fmla="*/ 0 w 63"/>
                      <a:gd name="T25" fmla="*/ 1 h 10"/>
                      <a:gd name="T26" fmla="*/ 0 w 63"/>
                      <a:gd name="T27" fmla="*/ 1 h 10"/>
                      <a:gd name="T28" fmla="*/ 0 w 63"/>
                      <a:gd name="T29" fmla="*/ 1 h 10"/>
                      <a:gd name="T30" fmla="*/ 0 w 63"/>
                      <a:gd name="T31" fmla="*/ 1 h 10"/>
                      <a:gd name="T32" fmla="*/ 0 w 63"/>
                      <a:gd name="T33" fmla="*/ 1 h 10"/>
                      <a:gd name="T34" fmla="*/ 0 w 63"/>
                      <a:gd name="T35" fmla="*/ 1 h 10"/>
                      <a:gd name="T36" fmla="*/ 0 w 63"/>
                      <a:gd name="T37" fmla="*/ 1 h 10"/>
                      <a:gd name="T38" fmla="*/ 0 w 63"/>
                      <a:gd name="T39" fmla="*/ 1 h 10"/>
                      <a:gd name="T40" fmla="*/ 1 w 63"/>
                      <a:gd name="T41" fmla="*/ 1 h 10"/>
                      <a:gd name="T42" fmla="*/ 1 w 63"/>
                      <a:gd name="T43" fmla="*/ 1 h 10"/>
                      <a:gd name="T44" fmla="*/ 1 w 63"/>
                      <a:gd name="T45" fmla="*/ 1 h 10"/>
                      <a:gd name="T46" fmla="*/ 1 w 63"/>
                      <a:gd name="T47" fmla="*/ 1 h 10"/>
                      <a:gd name="T48" fmla="*/ 1 w 63"/>
                      <a:gd name="T49" fmla="*/ 1 h 10"/>
                      <a:gd name="T50" fmla="*/ 1 w 63"/>
                      <a:gd name="T51" fmla="*/ 1 h 10"/>
                      <a:gd name="T52" fmla="*/ 1 w 63"/>
                      <a:gd name="T53" fmla="*/ 1 h 10"/>
                      <a:gd name="T54" fmla="*/ 1 w 63"/>
                      <a:gd name="T55" fmla="*/ 1 h 10"/>
                      <a:gd name="T56" fmla="*/ 1 w 63"/>
                      <a:gd name="T57" fmla="*/ 1 h 10"/>
                      <a:gd name="T58" fmla="*/ 1 w 63"/>
                      <a:gd name="T59" fmla="*/ 1 h 10"/>
                      <a:gd name="T60" fmla="*/ 1 w 63"/>
                      <a:gd name="T61" fmla="*/ 1 h 1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63"/>
                      <a:gd name="T94" fmla="*/ 0 h 10"/>
                      <a:gd name="T95" fmla="*/ 63 w 63"/>
                      <a:gd name="T96" fmla="*/ 10 h 1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63" h="10">
                        <a:moveTo>
                          <a:pt x="61" y="1"/>
                        </a:moveTo>
                        <a:lnTo>
                          <a:pt x="61" y="0"/>
                        </a:lnTo>
                        <a:lnTo>
                          <a:pt x="58" y="1"/>
                        </a:lnTo>
                        <a:lnTo>
                          <a:pt x="50" y="1"/>
                        </a:lnTo>
                        <a:lnTo>
                          <a:pt x="45" y="2"/>
                        </a:lnTo>
                        <a:lnTo>
                          <a:pt x="42" y="2"/>
                        </a:lnTo>
                        <a:lnTo>
                          <a:pt x="39" y="3"/>
                        </a:lnTo>
                        <a:lnTo>
                          <a:pt x="32" y="3"/>
                        </a:lnTo>
                        <a:lnTo>
                          <a:pt x="27" y="5"/>
                        </a:lnTo>
                        <a:lnTo>
                          <a:pt x="24" y="5"/>
                        </a:lnTo>
                        <a:lnTo>
                          <a:pt x="19" y="6"/>
                        </a:lnTo>
                        <a:lnTo>
                          <a:pt x="12" y="6"/>
                        </a:lnTo>
                        <a:lnTo>
                          <a:pt x="8" y="7"/>
                        </a:lnTo>
                        <a:lnTo>
                          <a:pt x="0" y="7"/>
                        </a:lnTo>
                        <a:lnTo>
                          <a:pt x="0" y="10"/>
                        </a:lnTo>
                        <a:lnTo>
                          <a:pt x="5" y="10"/>
                        </a:lnTo>
                        <a:lnTo>
                          <a:pt x="8" y="8"/>
                        </a:lnTo>
                        <a:lnTo>
                          <a:pt x="17" y="8"/>
                        </a:lnTo>
                        <a:lnTo>
                          <a:pt x="19" y="7"/>
                        </a:lnTo>
                        <a:lnTo>
                          <a:pt x="27" y="7"/>
                        </a:lnTo>
                        <a:lnTo>
                          <a:pt x="32" y="6"/>
                        </a:lnTo>
                        <a:lnTo>
                          <a:pt x="39" y="6"/>
                        </a:lnTo>
                        <a:lnTo>
                          <a:pt x="42" y="5"/>
                        </a:lnTo>
                        <a:lnTo>
                          <a:pt x="45" y="5"/>
                        </a:lnTo>
                        <a:lnTo>
                          <a:pt x="50" y="3"/>
                        </a:lnTo>
                        <a:lnTo>
                          <a:pt x="54" y="3"/>
                        </a:lnTo>
                        <a:lnTo>
                          <a:pt x="58" y="2"/>
                        </a:lnTo>
                        <a:lnTo>
                          <a:pt x="63" y="2"/>
                        </a:lnTo>
                        <a:lnTo>
                          <a:pt x="61" y="2"/>
                        </a:lnTo>
                        <a:lnTo>
                          <a:pt x="63" y="2"/>
                        </a:lnTo>
                        <a:lnTo>
                          <a:pt x="6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59" name="Freeform 1004"/>
                  <p:cNvSpPr>
                    <a:spLocks/>
                  </p:cNvSpPr>
                  <p:nvPr/>
                </p:nvSpPr>
                <p:spPr bwMode="auto">
                  <a:xfrm>
                    <a:off x="4650" y="3588"/>
                    <a:ext cx="7" cy="4"/>
                  </a:xfrm>
                  <a:custGeom>
                    <a:avLst/>
                    <a:gdLst>
                      <a:gd name="T0" fmla="*/ 0 w 15"/>
                      <a:gd name="T1" fmla="*/ 1 h 7"/>
                      <a:gd name="T2" fmla="*/ 0 w 15"/>
                      <a:gd name="T3" fmla="*/ 1 h 7"/>
                      <a:gd name="T4" fmla="*/ 0 w 15"/>
                      <a:gd name="T5" fmla="*/ 0 h 7"/>
                      <a:gd name="T6" fmla="*/ 0 w 15"/>
                      <a:gd name="T7" fmla="*/ 0 h 7"/>
                      <a:gd name="T8" fmla="*/ 0 w 15"/>
                      <a:gd name="T9" fmla="*/ 1 h 7"/>
                      <a:gd name="T10" fmla="*/ 0 w 15"/>
                      <a:gd name="T11" fmla="*/ 1 h 7"/>
                      <a:gd name="T12" fmla="*/ 0 w 15"/>
                      <a:gd name="T13" fmla="*/ 1 h 7"/>
                      <a:gd name="T14" fmla="*/ 0 w 15"/>
                      <a:gd name="T15" fmla="*/ 1 h 7"/>
                      <a:gd name="T16" fmla="*/ 0 w 15"/>
                      <a:gd name="T17" fmla="*/ 1 h 7"/>
                      <a:gd name="T18" fmla="*/ 0 w 15"/>
                      <a:gd name="T19" fmla="*/ 1 h 7"/>
                      <a:gd name="T20" fmla="*/ 0 w 15"/>
                      <a:gd name="T21" fmla="*/ 1 h 7"/>
                      <a:gd name="T22" fmla="*/ 0 w 15"/>
                      <a:gd name="T23" fmla="*/ 1 h 7"/>
                      <a:gd name="T24" fmla="*/ 0 w 15"/>
                      <a:gd name="T25" fmla="*/ 1 h 7"/>
                      <a:gd name="T26" fmla="*/ 0 w 15"/>
                      <a:gd name="T27" fmla="*/ 1 h 7"/>
                      <a:gd name="T28" fmla="*/ 0 w 15"/>
                      <a:gd name="T29" fmla="*/ 1 h 7"/>
                      <a:gd name="T30" fmla="*/ 0 w 15"/>
                      <a:gd name="T31" fmla="*/ 1 h 7"/>
                      <a:gd name="T32" fmla="*/ 0 w 15"/>
                      <a:gd name="T33" fmla="*/ 1 h 7"/>
                      <a:gd name="T34" fmla="*/ 0 w 15"/>
                      <a:gd name="T35" fmla="*/ 1 h 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
                      <a:gd name="T55" fmla="*/ 0 h 7"/>
                      <a:gd name="T56" fmla="*/ 15 w 15"/>
                      <a:gd name="T57" fmla="*/ 7 h 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 h="7">
                        <a:moveTo>
                          <a:pt x="15" y="1"/>
                        </a:moveTo>
                        <a:lnTo>
                          <a:pt x="14" y="1"/>
                        </a:lnTo>
                        <a:lnTo>
                          <a:pt x="13" y="0"/>
                        </a:lnTo>
                        <a:lnTo>
                          <a:pt x="8" y="0"/>
                        </a:lnTo>
                        <a:lnTo>
                          <a:pt x="5" y="2"/>
                        </a:lnTo>
                        <a:lnTo>
                          <a:pt x="3" y="4"/>
                        </a:lnTo>
                        <a:lnTo>
                          <a:pt x="0" y="6"/>
                        </a:lnTo>
                        <a:lnTo>
                          <a:pt x="2" y="7"/>
                        </a:lnTo>
                        <a:lnTo>
                          <a:pt x="3" y="6"/>
                        </a:lnTo>
                        <a:lnTo>
                          <a:pt x="4" y="6"/>
                        </a:lnTo>
                        <a:lnTo>
                          <a:pt x="7" y="4"/>
                        </a:lnTo>
                        <a:lnTo>
                          <a:pt x="9" y="2"/>
                        </a:lnTo>
                        <a:lnTo>
                          <a:pt x="11" y="2"/>
                        </a:lnTo>
                        <a:lnTo>
                          <a:pt x="14" y="4"/>
                        </a:lnTo>
                        <a:lnTo>
                          <a:pt x="13" y="2"/>
                        </a:lnTo>
                        <a:lnTo>
                          <a:pt x="15" y="1"/>
                        </a:lnTo>
                        <a:lnTo>
                          <a:pt x="14" y="1"/>
                        </a:lnTo>
                        <a:lnTo>
                          <a:pt x="1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0" name="Freeform 1005"/>
                  <p:cNvSpPr>
                    <a:spLocks/>
                  </p:cNvSpPr>
                  <p:nvPr/>
                </p:nvSpPr>
                <p:spPr bwMode="auto">
                  <a:xfrm>
                    <a:off x="4656" y="3589"/>
                    <a:ext cx="7" cy="5"/>
                  </a:xfrm>
                  <a:custGeom>
                    <a:avLst/>
                    <a:gdLst>
                      <a:gd name="T0" fmla="*/ 1 w 13"/>
                      <a:gd name="T1" fmla="*/ 0 h 11"/>
                      <a:gd name="T2" fmla="*/ 1 w 13"/>
                      <a:gd name="T3" fmla="*/ 0 h 11"/>
                      <a:gd name="T4" fmla="*/ 1 w 13"/>
                      <a:gd name="T5" fmla="*/ 0 h 11"/>
                      <a:gd name="T6" fmla="*/ 1 w 13"/>
                      <a:gd name="T7" fmla="*/ 0 h 11"/>
                      <a:gd name="T8" fmla="*/ 1 w 13"/>
                      <a:gd name="T9" fmla="*/ 0 h 11"/>
                      <a:gd name="T10" fmla="*/ 1 w 13"/>
                      <a:gd name="T11" fmla="*/ 0 h 11"/>
                      <a:gd name="T12" fmla="*/ 0 w 13"/>
                      <a:gd name="T13" fmla="*/ 0 h 11"/>
                      <a:gd name="T14" fmla="*/ 1 w 13"/>
                      <a:gd name="T15" fmla="*/ 0 h 11"/>
                      <a:gd name="T16" fmla="*/ 1 w 13"/>
                      <a:gd name="T17" fmla="*/ 0 h 11"/>
                      <a:gd name="T18" fmla="*/ 1 w 13"/>
                      <a:gd name="T19" fmla="*/ 0 h 11"/>
                      <a:gd name="T20" fmla="*/ 1 w 13"/>
                      <a:gd name="T21" fmla="*/ 0 h 11"/>
                      <a:gd name="T22" fmla="*/ 1 w 13"/>
                      <a:gd name="T23" fmla="*/ 0 h 11"/>
                      <a:gd name="T24" fmla="*/ 1 w 13"/>
                      <a:gd name="T25" fmla="*/ 0 h 11"/>
                      <a:gd name="T26" fmla="*/ 1 w 13"/>
                      <a:gd name="T27" fmla="*/ 0 h 11"/>
                      <a:gd name="T28" fmla="*/ 1 w 13"/>
                      <a:gd name="T29" fmla="*/ 0 h 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
                      <a:gd name="T46" fmla="*/ 0 h 11"/>
                      <a:gd name="T47" fmla="*/ 13 w 13"/>
                      <a:gd name="T48" fmla="*/ 11 h 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 h="11">
                        <a:moveTo>
                          <a:pt x="13" y="10"/>
                        </a:moveTo>
                        <a:lnTo>
                          <a:pt x="10" y="6"/>
                        </a:lnTo>
                        <a:lnTo>
                          <a:pt x="8" y="6"/>
                        </a:lnTo>
                        <a:lnTo>
                          <a:pt x="6" y="5"/>
                        </a:lnTo>
                        <a:lnTo>
                          <a:pt x="6" y="4"/>
                        </a:lnTo>
                        <a:lnTo>
                          <a:pt x="2" y="0"/>
                        </a:lnTo>
                        <a:lnTo>
                          <a:pt x="0" y="1"/>
                        </a:lnTo>
                        <a:lnTo>
                          <a:pt x="1" y="4"/>
                        </a:lnTo>
                        <a:lnTo>
                          <a:pt x="3" y="6"/>
                        </a:lnTo>
                        <a:lnTo>
                          <a:pt x="6" y="6"/>
                        </a:lnTo>
                        <a:lnTo>
                          <a:pt x="11" y="11"/>
                        </a:lnTo>
                        <a:lnTo>
                          <a:pt x="10" y="11"/>
                        </a:lnTo>
                        <a:lnTo>
                          <a:pt x="13" y="10"/>
                        </a:lnTo>
                        <a:lnTo>
                          <a:pt x="12" y="9"/>
                        </a:lnTo>
                        <a:lnTo>
                          <a:pt x="13"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1" name="Freeform 1006"/>
                  <p:cNvSpPr>
                    <a:spLocks/>
                  </p:cNvSpPr>
                  <p:nvPr/>
                </p:nvSpPr>
                <p:spPr bwMode="auto">
                  <a:xfrm>
                    <a:off x="4627" y="3598"/>
                    <a:ext cx="27" cy="16"/>
                  </a:xfrm>
                  <a:custGeom>
                    <a:avLst/>
                    <a:gdLst>
                      <a:gd name="T0" fmla="*/ 2 w 54"/>
                      <a:gd name="T1" fmla="*/ 0 h 33"/>
                      <a:gd name="T2" fmla="*/ 2 w 54"/>
                      <a:gd name="T3" fmla="*/ 0 h 33"/>
                      <a:gd name="T4" fmla="*/ 2 w 54"/>
                      <a:gd name="T5" fmla="*/ 0 h 33"/>
                      <a:gd name="T6" fmla="*/ 2 w 54"/>
                      <a:gd name="T7" fmla="*/ 0 h 33"/>
                      <a:gd name="T8" fmla="*/ 2 w 54"/>
                      <a:gd name="T9" fmla="*/ 0 h 33"/>
                      <a:gd name="T10" fmla="*/ 2 w 54"/>
                      <a:gd name="T11" fmla="*/ 0 h 33"/>
                      <a:gd name="T12" fmla="*/ 2 w 54"/>
                      <a:gd name="T13" fmla="*/ 0 h 33"/>
                      <a:gd name="T14" fmla="*/ 2 w 54"/>
                      <a:gd name="T15" fmla="*/ 0 h 33"/>
                      <a:gd name="T16" fmla="*/ 2 w 54"/>
                      <a:gd name="T17" fmla="*/ 1 h 33"/>
                      <a:gd name="T18" fmla="*/ 2 w 54"/>
                      <a:gd name="T19" fmla="*/ 1 h 33"/>
                      <a:gd name="T20" fmla="*/ 2 w 54"/>
                      <a:gd name="T21" fmla="*/ 1 h 33"/>
                      <a:gd name="T22" fmla="*/ 1 w 54"/>
                      <a:gd name="T23" fmla="*/ 1 h 33"/>
                      <a:gd name="T24" fmla="*/ 1 w 54"/>
                      <a:gd name="T25" fmla="*/ 1 h 33"/>
                      <a:gd name="T26" fmla="*/ 1 w 54"/>
                      <a:gd name="T27" fmla="*/ 1 h 33"/>
                      <a:gd name="T28" fmla="*/ 1 w 54"/>
                      <a:gd name="T29" fmla="*/ 0 h 33"/>
                      <a:gd name="T30" fmla="*/ 0 w 54"/>
                      <a:gd name="T31" fmla="*/ 0 h 33"/>
                      <a:gd name="T32" fmla="*/ 1 w 54"/>
                      <a:gd name="T33" fmla="*/ 0 h 33"/>
                      <a:gd name="T34" fmla="*/ 1 w 54"/>
                      <a:gd name="T35" fmla="*/ 0 h 33"/>
                      <a:gd name="T36" fmla="*/ 1 w 54"/>
                      <a:gd name="T37" fmla="*/ 0 h 33"/>
                      <a:gd name="T38" fmla="*/ 1 w 54"/>
                      <a:gd name="T39" fmla="*/ 0 h 33"/>
                      <a:gd name="T40" fmla="*/ 1 w 54"/>
                      <a:gd name="T41" fmla="*/ 0 h 33"/>
                      <a:gd name="T42" fmla="*/ 1 w 54"/>
                      <a:gd name="T43" fmla="*/ 0 h 33"/>
                      <a:gd name="T44" fmla="*/ 1 w 54"/>
                      <a:gd name="T45" fmla="*/ 0 h 33"/>
                      <a:gd name="T46" fmla="*/ 2 w 54"/>
                      <a:gd name="T47" fmla="*/ 0 h 33"/>
                      <a:gd name="T48" fmla="*/ 2 w 54"/>
                      <a:gd name="T49" fmla="*/ 0 h 33"/>
                      <a:gd name="T50" fmla="*/ 2 w 54"/>
                      <a:gd name="T51" fmla="*/ 0 h 33"/>
                      <a:gd name="T52" fmla="*/ 2 w 54"/>
                      <a:gd name="T53" fmla="*/ 0 h 33"/>
                      <a:gd name="T54" fmla="*/ 2 w 54"/>
                      <a:gd name="T55" fmla="*/ 0 h 33"/>
                      <a:gd name="T56" fmla="*/ 2 w 54"/>
                      <a:gd name="T57" fmla="*/ 0 h 3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
                      <a:gd name="T88" fmla="*/ 0 h 33"/>
                      <a:gd name="T89" fmla="*/ 54 w 54"/>
                      <a:gd name="T90" fmla="*/ 33 h 3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 h="33">
                        <a:moveTo>
                          <a:pt x="53" y="11"/>
                        </a:moveTo>
                        <a:lnTo>
                          <a:pt x="54" y="16"/>
                        </a:lnTo>
                        <a:lnTo>
                          <a:pt x="54" y="21"/>
                        </a:lnTo>
                        <a:lnTo>
                          <a:pt x="53" y="25"/>
                        </a:lnTo>
                        <a:lnTo>
                          <a:pt x="50" y="29"/>
                        </a:lnTo>
                        <a:lnTo>
                          <a:pt x="47" y="29"/>
                        </a:lnTo>
                        <a:lnTo>
                          <a:pt x="44" y="30"/>
                        </a:lnTo>
                        <a:lnTo>
                          <a:pt x="42" y="30"/>
                        </a:lnTo>
                        <a:lnTo>
                          <a:pt x="38" y="32"/>
                        </a:lnTo>
                        <a:lnTo>
                          <a:pt x="35" y="32"/>
                        </a:lnTo>
                        <a:lnTo>
                          <a:pt x="33" y="33"/>
                        </a:lnTo>
                        <a:lnTo>
                          <a:pt x="8" y="33"/>
                        </a:lnTo>
                        <a:lnTo>
                          <a:pt x="6" y="32"/>
                        </a:lnTo>
                        <a:lnTo>
                          <a:pt x="3" y="32"/>
                        </a:lnTo>
                        <a:lnTo>
                          <a:pt x="1" y="25"/>
                        </a:lnTo>
                        <a:lnTo>
                          <a:pt x="0" y="17"/>
                        </a:lnTo>
                        <a:lnTo>
                          <a:pt x="1" y="9"/>
                        </a:lnTo>
                        <a:lnTo>
                          <a:pt x="3" y="3"/>
                        </a:lnTo>
                        <a:lnTo>
                          <a:pt x="6" y="2"/>
                        </a:lnTo>
                        <a:lnTo>
                          <a:pt x="8" y="2"/>
                        </a:lnTo>
                        <a:lnTo>
                          <a:pt x="10" y="1"/>
                        </a:lnTo>
                        <a:lnTo>
                          <a:pt x="21" y="1"/>
                        </a:lnTo>
                        <a:lnTo>
                          <a:pt x="23" y="0"/>
                        </a:lnTo>
                        <a:lnTo>
                          <a:pt x="45" y="0"/>
                        </a:lnTo>
                        <a:lnTo>
                          <a:pt x="48" y="1"/>
                        </a:lnTo>
                        <a:lnTo>
                          <a:pt x="52" y="4"/>
                        </a:lnTo>
                        <a:lnTo>
                          <a:pt x="52" y="6"/>
                        </a:lnTo>
                        <a:lnTo>
                          <a:pt x="53" y="8"/>
                        </a:lnTo>
                        <a:lnTo>
                          <a:pt x="53"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2" name="Freeform 1007"/>
                  <p:cNvSpPr>
                    <a:spLocks/>
                  </p:cNvSpPr>
                  <p:nvPr/>
                </p:nvSpPr>
                <p:spPr bwMode="auto">
                  <a:xfrm>
                    <a:off x="4652" y="3603"/>
                    <a:ext cx="3" cy="10"/>
                  </a:xfrm>
                  <a:custGeom>
                    <a:avLst/>
                    <a:gdLst>
                      <a:gd name="T0" fmla="*/ 1 w 6"/>
                      <a:gd name="T1" fmla="*/ 1 h 19"/>
                      <a:gd name="T2" fmla="*/ 1 w 6"/>
                      <a:gd name="T3" fmla="*/ 1 h 19"/>
                      <a:gd name="T4" fmla="*/ 1 w 6"/>
                      <a:gd name="T5" fmla="*/ 1 h 19"/>
                      <a:gd name="T6" fmla="*/ 1 w 6"/>
                      <a:gd name="T7" fmla="*/ 1 h 19"/>
                      <a:gd name="T8" fmla="*/ 1 w 6"/>
                      <a:gd name="T9" fmla="*/ 0 h 19"/>
                      <a:gd name="T10" fmla="*/ 1 w 6"/>
                      <a:gd name="T11" fmla="*/ 0 h 19"/>
                      <a:gd name="T12" fmla="*/ 1 w 6"/>
                      <a:gd name="T13" fmla="*/ 1 h 19"/>
                      <a:gd name="T14" fmla="*/ 1 w 6"/>
                      <a:gd name="T15" fmla="*/ 1 h 19"/>
                      <a:gd name="T16" fmla="*/ 1 w 6"/>
                      <a:gd name="T17" fmla="*/ 1 h 19"/>
                      <a:gd name="T18" fmla="*/ 0 w 6"/>
                      <a:gd name="T19" fmla="*/ 1 h 19"/>
                      <a:gd name="T20" fmla="*/ 1 w 6"/>
                      <a:gd name="T21" fmla="*/ 1 h 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9"/>
                      <a:gd name="T35" fmla="*/ 6 w 6"/>
                      <a:gd name="T36" fmla="*/ 19 h 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9">
                        <a:moveTo>
                          <a:pt x="1" y="19"/>
                        </a:moveTo>
                        <a:lnTo>
                          <a:pt x="5" y="14"/>
                        </a:lnTo>
                        <a:lnTo>
                          <a:pt x="6" y="10"/>
                        </a:lnTo>
                        <a:lnTo>
                          <a:pt x="6" y="5"/>
                        </a:lnTo>
                        <a:lnTo>
                          <a:pt x="5" y="0"/>
                        </a:lnTo>
                        <a:lnTo>
                          <a:pt x="3" y="0"/>
                        </a:lnTo>
                        <a:lnTo>
                          <a:pt x="4" y="5"/>
                        </a:lnTo>
                        <a:lnTo>
                          <a:pt x="4" y="10"/>
                        </a:lnTo>
                        <a:lnTo>
                          <a:pt x="3" y="13"/>
                        </a:lnTo>
                        <a:lnTo>
                          <a:pt x="0" y="17"/>
                        </a:lnTo>
                        <a:lnTo>
                          <a:pt x="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3" name="Freeform 1008"/>
                  <p:cNvSpPr>
                    <a:spLocks/>
                  </p:cNvSpPr>
                  <p:nvPr/>
                </p:nvSpPr>
                <p:spPr bwMode="auto">
                  <a:xfrm>
                    <a:off x="4628" y="3612"/>
                    <a:ext cx="24" cy="3"/>
                  </a:xfrm>
                  <a:custGeom>
                    <a:avLst/>
                    <a:gdLst>
                      <a:gd name="T0" fmla="*/ 0 w 48"/>
                      <a:gd name="T1" fmla="*/ 1 h 6"/>
                      <a:gd name="T2" fmla="*/ 0 w 48"/>
                      <a:gd name="T3" fmla="*/ 1 h 6"/>
                      <a:gd name="T4" fmla="*/ 1 w 48"/>
                      <a:gd name="T5" fmla="*/ 1 h 6"/>
                      <a:gd name="T6" fmla="*/ 1 w 48"/>
                      <a:gd name="T7" fmla="*/ 1 h 6"/>
                      <a:gd name="T8" fmla="*/ 1 w 48"/>
                      <a:gd name="T9" fmla="*/ 1 h 6"/>
                      <a:gd name="T10" fmla="*/ 1 w 48"/>
                      <a:gd name="T11" fmla="*/ 1 h 6"/>
                      <a:gd name="T12" fmla="*/ 2 w 48"/>
                      <a:gd name="T13" fmla="*/ 1 h 6"/>
                      <a:gd name="T14" fmla="*/ 2 w 48"/>
                      <a:gd name="T15" fmla="*/ 1 h 6"/>
                      <a:gd name="T16" fmla="*/ 2 w 48"/>
                      <a:gd name="T17" fmla="*/ 1 h 6"/>
                      <a:gd name="T18" fmla="*/ 2 w 48"/>
                      <a:gd name="T19" fmla="*/ 1 h 6"/>
                      <a:gd name="T20" fmla="*/ 2 w 48"/>
                      <a:gd name="T21" fmla="*/ 1 h 6"/>
                      <a:gd name="T22" fmla="*/ 2 w 48"/>
                      <a:gd name="T23" fmla="*/ 0 h 6"/>
                      <a:gd name="T24" fmla="*/ 2 w 48"/>
                      <a:gd name="T25" fmla="*/ 0 h 6"/>
                      <a:gd name="T26" fmla="*/ 2 w 48"/>
                      <a:gd name="T27" fmla="*/ 1 h 6"/>
                      <a:gd name="T28" fmla="*/ 2 w 48"/>
                      <a:gd name="T29" fmla="*/ 1 h 6"/>
                      <a:gd name="T30" fmla="*/ 2 w 48"/>
                      <a:gd name="T31" fmla="*/ 1 h 6"/>
                      <a:gd name="T32" fmla="*/ 2 w 48"/>
                      <a:gd name="T33" fmla="*/ 1 h 6"/>
                      <a:gd name="T34" fmla="*/ 1 w 48"/>
                      <a:gd name="T35" fmla="*/ 1 h 6"/>
                      <a:gd name="T36" fmla="*/ 1 w 48"/>
                      <a:gd name="T37" fmla="*/ 1 h 6"/>
                      <a:gd name="T38" fmla="*/ 1 w 48"/>
                      <a:gd name="T39" fmla="*/ 1 h 6"/>
                      <a:gd name="T40" fmla="*/ 1 w 48"/>
                      <a:gd name="T41" fmla="*/ 1 h 6"/>
                      <a:gd name="T42" fmla="*/ 1 w 48"/>
                      <a:gd name="T43" fmla="*/ 1 h 6"/>
                      <a:gd name="T44" fmla="*/ 0 w 48"/>
                      <a:gd name="T45" fmla="*/ 1 h 6"/>
                      <a:gd name="T46" fmla="*/ 0 w 48"/>
                      <a:gd name="T47" fmla="*/ 1 h 6"/>
                      <a:gd name="T48" fmla="*/ 0 w 48"/>
                      <a:gd name="T49" fmla="*/ 1 h 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8"/>
                      <a:gd name="T76" fmla="*/ 0 h 6"/>
                      <a:gd name="T77" fmla="*/ 48 w 48"/>
                      <a:gd name="T78" fmla="*/ 6 h 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8" h="6">
                        <a:moveTo>
                          <a:pt x="0" y="4"/>
                        </a:moveTo>
                        <a:lnTo>
                          <a:pt x="0" y="5"/>
                        </a:lnTo>
                        <a:lnTo>
                          <a:pt x="6" y="5"/>
                        </a:lnTo>
                        <a:lnTo>
                          <a:pt x="9" y="6"/>
                        </a:lnTo>
                        <a:lnTo>
                          <a:pt x="27" y="6"/>
                        </a:lnTo>
                        <a:lnTo>
                          <a:pt x="31" y="5"/>
                        </a:lnTo>
                        <a:lnTo>
                          <a:pt x="36" y="5"/>
                        </a:lnTo>
                        <a:lnTo>
                          <a:pt x="40" y="4"/>
                        </a:lnTo>
                        <a:lnTo>
                          <a:pt x="42" y="4"/>
                        </a:lnTo>
                        <a:lnTo>
                          <a:pt x="45" y="2"/>
                        </a:lnTo>
                        <a:lnTo>
                          <a:pt x="48" y="2"/>
                        </a:lnTo>
                        <a:lnTo>
                          <a:pt x="47" y="0"/>
                        </a:lnTo>
                        <a:lnTo>
                          <a:pt x="45" y="0"/>
                        </a:lnTo>
                        <a:lnTo>
                          <a:pt x="42" y="1"/>
                        </a:lnTo>
                        <a:lnTo>
                          <a:pt x="40" y="1"/>
                        </a:lnTo>
                        <a:lnTo>
                          <a:pt x="36" y="2"/>
                        </a:lnTo>
                        <a:lnTo>
                          <a:pt x="33" y="2"/>
                        </a:lnTo>
                        <a:lnTo>
                          <a:pt x="30" y="4"/>
                        </a:lnTo>
                        <a:lnTo>
                          <a:pt x="6" y="4"/>
                        </a:lnTo>
                        <a:lnTo>
                          <a:pt x="4" y="2"/>
                        </a:lnTo>
                        <a:lnTo>
                          <a:pt x="1" y="2"/>
                        </a:lnTo>
                        <a:lnTo>
                          <a:pt x="3" y="2"/>
                        </a:lnTo>
                        <a:lnTo>
                          <a:pt x="0" y="4"/>
                        </a:lnTo>
                        <a:lnTo>
                          <a:pt x="0" y="5"/>
                        </a:lnTo>
                        <a:lnTo>
                          <a:pt x="0"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4" name="Freeform 1009"/>
                  <p:cNvSpPr>
                    <a:spLocks/>
                  </p:cNvSpPr>
                  <p:nvPr/>
                </p:nvSpPr>
                <p:spPr bwMode="auto">
                  <a:xfrm>
                    <a:off x="4626" y="3599"/>
                    <a:ext cx="3" cy="15"/>
                  </a:xfrm>
                  <a:custGeom>
                    <a:avLst/>
                    <a:gdLst>
                      <a:gd name="T0" fmla="*/ 1 w 6"/>
                      <a:gd name="T1" fmla="*/ 0 h 30"/>
                      <a:gd name="T2" fmla="*/ 1 w 6"/>
                      <a:gd name="T3" fmla="*/ 1 h 30"/>
                      <a:gd name="T4" fmla="*/ 0 w 6"/>
                      <a:gd name="T5" fmla="*/ 1 h 30"/>
                      <a:gd name="T6" fmla="*/ 1 w 6"/>
                      <a:gd name="T7" fmla="*/ 1 h 30"/>
                      <a:gd name="T8" fmla="*/ 1 w 6"/>
                      <a:gd name="T9" fmla="*/ 1 h 30"/>
                      <a:gd name="T10" fmla="*/ 1 w 6"/>
                      <a:gd name="T11" fmla="*/ 1 h 30"/>
                      <a:gd name="T12" fmla="*/ 1 w 6"/>
                      <a:gd name="T13" fmla="*/ 1 h 30"/>
                      <a:gd name="T14" fmla="*/ 1 w 6"/>
                      <a:gd name="T15" fmla="*/ 1 h 30"/>
                      <a:gd name="T16" fmla="*/ 1 w 6"/>
                      <a:gd name="T17" fmla="*/ 1 h 30"/>
                      <a:gd name="T18" fmla="*/ 1 w 6"/>
                      <a:gd name="T19" fmla="*/ 1 h 30"/>
                      <a:gd name="T20" fmla="*/ 1 w 6"/>
                      <a:gd name="T21" fmla="*/ 1 h 30"/>
                      <a:gd name="T22" fmla="*/ 1 w 6"/>
                      <a:gd name="T23" fmla="*/ 0 h 3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
                      <a:gd name="T37" fmla="*/ 0 h 30"/>
                      <a:gd name="T38" fmla="*/ 6 w 6"/>
                      <a:gd name="T39" fmla="*/ 30 h 3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 h="30">
                        <a:moveTo>
                          <a:pt x="3" y="0"/>
                        </a:moveTo>
                        <a:lnTo>
                          <a:pt x="1" y="7"/>
                        </a:lnTo>
                        <a:lnTo>
                          <a:pt x="0" y="15"/>
                        </a:lnTo>
                        <a:lnTo>
                          <a:pt x="1" y="23"/>
                        </a:lnTo>
                        <a:lnTo>
                          <a:pt x="3" y="30"/>
                        </a:lnTo>
                        <a:lnTo>
                          <a:pt x="6" y="28"/>
                        </a:lnTo>
                        <a:lnTo>
                          <a:pt x="3" y="22"/>
                        </a:lnTo>
                        <a:lnTo>
                          <a:pt x="2" y="15"/>
                        </a:lnTo>
                        <a:lnTo>
                          <a:pt x="3" y="7"/>
                        </a:lnTo>
                        <a:lnTo>
                          <a:pt x="6" y="1"/>
                        </a:lnTo>
                        <a:lnTo>
                          <a:pt x="4" y="2"/>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5" name="Freeform 1010"/>
                  <p:cNvSpPr>
                    <a:spLocks/>
                  </p:cNvSpPr>
                  <p:nvPr/>
                </p:nvSpPr>
                <p:spPr bwMode="auto">
                  <a:xfrm>
                    <a:off x="4628" y="3597"/>
                    <a:ext cx="20" cy="3"/>
                  </a:xfrm>
                  <a:custGeom>
                    <a:avLst/>
                    <a:gdLst>
                      <a:gd name="T0" fmla="*/ 1 w 41"/>
                      <a:gd name="T1" fmla="*/ 0 h 6"/>
                      <a:gd name="T2" fmla="*/ 0 w 41"/>
                      <a:gd name="T3" fmla="*/ 0 h 6"/>
                      <a:gd name="T4" fmla="*/ 0 w 41"/>
                      <a:gd name="T5" fmla="*/ 1 h 6"/>
                      <a:gd name="T6" fmla="*/ 0 w 41"/>
                      <a:gd name="T7" fmla="*/ 1 h 6"/>
                      <a:gd name="T8" fmla="*/ 0 w 41"/>
                      <a:gd name="T9" fmla="*/ 1 h 6"/>
                      <a:gd name="T10" fmla="*/ 0 w 41"/>
                      <a:gd name="T11" fmla="*/ 1 h 6"/>
                      <a:gd name="T12" fmla="*/ 0 w 41"/>
                      <a:gd name="T13" fmla="*/ 1 h 6"/>
                      <a:gd name="T14" fmla="*/ 0 w 41"/>
                      <a:gd name="T15" fmla="*/ 1 h 6"/>
                      <a:gd name="T16" fmla="*/ 0 w 41"/>
                      <a:gd name="T17" fmla="*/ 1 h 6"/>
                      <a:gd name="T18" fmla="*/ 0 w 41"/>
                      <a:gd name="T19" fmla="*/ 1 h 6"/>
                      <a:gd name="T20" fmla="*/ 0 w 41"/>
                      <a:gd name="T21" fmla="*/ 1 h 6"/>
                      <a:gd name="T22" fmla="*/ 0 w 41"/>
                      <a:gd name="T23" fmla="*/ 1 h 6"/>
                      <a:gd name="T24" fmla="*/ 0 w 41"/>
                      <a:gd name="T25" fmla="*/ 1 h 6"/>
                      <a:gd name="T26" fmla="*/ 1 w 41"/>
                      <a:gd name="T27" fmla="*/ 1 h 6"/>
                      <a:gd name="T28" fmla="*/ 1 w 41"/>
                      <a:gd name="T29" fmla="*/ 0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6"/>
                      <a:gd name="T47" fmla="*/ 41 w 41"/>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6">
                        <a:moveTo>
                          <a:pt x="41" y="0"/>
                        </a:moveTo>
                        <a:lnTo>
                          <a:pt x="29" y="0"/>
                        </a:lnTo>
                        <a:lnTo>
                          <a:pt x="26" y="2"/>
                        </a:lnTo>
                        <a:lnTo>
                          <a:pt x="8" y="2"/>
                        </a:lnTo>
                        <a:lnTo>
                          <a:pt x="5" y="3"/>
                        </a:lnTo>
                        <a:lnTo>
                          <a:pt x="3" y="3"/>
                        </a:lnTo>
                        <a:lnTo>
                          <a:pt x="0" y="4"/>
                        </a:lnTo>
                        <a:lnTo>
                          <a:pt x="1" y="6"/>
                        </a:lnTo>
                        <a:lnTo>
                          <a:pt x="4" y="5"/>
                        </a:lnTo>
                        <a:lnTo>
                          <a:pt x="6" y="5"/>
                        </a:lnTo>
                        <a:lnTo>
                          <a:pt x="9" y="4"/>
                        </a:lnTo>
                        <a:lnTo>
                          <a:pt x="26" y="4"/>
                        </a:lnTo>
                        <a:lnTo>
                          <a:pt x="29" y="3"/>
                        </a:lnTo>
                        <a:lnTo>
                          <a:pt x="41" y="3"/>
                        </a:lnTo>
                        <a:lnTo>
                          <a:pt x="4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6" name="Freeform 1011"/>
                  <p:cNvSpPr>
                    <a:spLocks/>
                  </p:cNvSpPr>
                  <p:nvPr/>
                </p:nvSpPr>
                <p:spPr bwMode="auto">
                  <a:xfrm>
                    <a:off x="4648" y="3597"/>
                    <a:ext cx="6" cy="6"/>
                  </a:xfrm>
                  <a:custGeom>
                    <a:avLst/>
                    <a:gdLst>
                      <a:gd name="T0" fmla="*/ 1 w 11"/>
                      <a:gd name="T1" fmla="*/ 0 h 13"/>
                      <a:gd name="T2" fmla="*/ 1 w 11"/>
                      <a:gd name="T3" fmla="*/ 0 h 13"/>
                      <a:gd name="T4" fmla="*/ 1 w 11"/>
                      <a:gd name="T5" fmla="*/ 0 h 13"/>
                      <a:gd name="T6" fmla="*/ 1 w 11"/>
                      <a:gd name="T7" fmla="*/ 0 h 13"/>
                      <a:gd name="T8" fmla="*/ 1 w 11"/>
                      <a:gd name="T9" fmla="*/ 0 h 13"/>
                      <a:gd name="T10" fmla="*/ 1 w 11"/>
                      <a:gd name="T11" fmla="*/ 0 h 13"/>
                      <a:gd name="T12" fmla="*/ 1 w 11"/>
                      <a:gd name="T13" fmla="*/ 0 h 13"/>
                      <a:gd name="T14" fmla="*/ 1 w 11"/>
                      <a:gd name="T15" fmla="*/ 0 h 13"/>
                      <a:gd name="T16" fmla="*/ 0 w 11"/>
                      <a:gd name="T17" fmla="*/ 0 h 13"/>
                      <a:gd name="T18" fmla="*/ 0 w 11"/>
                      <a:gd name="T19" fmla="*/ 0 h 13"/>
                      <a:gd name="T20" fmla="*/ 1 w 11"/>
                      <a:gd name="T21" fmla="*/ 0 h 13"/>
                      <a:gd name="T22" fmla="*/ 1 w 11"/>
                      <a:gd name="T23" fmla="*/ 0 h 13"/>
                      <a:gd name="T24" fmla="*/ 1 w 11"/>
                      <a:gd name="T25" fmla="*/ 0 h 13"/>
                      <a:gd name="T26" fmla="*/ 1 w 11"/>
                      <a:gd name="T27" fmla="*/ 0 h 13"/>
                      <a:gd name="T28" fmla="*/ 1 w 11"/>
                      <a:gd name="T29" fmla="*/ 0 h 13"/>
                      <a:gd name="T30" fmla="*/ 1 w 11"/>
                      <a:gd name="T31" fmla="*/ 0 h 13"/>
                      <a:gd name="T32" fmla="*/ 1 w 11"/>
                      <a:gd name="T33" fmla="*/ 0 h 13"/>
                      <a:gd name="T34" fmla="*/ 1 w 11"/>
                      <a:gd name="T35" fmla="*/ 0 h 1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13"/>
                      <a:gd name="T56" fmla="*/ 11 w 11"/>
                      <a:gd name="T57" fmla="*/ 13 h 1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13">
                        <a:moveTo>
                          <a:pt x="11" y="13"/>
                        </a:moveTo>
                        <a:lnTo>
                          <a:pt x="11" y="10"/>
                        </a:lnTo>
                        <a:lnTo>
                          <a:pt x="10" y="8"/>
                        </a:lnTo>
                        <a:lnTo>
                          <a:pt x="10" y="6"/>
                        </a:lnTo>
                        <a:lnTo>
                          <a:pt x="9" y="4"/>
                        </a:lnTo>
                        <a:lnTo>
                          <a:pt x="7" y="3"/>
                        </a:lnTo>
                        <a:lnTo>
                          <a:pt x="5" y="2"/>
                        </a:lnTo>
                        <a:lnTo>
                          <a:pt x="2" y="0"/>
                        </a:lnTo>
                        <a:lnTo>
                          <a:pt x="0" y="0"/>
                        </a:lnTo>
                        <a:lnTo>
                          <a:pt x="0" y="3"/>
                        </a:lnTo>
                        <a:lnTo>
                          <a:pt x="2" y="3"/>
                        </a:lnTo>
                        <a:lnTo>
                          <a:pt x="5" y="5"/>
                        </a:lnTo>
                        <a:lnTo>
                          <a:pt x="6" y="5"/>
                        </a:lnTo>
                        <a:lnTo>
                          <a:pt x="7" y="8"/>
                        </a:lnTo>
                        <a:lnTo>
                          <a:pt x="7" y="9"/>
                        </a:lnTo>
                        <a:lnTo>
                          <a:pt x="9" y="10"/>
                        </a:lnTo>
                        <a:lnTo>
                          <a:pt x="9" y="13"/>
                        </a:lnTo>
                        <a:lnTo>
                          <a:pt x="11"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7" name="Freeform 1012"/>
                  <p:cNvSpPr>
                    <a:spLocks/>
                  </p:cNvSpPr>
                  <p:nvPr/>
                </p:nvSpPr>
                <p:spPr bwMode="auto">
                  <a:xfrm>
                    <a:off x="4640" y="3600"/>
                    <a:ext cx="6" cy="9"/>
                  </a:xfrm>
                  <a:custGeom>
                    <a:avLst/>
                    <a:gdLst>
                      <a:gd name="T0" fmla="*/ 1 w 11"/>
                      <a:gd name="T1" fmla="*/ 0 h 18"/>
                      <a:gd name="T2" fmla="*/ 1 w 11"/>
                      <a:gd name="T3" fmla="*/ 1 h 18"/>
                      <a:gd name="T4" fmla="*/ 1 w 11"/>
                      <a:gd name="T5" fmla="*/ 1 h 18"/>
                      <a:gd name="T6" fmla="*/ 1 w 11"/>
                      <a:gd name="T7" fmla="*/ 1 h 18"/>
                      <a:gd name="T8" fmla="*/ 0 w 11"/>
                      <a:gd name="T9" fmla="*/ 1 h 18"/>
                      <a:gd name="T10" fmla="*/ 0 w 11"/>
                      <a:gd name="T11" fmla="*/ 1 h 18"/>
                      <a:gd name="T12" fmla="*/ 1 w 11"/>
                      <a:gd name="T13" fmla="*/ 1 h 18"/>
                      <a:gd name="T14" fmla="*/ 1 w 11"/>
                      <a:gd name="T15" fmla="*/ 1 h 18"/>
                      <a:gd name="T16" fmla="*/ 1 w 11"/>
                      <a:gd name="T17" fmla="*/ 1 h 18"/>
                      <a:gd name="T18" fmla="*/ 1 w 11"/>
                      <a:gd name="T19" fmla="*/ 1 h 18"/>
                      <a:gd name="T20" fmla="*/ 1 w 11"/>
                      <a:gd name="T21" fmla="*/ 0 h 18"/>
                      <a:gd name="T22" fmla="*/ 1 w 11"/>
                      <a:gd name="T23" fmla="*/ 0 h 1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18"/>
                      <a:gd name="T38" fmla="*/ 11 w 11"/>
                      <a:gd name="T39" fmla="*/ 18 h 1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18">
                        <a:moveTo>
                          <a:pt x="11" y="0"/>
                        </a:moveTo>
                        <a:lnTo>
                          <a:pt x="10" y="4"/>
                        </a:lnTo>
                        <a:lnTo>
                          <a:pt x="10" y="14"/>
                        </a:lnTo>
                        <a:lnTo>
                          <a:pt x="7" y="17"/>
                        </a:lnTo>
                        <a:lnTo>
                          <a:pt x="0" y="18"/>
                        </a:lnTo>
                        <a:lnTo>
                          <a:pt x="0" y="15"/>
                        </a:lnTo>
                        <a:lnTo>
                          <a:pt x="1" y="13"/>
                        </a:lnTo>
                        <a:lnTo>
                          <a:pt x="1" y="12"/>
                        </a:lnTo>
                        <a:lnTo>
                          <a:pt x="2" y="9"/>
                        </a:lnTo>
                        <a:lnTo>
                          <a:pt x="2" y="3"/>
                        </a:lnTo>
                        <a:lnTo>
                          <a:pt x="1" y="0"/>
                        </a:lnTo>
                        <a:lnTo>
                          <a:pt x="11" y="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8" name="Freeform 1013"/>
                  <p:cNvSpPr>
                    <a:spLocks/>
                  </p:cNvSpPr>
                  <p:nvPr/>
                </p:nvSpPr>
                <p:spPr bwMode="auto">
                  <a:xfrm>
                    <a:off x="4644" y="3600"/>
                    <a:ext cx="3" cy="9"/>
                  </a:xfrm>
                  <a:custGeom>
                    <a:avLst/>
                    <a:gdLst>
                      <a:gd name="T0" fmla="*/ 1 w 6"/>
                      <a:gd name="T1" fmla="*/ 1 h 18"/>
                      <a:gd name="T2" fmla="*/ 1 w 6"/>
                      <a:gd name="T3" fmla="*/ 1 h 18"/>
                      <a:gd name="T4" fmla="*/ 1 w 6"/>
                      <a:gd name="T5" fmla="*/ 1 h 18"/>
                      <a:gd name="T6" fmla="*/ 1 w 6"/>
                      <a:gd name="T7" fmla="*/ 1 h 18"/>
                      <a:gd name="T8" fmla="*/ 1 w 6"/>
                      <a:gd name="T9" fmla="*/ 1 h 18"/>
                      <a:gd name="T10" fmla="*/ 1 w 6"/>
                      <a:gd name="T11" fmla="*/ 0 h 18"/>
                      <a:gd name="T12" fmla="*/ 1 w 6"/>
                      <a:gd name="T13" fmla="*/ 0 h 18"/>
                      <a:gd name="T14" fmla="*/ 1 w 6"/>
                      <a:gd name="T15" fmla="*/ 1 h 18"/>
                      <a:gd name="T16" fmla="*/ 1 w 6"/>
                      <a:gd name="T17" fmla="*/ 1 h 18"/>
                      <a:gd name="T18" fmla="*/ 1 w 6"/>
                      <a:gd name="T19" fmla="*/ 1 h 18"/>
                      <a:gd name="T20" fmla="*/ 0 w 6"/>
                      <a:gd name="T21" fmla="*/ 1 h 18"/>
                      <a:gd name="T22" fmla="*/ 1 w 6"/>
                      <a:gd name="T23" fmla="*/ 1 h 18"/>
                      <a:gd name="T24" fmla="*/ 1 w 6"/>
                      <a:gd name="T25" fmla="*/ 1 h 18"/>
                      <a:gd name="T26" fmla="*/ 1 w 6"/>
                      <a:gd name="T27" fmla="*/ 1 h 18"/>
                      <a:gd name="T28" fmla="*/ 1 w 6"/>
                      <a:gd name="T29" fmla="*/ 1 h 1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8"/>
                      <a:gd name="T47" fmla="*/ 6 w 6"/>
                      <a:gd name="T48" fmla="*/ 18 h 1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8">
                        <a:moveTo>
                          <a:pt x="1" y="18"/>
                        </a:moveTo>
                        <a:lnTo>
                          <a:pt x="2" y="18"/>
                        </a:lnTo>
                        <a:lnTo>
                          <a:pt x="4" y="14"/>
                        </a:lnTo>
                        <a:lnTo>
                          <a:pt x="5" y="9"/>
                        </a:lnTo>
                        <a:lnTo>
                          <a:pt x="5" y="4"/>
                        </a:lnTo>
                        <a:lnTo>
                          <a:pt x="6" y="0"/>
                        </a:lnTo>
                        <a:lnTo>
                          <a:pt x="4" y="0"/>
                        </a:lnTo>
                        <a:lnTo>
                          <a:pt x="4" y="4"/>
                        </a:lnTo>
                        <a:lnTo>
                          <a:pt x="2" y="9"/>
                        </a:lnTo>
                        <a:lnTo>
                          <a:pt x="2" y="13"/>
                        </a:lnTo>
                        <a:lnTo>
                          <a:pt x="0" y="15"/>
                        </a:lnTo>
                        <a:lnTo>
                          <a:pt x="1" y="15"/>
                        </a:lnTo>
                        <a:lnTo>
                          <a:pt x="1" y="18"/>
                        </a:lnTo>
                        <a:lnTo>
                          <a:pt x="2" y="18"/>
                        </a:lnTo>
                        <a:lnTo>
                          <a:pt x="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69" name="Freeform 1014"/>
                  <p:cNvSpPr>
                    <a:spLocks/>
                  </p:cNvSpPr>
                  <p:nvPr/>
                </p:nvSpPr>
                <p:spPr bwMode="auto">
                  <a:xfrm>
                    <a:off x="4640" y="3608"/>
                    <a:ext cx="4" cy="1"/>
                  </a:xfrm>
                  <a:custGeom>
                    <a:avLst/>
                    <a:gdLst>
                      <a:gd name="T0" fmla="*/ 0 w 8"/>
                      <a:gd name="T1" fmla="*/ 0 h 4"/>
                      <a:gd name="T2" fmla="*/ 1 w 8"/>
                      <a:gd name="T3" fmla="*/ 0 h 4"/>
                      <a:gd name="T4" fmla="*/ 1 w 8"/>
                      <a:gd name="T5" fmla="*/ 0 h 4"/>
                      <a:gd name="T6" fmla="*/ 1 w 8"/>
                      <a:gd name="T7" fmla="*/ 0 h 4"/>
                      <a:gd name="T8" fmla="*/ 1 w 8"/>
                      <a:gd name="T9" fmla="*/ 0 h 4"/>
                      <a:gd name="T10" fmla="*/ 1 w 8"/>
                      <a:gd name="T11" fmla="*/ 0 h 4"/>
                      <a:gd name="T12" fmla="*/ 0 w 8"/>
                      <a:gd name="T13" fmla="*/ 0 h 4"/>
                      <a:gd name="T14" fmla="*/ 0 w 8"/>
                      <a:gd name="T15" fmla="*/ 0 h 4"/>
                      <a:gd name="T16" fmla="*/ 1 w 8"/>
                      <a:gd name="T17" fmla="*/ 0 h 4"/>
                      <a:gd name="T18" fmla="*/ 0 w 8"/>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
                      <a:gd name="T31" fmla="*/ 0 h 4"/>
                      <a:gd name="T32" fmla="*/ 8 w 8"/>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 h="4">
                        <a:moveTo>
                          <a:pt x="0" y="3"/>
                        </a:moveTo>
                        <a:lnTo>
                          <a:pt x="1" y="4"/>
                        </a:lnTo>
                        <a:lnTo>
                          <a:pt x="8" y="3"/>
                        </a:lnTo>
                        <a:lnTo>
                          <a:pt x="8" y="0"/>
                        </a:lnTo>
                        <a:lnTo>
                          <a:pt x="1" y="2"/>
                        </a:lnTo>
                        <a:lnTo>
                          <a:pt x="2" y="3"/>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0" name="Freeform 1015"/>
                  <p:cNvSpPr>
                    <a:spLocks/>
                  </p:cNvSpPr>
                  <p:nvPr/>
                </p:nvSpPr>
                <p:spPr bwMode="auto">
                  <a:xfrm>
                    <a:off x="4640" y="3599"/>
                    <a:ext cx="3" cy="10"/>
                  </a:xfrm>
                  <a:custGeom>
                    <a:avLst/>
                    <a:gdLst>
                      <a:gd name="T0" fmla="*/ 1 w 6"/>
                      <a:gd name="T1" fmla="*/ 1 h 20"/>
                      <a:gd name="T2" fmla="*/ 1 w 6"/>
                      <a:gd name="T3" fmla="*/ 1 h 20"/>
                      <a:gd name="T4" fmla="*/ 1 w 6"/>
                      <a:gd name="T5" fmla="*/ 1 h 20"/>
                      <a:gd name="T6" fmla="*/ 1 w 6"/>
                      <a:gd name="T7" fmla="*/ 1 h 20"/>
                      <a:gd name="T8" fmla="*/ 1 w 6"/>
                      <a:gd name="T9" fmla="*/ 1 h 20"/>
                      <a:gd name="T10" fmla="*/ 1 w 6"/>
                      <a:gd name="T11" fmla="*/ 1 h 20"/>
                      <a:gd name="T12" fmla="*/ 1 w 6"/>
                      <a:gd name="T13" fmla="*/ 1 h 20"/>
                      <a:gd name="T14" fmla="*/ 1 w 6"/>
                      <a:gd name="T15" fmla="*/ 1 h 20"/>
                      <a:gd name="T16" fmla="*/ 0 w 6"/>
                      <a:gd name="T17" fmla="*/ 1 h 20"/>
                      <a:gd name="T18" fmla="*/ 0 w 6"/>
                      <a:gd name="T19" fmla="*/ 1 h 20"/>
                      <a:gd name="T20" fmla="*/ 1 w 6"/>
                      <a:gd name="T21" fmla="*/ 1 h 20"/>
                      <a:gd name="T22" fmla="*/ 1 w 6"/>
                      <a:gd name="T23" fmla="*/ 1 h 20"/>
                      <a:gd name="T24" fmla="*/ 1 w 6"/>
                      <a:gd name="T25" fmla="*/ 1 h 20"/>
                      <a:gd name="T26" fmla="*/ 1 w 6"/>
                      <a:gd name="T27" fmla="*/ 1 h 20"/>
                      <a:gd name="T28" fmla="*/ 1 w 6"/>
                      <a:gd name="T29" fmla="*/ 1 h 20"/>
                      <a:gd name="T30" fmla="*/ 1 w 6"/>
                      <a:gd name="T31" fmla="*/ 1 h 20"/>
                      <a:gd name="T32" fmla="*/ 1 w 6"/>
                      <a:gd name="T33" fmla="*/ 1 h 20"/>
                      <a:gd name="T34" fmla="*/ 1 w 6"/>
                      <a:gd name="T35" fmla="*/ 1 h 20"/>
                      <a:gd name="T36" fmla="*/ 1 w 6"/>
                      <a:gd name="T37" fmla="*/ 1 h 20"/>
                      <a:gd name="T38" fmla="*/ 1 w 6"/>
                      <a:gd name="T39" fmla="*/ 1 h 20"/>
                      <a:gd name="T40" fmla="*/ 1 w 6"/>
                      <a:gd name="T41" fmla="*/ 1 h 20"/>
                      <a:gd name="T42" fmla="*/ 0 w 6"/>
                      <a:gd name="T43" fmla="*/ 0 h 20"/>
                      <a:gd name="T44" fmla="*/ 1 w 6"/>
                      <a:gd name="T45" fmla="*/ 1 h 20"/>
                      <a:gd name="T46" fmla="*/ 1 w 6"/>
                      <a:gd name="T47" fmla="*/ 1 h 2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6"/>
                      <a:gd name="T73" fmla="*/ 0 h 20"/>
                      <a:gd name="T74" fmla="*/ 6 w 6"/>
                      <a:gd name="T75" fmla="*/ 20 h 2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6" h="20">
                        <a:moveTo>
                          <a:pt x="3" y="1"/>
                        </a:moveTo>
                        <a:lnTo>
                          <a:pt x="2" y="4"/>
                        </a:lnTo>
                        <a:lnTo>
                          <a:pt x="2" y="5"/>
                        </a:lnTo>
                        <a:lnTo>
                          <a:pt x="3" y="6"/>
                        </a:lnTo>
                        <a:lnTo>
                          <a:pt x="3" y="9"/>
                        </a:lnTo>
                        <a:lnTo>
                          <a:pt x="2" y="11"/>
                        </a:lnTo>
                        <a:lnTo>
                          <a:pt x="1" y="12"/>
                        </a:lnTo>
                        <a:lnTo>
                          <a:pt x="1" y="15"/>
                        </a:lnTo>
                        <a:lnTo>
                          <a:pt x="0" y="17"/>
                        </a:lnTo>
                        <a:lnTo>
                          <a:pt x="0" y="20"/>
                        </a:lnTo>
                        <a:lnTo>
                          <a:pt x="2" y="20"/>
                        </a:lnTo>
                        <a:lnTo>
                          <a:pt x="2" y="17"/>
                        </a:lnTo>
                        <a:lnTo>
                          <a:pt x="3" y="16"/>
                        </a:lnTo>
                        <a:lnTo>
                          <a:pt x="3" y="14"/>
                        </a:lnTo>
                        <a:lnTo>
                          <a:pt x="5" y="11"/>
                        </a:lnTo>
                        <a:lnTo>
                          <a:pt x="5" y="10"/>
                        </a:lnTo>
                        <a:lnTo>
                          <a:pt x="6" y="6"/>
                        </a:lnTo>
                        <a:lnTo>
                          <a:pt x="5" y="4"/>
                        </a:lnTo>
                        <a:lnTo>
                          <a:pt x="3" y="1"/>
                        </a:lnTo>
                        <a:lnTo>
                          <a:pt x="2" y="4"/>
                        </a:lnTo>
                        <a:lnTo>
                          <a:pt x="3" y="1"/>
                        </a:lnTo>
                        <a:lnTo>
                          <a:pt x="0" y="0"/>
                        </a:lnTo>
                        <a:lnTo>
                          <a:pt x="2" y="4"/>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1" name="Freeform 1016"/>
                  <p:cNvSpPr>
                    <a:spLocks/>
                  </p:cNvSpPr>
                  <p:nvPr/>
                </p:nvSpPr>
                <p:spPr bwMode="auto">
                  <a:xfrm>
                    <a:off x="4641" y="3599"/>
                    <a:ext cx="6" cy="2"/>
                  </a:xfrm>
                  <a:custGeom>
                    <a:avLst/>
                    <a:gdLst>
                      <a:gd name="T0" fmla="*/ 1 w 11"/>
                      <a:gd name="T1" fmla="*/ 1 h 4"/>
                      <a:gd name="T2" fmla="*/ 1 w 11"/>
                      <a:gd name="T3" fmla="*/ 1 h 4"/>
                      <a:gd name="T4" fmla="*/ 1 w 11"/>
                      <a:gd name="T5" fmla="*/ 1 h 4"/>
                      <a:gd name="T6" fmla="*/ 1 w 11"/>
                      <a:gd name="T7" fmla="*/ 0 h 4"/>
                      <a:gd name="T8" fmla="*/ 1 w 11"/>
                      <a:gd name="T9" fmla="*/ 1 h 4"/>
                      <a:gd name="T10" fmla="*/ 1 w 11"/>
                      <a:gd name="T11" fmla="*/ 1 h 4"/>
                      <a:gd name="T12" fmla="*/ 0 w 11"/>
                      <a:gd name="T13" fmla="*/ 1 h 4"/>
                      <a:gd name="T14" fmla="*/ 1 w 11"/>
                      <a:gd name="T15" fmla="*/ 1 h 4"/>
                      <a:gd name="T16" fmla="*/ 1 w 11"/>
                      <a:gd name="T17" fmla="*/ 1 h 4"/>
                      <a:gd name="T18" fmla="*/ 1 w 11"/>
                      <a:gd name="T19" fmla="*/ 1 h 4"/>
                      <a:gd name="T20" fmla="*/ 1 w 11"/>
                      <a:gd name="T21" fmla="*/ 1 h 4"/>
                      <a:gd name="T22" fmla="*/ 1 w 11"/>
                      <a:gd name="T23" fmla="*/ 1 h 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
                      <a:gd name="T37" fmla="*/ 0 h 4"/>
                      <a:gd name="T38" fmla="*/ 11 w 11"/>
                      <a:gd name="T39" fmla="*/ 4 h 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 h="4">
                        <a:moveTo>
                          <a:pt x="11" y="2"/>
                        </a:moveTo>
                        <a:lnTo>
                          <a:pt x="10" y="1"/>
                        </a:lnTo>
                        <a:lnTo>
                          <a:pt x="9" y="1"/>
                        </a:lnTo>
                        <a:lnTo>
                          <a:pt x="7" y="0"/>
                        </a:lnTo>
                        <a:lnTo>
                          <a:pt x="6" y="1"/>
                        </a:lnTo>
                        <a:lnTo>
                          <a:pt x="1" y="1"/>
                        </a:lnTo>
                        <a:lnTo>
                          <a:pt x="0" y="4"/>
                        </a:lnTo>
                        <a:lnTo>
                          <a:pt x="9" y="4"/>
                        </a:lnTo>
                        <a:lnTo>
                          <a:pt x="9" y="2"/>
                        </a:lnTo>
                        <a:lnTo>
                          <a:pt x="11" y="2"/>
                        </a:lnTo>
                        <a:lnTo>
                          <a:pt x="10" y="1"/>
                        </a:lnTo>
                        <a:lnTo>
                          <a:pt x="1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2" name="Freeform 1017"/>
                  <p:cNvSpPr>
                    <a:spLocks/>
                  </p:cNvSpPr>
                  <p:nvPr/>
                </p:nvSpPr>
                <p:spPr bwMode="auto">
                  <a:xfrm>
                    <a:off x="4629" y="3600"/>
                    <a:ext cx="10" cy="9"/>
                  </a:xfrm>
                  <a:custGeom>
                    <a:avLst/>
                    <a:gdLst>
                      <a:gd name="T0" fmla="*/ 1 w 19"/>
                      <a:gd name="T1" fmla="*/ 0 h 19"/>
                      <a:gd name="T2" fmla="*/ 1 w 19"/>
                      <a:gd name="T3" fmla="*/ 0 h 19"/>
                      <a:gd name="T4" fmla="*/ 1 w 19"/>
                      <a:gd name="T5" fmla="*/ 0 h 19"/>
                      <a:gd name="T6" fmla="*/ 1 w 19"/>
                      <a:gd name="T7" fmla="*/ 0 h 19"/>
                      <a:gd name="T8" fmla="*/ 1 w 19"/>
                      <a:gd name="T9" fmla="*/ 0 h 19"/>
                      <a:gd name="T10" fmla="*/ 1 w 19"/>
                      <a:gd name="T11" fmla="*/ 0 h 19"/>
                      <a:gd name="T12" fmla="*/ 1 w 19"/>
                      <a:gd name="T13" fmla="*/ 0 h 19"/>
                      <a:gd name="T14" fmla="*/ 1 w 19"/>
                      <a:gd name="T15" fmla="*/ 0 h 19"/>
                      <a:gd name="T16" fmla="*/ 1 w 19"/>
                      <a:gd name="T17" fmla="*/ 0 h 19"/>
                      <a:gd name="T18" fmla="*/ 0 w 19"/>
                      <a:gd name="T19" fmla="*/ 0 h 19"/>
                      <a:gd name="T20" fmla="*/ 0 w 19"/>
                      <a:gd name="T21" fmla="*/ 0 h 19"/>
                      <a:gd name="T22" fmla="*/ 1 w 19"/>
                      <a:gd name="T23" fmla="*/ 0 h 19"/>
                      <a:gd name="T24" fmla="*/ 1 w 19"/>
                      <a:gd name="T25" fmla="*/ 0 h 19"/>
                      <a:gd name="T26" fmla="*/ 1 w 19"/>
                      <a:gd name="T27" fmla="*/ 0 h 19"/>
                      <a:gd name="T28" fmla="*/ 1 w 19"/>
                      <a:gd name="T29" fmla="*/ 0 h 19"/>
                      <a:gd name="T30" fmla="*/ 1 w 19"/>
                      <a:gd name="T31" fmla="*/ 0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
                      <a:gd name="T49" fmla="*/ 0 h 19"/>
                      <a:gd name="T50" fmla="*/ 19 w 19"/>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 h="19">
                        <a:moveTo>
                          <a:pt x="19" y="0"/>
                        </a:moveTo>
                        <a:lnTo>
                          <a:pt x="19" y="9"/>
                        </a:lnTo>
                        <a:lnTo>
                          <a:pt x="18" y="14"/>
                        </a:lnTo>
                        <a:lnTo>
                          <a:pt x="17" y="18"/>
                        </a:lnTo>
                        <a:lnTo>
                          <a:pt x="14" y="19"/>
                        </a:lnTo>
                        <a:lnTo>
                          <a:pt x="12" y="19"/>
                        </a:lnTo>
                        <a:lnTo>
                          <a:pt x="11" y="18"/>
                        </a:lnTo>
                        <a:lnTo>
                          <a:pt x="5" y="18"/>
                        </a:lnTo>
                        <a:lnTo>
                          <a:pt x="2" y="19"/>
                        </a:lnTo>
                        <a:lnTo>
                          <a:pt x="0" y="19"/>
                        </a:lnTo>
                        <a:lnTo>
                          <a:pt x="0" y="10"/>
                        </a:lnTo>
                        <a:lnTo>
                          <a:pt x="1" y="7"/>
                        </a:lnTo>
                        <a:lnTo>
                          <a:pt x="3" y="2"/>
                        </a:lnTo>
                        <a:lnTo>
                          <a:pt x="16" y="2"/>
                        </a:lnTo>
                        <a:lnTo>
                          <a:pt x="17" y="0"/>
                        </a:lnTo>
                        <a:lnTo>
                          <a:pt x="19"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3" name="Freeform 1018"/>
                  <p:cNvSpPr>
                    <a:spLocks/>
                  </p:cNvSpPr>
                  <p:nvPr/>
                </p:nvSpPr>
                <p:spPr bwMode="auto">
                  <a:xfrm>
                    <a:off x="4637" y="3600"/>
                    <a:ext cx="3" cy="9"/>
                  </a:xfrm>
                  <a:custGeom>
                    <a:avLst/>
                    <a:gdLst>
                      <a:gd name="T0" fmla="*/ 1 w 6"/>
                      <a:gd name="T1" fmla="*/ 0 h 19"/>
                      <a:gd name="T2" fmla="*/ 1 w 6"/>
                      <a:gd name="T3" fmla="*/ 0 h 19"/>
                      <a:gd name="T4" fmla="*/ 1 w 6"/>
                      <a:gd name="T5" fmla="*/ 0 h 19"/>
                      <a:gd name="T6" fmla="*/ 1 w 6"/>
                      <a:gd name="T7" fmla="*/ 0 h 19"/>
                      <a:gd name="T8" fmla="*/ 1 w 6"/>
                      <a:gd name="T9" fmla="*/ 0 h 19"/>
                      <a:gd name="T10" fmla="*/ 1 w 6"/>
                      <a:gd name="T11" fmla="*/ 0 h 19"/>
                      <a:gd name="T12" fmla="*/ 1 w 6"/>
                      <a:gd name="T13" fmla="*/ 0 h 19"/>
                      <a:gd name="T14" fmla="*/ 1 w 6"/>
                      <a:gd name="T15" fmla="*/ 0 h 19"/>
                      <a:gd name="T16" fmla="*/ 1 w 6"/>
                      <a:gd name="T17" fmla="*/ 0 h 19"/>
                      <a:gd name="T18" fmla="*/ 0 w 6"/>
                      <a:gd name="T19" fmla="*/ 0 h 19"/>
                      <a:gd name="T20" fmla="*/ 1 w 6"/>
                      <a:gd name="T21" fmla="*/ 0 h 19"/>
                      <a:gd name="T22" fmla="*/ 1 w 6"/>
                      <a:gd name="T23" fmla="*/ 0 h 19"/>
                      <a:gd name="T24" fmla="*/ 1 w 6"/>
                      <a:gd name="T25" fmla="*/ 0 h 19"/>
                      <a:gd name="T26" fmla="*/ 1 w 6"/>
                      <a:gd name="T27" fmla="*/ 0 h 19"/>
                      <a:gd name="T28" fmla="*/ 1 w 6"/>
                      <a:gd name="T29" fmla="*/ 0 h 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19"/>
                      <a:gd name="T47" fmla="*/ 6 w 6"/>
                      <a:gd name="T48" fmla="*/ 19 h 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19">
                        <a:moveTo>
                          <a:pt x="1" y="19"/>
                        </a:moveTo>
                        <a:lnTo>
                          <a:pt x="2" y="18"/>
                        </a:lnTo>
                        <a:lnTo>
                          <a:pt x="2" y="14"/>
                        </a:lnTo>
                        <a:lnTo>
                          <a:pt x="5" y="9"/>
                        </a:lnTo>
                        <a:lnTo>
                          <a:pt x="6" y="5"/>
                        </a:lnTo>
                        <a:lnTo>
                          <a:pt x="5" y="0"/>
                        </a:lnTo>
                        <a:lnTo>
                          <a:pt x="2" y="0"/>
                        </a:lnTo>
                        <a:lnTo>
                          <a:pt x="2" y="9"/>
                        </a:lnTo>
                        <a:lnTo>
                          <a:pt x="1" y="14"/>
                        </a:lnTo>
                        <a:lnTo>
                          <a:pt x="0" y="18"/>
                        </a:lnTo>
                        <a:lnTo>
                          <a:pt x="1" y="17"/>
                        </a:lnTo>
                        <a:lnTo>
                          <a:pt x="1" y="19"/>
                        </a:lnTo>
                        <a:lnTo>
                          <a:pt x="2" y="19"/>
                        </a:lnTo>
                        <a:lnTo>
                          <a:pt x="2" y="18"/>
                        </a:lnTo>
                        <a:lnTo>
                          <a:pt x="1"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4" name="Freeform 1019"/>
                  <p:cNvSpPr>
                    <a:spLocks/>
                  </p:cNvSpPr>
                  <p:nvPr/>
                </p:nvSpPr>
                <p:spPr bwMode="auto">
                  <a:xfrm>
                    <a:off x="4629" y="3608"/>
                    <a:ext cx="9" cy="2"/>
                  </a:xfrm>
                  <a:custGeom>
                    <a:avLst/>
                    <a:gdLst>
                      <a:gd name="T0" fmla="*/ 0 w 19"/>
                      <a:gd name="T1" fmla="*/ 1 h 3"/>
                      <a:gd name="T2" fmla="*/ 0 w 19"/>
                      <a:gd name="T3" fmla="*/ 1 h 3"/>
                      <a:gd name="T4" fmla="*/ 0 w 19"/>
                      <a:gd name="T5" fmla="*/ 1 h 3"/>
                      <a:gd name="T6" fmla="*/ 0 w 19"/>
                      <a:gd name="T7" fmla="*/ 1 h 3"/>
                      <a:gd name="T8" fmla="*/ 0 w 19"/>
                      <a:gd name="T9" fmla="*/ 0 h 3"/>
                      <a:gd name="T10" fmla="*/ 0 w 19"/>
                      <a:gd name="T11" fmla="*/ 0 h 3"/>
                      <a:gd name="T12" fmla="*/ 0 w 19"/>
                      <a:gd name="T13" fmla="*/ 1 h 3"/>
                      <a:gd name="T14" fmla="*/ 0 w 19"/>
                      <a:gd name="T15" fmla="*/ 1 h 3"/>
                      <a:gd name="T16" fmla="*/ 0 w 19"/>
                      <a:gd name="T17" fmla="*/ 1 h 3"/>
                      <a:gd name="T18" fmla="*/ 0 w 19"/>
                      <a:gd name="T19" fmla="*/ 1 h 3"/>
                      <a:gd name="T20" fmla="*/ 0 w 19"/>
                      <a:gd name="T21" fmla="*/ 1 h 3"/>
                      <a:gd name="T22" fmla="*/ 0 w 19"/>
                      <a:gd name="T23" fmla="*/ 1 h 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9"/>
                      <a:gd name="T37" fmla="*/ 0 h 3"/>
                      <a:gd name="T38" fmla="*/ 19 w 19"/>
                      <a:gd name="T39" fmla="*/ 3 h 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9" h="3">
                        <a:moveTo>
                          <a:pt x="0" y="2"/>
                        </a:moveTo>
                        <a:lnTo>
                          <a:pt x="2" y="3"/>
                        </a:lnTo>
                        <a:lnTo>
                          <a:pt x="16" y="3"/>
                        </a:lnTo>
                        <a:lnTo>
                          <a:pt x="19" y="2"/>
                        </a:lnTo>
                        <a:lnTo>
                          <a:pt x="19" y="0"/>
                        </a:lnTo>
                        <a:lnTo>
                          <a:pt x="4" y="0"/>
                        </a:lnTo>
                        <a:lnTo>
                          <a:pt x="2" y="1"/>
                        </a:lnTo>
                        <a:lnTo>
                          <a:pt x="3" y="2"/>
                        </a:lnTo>
                        <a:lnTo>
                          <a:pt x="0" y="2"/>
                        </a:lnTo>
                        <a:lnTo>
                          <a:pt x="0" y="3"/>
                        </a:lnTo>
                        <a:lnTo>
                          <a:pt x="2" y="3"/>
                        </a:lnTo>
                        <a:lnTo>
                          <a:pt x="0"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5" name="Freeform 1020"/>
                  <p:cNvSpPr>
                    <a:spLocks/>
                  </p:cNvSpPr>
                  <p:nvPr/>
                </p:nvSpPr>
                <p:spPr bwMode="auto">
                  <a:xfrm>
                    <a:off x="4629" y="3601"/>
                    <a:ext cx="3" cy="8"/>
                  </a:xfrm>
                  <a:custGeom>
                    <a:avLst/>
                    <a:gdLst>
                      <a:gd name="T0" fmla="*/ 0 w 7"/>
                      <a:gd name="T1" fmla="*/ 0 h 17"/>
                      <a:gd name="T2" fmla="*/ 0 w 7"/>
                      <a:gd name="T3" fmla="*/ 0 h 17"/>
                      <a:gd name="T4" fmla="*/ 0 w 7"/>
                      <a:gd name="T5" fmla="*/ 0 h 17"/>
                      <a:gd name="T6" fmla="*/ 0 w 7"/>
                      <a:gd name="T7" fmla="*/ 0 h 17"/>
                      <a:gd name="T8" fmla="*/ 0 w 7"/>
                      <a:gd name="T9" fmla="*/ 0 h 17"/>
                      <a:gd name="T10" fmla="*/ 0 w 7"/>
                      <a:gd name="T11" fmla="*/ 0 h 17"/>
                      <a:gd name="T12" fmla="*/ 0 w 7"/>
                      <a:gd name="T13" fmla="*/ 0 h 17"/>
                      <a:gd name="T14" fmla="*/ 0 w 7"/>
                      <a:gd name="T15" fmla="*/ 0 h 17"/>
                      <a:gd name="T16" fmla="*/ 0 w 7"/>
                      <a:gd name="T17" fmla="*/ 0 h 17"/>
                      <a:gd name="T18" fmla="*/ 0 w 7"/>
                      <a:gd name="T19" fmla="*/ 0 h 17"/>
                      <a:gd name="T20" fmla="*/ 0 w 7"/>
                      <a:gd name="T21" fmla="*/ 0 h 17"/>
                      <a:gd name="T22" fmla="*/ 0 w 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7"/>
                      <a:gd name="T38" fmla="*/ 7 w 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7">
                        <a:moveTo>
                          <a:pt x="5" y="0"/>
                        </a:moveTo>
                        <a:lnTo>
                          <a:pt x="4" y="0"/>
                        </a:lnTo>
                        <a:lnTo>
                          <a:pt x="2" y="3"/>
                        </a:lnTo>
                        <a:lnTo>
                          <a:pt x="0" y="8"/>
                        </a:lnTo>
                        <a:lnTo>
                          <a:pt x="0" y="17"/>
                        </a:lnTo>
                        <a:lnTo>
                          <a:pt x="3" y="17"/>
                        </a:lnTo>
                        <a:lnTo>
                          <a:pt x="3" y="8"/>
                        </a:lnTo>
                        <a:lnTo>
                          <a:pt x="4" y="5"/>
                        </a:lnTo>
                        <a:lnTo>
                          <a:pt x="7" y="1"/>
                        </a:lnTo>
                        <a:lnTo>
                          <a:pt x="5" y="0"/>
                        </a:lnTo>
                        <a:lnTo>
                          <a:pt x="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6" name="Freeform 1021"/>
                  <p:cNvSpPr>
                    <a:spLocks/>
                  </p:cNvSpPr>
                  <p:nvPr/>
                </p:nvSpPr>
                <p:spPr bwMode="auto">
                  <a:xfrm>
                    <a:off x="4631" y="3600"/>
                    <a:ext cx="9" cy="1"/>
                  </a:xfrm>
                  <a:custGeom>
                    <a:avLst/>
                    <a:gdLst>
                      <a:gd name="T0" fmla="*/ 1 w 18"/>
                      <a:gd name="T1" fmla="*/ 0 h 4"/>
                      <a:gd name="T2" fmla="*/ 1 w 18"/>
                      <a:gd name="T3" fmla="*/ 0 h 4"/>
                      <a:gd name="T4" fmla="*/ 1 w 18"/>
                      <a:gd name="T5" fmla="*/ 0 h 4"/>
                      <a:gd name="T6" fmla="*/ 1 w 18"/>
                      <a:gd name="T7" fmla="*/ 0 h 4"/>
                      <a:gd name="T8" fmla="*/ 1 w 18"/>
                      <a:gd name="T9" fmla="*/ 0 h 4"/>
                      <a:gd name="T10" fmla="*/ 0 w 18"/>
                      <a:gd name="T11" fmla="*/ 0 h 4"/>
                      <a:gd name="T12" fmla="*/ 1 w 18"/>
                      <a:gd name="T13" fmla="*/ 0 h 4"/>
                      <a:gd name="T14" fmla="*/ 1 w 18"/>
                      <a:gd name="T15" fmla="*/ 0 h 4"/>
                      <a:gd name="T16" fmla="*/ 1 w 18"/>
                      <a:gd name="T17" fmla="*/ 0 h 4"/>
                      <a:gd name="T18" fmla="*/ 1 w 18"/>
                      <a:gd name="T19" fmla="*/ 0 h 4"/>
                      <a:gd name="T20" fmla="*/ 1 w 18"/>
                      <a:gd name="T21" fmla="*/ 0 h 4"/>
                      <a:gd name="T22" fmla="*/ 1 w 18"/>
                      <a:gd name="T23" fmla="*/ 0 h 4"/>
                      <a:gd name="T24" fmla="*/ 1 w 18"/>
                      <a:gd name="T25" fmla="*/ 0 h 4"/>
                      <a:gd name="T26" fmla="*/ 1 w 18"/>
                      <a:gd name="T27" fmla="*/ 0 h 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4"/>
                      <a:gd name="T44" fmla="*/ 18 w 18"/>
                      <a:gd name="T45" fmla="*/ 4 h 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4">
                        <a:moveTo>
                          <a:pt x="18" y="1"/>
                        </a:moveTo>
                        <a:lnTo>
                          <a:pt x="16" y="0"/>
                        </a:lnTo>
                        <a:lnTo>
                          <a:pt x="14" y="0"/>
                        </a:lnTo>
                        <a:lnTo>
                          <a:pt x="13" y="1"/>
                        </a:lnTo>
                        <a:lnTo>
                          <a:pt x="2" y="1"/>
                        </a:lnTo>
                        <a:lnTo>
                          <a:pt x="0" y="3"/>
                        </a:lnTo>
                        <a:lnTo>
                          <a:pt x="2" y="4"/>
                        </a:lnTo>
                        <a:lnTo>
                          <a:pt x="10" y="4"/>
                        </a:lnTo>
                        <a:lnTo>
                          <a:pt x="13" y="3"/>
                        </a:lnTo>
                        <a:lnTo>
                          <a:pt x="16" y="3"/>
                        </a:lnTo>
                        <a:lnTo>
                          <a:pt x="15" y="1"/>
                        </a:lnTo>
                        <a:lnTo>
                          <a:pt x="18" y="1"/>
                        </a:lnTo>
                        <a:lnTo>
                          <a:pt x="16" y="0"/>
                        </a:lnTo>
                        <a:lnTo>
                          <a:pt x="1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7" name="Freeform 1022"/>
                  <p:cNvSpPr>
                    <a:spLocks/>
                  </p:cNvSpPr>
                  <p:nvPr/>
                </p:nvSpPr>
                <p:spPr bwMode="auto">
                  <a:xfrm>
                    <a:off x="4382" y="3601"/>
                    <a:ext cx="5" cy="12"/>
                  </a:xfrm>
                  <a:custGeom>
                    <a:avLst/>
                    <a:gdLst>
                      <a:gd name="T0" fmla="*/ 1 w 10"/>
                      <a:gd name="T1" fmla="*/ 1 h 24"/>
                      <a:gd name="T2" fmla="*/ 1 w 10"/>
                      <a:gd name="T3" fmla="*/ 1 h 24"/>
                      <a:gd name="T4" fmla="*/ 1 w 10"/>
                      <a:gd name="T5" fmla="*/ 1 h 24"/>
                      <a:gd name="T6" fmla="*/ 1 w 10"/>
                      <a:gd name="T7" fmla="*/ 1 h 24"/>
                      <a:gd name="T8" fmla="*/ 1 w 10"/>
                      <a:gd name="T9" fmla="*/ 1 h 24"/>
                      <a:gd name="T10" fmla="*/ 1 w 10"/>
                      <a:gd name="T11" fmla="*/ 1 h 24"/>
                      <a:gd name="T12" fmla="*/ 1 w 10"/>
                      <a:gd name="T13" fmla="*/ 1 h 24"/>
                      <a:gd name="T14" fmla="*/ 1 w 10"/>
                      <a:gd name="T15" fmla="*/ 1 h 24"/>
                      <a:gd name="T16" fmla="*/ 0 w 10"/>
                      <a:gd name="T17" fmla="*/ 1 h 24"/>
                      <a:gd name="T18" fmla="*/ 0 w 10"/>
                      <a:gd name="T19" fmla="*/ 1 h 24"/>
                      <a:gd name="T20" fmla="*/ 1 w 10"/>
                      <a:gd name="T21" fmla="*/ 1 h 24"/>
                      <a:gd name="T22" fmla="*/ 1 w 10"/>
                      <a:gd name="T23" fmla="*/ 1 h 24"/>
                      <a:gd name="T24" fmla="*/ 1 w 10"/>
                      <a:gd name="T25" fmla="*/ 1 h 24"/>
                      <a:gd name="T26" fmla="*/ 1 w 10"/>
                      <a:gd name="T27" fmla="*/ 0 h 24"/>
                      <a:gd name="T28" fmla="*/ 1 w 10"/>
                      <a:gd name="T29" fmla="*/ 1 h 24"/>
                      <a:gd name="T30" fmla="*/ 1 w 10"/>
                      <a:gd name="T31" fmla="*/ 1 h 24"/>
                      <a:gd name="T32" fmla="*/ 1 w 10"/>
                      <a:gd name="T33" fmla="*/ 1 h 24"/>
                      <a:gd name="T34" fmla="*/ 1 w 10"/>
                      <a:gd name="T35" fmla="*/ 1 h 2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24"/>
                      <a:gd name="T56" fmla="*/ 10 w 10"/>
                      <a:gd name="T57" fmla="*/ 24 h 2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24">
                        <a:moveTo>
                          <a:pt x="10" y="13"/>
                        </a:moveTo>
                        <a:lnTo>
                          <a:pt x="9" y="17"/>
                        </a:lnTo>
                        <a:lnTo>
                          <a:pt x="9" y="19"/>
                        </a:lnTo>
                        <a:lnTo>
                          <a:pt x="8" y="22"/>
                        </a:lnTo>
                        <a:lnTo>
                          <a:pt x="5" y="24"/>
                        </a:lnTo>
                        <a:lnTo>
                          <a:pt x="4" y="24"/>
                        </a:lnTo>
                        <a:lnTo>
                          <a:pt x="2" y="22"/>
                        </a:lnTo>
                        <a:lnTo>
                          <a:pt x="2" y="21"/>
                        </a:lnTo>
                        <a:lnTo>
                          <a:pt x="0" y="19"/>
                        </a:lnTo>
                        <a:lnTo>
                          <a:pt x="0" y="10"/>
                        </a:lnTo>
                        <a:lnTo>
                          <a:pt x="2" y="7"/>
                        </a:lnTo>
                        <a:lnTo>
                          <a:pt x="2" y="5"/>
                        </a:lnTo>
                        <a:lnTo>
                          <a:pt x="3" y="2"/>
                        </a:lnTo>
                        <a:lnTo>
                          <a:pt x="5" y="0"/>
                        </a:lnTo>
                        <a:lnTo>
                          <a:pt x="8" y="2"/>
                        </a:lnTo>
                        <a:lnTo>
                          <a:pt x="9" y="6"/>
                        </a:lnTo>
                        <a:lnTo>
                          <a:pt x="9" y="10"/>
                        </a:lnTo>
                        <a:lnTo>
                          <a:pt x="1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8" name="Freeform 1023"/>
                  <p:cNvSpPr>
                    <a:spLocks/>
                  </p:cNvSpPr>
                  <p:nvPr/>
                </p:nvSpPr>
                <p:spPr bwMode="auto">
                  <a:xfrm>
                    <a:off x="4384" y="3608"/>
                    <a:ext cx="3" cy="6"/>
                  </a:xfrm>
                  <a:custGeom>
                    <a:avLst/>
                    <a:gdLst>
                      <a:gd name="T0" fmla="*/ 0 w 7"/>
                      <a:gd name="T1" fmla="*/ 0 h 13"/>
                      <a:gd name="T2" fmla="*/ 0 w 7"/>
                      <a:gd name="T3" fmla="*/ 0 h 13"/>
                      <a:gd name="T4" fmla="*/ 0 w 7"/>
                      <a:gd name="T5" fmla="*/ 0 h 13"/>
                      <a:gd name="T6" fmla="*/ 0 w 7"/>
                      <a:gd name="T7" fmla="*/ 0 h 13"/>
                      <a:gd name="T8" fmla="*/ 0 w 7"/>
                      <a:gd name="T9" fmla="*/ 0 h 13"/>
                      <a:gd name="T10" fmla="*/ 0 w 7"/>
                      <a:gd name="T11" fmla="*/ 0 h 13"/>
                      <a:gd name="T12" fmla="*/ 0 w 7"/>
                      <a:gd name="T13" fmla="*/ 0 h 13"/>
                      <a:gd name="T14" fmla="*/ 0 w 7"/>
                      <a:gd name="T15" fmla="*/ 0 h 13"/>
                      <a:gd name="T16" fmla="*/ 0 w 7"/>
                      <a:gd name="T17" fmla="*/ 0 h 13"/>
                      <a:gd name="T18" fmla="*/ 0 w 7"/>
                      <a:gd name="T19" fmla="*/ 0 h 13"/>
                      <a:gd name="T20" fmla="*/ 0 w 7"/>
                      <a:gd name="T21" fmla="*/ 0 h 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13"/>
                      <a:gd name="T35" fmla="*/ 7 w 7"/>
                      <a:gd name="T36" fmla="*/ 13 h 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13">
                        <a:moveTo>
                          <a:pt x="2" y="13"/>
                        </a:moveTo>
                        <a:lnTo>
                          <a:pt x="4" y="10"/>
                        </a:lnTo>
                        <a:lnTo>
                          <a:pt x="5" y="8"/>
                        </a:lnTo>
                        <a:lnTo>
                          <a:pt x="5" y="4"/>
                        </a:lnTo>
                        <a:lnTo>
                          <a:pt x="7" y="0"/>
                        </a:lnTo>
                        <a:lnTo>
                          <a:pt x="4" y="0"/>
                        </a:lnTo>
                        <a:lnTo>
                          <a:pt x="3" y="4"/>
                        </a:lnTo>
                        <a:lnTo>
                          <a:pt x="3" y="6"/>
                        </a:lnTo>
                        <a:lnTo>
                          <a:pt x="2" y="9"/>
                        </a:lnTo>
                        <a:lnTo>
                          <a:pt x="0" y="10"/>
                        </a:lnTo>
                        <a:lnTo>
                          <a:pt x="2"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79" name="Freeform 0"/>
                  <p:cNvSpPr>
                    <a:spLocks/>
                  </p:cNvSpPr>
                  <p:nvPr/>
                </p:nvSpPr>
                <p:spPr bwMode="auto">
                  <a:xfrm>
                    <a:off x="4381" y="3609"/>
                    <a:ext cx="4" cy="5"/>
                  </a:xfrm>
                  <a:custGeom>
                    <a:avLst/>
                    <a:gdLst>
                      <a:gd name="T0" fmla="*/ 0 w 9"/>
                      <a:gd name="T1" fmla="*/ 0 h 9"/>
                      <a:gd name="T2" fmla="*/ 0 w 9"/>
                      <a:gd name="T3" fmla="*/ 1 h 9"/>
                      <a:gd name="T4" fmla="*/ 0 w 9"/>
                      <a:gd name="T5" fmla="*/ 1 h 9"/>
                      <a:gd name="T6" fmla="*/ 0 w 9"/>
                      <a:gd name="T7" fmla="*/ 1 h 9"/>
                      <a:gd name="T8" fmla="*/ 0 w 9"/>
                      <a:gd name="T9" fmla="*/ 1 h 9"/>
                      <a:gd name="T10" fmla="*/ 0 w 9"/>
                      <a:gd name="T11" fmla="*/ 1 h 9"/>
                      <a:gd name="T12" fmla="*/ 0 w 9"/>
                      <a:gd name="T13" fmla="*/ 1 h 9"/>
                      <a:gd name="T14" fmla="*/ 0 w 9"/>
                      <a:gd name="T15" fmla="*/ 1 h 9"/>
                      <a:gd name="T16" fmla="*/ 0 w 9"/>
                      <a:gd name="T17" fmla="*/ 1 h 9"/>
                      <a:gd name="T18" fmla="*/ 0 w 9"/>
                      <a:gd name="T19" fmla="*/ 1 h 9"/>
                      <a:gd name="T20" fmla="*/ 0 w 9"/>
                      <a:gd name="T21" fmla="*/ 1 h 9"/>
                      <a:gd name="T22" fmla="*/ 0 w 9"/>
                      <a:gd name="T23" fmla="*/ 0 h 9"/>
                      <a:gd name="T24" fmla="*/ 0 w 9"/>
                      <a:gd name="T25" fmla="*/ 1 h 9"/>
                      <a:gd name="T26" fmla="*/ 0 w 9"/>
                      <a:gd name="T27" fmla="*/ 0 h 9"/>
                      <a:gd name="T28" fmla="*/ 0 w 9"/>
                      <a:gd name="T29" fmla="*/ 1 h 9"/>
                      <a:gd name="T30" fmla="*/ 0 w 9"/>
                      <a:gd name="T31" fmla="*/ 1 h 9"/>
                      <a:gd name="T32" fmla="*/ 0 w 9"/>
                      <a:gd name="T33" fmla="*/ 0 h 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
                      <a:gd name="T52" fmla="*/ 0 h 9"/>
                      <a:gd name="T53" fmla="*/ 9 w 9"/>
                      <a:gd name="T54" fmla="*/ 9 h 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 h="9">
                        <a:moveTo>
                          <a:pt x="1" y="0"/>
                        </a:moveTo>
                        <a:lnTo>
                          <a:pt x="1" y="4"/>
                        </a:lnTo>
                        <a:lnTo>
                          <a:pt x="4" y="6"/>
                        </a:lnTo>
                        <a:lnTo>
                          <a:pt x="4" y="7"/>
                        </a:lnTo>
                        <a:lnTo>
                          <a:pt x="5" y="7"/>
                        </a:lnTo>
                        <a:lnTo>
                          <a:pt x="7" y="9"/>
                        </a:lnTo>
                        <a:lnTo>
                          <a:pt x="9" y="9"/>
                        </a:lnTo>
                        <a:lnTo>
                          <a:pt x="7" y="6"/>
                        </a:lnTo>
                        <a:lnTo>
                          <a:pt x="6" y="6"/>
                        </a:lnTo>
                        <a:lnTo>
                          <a:pt x="6" y="5"/>
                        </a:lnTo>
                        <a:lnTo>
                          <a:pt x="4" y="2"/>
                        </a:lnTo>
                        <a:lnTo>
                          <a:pt x="4" y="0"/>
                        </a:lnTo>
                        <a:lnTo>
                          <a:pt x="4" y="1"/>
                        </a:lnTo>
                        <a:lnTo>
                          <a:pt x="1" y="0"/>
                        </a:lnTo>
                        <a:lnTo>
                          <a:pt x="0" y="1"/>
                        </a:lnTo>
                        <a:lnTo>
                          <a:pt x="1" y="1"/>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0" name="Freeform 1"/>
                  <p:cNvSpPr>
                    <a:spLocks/>
                  </p:cNvSpPr>
                  <p:nvPr/>
                </p:nvSpPr>
                <p:spPr bwMode="auto">
                  <a:xfrm>
                    <a:off x="4381" y="3600"/>
                    <a:ext cx="4" cy="10"/>
                  </a:xfrm>
                  <a:custGeom>
                    <a:avLst/>
                    <a:gdLst>
                      <a:gd name="T0" fmla="*/ 1 w 8"/>
                      <a:gd name="T1" fmla="*/ 0 h 21"/>
                      <a:gd name="T2" fmla="*/ 1 w 8"/>
                      <a:gd name="T3" fmla="*/ 0 h 21"/>
                      <a:gd name="T4" fmla="*/ 1 w 8"/>
                      <a:gd name="T5" fmla="*/ 0 h 21"/>
                      <a:gd name="T6" fmla="*/ 1 w 8"/>
                      <a:gd name="T7" fmla="*/ 0 h 21"/>
                      <a:gd name="T8" fmla="*/ 1 w 8"/>
                      <a:gd name="T9" fmla="*/ 0 h 21"/>
                      <a:gd name="T10" fmla="*/ 1 w 8"/>
                      <a:gd name="T11" fmla="*/ 0 h 21"/>
                      <a:gd name="T12" fmla="*/ 0 w 8"/>
                      <a:gd name="T13" fmla="*/ 0 h 21"/>
                      <a:gd name="T14" fmla="*/ 0 w 8"/>
                      <a:gd name="T15" fmla="*/ 0 h 21"/>
                      <a:gd name="T16" fmla="*/ 1 w 8"/>
                      <a:gd name="T17" fmla="*/ 0 h 21"/>
                      <a:gd name="T18" fmla="*/ 1 w 8"/>
                      <a:gd name="T19" fmla="*/ 0 h 21"/>
                      <a:gd name="T20" fmla="*/ 1 w 8"/>
                      <a:gd name="T21" fmla="*/ 0 h 21"/>
                      <a:gd name="T22" fmla="*/ 1 w 8"/>
                      <a:gd name="T23" fmla="*/ 0 h 21"/>
                      <a:gd name="T24" fmla="*/ 1 w 8"/>
                      <a:gd name="T25" fmla="*/ 0 h 21"/>
                      <a:gd name="T26" fmla="*/ 1 w 8"/>
                      <a:gd name="T27" fmla="*/ 0 h 21"/>
                      <a:gd name="T28" fmla="*/ 1 w 8"/>
                      <a:gd name="T29" fmla="*/ 0 h 21"/>
                      <a:gd name="T30" fmla="*/ 1 w 8"/>
                      <a:gd name="T31" fmla="*/ 0 h 21"/>
                      <a:gd name="T32" fmla="*/ 1 w 8"/>
                      <a:gd name="T33" fmla="*/ 0 h 21"/>
                      <a:gd name="T34" fmla="*/ 1 w 8"/>
                      <a:gd name="T35" fmla="*/ 0 h 21"/>
                      <a:gd name="T36" fmla="*/ 1 w 8"/>
                      <a:gd name="T37" fmla="*/ 0 h 21"/>
                      <a:gd name="T38" fmla="*/ 1 w 8"/>
                      <a:gd name="T39" fmla="*/ 0 h 2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8"/>
                      <a:gd name="T61" fmla="*/ 0 h 21"/>
                      <a:gd name="T62" fmla="*/ 8 w 8"/>
                      <a:gd name="T63" fmla="*/ 21 h 2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8" h="21">
                        <a:moveTo>
                          <a:pt x="8" y="1"/>
                        </a:moveTo>
                        <a:lnTo>
                          <a:pt x="6" y="1"/>
                        </a:lnTo>
                        <a:lnTo>
                          <a:pt x="4" y="3"/>
                        </a:lnTo>
                        <a:lnTo>
                          <a:pt x="3" y="5"/>
                        </a:lnTo>
                        <a:lnTo>
                          <a:pt x="1" y="8"/>
                        </a:lnTo>
                        <a:lnTo>
                          <a:pt x="1" y="10"/>
                        </a:lnTo>
                        <a:lnTo>
                          <a:pt x="0" y="13"/>
                        </a:lnTo>
                        <a:lnTo>
                          <a:pt x="0" y="20"/>
                        </a:lnTo>
                        <a:lnTo>
                          <a:pt x="3" y="21"/>
                        </a:lnTo>
                        <a:lnTo>
                          <a:pt x="3" y="13"/>
                        </a:lnTo>
                        <a:lnTo>
                          <a:pt x="4" y="10"/>
                        </a:lnTo>
                        <a:lnTo>
                          <a:pt x="4" y="9"/>
                        </a:lnTo>
                        <a:lnTo>
                          <a:pt x="5" y="6"/>
                        </a:lnTo>
                        <a:lnTo>
                          <a:pt x="6" y="4"/>
                        </a:lnTo>
                        <a:lnTo>
                          <a:pt x="8" y="3"/>
                        </a:lnTo>
                        <a:lnTo>
                          <a:pt x="6" y="3"/>
                        </a:lnTo>
                        <a:lnTo>
                          <a:pt x="8" y="1"/>
                        </a:lnTo>
                        <a:lnTo>
                          <a:pt x="6" y="0"/>
                        </a:lnTo>
                        <a:lnTo>
                          <a:pt x="6" y="1"/>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1" name="Freeform 2"/>
                  <p:cNvSpPr>
                    <a:spLocks/>
                  </p:cNvSpPr>
                  <p:nvPr/>
                </p:nvSpPr>
                <p:spPr bwMode="auto">
                  <a:xfrm>
                    <a:off x="4384" y="3600"/>
                    <a:ext cx="3" cy="8"/>
                  </a:xfrm>
                  <a:custGeom>
                    <a:avLst/>
                    <a:gdLst>
                      <a:gd name="T0" fmla="*/ 0 w 7"/>
                      <a:gd name="T1" fmla="*/ 1 h 15"/>
                      <a:gd name="T2" fmla="*/ 0 w 7"/>
                      <a:gd name="T3" fmla="*/ 1 h 15"/>
                      <a:gd name="T4" fmla="*/ 0 w 7"/>
                      <a:gd name="T5" fmla="*/ 1 h 15"/>
                      <a:gd name="T6" fmla="*/ 0 w 7"/>
                      <a:gd name="T7" fmla="*/ 1 h 15"/>
                      <a:gd name="T8" fmla="*/ 0 w 7"/>
                      <a:gd name="T9" fmla="*/ 0 h 15"/>
                      <a:gd name="T10" fmla="*/ 0 w 7"/>
                      <a:gd name="T11" fmla="*/ 1 h 15"/>
                      <a:gd name="T12" fmla="*/ 0 w 7"/>
                      <a:gd name="T13" fmla="*/ 1 h 15"/>
                      <a:gd name="T14" fmla="*/ 0 w 7"/>
                      <a:gd name="T15" fmla="*/ 1 h 15"/>
                      <a:gd name="T16" fmla="*/ 0 w 7"/>
                      <a:gd name="T17" fmla="*/ 1 h 15"/>
                      <a:gd name="T18" fmla="*/ 0 w 7"/>
                      <a:gd name="T19" fmla="*/ 1 h 15"/>
                      <a:gd name="T20" fmla="*/ 0 w 7"/>
                      <a:gd name="T21" fmla="*/ 1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
                      <a:gd name="T34" fmla="*/ 0 h 15"/>
                      <a:gd name="T35" fmla="*/ 7 w 7"/>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 h="15">
                        <a:moveTo>
                          <a:pt x="7" y="15"/>
                        </a:moveTo>
                        <a:lnTo>
                          <a:pt x="5" y="12"/>
                        </a:lnTo>
                        <a:lnTo>
                          <a:pt x="5" y="8"/>
                        </a:lnTo>
                        <a:lnTo>
                          <a:pt x="4" y="4"/>
                        </a:lnTo>
                        <a:lnTo>
                          <a:pt x="2" y="0"/>
                        </a:lnTo>
                        <a:lnTo>
                          <a:pt x="0" y="2"/>
                        </a:lnTo>
                        <a:lnTo>
                          <a:pt x="2" y="4"/>
                        </a:lnTo>
                        <a:lnTo>
                          <a:pt x="3" y="8"/>
                        </a:lnTo>
                        <a:lnTo>
                          <a:pt x="3" y="12"/>
                        </a:lnTo>
                        <a:lnTo>
                          <a:pt x="4" y="15"/>
                        </a:lnTo>
                        <a:lnTo>
                          <a:pt x="7"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2" name="Freeform 3"/>
                  <p:cNvSpPr>
                    <a:spLocks/>
                  </p:cNvSpPr>
                  <p:nvPr/>
                </p:nvSpPr>
                <p:spPr bwMode="auto">
                  <a:xfrm>
                    <a:off x="4631" y="3602"/>
                    <a:ext cx="21" cy="11"/>
                  </a:xfrm>
                  <a:custGeom>
                    <a:avLst/>
                    <a:gdLst>
                      <a:gd name="T0" fmla="*/ 2 w 42"/>
                      <a:gd name="T1" fmla="*/ 1 h 21"/>
                      <a:gd name="T2" fmla="*/ 2 w 42"/>
                      <a:gd name="T3" fmla="*/ 1 h 21"/>
                      <a:gd name="T4" fmla="*/ 2 w 42"/>
                      <a:gd name="T5" fmla="*/ 1 h 21"/>
                      <a:gd name="T6" fmla="*/ 1 w 42"/>
                      <a:gd name="T7" fmla="*/ 1 h 21"/>
                      <a:gd name="T8" fmla="*/ 1 w 42"/>
                      <a:gd name="T9" fmla="*/ 1 h 21"/>
                      <a:gd name="T10" fmla="*/ 1 w 42"/>
                      <a:gd name="T11" fmla="*/ 1 h 21"/>
                      <a:gd name="T12" fmla="*/ 1 w 42"/>
                      <a:gd name="T13" fmla="*/ 1 h 21"/>
                      <a:gd name="T14" fmla="*/ 1 w 42"/>
                      <a:gd name="T15" fmla="*/ 1 h 21"/>
                      <a:gd name="T16" fmla="*/ 0 w 42"/>
                      <a:gd name="T17" fmla="*/ 1 h 21"/>
                      <a:gd name="T18" fmla="*/ 1 w 42"/>
                      <a:gd name="T19" fmla="*/ 1 h 21"/>
                      <a:gd name="T20" fmla="*/ 1 w 42"/>
                      <a:gd name="T21" fmla="*/ 1 h 21"/>
                      <a:gd name="T22" fmla="*/ 1 w 42"/>
                      <a:gd name="T23" fmla="*/ 1 h 21"/>
                      <a:gd name="T24" fmla="*/ 1 w 42"/>
                      <a:gd name="T25" fmla="*/ 1 h 21"/>
                      <a:gd name="T26" fmla="*/ 1 w 42"/>
                      <a:gd name="T27" fmla="*/ 1 h 21"/>
                      <a:gd name="T28" fmla="*/ 1 w 42"/>
                      <a:gd name="T29" fmla="*/ 1 h 21"/>
                      <a:gd name="T30" fmla="*/ 1 w 42"/>
                      <a:gd name="T31" fmla="*/ 1 h 21"/>
                      <a:gd name="T32" fmla="*/ 2 w 42"/>
                      <a:gd name="T33" fmla="*/ 1 h 21"/>
                      <a:gd name="T34" fmla="*/ 2 w 42"/>
                      <a:gd name="T35" fmla="*/ 1 h 21"/>
                      <a:gd name="T36" fmla="*/ 2 w 42"/>
                      <a:gd name="T37" fmla="*/ 1 h 21"/>
                      <a:gd name="T38" fmla="*/ 2 w 42"/>
                      <a:gd name="T39" fmla="*/ 1 h 21"/>
                      <a:gd name="T40" fmla="*/ 2 w 42"/>
                      <a:gd name="T41" fmla="*/ 0 h 21"/>
                      <a:gd name="T42" fmla="*/ 2 w 42"/>
                      <a:gd name="T43" fmla="*/ 0 h 21"/>
                      <a:gd name="T44" fmla="*/ 2 w 42"/>
                      <a:gd name="T45" fmla="*/ 1 h 21"/>
                      <a:gd name="T46" fmla="*/ 2 w 42"/>
                      <a:gd name="T47" fmla="*/ 1 h 21"/>
                      <a:gd name="T48" fmla="*/ 2 w 42"/>
                      <a:gd name="T49" fmla="*/ 1 h 21"/>
                      <a:gd name="T50" fmla="*/ 2 w 42"/>
                      <a:gd name="T51" fmla="*/ 1 h 2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42"/>
                      <a:gd name="T79" fmla="*/ 0 h 21"/>
                      <a:gd name="T80" fmla="*/ 42 w 42"/>
                      <a:gd name="T81" fmla="*/ 21 h 2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42" h="21">
                        <a:moveTo>
                          <a:pt x="40" y="16"/>
                        </a:moveTo>
                        <a:lnTo>
                          <a:pt x="37" y="17"/>
                        </a:lnTo>
                        <a:lnTo>
                          <a:pt x="34" y="19"/>
                        </a:lnTo>
                        <a:lnTo>
                          <a:pt x="31" y="19"/>
                        </a:lnTo>
                        <a:lnTo>
                          <a:pt x="27" y="20"/>
                        </a:lnTo>
                        <a:lnTo>
                          <a:pt x="20" y="20"/>
                        </a:lnTo>
                        <a:lnTo>
                          <a:pt x="18" y="21"/>
                        </a:lnTo>
                        <a:lnTo>
                          <a:pt x="14" y="21"/>
                        </a:lnTo>
                        <a:lnTo>
                          <a:pt x="0" y="20"/>
                        </a:lnTo>
                        <a:lnTo>
                          <a:pt x="4" y="20"/>
                        </a:lnTo>
                        <a:lnTo>
                          <a:pt x="5" y="19"/>
                        </a:lnTo>
                        <a:lnTo>
                          <a:pt x="20" y="19"/>
                        </a:lnTo>
                        <a:lnTo>
                          <a:pt x="23" y="17"/>
                        </a:lnTo>
                        <a:lnTo>
                          <a:pt x="26" y="17"/>
                        </a:lnTo>
                        <a:lnTo>
                          <a:pt x="29" y="16"/>
                        </a:lnTo>
                        <a:lnTo>
                          <a:pt x="32" y="16"/>
                        </a:lnTo>
                        <a:lnTo>
                          <a:pt x="34" y="14"/>
                        </a:lnTo>
                        <a:lnTo>
                          <a:pt x="34" y="6"/>
                        </a:lnTo>
                        <a:lnTo>
                          <a:pt x="35" y="4"/>
                        </a:lnTo>
                        <a:lnTo>
                          <a:pt x="36" y="3"/>
                        </a:lnTo>
                        <a:lnTo>
                          <a:pt x="37" y="0"/>
                        </a:lnTo>
                        <a:lnTo>
                          <a:pt x="40" y="0"/>
                        </a:lnTo>
                        <a:lnTo>
                          <a:pt x="41" y="4"/>
                        </a:lnTo>
                        <a:lnTo>
                          <a:pt x="42" y="8"/>
                        </a:lnTo>
                        <a:lnTo>
                          <a:pt x="41" y="11"/>
                        </a:lnTo>
                        <a:lnTo>
                          <a:pt x="40" y="16"/>
                        </a:lnTo>
                        <a:close/>
                      </a:path>
                    </a:pathLst>
                  </a:custGeom>
                  <a:solidFill>
                    <a:srgbClr val="8E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3" name="Freeform 4"/>
                  <p:cNvSpPr>
                    <a:spLocks/>
                  </p:cNvSpPr>
                  <p:nvPr/>
                </p:nvSpPr>
                <p:spPr bwMode="auto">
                  <a:xfrm>
                    <a:off x="4638" y="3609"/>
                    <a:ext cx="14" cy="4"/>
                  </a:xfrm>
                  <a:custGeom>
                    <a:avLst/>
                    <a:gdLst>
                      <a:gd name="T0" fmla="*/ 0 w 27"/>
                      <a:gd name="T1" fmla="*/ 1 h 7"/>
                      <a:gd name="T2" fmla="*/ 1 w 27"/>
                      <a:gd name="T3" fmla="*/ 1 h 7"/>
                      <a:gd name="T4" fmla="*/ 1 w 27"/>
                      <a:gd name="T5" fmla="*/ 1 h 7"/>
                      <a:gd name="T6" fmla="*/ 1 w 27"/>
                      <a:gd name="T7" fmla="*/ 1 h 7"/>
                      <a:gd name="T8" fmla="*/ 1 w 27"/>
                      <a:gd name="T9" fmla="*/ 1 h 7"/>
                      <a:gd name="T10" fmla="*/ 1 w 27"/>
                      <a:gd name="T11" fmla="*/ 1 h 7"/>
                      <a:gd name="T12" fmla="*/ 1 w 27"/>
                      <a:gd name="T13" fmla="*/ 1 h 7"/>
                      <a:gd name="T14" fmla="*/ 1 w 27"/>
                      <a:gd name="T15" fmla="*/ 1 h 7"/>
                      <a:gd name="T16" fmla="*/ 1 w 27"/>
                      <a:gd name="T17" fmla="*/ 0 h 7"/>
                      <a:gd name="T18" fmla="*/ 1 w 27"/>
                      <a:gd name="T19" fmla="*/ 1 h 7"/>
                      <a:gd name="T20" fmla="*/ 1 w 27"/>
                      <a:gd name="T21" fmla="*/ 1 h 7"/>
                      <a:gd name="T22" fmla="*/ 1 w 27"/>
                      <a:gd name="T23" fmla="*/ 1 h 7"/>
                      <a:gd name="T24" fmla="*/ 1 w 27"/>
                      <a:gd name="T25" fmla="*/ 1 h 7"/>
                      <a:gd name="T26" fmla="*/ 1 w 27"/>
                      <a:gd name="T27" fmla="*/ 1 h 7"/>
                      <a:gd name="T28" fmla="*/ 0 w 27"/>
                      <a:gd name="T29" fmla="*/ 1 h 7"/>
                      <a:gd name="T30" fmla="*/ 0 w 27"/>
                      <a:gd name="T31" fmla="*/ 1 h 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7"/>
                      <a:gd name="T49" fmla="*/ 0 h 7"/>
                      <a:gd name="T50" fmla="*/ 27 w 27"/>
                      <a:gd name="T51" fmla="*/ 7 h 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7" h="7">
                        <a:moveTo>
                          <a:pt x="0" y="7"/>
                        </a:moveTo>
                        <a:lnTo>
                          <a:pt x="4" y="7"/>
                        </a:lnTo>
                        <a:lnTo>
                          <a:pt x="6" y="6"/>
                        </a:lnTo>
                        <a:lnTo>
                          <a:pt x="13" y="6"/>
                        </a:lnTo>
                        <a:lnTo>
                          <a:pt x="17" y="5"/>
                        </a:lnTo>
                        <a:lnTo>
                          <a:pt x="21" y="5"/>
                        </a:lnTo>
                        <a:lnTo>
                          <a:pt x="23" y="4"/>
                        </a:lnTo>
                        <a:lnTo>
                          <a:pt x="27" y="2"/>
                        </a:lnTo>
                        <a:lnTo>
                          <a:pt x="26" y="0"/>
                        </a:lnTo>
                        <a:lnTo>
                          <a:pt x="22" y="1"/>
                        </a:lnTo>
                        <a:lnTo>
                          <a:pt x="20" y="2"/>
                        </a:lnTo>
                        <a:lnTo>
                          <a:pt x="16" y="4"/>
                        </a:lnTo>
                        <a:lnTo>
                          <a:pt x="6" y="4"/>
                        </a:lnTo>
                        <a:lnTo>
                          <a:pt x="4"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4" name="Freeform 5"/>
                  <p:cNvSpPr>
                    <a:spLocks/>
                  </p:cNvSpPr>
                  <p:nvPr/>
                </p:nvSpPr>
                <p:spPr bwMode="auto">
                  <a:xfrm>
                    <a:off x="4626" y="3611"/>
                    <a:ext cx="12" cy="2"/>
                  </a:xfrm>
                  <a:custGeom>
                    <a:avLst/>
                    <a:gdLst>
                      <a:gd name="T0" fmla="*/ 1 w 23"/>
                      <a:gd name="T1" fmla="*/ 0 h 3"/>
                      <a:gd name="T2" fmla="*/ 1 w 23"/>
                      <a:gd name="T3" fmla="*/ 1 h 3"/>
                      <a:gd name="T4" fmla="*/ 1 w 23"/>
                      <a:gd name="T5" fmla="*/ 1 h 3"/>
                      <a:gd name="T6" fmla="*/ 1 w 23"/>
                      <a:gd name="T7" fmla="*/ 1 h 3"/>
                      <a:gd name="T8" fmla="*/ 1 w 23"/>
                      <a:gd name="T9" fmla="*/ 0 h 3"/>
                      <a:gd name="T10" fmla="*/ 1 w 23"/>
                      <a:gd name="T11" fmla="*/ 1 h 3"/>
                      <a:gd name="T12" fmla="*/ 1 w 23"/>
                      <a:gd name="T13" fmla="*/ 0 h 3"/>
                      <a:gd name="T14" fmla="*/ 0 w 23"/>
                      <a:gd name="T15" fmla="*/ 1 h 3"/>
                      <a:gd name="T16" fmla="*/ 1 w 23"/>
                      <a:gd name="T17" fmla="*/ 1 h 3"/>
                      <a:gd name="T18" fmla="*/ 1 w 23"/>
                      <a:gd name="T19" fmla="*/ 0 h 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
                      <a:gd name="T31" fmla="*/ 0 h 3"/>
                      <a:gd name="T32" fmla="*/ 23 w 23"/>
                      <a:gd name="T33" fmla="*/ 3 h 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 h="3">
                        <a:moveTo>
                          <a:pt x="9" y="0"/>
                        </a:moveTo>
                        <a:lnTo>
                          <a:pt x="9" y="2"/>
                        </a:lnTo>
                        <a:lnTo>
                          <a:pt x="23" y="3"/>
                        </a:lnTo>
                        <a:lnTo>
                          <a:pt x="23" y="1"/>
                        </a:lnTo>
                        <a:lnTo>
                          <a:pt x="9" y="0"/>
                        </a:lnTo>
                        <a:lnTo>
                          <a:pt x="9" y="2"/>
                        </a:lnTo>
                        <a:lnTo>
                          <a:pt x="9" y="0"/>
                        </a:lnTo>
                        <a:lnTo>
                          <a:pt x="0" y="2"/>
                        </a:lnTo>
                        <a:lnTo>
                          <a:pt x="9" y="2"/>
                        </a:lnTo>
                        <a:lnTo>
                          <a:pt x="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5" name="Freeform 6"/>
                  <p:cNvSpPr>
                    <a:spLocks/>
                  </p:cNvSpPr>
                  <p:nvPr/>
                </p:nvSpPr>
                <p:spPr bwMode="auto">
                  <a:xfrm>
                    <a:off x="4631" y="3609"/>
                    <a:ext cx="17" cy="4"/>
                  </a:xfrm>
                  <a:custGeom>
                    <a:avLst/>
                    <a:gdLst>
                      <a:gd name="T0" fmla="*/ 1 w 34"/>
                      <a:gd name="T1" fmla="*/ 0 h 6"/>
                      <a:gd name="T2" fmla="*/ 1 w 34"/>
                      <a:gd name="T3" fmla="*/ 0 h 6"/>
                      <a:gd name="T4" fmla="*/ 1 w 34"/>
                      <a:gd name="T5" fmla="*/ 0 h 6"/>
                      <a:gd name="T6" fmla="*/ 1 w 34"/>
                      <a:gd name="T7" fmla="*/ 1 h 6"/>
                      <a:gd name="T8" fmla="*/ 1 w 34"/>
                      <a:gd name="T9" fmla="*/ 1 h 6"/>
                      <a:gd name="T10" fmla="*/ 1 w 34"/>
                      <a:gd name="T11" fmla="*/ 1 h 6"/>
                      <a:gd name="T12" fmla="*/ 1 w 34"/>
                      <a:gd name="T13" fmla="*/ 1 h 6"/>
                      <a:gd name="T14" fmla="*/ 1 w 34"/>
                      <a:gd name="T15" fmla="*/ 1 h 6"/>
                      <a:gd name="T16" fmla="*/ 0 w 34"/>
                      <a:gd name="T17" fmla="*/ 1 h 6"/>
                      <a:gd name="T18" fmla="*/ 0 w 34"/>
                      <a:gd name="T19" fmla="*/ 1 h 6"/>
                      <a:gd name="T20" fmla="*/ 1 w 34"/>
                      <a:gd name="T21" fmla="*/ 1 h 6"/>
                      <a:gd name="T22" fmla="*/ 1 w 34"/>
                      <a:gd name="T23" fmla="*/ 1 h 6"/>
                      <a:gd name="T24" fmla="*/ 1 w 34"/>
                      <a:gd name="T25" fmla="*/ 1 h 6"/>
                      <a:gd name="T26" fmla="*/ 1 w 34"/>
                      <a:gd name="T27" fmla="*/ 1 h 6"/>
                      <a:gd name="T28" fmla="*/ 1 w 34"/>
                      <a:gd name="T29" fmla="*/ 1 h 6"/>
                      <a:gd name="T30" fmla="*/ 1 w 34"/>
                      <a:gd name="T31" fmla="*/ 1 h 6"/>
                      <a:gd name="T32" fmla="*/ 1 w 34"/>
                      <a:gd name="T33" fmla="*/ 1 h 6"/>
                      <a:gd name="T34" fmla="*/ 1 w 34"/>
                      <a:gd name="T35" fmla="*/ 1 h 6"/>
                      <a:gd name="T36" fmla="*/ 1 w 34"/>
                      <a:gd name="T37" fmla="*/ 1 h 6"/>
                      <a:gd name="T38" fmla="*/ 1 w 34"/>
                      <a:gd name="T39" fmla="*/ 1 h 6"/>
                      <a:gd name="T40" fmla="*/ 1 w 34"/>
                      <a:gd name="T41" fmla="*/ 0 h 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4"/>
                      <a:gd name="T64" fmla="*/ 0 h 6"/>
                      <a:gd name="T65" fmla="*/ 34 w 34"/>
                      <a:gd name="T66" fmla="*/ 6 h 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4" h="6">
                        <a:moveTo>
                          <a:pt x="31" y="0"/>
                        </a:moveTo>
                        <a:lnTo>
                          <a:pt x="32" y="0"/>
                        </a:lnTo>
                        <a:lnTo>
                          <a:pt x="29" y="0"/>
                        </a:lnTo>
                        <a:lnTo>
                          <a:pt x="26" y="1"/>
                        </a:lnTo>
                        <a:lnTo>
                          <a:pt x="23" y="1"/>
                        </a:lnTo>
                        <a:lnTo>
                          <a:pt x="20" y="2"/>
                        </a:lnTo>
                        <a:lnTo>
                          <a:pt x="9" y="2"/>
                        </a:lnTo>
                        <a:lnTo>
                          <a:pt x="8" y="4"/>
                        </a:lnTo>
                        <a:lnTo>
                          <a:pt x="0" y="4"/>
                        </a:lnTo>
                        <a:lnTo>
                          <a:pt x="0" y="6"/>
                        </a:lnTo>
                        <a:lnTo>
                          <a:pt x="4" y="6"/>
                        </a:lnTo>
                        <a:lnTo>
                          <a:pt x="5" y="5"/>
                        </a:lnTo>
                        <a:lnTo>
                          <a:pt x="16" y="5"/>
                        </a:lnTo>
                        <a:lnTo>
                          <a:pt x="18" y="4"/>
                        </a:lnTo>
                        <a:lnTo>
                          <a:pt x="27" y="4"/>
                        </a:lnTo>
                        <a:lnTo>
                          <a:pt x="29" y="2"/>
                        </a:lnTo>
                        <a:lnTo>
                          <a:pt x="32" y="2"/>
                        </a:lnTo>
                        <a:lnTo>
                          <a:pt x="34" y="1"/>
                        </a:lnTo>
                        <a:lnTo>
                          <a:pt x="32" y="2"/>
                        </a:lnTo>
                        <a:lnTo>
                          <a:pt x="34" y="1"/>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6" name="Freeform 7"/>
                  <p:cNvSpPr>
                    <a:spLocks/>
                  </p:cNvSpPr>
                  <p:nvPr/>
                </p:nvSpPr>
                <p:spPr bwMode="auto">
                  <a:xfrm>
                    <a:off x="4647" y="3601"/>
                    <a:ext cx="4" cy="9"/>
                  </a:xfrm>
                  <a:custGeom>
                    <a:avLst/>
                    <a:gdLst>
                      <a:gd name="T0" fmla="*/ 0 w 9"/>
                      <a:gd name="T1" fmla="*/ 1 h 18"/>
                      <a:gd name="T2" fmla="*/ 0 w 9"/>
                      <a:gd name="T3" fmla="*/ 1 h 18"/>
                      <a:gd name="T4" fmla="*/ 0 w 9"/>
                      <a:gd name="T5" fmla="*/ 1 h 18"/>
                      <a:gd name="T6" fmla="*/ 0 w 9"/>
                      <a:gd name="T7" fmla="*/ 1 h 18"/>
                      <a:gd name="T8" fmla="*/ 0 w 9"/>
                      <a:gd name="T9" fmla="*/ 1 h 18"/>
                      <a:gd name="T10" fmla="*/ 0 w 9"/>
                      <a:gd name="T11" fmla="*/ 1 h 18"/>
                      <a:gd name="T12" fmla="*/ 0 w 9"/>
                      <a:gd name="T13" fmla="*/ 1 h 18"/>
                      <a:gd name="T14" fmla="*/ 0 w 9"/>
                      <a:gd name="T15" fmla="*/ 1 h 18"/>
                      <a:gd name="T16" fmla="*/ 0 w 9"/>
                      <a:gd name="T17" fmla="*/ 1 h 18"/>
                      <a:gd name="T18" fmla="*/ 0 w 9"/>
                      <a:gd name="T19" fmla="*/ 1 h 18"/>
                      <a:gd name="T20" fmla="*/ 0 w 9"/>
                      <a:gd name="T21" fmla="*/ 1 h 18"/>
                      <a:gd name="T22" fmla="*/ 0 w 9"/>
                      <a:gd name="T23" fmla="*/ 1 h 18"/>
                      <a:gd name="T24" fmla="*/ 0 w 9"/>
                      <a:gd name="T25" fmla="*/ 1 h 18"/>
                      <a:gd name="T26" fmla="*/ 0 w 9"/>
                      <a:gd name="T27" fmla="*/ 1 h 18"/>
                      <a:gd name="T28" fmla="*/ 0 w 9"/>
                      <a:gd name="T29" fmla="*/ 1 h 18"/>
                      <a:gd name="T30" fmla="*/ 0 w 9"/>
                      <a:gd name="T31" fmla="*/ 1 h 18"/>
                      <a:gd name="T32" fmla="*/ 0 w 9"/>
                      <a:gd name="T33" fmla="*/ 0 h 18"/>
                      <a:gd name="T34" fmla="*/ 0 w 9"/>
                      <a:gd name="T35" fmla="*/ 1 h 18"/>
                      <a:gd name="T36" fmla="*/ 0 w 9"/>
                      <a:gd name="T37" fmla="*/ 1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18"/>
                      <a:gd name="T59" fmla="*/ 9 w 9"/>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18">
                        <a:moveTo>
                          <a:pt x="9" y="1"/>
                        </a:moveTo>
                        <a:lnTo>
                          <a:pt x="5" y="1"/>
                        </a:lnTo>
                        <a:lnTo>
                          <a:pt x="4" y="3"/>
                        </a:lnTo>
                        <a:lnTo>
                          <a:pt x="3" y="6"/>
                        </a:lnTo>
                        <a:lnTo>
                          <a:pt x="1" y="8"/>
                        </a:lnTo>
                        <a:lnTo>
                          <a:pt x="1" y="15"/>
                        </a:lnTo>
                        <a:lnTo>
                          <a:pt x="0" y="17"/>
                        </a:lnTo>
                        <a:lnTo>
                          <a:pt x="3" y="18"/>
                        </a:lnTo>
                        <a:lnTo>
                          <a:pt x="4" y="16"/>
                        </a:lnTo>
                        <a:lnTo>
                          <a:pt x="4" y="8"/>
                        </a:lnTo>
                        <a:lnTo>
                          <a:pt x="5" y="7"/>
                        </a:lnTo>
                        <a:lnTo>
                          <a:pt x="5" y="5"/>
                        </a:lnTo>
                        <a:lnTo>
                          <a:pt x="6" y="3"/>
                        </a:lnTo>
                        <a:lnTo>
                          <a:pt x="9" y="3"/>
                        </a:lnTo>
                        <a:lnTo>
                          <a:pt x="8" y="2"/>
                        </a:lnTo>
                        <a:lnTo>
                          <a:pt x="9" y="1"/>
                        </a:lnTo>
                        <a:lnTo>
                          <a:pt x="9" y="0"/>
                        </a:lnTo>
                        <a:lnTo>
                          <a:pt x="8" y="1"/>
                        </a:lnTo>
                        <a:lnTo>
                          <a:pt x="9"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7" name="Freeform 8"/>
                  <p:cNvSpPr>
                    <a:spLocks/>
                  </p:cNvSpPr>
                  <p:nvPr/>
                </p:nvSpPr>
                <p:spPr bwMode="auto">
                  <a:xfrm>
                    <a:off x="4650" y="3601"/>
                    <a:ext cx="2" cy="10"/>
                  </a:xfrm>
                  <a:custGeom>
                    <a:avLst/>
                    <a:gdLst>
                      <a:gd name="T0" fmla="*/ 1 w 3"/>
                      <a:gd name="T1" fmla="*/ 1 h 18"/>
                      <a:gd name="T2" fmla="*/ 1 w 3"/>
                      <a:gd name="T3" fmla="*/ 1 h 18"/>
                      <a:gd name="T4" fmla="*/ 1 w 3"/>
                      <a:gd name="T5" fmla="*/ 1 h 18"/>
                      <a:gd name="T6" fmla="*/ 1 w 3"/>
                      <a:gd name="T7" fmla="*/ 0 h 18"/>
                      <a:gd name="T8" fmla="*/ 0 w 3"/>
                      <a:gd name="T9" fmla="*/ 1 h 18"/>
                      <a:gd name="T10" fmla="*/ 1 w 3"/>
                      <a:gd name="T11" fmla="*/ 1 h 18"/>
                      <a:gd name="T12" fmla="*/ 1 w 3"/>
                      <a:gd name="T13" fmla="*/ 1 h 18"/>
                      <a:gd name="T14" fmla="*/ 1 w 3"/>
                      <a:gd name="T15" fmla="*/ 1 h 18"/>
                      <a:gd name="T16" fmla="*/ 0 w 3"/>
                      <a:gd name="T17" fmla="*/ 1 h 18"/>
                      <a:gd name="T18" fmla="*/ 1 w 3"/>
                      <a:gd name="T19" fmla="*/ 1 h 18"/>
                      <a:gd name="T20" fmla="*/ 1 w 3"/>
                      <a:gd name="T21" fmla="*/ 1 h 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18"/>
                      <a:gd name="T35" fmla="*/ 3 w 3"/>
                      <a:gd name="T36" fmla="*/ 18 h 1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18">
                        <a:moveTo>
                          <a:pt x="2" y="18"/>
                        </a:moveTo>
                        <a:lnTo>
                          <a:pt x="3" y="14"/>
                        </a:lnTo>
                        <a:lnTo>
                          <a:pt x="3" y="5"/>
                        </a:lnTo>
                        <a:lnTo>
                          <a:pt x="1" y="0"/>
                        </a:lnTo>
                        <a:lnTo>
                          <a:pt x="0" y="1"/>
                        </a:lnTo>
                        <a:lnTo>
                          <a:pt x="1" y="5"/>
                        </a:lnTo>
                        <a:lnTo>
                          <a:pt x="2" y="9"/>
                        </a:lnTo>
                        <a:lnTo>
                          <a:pt x="1" y="12"/>
                        </a:lnTo>
                        <a:lnTo>
                          <a:pt x="0" y="17"/>
                        </a:lnTo>
                        <a:lnTo>
                          <a:pt x="1" y="16"/>
                        </a:lnTo>
                        <a:lnTo>
                          <a:pt x="2"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8" name="Freeform 9"/>
                  <p:cNvSpPr>
                    <a:spLocks/>
                  </p:cNvSpPr>
                  <p:nvPr/>
                </p:nvSpPr>
                <p:spPr bwMode="auto">
                  <a:xfrm>
                    <a:off x="4391" y="3605"/>
                    <a:ext cx="5" cy="14"/>
                  </a:xfrm>
                  <a:custGeom>
                    <a:avLst/>
                    <a:gdLst>
                      <a:gd name="T0" fmla="*/ 1 w 10"/>
                      <a:gd name="T1" fmla="*/ 1 h 28"/>
                      <a:gd name="T2" fmla="*/ 1 w 10"/>
                      <a:gd name="T3" fmla="*/ 1 h 28"/>
                      <a:gd name="T4" fmla="*/ 1 w 10"/>
                      <a:gd name="T5" fmla="*/ 1 h 28"/>
                      <a:gd name="T6" fmla="*/ 1 w 10"/>
                      <a:gd name="T7" fmla="*/ 1 h 28"/>
                      <a:gd name="T8" fmla="*/ 1 w 10"/>
                      <a:gd name="T9" fmla="*/ 1 h 28"/>
                      <a:gd name="T10" fmla="*/ 1 w 10"/>
                      <a:gd name="T11" fmla="*/ 1 h 28"/>
                      <a:gd name="T12" fmla="*/ 1 w 10"/>
                      <a:gd name="T13" fmla="*/ 1 h 28"/>
                      <a:gd name="T14" fmla="*/ 1 w 10"/>
                      <a:gd name="T15" fmla="*/ 1 h 28"/>
                      <a:gd name="T16" fmla="*/ 1 w 10"/>
                      <a:gd name="T17" fmla="*/ 1 h 28"/>
                      <a:gd name="T18" fmla="*/ 1 w 10"/>
                      <a:gd name="T19" fmla="*/ 1 h 28"/>
                      <a:gd name="T20" fmla="*/ 0 w 10"/>
                      <a:gd name="T21" fmla="*/ 1 h 28"/>
                      <a:gd name="T22" fmla="*/ 1 w 10"/>
                      <a:gd name="T23" fmla="*/ 1 h 28"/>
                      <a:gd name="T24" fmla="*/ 1 w 10"/>
                      <a:gd name="T25" fmla="*/ 1 h 28"/>
                      <a:gd name="T26" fmla="*/ 1 w 10"/>
                      <a:gd name="T27" fmla="*/ 1 h 28"/>
                      <a:gd name="T28" fmla="*/ 1 w 10"/>
                      <a:gd name="T29" fmla="*/ 0 h 28"/>
                      <a:gd name="T30" fmla="*/ 1 w 10"/>
                      <a:gd name="T31" fmla="*/ 0 h 28"/>
                      <a:gd name="T32" fmla="*/ 1 w 10"/>
                      <a:gd name="T33" fmla="*/ 1 h 28"/>
                      <a:gd name="T34" fmla="*/ 1 w 10"/>
                      <a:gd name="T35" fmla="*/ 1 h 28"/>
                      <a:gd name="T36" fmla="*/ 1 w 10"/>
                      <a:gd name="T37" fmla="*/ 1 h 28"/>
                      <a:gd name="T38" fmla="*/ 1 w 10"/>
                      <a:gd name="T39" fmla="*/ 1 h 2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
                      <a:gd name="T61" fmla="*/ 0 h 28"/>
                      <a:gd name="T62" fmla="*/ 10 w 10"/>
                      <a:gd name="T63" fmla="*/ 28 h 2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 h="28">
                        <a:moveTo>
                          <a:pt x="10" y="6"/>
                        </a:moveTo>
                        <a:lnTo>
                          <a:pt x="10" y="17"/>
                        </a:lnTo>
                        <a:lnTo>
                          <a:pt x="9" y="24"/>
                        </a:lnTo>
                        <a:lnTo>
                          <a:pt x="7" y="28"/>
                        </a:lnTo>
                        <a:lnTo>
                          <a:pt x="6" y="28"/>
                        </a:lnTo>
                        <a:lnTo>
                          <a:pt x="4" y="27"/>
                        </a:lnTo>
                        <a:lnTo>
                          <a:pt x="2" y="26"/>
                        </a:lnTo>
                        <a:lnTo>
                          <a:pt x="2" y="24"/>
                        </a:lnTo>
                        <a:lnTo>
                          <a:pt x="1" y="22"/>
                        </a:lnTo>
                        <a:lnTo>
                          <a:pt x="1" y="21"/>
                        </a:lnTo>
                        <a:lnTo>
                          <a:pt x="0" y="20"/>
                        </a:lnTo>
                        <a:lnTo>
                          <a:pt x="1" y="15"/>
                        </a:lnTo>
                        <a:lnTo>
                          <a:pt x="1" y="10"/>
                        </a:lnTo>
                        <a:lnTo>
                          <a:pt x="2" y="5"/>
                        </a:lnTo>
                        <a:lnTo>
                          <a:pt x="4" y="0"/>
                        </a:lnTo>
                        <a:lnTo>
                          <a:pt x="7" y="0"/>
                        </a:lnTo>
                        <a:lnTo>
                          <a:pt x="9" y="1"/>
                        </a:lnTo>
                        <a:lnTo>
                          <a:pt x="9" y="4"/>
                        </a:lnTo>
                        <a:lnTo>
                          <a:pt x="10" y="5"/>
                        </a:lnTo>
                        <a:lnTo>
                          <a:pt x="1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89" name="Freeform 10"/>
                  <p:cNvSpPr>
                    <a:spLocks/>
                  </p:cNvSpPr>
                  <p:nvPr/>
                </p:nvSpPr>
                <p:spPr bwMode="auto">
                  <a:xfrm>
                    <a:off x="4394" y="3608"/>
                    <a:ext cx="3" cy="11"/>
                  </a:xfrm>
                  <a:custGeom>
                    <a:avLst/>
                    <a:gdLst>
                      <a:gd name="T0" fmla="*/ 1 w 5"/>
                      <a:gd name="T1" fmla="*/ 0 h 24"/>
                      <a:gd name="T2" fmla="*/ 1 w 5"/>
                      <a:gd name="T3" fmla="*/ 0 h 24"/>
                      <a:gd name="T4" fmla="*/ 1 w 5"/>
                      <a:gd name="T5" fmla="*/ 0 h 24"/>
                      <a:gd name="T6" fmla="*/ 1 w 5"/>
                      <a:gd name="T7" fmla="*/ 0 h 24"/>
                      <a:gd name="T8" fmla="*/ 1 w 5"/>
                      <a:gd name="T9" fmla="*/ 0 h 24"/>
                      <a:gd name="T10" fmla="*/ 1 w 5"/>
                      <a:gd name="T11" fmla="*/ 0 h 24"/>
                      <a:gd name="T12" fmla="*/ 1 w 5"/>
                      <a:gd name="T13" fmla="*/ 0 h 24"/>
                      <a:gd name="T14" fmla="*/ 1 w 5"/>
                      <a:gd name="T15" fmla="*/ 0 h 24"/>
                      <a:gd name="T16" fmla="*/ 0 w 5"/>
                      <a:gd name="T17" fmla="*/ 0 h 24"/>
                      <a:gd name="T18" fmla="*/ 1 w 5"/>
                      <a:gd name="T19" fmla="*/ 0 h 24"/>
                      <a:gd name="T20" fmla="*/ 1 w 5"/>
                      <a:gd name="T21" fmla="*/ 0 h 24"/>
                      <a:gd name="T22" fmla="*/ 1 w 5"/>
                      <a:gd name="T23" fmla="*/ 0 h 24"/>
                      <a:gd name="T24" fmla="*/ 1 w 5"/>
                      <a:gd name="T25" fmla="*/ 0 h 2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
                      <a:gd name="T40" fmla="*/ 0 h 24"/>
                      <a:gd name="T41" fmla="*/ 5 w 5"/>
                      <a:gd name="T42" fmla="*/ 24 h 2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 h="24">
                        <a:moveTo>
                          <a:pt x="1" y="24"/>
                        </a:moveTo>
                        <a:lnTo>
                          <a:pt x="3" y="22"/>
                        </a:lnTo>
                        <a:lnTo>
                          <a:pt x="4" y="18"/>
                        </a:lnTo>
                        <a:lnTo>
                          <a:pt x="5" y="11"/>
                        </a:lnTo>
                        <a:lnTo>
                          <a:pt x="5" y="0"/>
                        </a:lnTo>
                        <a:lnTo>
                          <a:pt x="3" y="0"/>
                        </a:lnTo>
                        <a:lnTo>
                          <a:pt x="3" y="11"/>
                        </a:lnTo>
                        <a:lnTo>
                          <a:pt x="1" y="16"/>
                        </a:lnTo>
                        <a:lnTo>
                          <a:pt x="0" y="21"/>
                        </a:lnTo>
                        <a:lnTo>
                          <a:pt x="1" y="21"/>
                        </a:lnTo>
                        <a:lnTo>
                          <a:pt x="1" y="24"/>
                        </a:lnTo>
                        <a:lnTo>
                          <a:pt x="3" y="22"/>
                        </a:lnTo>
                        <a:lnTo>
                          <a:pt x="1"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0" name="Freeform 11"/>
                  <p:cNvSpPr>
                    <a:spLocks/>
                  </p:cNvSpPr>
                  <p:nvPr/>
                </p:nvSpPr>
                <p:spPr bwMode="auto">
                  <a:xfrm>
                    <a:off x="4391" y="3614"/>
                    <a:ext cx="4" cy="5"/>
                  </a:xfrm>
                  <a:custGeom>
                    <a:avLst/>
                    <a:gdLst>
                      <a:gd name="T0" fmla="*/ 0 w 7"/>
                      <a:gd name="T1" fmla="*/ 0 h 11"/>
                      <a:gd name="T2" fmla="*/ 0 w 7"/>
                      <a:gd name="T3" fmla="*/ 0 h 11"/>
                      <a:gd name="T4" fmla="*/ 1 w 7"/>
                      <a:gd name="T5" fmla="*/ 0 h 11"/>
                      <a:gd name="T6" fmla="*/ 1 w 7"/>
                      <a:gd name="T7" fmla="*/ 0 h 11"/>
                      <a:gd name="T8" fmla="*/ 1 w 7"/>
                      <a:gd name="T9" fmla="*/ 0 h 11"/>
                      <a:gd name="T10" fmla="*/ 1 w 7"/>
                      <a:gd name="T11" fmla="*/ 0 h 11"/>
                      <a:gd name="T12" fmla="*/ 1 w 7"/>
                      <a:gd name="T13" fmla="*/ 0 h 11"/>
                      <a:gd name="T14" fmla="*/ 1 w 7"/>
                      <a:gd name="T15" fmla="*/ 0 h 11"/>
                      <a:gd name="T16" fmla="*/ 1 w 7"/>
                      <a:gd name="T17" fmla="*/ 0 h 11"/>
                      <a:gd name="T18" fmla="*/ 1 w 7"/>
                      <a:gd name="T19" fmla="*/ 0 h 11"/>
                      <a:gd name="T20" fmla="*/ 1 w 7"/>
                      <a:gd name="T21" fmla="*/ 0 h 11"/>
                      <a:gd name="T22" fmla="*/ 1 w 7"/>
                      <a:gd name="T23" fmla="*/ 0 h 11"/>
                      <a:gd name="T24" fmla="*/ 1 w 7"/>
                      <a:gd name="T25" fmla="*/ 0 h 11"/>
                      <a:gd name="T26" fmla="*/ 1 w 7"/>
                      <a:gd name="T27" fmla="*/ 0 h 11"/>
                      <a:gd name="T28" fmla="*/ 1 w 7"/>
                      <a:gd name="T29" fmla="*/ 0 h 11"/>
                      <a:gd name="T30" fmla="*/ 1 w 7"/>
                      <a:gd name="T31" fmla="*/ 0 h 11"/>
                      <a:gd name="T32" fmla="*/ 0 w 7"/>
                      <a:gd name="T33" fmla="*/ 0 h 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
                      <a:gd name="T52" fmla="*/ 0 h 11"/>
                      <a:gd name="T53" fmla="*/ 7 w 7"/>
                      <a:gd name="T54" fmla="*/ 11 h 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 h="11">
                        <a:moveTo>
                          <a:pt x="0" y="1"/>
                        </a:moveTo>
                        <a:lnTo>
                          <a:pt x="0" y="3"/>
                        </a:lnTo>
                        <a:lnTo>
                          <a:pt x="1" y="6"/>
                        </a:lnTo>
                        <a:lnTo>
                          <a:pt x="1" y="7"/>
                        </a:lnTo>
                        <a:lnTo>
                          <a:pt x="4" y="9"/>
                        </a:lnTo>
                        <a:lnTo>
                          <a:pt x="6" y="11"/>
                        </a:lnTo>
                        <a:lnTo>
                          <a:pt x="7" y="11"/>
                        </a:lnTo>
                        <a:lnTo>
                          <a:pt x="7" y="8"/>
                        </a:lnTo>
                        <a:lnTo>
                          <a:pt x="5" y="8"/>
                        </a:lnTo>
                        <a:lnTo>
                          <a:pt x="5" y="7"/>
                        </a:lnTo>
                        <a:lnTo>
                          <a:pt x="4" y="6"/>
                        </a:lnTo>
                        <a:lnTo>
                          <a:pt x="4" y="5"/>
                        </a:lnTo>
                        <a:lnTo>
                          <a:pt x="2" y="3"/>
                        </a:lnTo>
                        <a:lnTo>
                          <a:pt x="2" y="1"/>
                        </a:lnTo>
                        <a:lnTo>
                          <a:pt x="1" y="0"/>
                        </a:lnTo>
                        <a:lnTo>
                          <a:pt x="1" y="1"/>
                        </a:ln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1" name="Freeform 12"/>
                  <p:cNvSpPr>
                    <a:spLocks/>
                  </p:cNvSpPr>
                  <p:nvPr/>
                </p:nvSpPr>
                <p:spPr bwMode="auto">
                  <a:xfrm>
                    <a:off x="4391" y="3604"/>
                    <a:ext cx="2" cy="10"/>
                  </a:xfrm>
                  <a:custGeom>
                    <a:avLst/>
                    <a:gdLst>
                      <a:gd name="T0" fmla="*/ 0 w 5"/>
                      <a:gd name="T1" fmla="*/ 0 h 21"/>
                      <a:gd name="T2" fmla="*/ 0 w 5"/>
                      <a:gd name="T3" fmla="*/ 0 h 21"/>
                      <a:gd name="T4" fmla="*/ 0 w 5"/>
                      <a:gd name="T5" fmla="*/ 0 h 21"/>
                      <a:gd name="T6" fmla="*/ 0 w 5"/>
                      <a:gd name="T7" fmla="*/ 0 h 21"/>
                      <a:gd name="T8" fmla="*/ 0 w 5"/>
                      <a:gd name="T9" fmla="*/ 0 h 21"/>
                      <a:gd name="T10" fmla="*/ 0 w 5"/>
                      <a:gd name="T11" fmla="*/ 0 h 21"/>
                      <a:gd name="T12" fmla="*/ 0 w 5"/>
                      <a:gd name="T13" fmla="*/ 0 h 21"/>
                      <a:gd name="T14" fmla="*/ 0 w 5"/>
                      <a:gd name="T15" fmla="*/ 0 h 21"/>
                      <a:gd name="T16" fmla="*/ 0 w 5"/>
                      <a:gd name="T17" fmla="*/ 0 h 21"/>
                      <a:gd name="T18" fmla="*/ 0 w 5"/>
                      <a:gd name="T19" fmla="*/ 0 h 21"/>
                      <a:gd name="T20" fmla="*/ 0 w 5"/>
                      <a:gd name="T21" fmla="*/ 0 h 21"/>
                      <a:gd name="T22" fmla="*/ 0 w 5"/>
                      <a:gd name="T23" fmla="*/ 0 h 21"/>
                      <a:gd name="T24" fmla="*/ 0 w 5"/>
                      <a:gd name="T25" fmla="*/ 0 h 21"/>
                      <a:gd name="T26" fmla="*/ 0 w 5"/>
                      <a:gd name="T27" fmla="*/ 0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
                      <a:gd name="T43" fmla="*/ 0 h 21"/>
                      <a:gd name="T44" fmla="*/ 5 w 5"/>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 h="21">
                        <a:moveTo>
                          <a:pt x="4" y="0"/>
                        </a:moveTo>
                        <a:lnTo>
                          <a:pt x="2" y="1"/>
                        </a:lnTo>
                        <a:lnTo>
                          <a:pt x="1" y="5"/>
                        </a:lnTo>
                        <a:lnTo>
                          <a:pt x="0" y="11"/>
                        </a:lnTo>
                        <a:lnTo>
                          <a:pt x="0" y="21"/>
                        </a:lnTo>
                        <a:lnTo>
                          <a:pt x="1" y="21"/>
                        </a:lnTo>
                        <a:lnTo>
                          <a:pt x="2" y="16"/>
                        </a:lnTo>
                        <a:lnTo>
                          <a:pt x="2" y="11"/>
                        </a:lnTo>
                        <a:lnTo>
                          <a:pt x="4" y="6"/>
                        </a:lnTo>
                        <a:lnTo>
                          <a:pt x="5" y="1"/>
                        </a:lnTo>
                        <a:lnTo>
                          <a:pt x="4" y="2"/>
                        </a:lnTo>
                        <a:lnTo>
                          <a:pt x="4" y="0"/>
                        </a:lnTo>
                        <a:lnTo>
                          <a:pt x="2"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2" name="Freeform 13"/>
                  <p:cNvSpPr>
                    <a:spLocks/>
                  </p:cNvSpPr>
                  <p:nvPr/>
                </p:nvSpPr>
                <p:spPr bwMode="auto">
                  <a:xfrm>
                    <a:off x="4393" y="3604"/>
                    <a:ext cx="4" cy="4"/>
                  </a:xfrm>
                  <a:custGeom>
                    <a:avLst/>
                    <a:gdLst>
                      <a:gd name="T0" fmla="*/ 1 w 7"/>
                      <a:gd name="T1" fmla="*/ 1 h 7"/>
                      <a:gd name="T2" fmla="*/ 1 w 7"/>
                      <a:gd name="T3" fmla="*/ 1 h 7"/>
                      <a:gd name="T4" fmla="*/ 1 w 7"/>
                      <a:gd name="T5" fmla="*/ 1 h 7"/>
                      <a:gd name="T6" fmla="*/ 1 w 7"/>
                      <a:gd name="T7" fmla="*/ 1 h 7"/>
                      <a:gd name="T8" fmla="*/ 1 w 7"/>
                      <a:gd name="T9" fmla="*/ 1 h 7"/>
                      <a:gd name="T10" fmla="*/ 1 w 7"/>
                      <a:gd name="T11" fmla="*/ 1 h 7"/>
                      <a:gd name="T12" fmla="*/ 1 w 7"/>
                      <a:gd name="T13" fmla="*/ 0 h 7"/>
                      <a:gd name="T14" fmla="*/ 0 w 7"/>
                      <a:gd name="T15" fmla="*/ 0 h 7"/>
                      <a:gd name="T16" fmla="*/ 0 w 7"/>
                      <a:gd name="T17" fmla="*/ 1 h 7"/>
                      <a:gd name="T18" fmla="*/ 1 w 7"/>
                      <a:gd name="T19" fmla="*/ 1 h 7"/>
                      <a:gd name="T20" fmla="*/ 1 w 7"/>
                      <a:gd name="T21" fmla="*/ 1 h 7"/>
                      <a:gd name="T22" fmla="*/ 1 w 7"/>
                      <a:gd name="T23" fmla="*/ 1 h 7"/>
                      <a:gd name="T24" fmla="*/ 1 w 7"/>
                      <a:gd name="T25" fmla="*/ 1 h 7"/>
                      <a:gd name="T26" fmla="*/ 1 w 7"/>
                      <a:gd name="T27" fmla="*/ 1 h 7"/>
                      <a:gd name="T28" fmla="*/ 1 w 7"/>
                      <a:gd name="T29" fmla="*/ 1 h 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
                      <a:gd name="T46" fmla="*/ 0 h 7"/>
                      <a:gd name="T47" fmla="*/ 7 w 7"/>
                      <a:gd name="T48" fmla="*/ 7 h 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 h="7">
                        <a:moveTo>
                          <a:pt x="7" y="7"/>
                        </a:moveTo>
                        <a:lnTo>
                          <a:pt x="7" y="6"/>
                        </a:lnTo>
                        <a:lnTo>
                          <a:pt x="6" y="5"/>
                        </a:lnTo>
                        <a:lnTo>
                          <a:pt x="6" y="4"/>
                        </a:lnTo>
                        <a:lnTo>
                          <a:pt x="5" y="2"/>
                        </a:lnTo>
                        <a:lnTo>
                          <a:pt x="5" y="1"/>
                        </a:lnTo>
                        <a:lnTo>
                          <a:pt x="3" y="0"/>
                        </a:lnTo>
                        <a:lnTo>
                          <a:pt x="0" y="0"/>
                        </a:lnTo>
                        <a:lnTo>
                          <a:pt x="0" y="2"/>
                        </a:lnTo>
                        <a:lnTo>
                          <a:pt x="2" y="2"/>
                        </a:lnTo>
                        <a:lnTo>
                          <a:pt x="3" y="4"/>
                        </a:lnTo>
                        <a:lnTo>
                          <a:pt x="3" y="5"/>
                        </a:lnTo>
                        <a:lnTo>
                          <a:pt x="5" y="6"/>
                        </a:lnTo>
                        <a:lnTo>
                          <a:pt x="5" y="7"/>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3" name="Freeform 14"/>
                  <p:cNvSpPr>
                    <a:spLocks/>
                  </p:cNvSpPr>
                  <p:nvPr/>
                </p:nvSpPr>
                <p:spPr bwMode="auto">
                  <a:xfrm>
                    <a:off x="4506" y="3606"/>
                    <a:ext cx="33" cy="18"/>
                  </a:xfrm>
                  <a:custGeom>
                    <a:avLst/>
                    <a:gdLst>
                      <a:gd name="T0" fmla="*/ 2 w 68"/>
                      <a:gd name="T1" fmla="*/ 1 h 36"/>
                      <a:gd name="T2" fmla="*/ 2 w 68"/>
                      <a:gd name="T3" fmla="*/ 1 h 36"/>
                      <a:gd name="T4" fmla="*/ 2 w 68"/>
                      <a:gd name="T5" fmla="*/ 1 h 36"/>
                      <a:gd name="T6" fmla="*/ 2 w 68"/>
                      <a:gd name="T7" fmla="*/ 1 h 36"/>
                      <a:gd name="T8" fmla="*/ 1 w 68"/>
                      <a:gd name="T9" fmla="*/ 1 h 36"/>
                      <a:gd name="T10" fmla="*/ 1 w 68"/>
                      <a:gd name="T11" fmla="*/ 1 h 36"/>
                      <a:gd name="T12" fmla="*/ 1 w 68"/>
                      <a:gd name="T13" fmla="*/ 1 h 36"/>
                      <a:gd name="T14" fmla="*/ 1 w 68"/>
                      <a:gd name="T15" fmla="*/ 1 h 36"/>
                      <a:gd name="T16" fmla="*/ 1 w 68"/>
                      <a:gd name="T17" fmla="*/ 1 h 36"/>
                      <a:gd name="T18" fmla="*/ 1 w 68"/>
                      <a:gd name="T19" fmla="*/ 1 h 36"/>
                      <a:gd name="T20" fmla="*/ 1 w 68"/>
                      <a:gd name="T21" fmla="*/ 1 h 36"/>
                      <a:gd name="T22" fmla="*/ 1 w 68"/>
                      <a:gd name="T23" fmla="*/ 2 h 36"/>
                      <a:gd name="T24" fmla="*/ 0 w 68"/>
                      <a:gd name="T25" fmla="*/ 2 h 36"/>
                      <a:gd name="T26" fmla="*/ 0 w 68"/>
                      <a:gd name="T27" fmla="*/ 2 h 36"/>
                      <a:gd name="T28" fmla="*/ 0 w 68"/>
                      <a:gd name="T29" fmla="*/ 2 h 36"/>
                      <a:gd name="T30" fmla="*/ 0 w 68"/>
                      <a:gd name="T31" fmla="*/ 2 h 36"/>
                      <a:gd name="T32" fmla="*/ 0 w 68"/>
                      <a:gd name="T33" fmla="*/ 2 h 36"/>
                      <a:gd name="T34" fmla="*/ 0 w 68"/>
                      <a:gd name="T35" fmla="*/ 2 h 36"/>
                      <a:gd name="T36" fmla="*/ 0 w 68"/>
                      <a:gd name="T37" fmla="*/ 2 h 36"/>
                      <a:gd name="T38" fmla="*/ 0 w 68"/>
                      <a:gd name="T39" fmla="*/ 1 h 36"/>
                      <a:gd name="T40" fmla="*/ 0 w 68"/>
                      <a:gd name="T41" fmla="*/ 1 h 36"/>
                      <a:gd name="T42" fmla="*/ 0 w 68"/>
                      <a:gd name="T43" fmla="*/ 1 h 36"/>
                      <a:gd name="T44" fmla="*/ 0 w 68"/>
                      <a:gd name="T45" fmla="*/ 1 h 36"/>
                      <a:gd name="T46" fmla="*/ 0 w 68"/>
                      <a:gd name="T47" fmla="*/ 1 h 36"/>
                      <a:gd name="T48" fmla="*/ 0 w 68"/>
                      <a:gd name="T49" fmla="*/ 1 h 36"/>
                      <a:gd name="T50" fmla="*/ 0 w 68"/>
                      <a:gd name="T51" fmla="*/ 1 h 36"/>
                      <a:gd name="T52" fmla="*/ 0 w 68"/>
                      <a:gd name="T53" fmla="*/ 1 h 36"/>
                      <a:gd name="T54" fmla="*/ 0 w 68"/>
                      <a:gd name="T55" fmla="*/ 1 h 36"/>
                      <a:gd name="T56" fmla="*/ 0 w 68"/>
                      <a:gd name="T57" fmla="*/ 1 h 36"/>
                      <a:gd name="T58" fmla="*/ 0 w 68"/>
                      <a:gd name="T59" fmla="*/ 1 h 36"/>
                      <a:gd name="T60" fmla="*/ 1 w 68"/>
                      <a:gd name="T61" fmla="*/ 1 h 36"/>
                      <a:gd name="T62" fmla="*/ 1 w 68"/>
                      <a:gd name="T63" fmla="*/ 0 h 36"/>
                      <a:gd name="T64" fmla="*/ 1 w 68"/>
                      <a:gd name="T65" fmla="*/ 0 h 36"/>
                      <a:gd name="T66" fmla="*/ 1 w 68"/>
                      <a:gd name="T67" fmla="*/ 1 h 36"/>
                      <a:gd name="T68" fmla="*/ 1 w 68"/>
                      <a:gd name="T69" fmla="*/ 1 h 36"/>
                      <a:gd name="T70" fmla="*/ 2 w 68"/>
                      <a:gd name="T71" fmla="*/ 1 h 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8"/>
                      <a:gd name="T109" fmla="*/ 0 h 36"/>
                      <a:gd name="T110" fmla="*/ 68 w 68"/>
                      <a:gd name="T111" fmla="*/ 36 h 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8" h="36">
                        <a:moveTo>
                          <a:pt x="65" y="2"/>
                        </a:moveTo>
                        <a:lnTo>
                          <a:pt x="68" y="8"/>
                        </a:lnTo>
                        <a:lnTo>
                          <a:pt x="68" y="21"/>
                        </a:lnTo>
                        <a:lnTo>
                          <a:pt x="65" y="26"/>
                        </a:lnTo>
                        <a:lnTo>
                          <a:pt x="64" y="28"/>
                        </a:lnTo>
                        <a:lnTo>
                          <a:pt x="62" y="29"/>
                        </a:lnTo>
                        <a:lnTo>
                          <a:pt x="58" y="29"/>
                        </a:lnTo>
                        <a:lnTo>
                          <a:pt x="56" y="31"/>
                        </a:lnTo>
                        <a:lnTo>
                          <a:pt x="51" y="31"/>
                        </a:lnTo>
                        <a:lnTo>
                          <a:pt x="48" y="32"/>
                        </a:lnTo>
                        <a:lnTo>
                          <a:pt x="42" y="32"/>
                        </a:lnTo>
                        <a:lnTo>
                          <a:pt x="41" y="33"/>
                        </a:lnTo>
                        <a:lnTo>
                          <a:pt x="30" y="33"/>
                        </a:lnTo>
                        <a:lnTo>
                          <a:pt x="28" y="34"/>
                        </a:lnTo>
                        <a:lnTo>
                          <a:pt x="15" y="34"/>
                        </a:lnTo>
                        <a:lnTo>
                          <a:pt x="14" y="36"/>
                        </a:lnTo>
                        <a:lnTo>
                          <a:pt x="6" y="36"/>
                        </a:lnTo>
                        <a:lnTo>
                          <a:pt x="5" y="34"/>
                        </a:lnTo>
                        <a:lnTo>
                          <a:pt x="4" y="34"/>
                        </a:lnTo>
                        <a:lnTo>
                          <a:pt x="1" y="29"/>
                        </a:lnTo>
                        <a:lnTo>
                          <a:pt x="1" y="23"/>
                        </a:lnTo>
                        <a:lnTo>
                          <a:pt x="0" y="16"/>
                        </a:lnTo>
                        <a:lnTo>
                          <a:pt x="0" y="10"/>
                        </a:lnTo>
                        <a:lnTo>
                          <a:pt x="3" y="7"/>
                        </a:lnTo>
                        <a:lnTo>
                          <a:pt x="5" y="6"/>
                        </a:lnTo>
                        <a:lnTo>
                          <a:pt x="9" y="5"/>
                        </a:lnTo>
                        <a:lnTo>
                          <a:pt x="11" y="4"/>
                        </a:lnTo>
                        <a:lnTo>
                          <a:pt x="14" y="2"/>
                        </a:lnTo>
                        <a:lnTo>
                          <a:pt x="22" y="2"/>
                        </a:lnTo>
                        <a:lnTo>
                          <a:pt x="26" y="1"/>
                        </a:lnTo>
                        <a:lnTo>
                          <a:pt x="44" y="1"/>
                        </a:lnTo>
                        <a:lnTo>
                          <a:pt x="48" y="0"/>
                        </a:lnTo>
                        <a:lnTo>
                          <a:pt x="57" y="0"/>
                        </a:lnTo>
                        <a:lnTo>
                          <a:pt x="59" y="1"/>
                        </a:lnTo>
                        <a:lnTo>
                          <a:pt x="63" y="1"/>
                        </a:lnTo>
                        <a:lnTo>
                          <a:pt x="6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4" name="Freeform 15"/>
                  <p:cNvSpPr>
                    <a:spLocks/>
                  </p:cNvSpPr>
                  <p:nvPr/>
                </p:nvSpPr>
                <p:spPr bwMode="auto">
                  <a:xfrm>
                    <a:off x="4538" y="3607"/>
                    <a:ext cx="2" cy="13"/>
                  </a:xfrm>
                  <a:custGeom>
                    <a:avLst/>
                    <a:gdLst>
                      <a:gd name="T0" fmla="*/ 0 w 5"/>
                      <a:gd name="T1" fmla="*/ 1 h 26"/>
                      <a:gd name="T2" fmla="*/ 0 w 5"/>
                      <a:gd name="T3" fmla="*/ 1 h 26"/>
                      <a:gd name="T4" fmla="*/ 0 w 5"/>
                      <a:gd name="T5" fmla="*/ 1 h 26"/>
                      <a:gd name="T6" fmla="*/ 0 w 5"/>
                      <a:gd name="T7" fmla="*/ 0 h 26"/>
                      <a:gd name="T8" fmla="*/ 0 w 5"/>
                      <a:gd name="T9" fmla="*/ 1 h 26"/>
                      <a:gd name="T10" fmla="*/ 0 w 5"/>
                      <a:gd name="T11" fmla="*/ 1 h 26"/>
                      <a:gd name="T12" fmla="*/ 0 w 5"/>
                      <a:gd name="T13" fmla="*/ 1 h 26"/>
                      <a:gd name="T14" fmla="*/ 0 w 5"/>
                      <a:gd name="T15" fmla="*/ 1 h 26"/>
                      <a:gd name="T16" fmla="*/ 0 w 5"/>
                      <a:gd name="T17" fmla="*/ 1 h 26"/>
                      <a:gd name="T18" fmla="*/ 0 w 5"/>
                      <a:gd name="T19" fmla="*/ 1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
                      <a:gd name="T31" fmla="*/ 0 h 26"/>
                      <a:gd name="T32" fmla="*/ 5 w 5"/>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 h="26">
                        <a:moveTo>
                          <a:pt x="3" y="26"/>
                        </a:moveTo>
                        <a:lnTo>
                          <a:pt x="5" y="20"/>
                        </a:lnTo>
                        <a:lnTo>
                          <a:pt x="5" y="6"/>
                        </a:lnTo>
                        <a:lnTo>
                          <a:pt x="3" y="0"/>
                        </a:lnTo>
                        <a:lnTo>
                          <a:pt x="0" y="1"/>
                        </a:lnTo>
                        <a:lnTo>
                          <a:pt x="3" y="7"/>
                        </a:lnTo>
                        <a:lnTo>
                          <a:pt x="3" y="19"/>
                        </a:lnTo>
                        <a:lnTo>
                          <a:pt x="0" y="25"/>
                        </a:lnTo>
                        <a:lnTo>
                          <a:pt x="1" y="25"/>
                        </a:lnTo>
                        <a:lnTo>
                          <a:pt x="3"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5" name="Freeform 16"/>
                  <p:cNvSpPr>
                    <a:spLocks/>
                  </p:cNvSpPr>
                  <p:nvPr/>
                </p:nvSpPr>
                <p:spPr bwMode="auto">
                  <a:xfrm>
                    <a:off x="4528" y="3619"/>
                    <a:ext cx="11" cy="4"/>
                  </a:xfrm>
                  <a:custGeom>
                    <a:avLst/>
                    <a:gdLst>
                      <a:gd name="T0" fmla="*/ 0 w 23"/>
                      <a:gd name="T1" fmla="*/ 1 h 7"/>
                      <a:gd name="T2" fmla="*/ 0 w 23"/>
                      <a:gd name="T3" fmla="*/ 1 h 7"/>
                      <a:gd name="T4" fmla="*/ 0 w 23"/>
                      <a:gd name="T5" fmla="*/ 1 h 7"/>
                      <a:gd name="T6" fmla="*/ 0 w 23"/>
                      <a:gd name="T7" fmla="*/ 1 h 7"/>
                      <a:gd name="T8" fmla="*/ 0 w 23"/>
                      <a:gd name="T9" fmla="*/ 1 h 7"/>
                      <a:gd name="T10" fmla="*/ 0 w 23"/>
                      <a:gd name="T11" fmla="*/ 1 h 7"/>
                      <a:gd name="T12" fmla="*/ 0 w 23"/>
                      <a:gd name="T13" fmla="*/ 1 h 7"/>
                      <a:gd name="T14" fmla="*/ 0 w 23"/>
                      <a:gd name="T15" fmla="*/ 1 h 7"/>
                      <a:gd name="T16" fmla="*/ 0 w 23"/>
                      <a:gd name="T17" fmla="*/ 0 h 7"/>
                      <a:gd name="T18" fmla="*/ 0 w 23"/>
                      <a:gd name="T19" fmla="*/ 1 h 7"/>
                      <a:gd name="T20" fmla="*/ 0 w 23"/>
                      <a:gd name="T21" fmla="*/ 1 h 7"/>
                      <a:gd name="T22" fmla="*/ 0 w 23"/>
                      <a:gd name="T23" fmla="*/ 1 h 7"/>
                      <a:gd name="T24" fmla="*/ 0 w 23"/>
                      <a:gd name="T25" fmla="*/ 1 h 7"/>
                      <a:gd name="T26" fmla="*/ 0 w 23"/>
                      <a:gd name="T27" fmla="*/ 1 h 7"/>
                      <a:gd name="T28" fmla="*/ 0 w 23"/>
                      <a:gd name="T29" fmla="*/ 1 h 7"/>
                      <a:gd name="T30" fmla="*/ 0 w 23"/>
                      <a:gd name="T31" fmla="*/ 1 h 7"/>
                      <a:gd name="T32" fmla="*/ 0 w 23"/>
                      <a:gd name="T33" fmla="*/ 1 h 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3"/>
                      <a:gd name="T52" fmla="*/ 0 h 7"/>
                      <a:gd name="T53" fmla="*/ 23 w 23"/>
                      <a:gd name="T54" fmla="*/ 7 h 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3" h="7">
                        <a:moveTo>
                          <a:pt x="0" y="7"/>
                        </a:moveTo>
                        <a:lnTo>
                          <a:pt x="4" y="7"/>
                        </a:lnTo>
                        <a:lnTo>
                          <a:pt x="7" y="6"/>
                        </a:lnTo>
                        <a:lnTo>
                          <a:pt x="12" y="6"/>
                        </a:lnTo>
                        <a:lnTo>
                          <a:pt x="15" y="5"/>
                        </a:lnTo>
                        <a:lnTo>
                          <a:pt x="18" y="3"/>
                        </a:lnTo>
                        <a:lnTo>
                          <a:pt x="20" y="3"/>
                        </a:lnTo>
                        <a:lnTo>
                          <a:pt x="23" y="1"/>
                        </a:lnTo>
                        <a:lnTo>
                          <a:pt x="21" y="0"/>
                        </a:lnTo>
                        <a:lnTo>
                          <a:pt x="19" y="1"/>
                        </a:lnTo>
                        <a:lnTo>
                          <a:pt x="16" y="2"/>
                        </a:lnTo>
                        <a:lnTo>
                          <a:pt x="14" y="2"/>
                        </a:lnTo>
                        <a:lnTo>
                          <a:pt x="12" y="3"/>
                        </a:lnTo>
                        <a:lnTo>
                          <a:pt x="7" y="3"/>
                        </a:lnTo>
                        <a:lnTo>
                          <a:pt x="4" y="5"/>
                        </a:lnTo>
                        <a:lnTo>
                          <a:pt x="0" y="5"/>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6" name="Freeform 17"/>
                  <p:cNvSpPr>
                    <a:spLocks/>
                  </p:cNvSpPr>
                  <p:nvPr/>
                </p:nvSpPr>
                <p:spPr bwMode="auto">
                  <a:xfrm>
                    <a:off x="4508" y="3622"/>
                    <a:ext cx="20" cy="3"/>
                  </a:xfrm>
                  <a:custGeom>
                    <a:avLst/>
                    <a:gdLst>
                      <a:gd name="T0" fmla="*/ 0 w 39"/>
                      <a:gd name="T1" fmla="*/ 1 h 6"/>
                      <a:gd name="T2" fmla="*/ 1 w 39"/>
                      <a:gd name="T3" fmla="*/ 1 h 6"/>
                      <a:gd name="T4" fmla="*/ 1 w 39"/>
                      <a:gd name="T5" fmla="*/ 1 h 6"/>
                      <a:gd name="T6" fmla="*/ 1 w 39"/>
                      <a:gd name="T7" fmla="*/ 1 h 6"/>
                      <a:gd name="T8" fmla="*/ 1 w 39"/>
                      <a:gd name="T9" fmla="*/ 1 h 6"/>
                      <a:gd name="T10" fmla="*/ 2 w 39"/>
                      <a:gd name="T11" fmla="*/ 1 h 6"/>
                      <a:gd name="T12" fmla="*/ 2 w 39"/>
                      <a:gd name="T13" fmla="*/ 1 h 6"/>
                      <a:gd name="T14" fmla="*/ 2 w 39"/>
                      <a:gd name="T15" fmla="*/ 1 h 6"/>
                      <a:gd name="T16" fmla="*/ 2 w 39"/>
                      <a:gd name="T17" fmla="*/ 0 h 6"/>
                      <a:gd name="T18" fmla="*/ 2 w 39"/>
                      <a:gd name="T19" fmla="*/ 0 h 6"/>
                      <a:gd name="T20" fmla="*/ 2 w 39"/>
                      <a:gd name="T21" fmla="*/ 1 h 6"/>
                      <a:gd name="T22" fmla="*/ 1 w 39"/>
                      <a:gd name="T23" fmla="*/ 1 h 6"/>
                      <a:gd name="T24" fmla="*/ 1 w 39"/>
                      <a:gd name="T25" fmla="*/ 1 h 6"/>
                      <a:gd name="T26" fmla="*/ 1 w 39"/>
                      <a:gd name="T27" fmla="*/ 1 h 6"/>
                      <a:gd name="T28" fmla="*/ 1 w 39"/>
                      <a:gd name="T29" fmla="*/ 1 h 6"/>
                      <a:gd name="T30" fmla="*/ 1 w 39"/>
                      <a:gd name="T31" fmla="*/ 1 h 6"/>
                      <a:gd name="T32" fmla="*/ 1 w 39"/>
                      <a:gd name="T33" fmla="*/ 1 h 6"/>
                      <a:gd name="T34" fmla="*/ 0 w 39"/>
                      <a:gd name="T35" fmla="*/ 1 h 6"/>
                      <a:gd name="T36" fmla="*/ 1 w 39"/>
                      <a:gd name="T37" fmla="*/ 1 h 6"/>
                      <a:gd name="T38" fmla="*/ 0 w 39"/>
                      <a:gd name="T39" fmla="*/ 1 h 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9"/>
                      <a:gd name="T61" fmla="*/ 0 h 6"/>
                      <a:gd name="T62" fmla="*/ 39 w 39"/>
                      <a:gd name="T63" fmla="*/ 6 h 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9" h="6">
                        <a:moveTo>
                          <a:pt x="0" y="6"/>
                        </a:moveTo>
                        <a:lnTo>
                          <a:pt x="9" y="6"/>
                        </a:lnTo>
                        <a:lnTo>
                          <a:pt x="10" y="5"/>
                        </a:lnTo>
                        <a:lnTo>
                          <a:pt x="23" y="5"/>
                        </a:lnTo>
                        <a:lnTo>
                          <a:pt x="25" y="3"/>
                        </a:lnTo>
                        <a:lnTo>
                          <a:pt x="36" y="3"/>
                        </a:lnTo>
                        <a:lnTo>
                          <a:pt x="37" y="2"/>
                        </a:lnTo>
                        <a:lnTo>
                          <a:pt x="39" y="2"/>
                        </a:lnTo>
                        <a:lnTo>
                          <a:pt x="39" y="0"/>
                        </a:lnTo>
                        <a:lnTo>
                          <a:pt x="37" y="0"/>
                        </a:lnTo>
                        <a:lnTo>
                          <a:pt x="36" y="1"/>
                        </a:lnTo>
                        <a:lnTo>
                          <a:pt x="25" y="1"/>
                        </a:lnTo>
                        <a:lnTo>
                          <a:pt x="23" y="2"/>
                        </a:lnTo>
                        <a:lnTo>
                          <a:pt x="10" y="2"/>
                        </a:lnTo>
                        <a:lnTo>
                          <a:pt x="9" y="3"/>
                        </a:lnTo>
                        <a:lnTo>
                          <a:pt x="1" y="3"/>
                        </a:lnTo>
                        <a:lnTo>
                          <a:pt x="2" y="3"/>
                        </a:lnTo>
                        <a:lnTo>
                          <a:pt x="0" y="6"/>
                        </a:lnTo>
                        <a:lnTo>
                          <a:pt x="1" y="6"/>
                        </a:lnTo>
                        <a:lnTo>
                          <a:pt x="0"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7" name="Freeform 18"/>
                  <p:cNvSpPr>
                    <a:spLocks/>
                  </p:cNvSpPr>
                  <p:nvPr/>
                </p:nvSpPr>
                <p:spPr bwMode="auto">
                  <a:xfrm>
                    <a:off x="4507" y="3622"/>
                    <a:ext cx="2" cy="3"/>
                  </a:xfrm>
                  <a:custGeom>
                    <a:avLst/>
                    <a:gdLst>
                      <a:gd name="T0" fmla="*/ 1 w 3"/>
                      <a:gd name="T1" fmla="*/ 1 h 5"/>
                      <a:gd name="T2" fmla="*/ 0 w 3"/>
                      <a:gd name="T3" fmla="*/ 1 h 5"/>
                      <a:gd name="T4" fmla="*/ 1 w 3"/>
                      <a:gd name="T5" fmla="*/ 1 h 5"/>
                      <a:gd name="T6" fmla="*/ 1 w 3"/>
                      <a:gd name="T7" fmla="*/ 1 h 5"/>
                      <a:gd name="T8" fmla="*/ 1 w 3"/>
                      <a:gd name="T9" fmla="*/ 1 h 5"/>
                      <a:gd name="T10" fmla="*/ 0 w 3"/>
                      <a:gd name="T11" fmla="*/ 1 h 5"/>
                      <a:gd name="T12" fmla="*/ 1 w 3"/>
                      <a:gd name="T13" fmla="*/ 1 h 5"/>
                      <a:gd name="T14" fmla="*/ 1 w 3"/>
                      <a:gd name="T15" fmla="*/ 0 h 5"/>
                      <a:gd name="T16" fmla="*/ 0 w 3"/>
                      <a:gd name="T17" fmla="*/ 1 h 5"/>
                      <a:gd name="T18" fmla="*/ 1 w 3"/>
                      <a:gd name="T19" fmla="*/ 1 h 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
                      <a:gd name="T31" fmla="*/ 0 h 5"/>
                      <a:gd name="T32" fmla="*/ 3 w 3"/>
                      <a:gd name="T33" fmla="*/ 5 h 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 h="5">
                        <a:moveTo>
                          <a:pt x="2" y="2"/>
                        </a:moveTo>
                        <a:lnTo>
                          <a:pt x="0" y="2"/>
                        </a:lnTo>
                        <a:lnTo>
                          <a:pt x="1" y="5"/>
                        </a:lnTo>
                        <a:lnTo>
                          <a:pt x="3" y="2"/>
                        </a:lnTo>
                        <a:lnTo>
                          <a:pt x="2" y="1"/>
                        </a:lnTo>
                        <a:lnTo>
                          <a:pt x="0" y="1"/>
                        </a:lnTo>
                        <a:lnTo>
                          <a:pt x="2" y="1"/>
                        </a:lnTo>
                        <a:lnTo>
                          <a:pt x="1" y="0"/>
                        </a:lnTo>
                        <a:lnTo>
                          <a:pt x="0" y="1"/>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8" name="Freeform 19"/>
                  <p:cNvSpPr>
                    <a:spLocks/>
                  </p:cNvSpPr>
                  <p:nvPr/>
                </p:nvSpPr>
                <p:spPr bwMode="auto">
                  <a:xfrm>
                    <a:off x="4507" y="3623"/>
                    <a:ext cx="2" cy="2"/>
                  </a:xfrm>
                  <a:custGeom>
                    <a:avLst/>
                    <a:gdLst>
                      <a:gd name="T0" fmla="*/ 0 w 3"/>
                      <a:gd name="T1" fmla="*/ 1 h 4"/>
                      <a:gd name="T2" fmla="*/ 1 w 3"/>
                      <a:gd name="T3" fmla="*/ 1 h 4"/>
                      <a:gd name="T4" fmla="*/ 1 w 3"/>
                      <a:gd name="T5" fmla="*/ 1 h 4"/>
                      <a:gd name="T6" fmla="*/ 1 w 3"/>
                      <a:gd name="T7" fmla="*/ 1 h 4"/>
                      <a:gd name="T8" fmla="*/ 1 w 3"/>
                      <a:gd name="T9" fmla="*/ 1 h 4"/>
                      <a:gd name="T10" fmla="*/ 1 w 3"/>
                      <a:gd name="T11" fmla="*/ 0 h 4"/>
                      <a:gd name="T12" fmla="*/ 1 w 3"/>
                      <a:gd name="T13" fmla="*/ 1 h 4"/>
                      <a:gd name="T14" fmla="*/ 0 w 3"/>
                      <a:gd name="T15" fmla="*/ 1 h 4"/>
                      <a:gd name="T16" fmla="*/ 0 w 3"/>
                      <a:gd name="T17" fmla="*/ 1 h 4"/>
                      <a:gd name="T18" fmla="*/ 1 w 3"/>
                      <a:gd name="T19" fmla="*/ 1 h 4"/>
                      <a:gd name="T20" fmla="*/ 0 w 3"/>
                      <a:gd name="T21" fmla="*/ 1 h 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
                      <a:gd name="T34" fmla="*/ 0 h 4"/>
                      <a:gd name="T35" fmla="*/ 3 w 3"/>
                      <a:gd name="T36" fmla="*/ 4 h 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 h="4">
                        <a:moveTo>
                          <a:pt x="0" y="3"/>
                        </a:moveTo>
                        <a:lnTo>
                          <a:pt x="1" y="4"/>
                        </a:lnTo>
                        <a:lnTo>
                          <a:pt x="1" y="3"/>
                        </a:lnTo>
                        <a:lnTo>
                          <a:pt x="2" y="3"/>
                        </a:lnTo>
                        <a:lnTo>
                          <a:pt x="3" y="1"/>
                        </a:lnTo>
                        <a:lnTo>
                          <a:pt x="1" y="0"/>
                        </a:lnTo>
                        <a:lnTo>
                          <a:pt x="2" y="1"/>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599" name="Freeform 20"/>
                  <p:cNvSpPr>
                    <a:spLocks/>
                  </p:cNvSpPr>
                  <p:nvPr/>
                </p:nvSpPr>
                <p:spPr bwMode="auto">
                  <a:xfrm>
                    <a:off x="4505" y="3611"/>
                    <a:ext cx="3" cy="13"/>
                  </a:xfrm>
                  <a:custGeom>
                    <a:avLst/>
                    <a:gdLst>
                      <a:gd name="T0" fmla="*/ 1 w 6"/>
                      <a:gd name="T1" fmla="*/ 0 h 28"/>
                      <a:gd name="T2" fmla="*/ 0 w 6"/>
                      <a:gd name="T3" fmla="*/ 0 h 28"/>
                      <a:gd name="T4" fmla="*/ 0 w 6"/>
                      <a:gd name="T5" fmla="*/ 0 h 28"/>
                      <a:gd name="T6" fmla="*/ 1 w 6"/>
                      <a:gd name="T7" fmla="*/ 0 h 28"/>
                      <a:gd name="T8" fmla="*/ 1 w 6"/>
                      <a:gd name="T9" fmla="*/ 0 h 28"/>
                      <a:gd name="T10" fmla="*/ 1 w 6"/>
                      <a:gd name="T11" fmla="*/ 0 h 28"/>
                      <a:gd name="T12" fmla="*/ 1 w 6"/>
                      <a:gd name="T13" fmla="*/ 0 h 28"/>
                      <a:gd name="T14" fmla="*/ 1 w 6"/>
                      <a:gd name="T15" fmla="*/ 0 h 28"/>
                      <a:gd name="T16" fmla="*/ 1 w 6"/>
                      <a:gd name="T17" fmla="*/ 0 h 28"/>
                      <a:gd name="T18" fmla="*/ 1 w 6"/>
                      <a:gd name="T19" fmla="*/ 0 h 28"/>
                      <a:gd name="T20" fmla="*/ 0 w 6"/>
                      <a:gd name="T21" fmla="*/ 0 h 28"/>
                      <a:gd name="T22" fmla="*/ 0 w 6"/>
                      <a:gd name="T23" fmla="*/ 0 h 28"/>
                      <a:gd name="T24" fmla="*/ 1 w 6"/>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
                      <a:gd name="T40" fmla="*/ 0 h 28"/>
                      <a:gd name="T41" fmla="*/ 6 w 6"/>
                      <a:gd name="T42" fmla="*/ 28 h 2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 h="28">
                        <a:moveTo>
                          <a:pt x="1" y="0"/>
                        </a:moveTo>
                        <a:lnTo>
                          <a:pt x="0" y="2"/>
                        </a:lnTo>
                        <a:lnTo>
                          <a:pt x="0" y="15"/>
                        </a:lnTo>
                        <a:lnTo>
                          <a:pt x="1" y="21"/>
                        </a:lnTo>
                        <a:lnTo>
                          <a:pt x="4" y="28"/>
                        </a:lnTo>
                        <a:lnTo>
                          <a:pt x="6" y="26"/>
                        </a:lnTo>
                        <a:lnTo>
                          <a:pt x="4" y="21"/>
                        </a:lnTo>
                        <a:lnTo>
                          <a:pt x="2" y="15"/>
                        </a:lnTo>
                        <a:lnTo>
                          <a:pt x="2" y="2"/>
                        </a:lnTo>
                        <a:lnTo>
                          <a:pt x="1" y="0"/>
                        </a:lnTo>
                        <a:lnTo>
                          <a:pt x="0" y="0"/>
                        </a:lnTo>
                        <a:lnTo>
                          <a:pt x="0" y="2"/>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0" name="Freeform 21"/>
                  <p:cNvSpPr>
                    <a:spLocks/>
                  </p:cNvSpPr>
                  <p:nvPr/>
                </p:nvSpPr>
                <p:spPr bwMode="auto">
                  <a:xfrm>
                    <a:off x="4506" y="3606"/>
                    <a:ext cx="24" cy="5"/>
                  </a:xfrm>
                  <a:custGeom>
                    <a:avLst/>
                    <a:gdLst>
                      <a:gd name="T0" fmla="*/ 2 w 48"/>
                      <a:gd name="T1" fmla="*/ 0 h 11"/>
                      <a:gd name="T2" fmla="*/ 2 w 48"/>
                      <a:gd name="T3" fmla="*/ 0 h 11"/>
                      <a:gd name="T4" fmla="*/ 2 w 48"/>
                      <a:gd name="T5" fmla="*/ 0 h 11"/>
                      <a:gd name="T6" fmla="*/ 1 w 48"/>
                      <a:gd name="T7" fmla="*/ 0 h 11"/>
                      <a:gd name="T8" fmla="*/ 1 w 48"/>
                      <a:gd name="T9" fmla="*/ 0 h 11"/>
                      <a:gd name="T10" fmla="*/ 1 w 48"/>
                      <a:gd name="T11" fmla="*/ 0 h 11"/>
                      <a:gd name="T12" fmla="*/ 1 w 48"/>
                      <a:gd name="T13" fmla="*/ 0 h 11"/>
                      <a:gd name="T14" fmla="*/ 1 w 48"/>
                      <a:gd name="T15" fmla="*/ 0 h 11"/>
                      <a:gd name="T16" fmla="*/ 1 w 48"/>
                      <a:gd name="T17" fmla="*/ 0 h 11"/>
                      <a:gd name="T18" fmla="*/ 1 w 48"/>
                      <a:gd name="T19" fmla="*/ 0 h 11"/>
                      <a:gd name="T20" fmla="*/ 1 w 48"/>
                      <a:gd name="T21" fmla="*/ 0 h 11"/>
                      <a:gd name="T22" fmla="*/ 0 w 48"/>
                      <a:gd name="T23" fmla="*/ 0 h 11"/>
                      <a:gd name="T24" fmla="*/ 1 w 48"/>
                      <a:gd name="T25" fmla="*/ 0 h 11"/>
                      <a:gd name="T26" fmla="*/ 1 w 48"/>
                      <a:gd name="T27" fmla="*/ 0 h 11"/>
                      <a:gd name="T28" fmla="*/ 1 w 48"/>
                      <a:gd name="T29" fmla="*/ 0 h 11"/>
                      <a:gd name="T30" fmla="*/ 1 w 48"/>
                      <a:gd name="T31" fmla="*/ 0 h 11"/>
                      <a:gd name="T32" fmla="*/ 1 w 48"/>
                      <a:gd name="T33" fmla="*/ 0 h 11"/>
                      <a:gd name="T34" fmla="*/ 1 w 48"/>
                      <a:gd name="T35" fmla="*/ 0 h 11"/>
                      <a:gd name="T36" fmla="*/ 1 w 48"/>
                      <a:gd name="T37" fmla="*/ 0 h 11"/>
                      <a:gd name="T38" fmla="*/ 1 w 48"/>
                      <a:gd name="T39" fmla="*/ 0 h 11"/>
                      <a:gd name="T40" fmla="*/ 2 w 48"/>
                      <a:gd name="T41" fmla="*/ 0 h 11"/>
                      <a:gd name="T42" fmla="*/ 2 w 48"/>
                      <a:gd name="T43" fmla="*/ 0 h 11"/>
                      <a:gd name="T44" fmla="*/ 2 w 48"/>
                      <a:gd name="T45" fmla="*/ 0 h 1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8"/>
                      <a:gd name="T70" fmla="*/ 0 h 11"/>
                      <a:gd name="T71" fmla="*/ 48 w 48"/>
                      <a:gd name="T72" fmla="*/ 11 h 1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8" h="11">
                        <a:moveTo>
                          <a:pt x="48" y="0"/>
                        </a:moveTo>
                        <a:lnTo>
                          <a:pt x="47" y="0"/>
                        </a:lnTo>
                        <a:lnTo>
                          <a:pt x="44" y="1"/>
                        </a:lnTo>
                        <a:lnTo>
                          <a:pt x="26" y="1"/>
                        </a:lnTo>
                        <a:lnTo>
                          <a:pt x="22" y="2"/>
                        </a:lnTo>
                        <a:lnTo>
                          <a:pt x="16" y="2"/>
                        </a:lnTo>
                        <a:lnTo>
                          <a:pt x="14" y="3"/>
                        </a:lnTo>
                        <a:lnTo>
                          <a:pt x="11" y="3"/>
                        </a:lnTo>
                        <a:lnTo>
                          <a:pt x="7" y="5"/>
                        </a:lnTo>
                        <a:lnTo>
                          <a:pt x="5" y="6"/>
                        </a:lnTo>
                        <a:lnTo>
                          <a:pt x="3" y="7"/>
                        </a:lnTo>
                        <a:lnTo>
                          <a:pt x="0" y="9"/>
                        </a:lnTo>
                        <a:lnTo>
                          <a:pt x="1" y="11"/>
                        </a:lnTo>
                        <a:lnTo>
                          <a:pt x="4" y="9"/>
                        </a:lnTo>
                        <a:lnTo>
                          <a:pt x="6" y="8"/>
                        </a:lnTo>
                        <a:lnTo>
                          <a:pt x="9" y="7"/>
                        </a:lnTo>
                        <a:lnTo>
                          <a:pt x="11" y="6"/>
                        </a:lnTo>
                        <a:lnTo>
                          <a:pt x="14" y="5"/>
                        </a:lnTo>
                        <a:lnTo>
                          <a:pt x="17" y="5"/>
                        </a:lnTo>
                        <a:lnTo>
                          <a:pt x="20" y="3"/>
                        </a:lnTo>
                        <a:lnTo>
                          <a:pt x="44" y="3"/>
                        </a:lnTo>
                        <a:lnTo>
                          <a:pt x="48" y="2"/>
                        </a:lnTo>
                        <a:lnTo>
                          <a:pt x="4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1" name="Freeform 22"/>
                  <p:cNvSpPr>
                    <a:spLocks/>
                  </p:cNvSpPr>
                  <p:nvPr/>
                </p:nvSpPr>
                <p:spPr bwMode="auto">
                  <a:xfrm>
                    <a:off x="4530" y="3606"/>
                    <a:ext cx="9" cy="2"/>
                  </a:xfrm>
                  <a:custGeom>
                    <a:avLst/>
                    <a:gdLst>
                      <a:gd name="T0" fmla="*/ 0 w 19"/>
                      <a:gd name="T1" fmla="*/ 0 h 5"/>
                      <a:gd name="T2" fmla="*/ 0 w 19"/>
                      <a:gd name="T3" fmla="*/ 0 h 5"/>
                      <a:gd name="T4" fmla="*/ 0 w 19"/>
                      <a:gd name="T5" fmla="*/ 0 h 5"/>
                      <a:gd name="T6" fmla="*/ 0 w 19"/>
                      <a:gd name="T7" fmla="*/ 0 h 5"/>
                      <a:gd name="T8" fmla="*/ 0 w 19"/>
                      <a:gd name="T9" fmla="*/ 0 h 5"/>
                      <a:gd name="T10" fmla="*/ 0 w 19"/>
                      <a:gd name="T11" fmla="*/ 0 h 5"/>
                      <a:gd name="T12" fmla="*/ 0 w 19"/>
                      <a:gd name="T13" fmla="*/ 0 h 5"/>
                      <a:gd name="T14" fmla="*/ 0 w 19"/>
                      <a:gd name="T15" fmla="*/ 0 h 5"/>
                      <a:gd name="T16" fmla="*/ 0 w 19"/>
                      <a:gd name="T17" fmla="*/ 0 h 5"/>
                      <a:gd name="T18" fmla="*/ 0 w 19"/>
                      <a:gd name="T19" fmla="*/ 0 h 5"/>
                      <a:gd name="T20" fmla="*/ 0 w 19"/>
                      <a:gd name="T21" fmla="*/ 0 h 5"/>
                      <a:gd name="T22" fmla="*/ 0 w 19"/>
                      <a:gd name="T23" fmla="*/ 0 h 5"/>
                      <a:gd name="T24" fmla="*/ 0 w 19"/>
                      <a:gd name="T25" fmla="*/ 0 h 5"/>
                      <a:gd name="T26" fmla="*/ 0 w 19"/>
                      <a:gd name="T27" fmla="*/ 0 h 5"/>
                      <a:gd name="T28" fmla="*/ 0 w 19"/>
                      <a:gd name="T29" fmla="*/ 0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5"/>
                      <a:gd name="T47" fmla="*/ 19 w 1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5">
                        <a:moveTo>
                          <a:pt x="19" y="2"/>
                        </a:moveTo>
                        <a:lnTo>
                          <a:pt x="17" y="2"/>
                        </a:lnTo>
                        <a:lnTo>
                          <a:pt x="15" y="1"/>
                        </a:lnTo>
                        <a:lnTo>
                          <a:pt x="11" y="1"/>
                        </a:lnTo>
                        <a:lnTo>
                          <a:pt x="9" y="0"/>
                        </a:lnTo>
                        <a:lnTo>
                          <a:pt x="0" y="0"/>
                        </a:lnTo>
                        <a:lnTo>
                          <a:pt x="0" y="2"/>
                        </a:lnTo>
                        <a:lnTo>
                          <a:pt x="9" y="2"/>
                        </a:lnTo>
                        <a:lnTo>
                          <a:pt x="10" y="3"/>
                        </a:lnTo>
                        <a:lnTo>
                          <a:pt x="15" y="3"/>
                        </a:lnTo>
                        <a:lnTo>
                          <a:pt x="16" y="5"/>
                        </a:lnTo>
                        <a:lnTo>
                          <a:pt x="16" y="3"/>
                        </a:lnTo>
                        <a:lnTo>
                          <a:pt x="19" y="2"/>
                        </a:lnTo>
                        <a:lnTo>
                          <a:pt x="17" y="2"/>
                        </a:lnTo>
                        <a:lnTo>
                          <a:pt x="1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2" name="Freeform 23"/>
                  <p:cNvSpPr>
                    <a:spLocks/>
                  </p:cNvSpPr>
                  <p:nvPr/>
                </p:nvSpPr>
                <p:spPr bwMode="auto">
                  <a:xfrm>
                    <a:off x="4525" y="3608"/>
                    <a:ext cx="5" cy="9"/>
                  </a:xfrm>
                  <a:custGeom>
                    <a:avLst/>
                    <a:gdLst>
                      <a:gd name="T0" fmla="*/ 1 w 10"/>
                      <a:gd name="T1" fmla="*/ 1 h 17"/>
                      <a:gd name="T2" fmla="*/ 1 w 10"/>
                      <a:gd name="T3" fmla="*/ 1 h 17"/>
                      <a:gd name="T4" fmla="*/ 1 w 10"/>
                      <a:gd name="T5" fmla="*/ 1 h 17"/>
                      <a:gd name="T6" fmla="*/ 0 w 10"/>
                      <a:gd name="T7" fmla="*/ 1 h 17"/>
                      <a:gd name="T8" fmla="*/ 0 w 10"/>
                      <a:gd name="T9" fmla="*/ 1 h 17"/>
                      <a:gd name="T10" fmla="*/ 1 w 10"/>
                      <a:gd name="T11" fmla="*/ 1 h 17"/>
                      <a:gd name="T12" fmla="*/ 1 w 10"/>
                      <a:gd name="T13" fmla="*/ 1 h 17"/>
                      <a:gd name="T14" fmla="*/ 1 w 10"/>
                      <a:gd name="T15" fmla="*/ 0 h 17"/>
                      <a:gd name="T16" fmla="*/ 1 w 10"/>
                      <a:gd name="T17" fmla="*/ 1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
                      <a:gd name="T28" fmla="*/ 0 h 17"/>
                      <a:gd name="T29" fmla="*/ 10 w 10"/>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 h="17">
                        <a:moveTo>
                          <a:pt x="10" y="16"/>
                        </a:moveTo>
                        <a:lnTo>
                          <a:pt x="8" y="16"/>
                        </a:lnTo>
                        <a:lnTo>
                          <a:pt x="6" y="17"/>
                        </a:lnTo>
                        <a:lnTo>
                          <a:pt x="0" y="17"/>
                        </a:lnTo>
                        <a:lnTo>
                          <a:pt x="0" y="13"/>
                        </a:lnTo>
                        <a:lnTo>
                          <a:pt x="2" y="9"/>
                        </a:lnTo>
                        <a:lnTo>
                          <a:pt x="2" y="1"/>
                        </a:lnTo>
                        <a:lnTo>
                          <a:pt x="10" y="0"/>
                        </a:lnTo>
                        <a:lnTo>
                          <a:pt x="10" y="1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3" name="Freeform 24"/>
                  <p:cNvSpPr>
                    <a:spLocks/>
                  </p:cNvSpPr>
                  <p:nvPr/>
                </p:nvSpPr>
                <p:spPr bwMode="auto">
                  <a:xfrm>
                    <a:off x="4524" y="3616"/>
                    <a:ext cx="6" cy="2"/>
                  </a:xfrm>
                  <a:custGeom>
                    <a:avLst/>
                    <a:gdLst>
                      <a:gd name="T0" fmla="*/ 0 w 11"/>
                      <a:gd name="T1" fmla="*/ 1 h 4"/>
                      <a:gd name="T2" fmla="*/ 1 w 11"/>
                      <a:gd name="T3" fmla="*/ 1 h 4"/>
                      <a:gd name="T4" fmla="*/ 1 w 11"/>
                      <a:gd name="T5" fmla="*/ 1 h 4"/>
                      <a:gd name="T6" fmla="*/ 1 w 11"/>
                      <a:gd name="T7" fmla="*/ 1 h 4"/>
                      <a:gd name="T8" fmla="*/ 1 w 11"/>
                      <a:gd name="T9" fmla="*/ 1 h 4"/>
                      <a:gd name="T10" fmla="*/ 1 w 11"/>
                      <a:gd name="T11" fmla="*/ 1 h 4"/>
                      <a:gd name="T12" fmla="*/ 1 w 11"/>
                      <a:gd name="T13" fmla="*/ 0 h 4"/>
                      <a:gd name="T14" fmla="*/ 1 w 11"/>
                      <a:gd name="T15" fmla="*/ 0 h 4"/>
                      <a:gd name="T16" fmla="*/ 1 w 11"/>
                      <a:gd name="T17" fmla="*/ 1 h 4"/>
                      <a:gd name="T18" fmla="*/ 1 w 11"/>
                      <a:gd name="T19" fmla="*/ 1 h 4"/>
                      <a:gd name="T20" fmla="*/ 1 w 11"/>
                      <a:gd name="T21" fmla="*/ 1 h 4"/>
                      <a:gd name="T22" fmla="*/ 0 w 11"/>
                      <a:gd name="T23" fmla="*/ 1 h 4"/>
                      <a:gd name="T24" fmla="*/ 0 w 11"/>
                      <a:gd name="T25" fmla="*/ 1 h 4"/>
                      <a:gd name="T26" fmla="*/ 1 w 11"/>
                      <a:gd name="T27" fmla="*/ 1 h 4"/>
                      <a:gd name="T28" fmla="*/ 0 w 11"/>
                      <a:gd name="T29" fmla="*/ 1 h 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
                      <a:gd name="T46" fmla="*/ 0 h 4"/>
                      <a:gd name="T47" fmla="*/ 11 w 11"/>
                      <a:gd name="T48" fmla="*/ 4 h 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 h="4">
                        <a:moveTo>
                          <a:pt x="0" y="3"/>
                        </a:moveTo>
                        <a:lnTo>
                          <a:pt x="1" y="4"/>
                        </a:lnTo>
                        <a:lnTo>
                          <a:pt x="7" y="4"/>
                        </a:lnTo>
                        <a:lnTo>
                          <a:pt x="9" y="3"/>
                        </a:lnTo>
                        <a:lnTo>
                          <a:pt x="10" y="3"/>
                        </a:lnTo>
                        <a:lnTo>
                          <a:pt x="11" y="2"/>
                        </a:lnTo>
                        <a:lnTo>
                          <a:pt x="10" y="0"/>
                        </a:lnTo>
                        <a:lnTo>
                          <a:pt x="9" y="0"/>
                        </a:lnTo>
                        <a:lnTo>
                          <a:pt x="7" y="2"/>
                        </a:lnTo>
                        <a:lnTo>
                          <a:pt x="1" y="2"/>
                        </a:lnTo>
                        <a:lnTo>
                          <a:pt x="3" y="3"/>
                        </a:lnTo>
                        <a:lnTo>
                          <a:pt x="0" y="3"/>
                        </a:lnTo>
                        <a:lnTo>
                          <a:pt x="0" y="4"/>
                        </a:lnTo>
                        <a:lnTo>
                          <a:pt x="1" y="4"/>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4" name="Freeform 25"/>
                  <p:cNvSpPr>
                    <a:spLocks/>
                  </p:cNvSpPr>
                  <p:nvPr/>
                </p:nvSpPr>
                <p:spPr bwMode="auto">
                  <a:xfrm>
                    <a:off x="4524" y="3608"/>
                    <a:ext cx="2" cy="9"/>
                  </a:xfrm>
                  <a:custGeom>
                    <a:avLst/>
                    <a:gdLst>
                      <a:gd name="T0" fmla="*/ 1 w 4"/>
                      <a:gd name="T1" fmla="*/ 0 h 17"/>
                      <a:gd name="T2" fmla="*/ 1 w 4"/>
                      <a:gd name="T3" fmla="*/ 1 h 17"/>
                      <a:gd name="T4" fmla="*/ 1 w 4"/>
                      <a:gd name="T5" fmla="*/ 1 h 17"/>
                      <a:gd name="T6" fmla="*/ 0 w 4"/>
                      <a:gd name="T7" fmla="*/ 1 h 17"/>
                      <a:gd name="T8" fmla="*/ 0 w 4"/>
                      <a:gd name="T9" fmla="*/ 1 h 17"/>
                      <a:gd name="T10" fmla="*/ 1 w 4"/>
                      <a:gd name="T11" fmla="*/ 1 h 17"/>
                      <a:gd name="T12" fmla="*/ 1 w 4"/>
                      <a:gd name="T13" fmla="*/ 1 h 17"/>
                      <a:gd name="T14" fmla="*/ 1 w 4"/>
                      <a:gd name="T15" fmla="*/ 1 h 17"/>
                      <a:gd name="T16" fmla="*/ 1 w 4"/>
                      <a:gd name="T17" fmla="*/ 0 h 17"/>
                      <a:gd name="T18" fmla="*/ 1 w 4"/>
                      <a:gd name="T19" fmla="*/ 1 h 17"/>
                      <a:gd name="T20" fmla="*/ 1 w 4"/>
                      <a:gd name="T21" fmla="*/ 0 h 17"/>
                      <a:gd name="T22" fmla="*/ 1 w 4"/>
                      <a:gd name="T23" fmla="*/ 0 h 17"/>
                      <a:gd name="T24" fmla="*/ 1 w 4"/>
                      <a:gd name="T25" fmla="*/ 1 h 17"/>
                      <a:gd name="T26" fmla="*/ 1 w 4"/>
                      <a:gd name="T27" fmla="*/ 0 h 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
                      <a:gd name="T43" fmla="*/ 0 h 17"/>
                      <a:gd name="T44" fmla="*/ 4 w 4"/>
                      <a:gd name="T45" fmla="*/ 17 h 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 h="17">
                        <a:moveTo>
                          <a:pt x="3" y="0"/>
                        </a:moveTo>
                        <a:lnTo>
                          <a:pt x="1" y="1"/>
                        </a:lnTo>
                        <a:lnTo>
                          <a:pt x="1" y="8"/>
                        </a:lnTo>
                        <a:lnTo>
                          <a:pt x="0" y="13"/>
                        </a:lnTo>
                        <a:lnTo>
                          <a:pt x="0" y="17"/>
                        </a:lnTo>
                        <a:lnTo>
                          <a:pt x="3" y="17"/>
                        </a:lnTo>
                        <a:lnTo>
                          <a:pt x="3" y="13"/>
                        </a:lnTo>
                        <a:lnTo>
                          <a:pt x="4" y="9"/>
                        </a:lnTo>
                        <a:lnTo>
                          <a:pt x="4" y="0"/>
                        </a:lnTo>
                        <a:lnTo>
                          <a:pt x="3" y="2"/>
                        </a:lnTo>
                        <a:lnTo>
                          <a:pt x="3" y="0"/>
                        </a:lnTo>
                        <a:lnTo>
                          <a:pt x="1" y="0"/>
                        </a:lnTo>
                        <a:lnTo>
                          <a:pt x="1" y="1"/>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5" name="Freeform 26"/>
                  <p:cNvSpPr>
                    <a:spLocks/>
                  </p:cNvSpPr>
                  <p:nvPr/>
                </p:nvSpPr>
                <p:spPr bwMode="auto">
                  <a:xfrm>
                    <a:off x="4525" y="3608"/>
                    <a:ext cx="5" cy="1"/>
                  </a:xfrm>
                  <a:custGeom>
                    <a:avLst/>
                    <a:gdLst>
                      <a:gd name="T0" fmla="*/ 1 w 9"/>
                      <a:gd name="T1" fmla="*/ 0 h 4"/>
                      <a:gd name="T2" fmla="*/ 1 w 9"/>
                      <a:gd name="T3" fmla="*/ 0 h 4"/>
                      <a:gd name="T4" fmla="*/ 0 w 9"/>
                      <a:gd name="T5" fmla="*/ 0 h 4"/>
                      <a:gd name="T6" fmla="*/ 0 w 9"/>
                      <a:gd name="T7" fmla="*/ 0 h 4"/>
                      <a:gd name="T8" fmla="*/ 1 w 9"/>
                      <a:gd name="T9" fmla="*/ 0 h 4"/>
                      <a:gd name="T10" fmla="*/ 1 w 9"/>
                      <a:gd name="T11" fmla="*/ 0 h 4"/>
                      <a:gd name="T12" fmla="*/ 1 w 9"/>
                      <a:gd name="T13" fmla="*/ 0 h 4"/>
                      <a:gd name="T14" fmla="*/ 1 w 9"/>
                      <a:gd name="T15" fmla="*/ 0 h 4"/>
                      <a:gd name="T16" fmla="*/ 1 w 9"/>
                      <a:gd name="T17" fmla="*/ 0 h 4"/>
                      <a:gd name="T18" fmla="*/ 1 w 9"/>
                      <a:gd name="T19" fmla="*/ 0 h 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9"/>
                      <a:gd name="T31" fmla="*/ 0 h 4"/>
                      <a:gd name="T32" fmla="*/ 9 w 9"/>
                      <a:gd name="T33" fmla="*/ 4 h 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9" h="4">
                        <a:moveTo>
                          <a:pt x="9" y="2"/>
                        </a:moveTo>
                        <a:lnTo>
                          <a:pt x="8" y="0"/>
                        </a:lnTo>
                        <a:lnTo>
                          <a:pt x="0" y="2"/>
                        </a:lnTo>
                        <a:lnTo>
                          <a:pt x="0" y="4"/>
                        </a:lnTo>
                        <a:lnTo>
                          <a:pt x="8" y="3"/>
                        </a:lnTo>
                        <a:lnTo>
                          <a:pt x="6" y="2"/>
                        </a:lnTo>
                        <a:lnTo>
                          <a:pt x="9" y="2"/>
                        </a:lnTo>
                        <a:lnTo>
                          <a:pt x="9" y="0"/>
                        </a:lnTo>
                        <a:lnTo>
                          <a:pt x="8" y="0"/>
                        </a:lnTo>
                        <a:lnTo>
                          <a:pt x="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6" name="Freeform 27"/>
                  <p:cNvSpPr>
                    <a:spLocks/>
                  </p:cNvSpPr>
                  <p:nvPr/>
                </p:nvSpPr>
                <p:spPr bwMode="auto">
                  <a:xfrm>
                    <a:off x="4528" y="3608"/>
                    <a:ext cx="2" cy="8"/>
                  </a:xfrm>
                  <a:custGeom>
                    <a:avLst/>
                    <a:gdLst>
                      <a:gd name="T0" fmla="*/ 1 w 3"/>
                      <a:gd name="T1" fmla="*/ 1 h 16"/>
                      <a:gd name="T2" fmla="*/ 1 w 3"/>
                      <a:gd name="T3" fmla="*/ 1 h 16"/>
                      <a:gd name="T4" fmla="*/ 1 w 3"/>
                      <a:gd name="T5" fmla="*/ 0 h 16"/>
                      <a:gd name="T6" fmla="*/ 0 w 3"/>
                      <a:gd name="T7" fmla="*/ 0 h 16"/>
                      <a:gd name="T8" fmla="*/ 0 w 3"/>
                      <a:gd name="T9" fmla="*/ 1 h 16"/>
                      <a:gd name="T10" fmla="*/ 1 w 3"/>
                      <a:gd name="T11" fmla="*/ 1 h 16"/>
                      <a:gd name="T12" fmla="*/ 1 w 3"/>
                      <a:gd name="T13" fmla="*/ 1 h 16"/>
                      <a:gd name="T14" fmla="*/ 1 w 3"/>
                      <a:gd name="T15" fmla="*/ 1 h 16"/>
                      <a:gd name="T16" fmla="*/ 1 w 3"/>
                      <a:gd name="T17" fmla="*/ 1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16"/>
                      <a:gd name="T29" fmla="*/ 3 w 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16">
                        <a:moveTo>
                          <a:pt x="2" y="16"/>
                        </a:moveTo>
                        <a:lnTo>
                          <a:pt x="3" y="16"/>
                        </a:lnTo>
                        <a:lnTo>
                          <a:pt x="3" y="0"/>
                        </a:lnTo>
                        <a:lnTo>
                          <a:pt x="0" y="0"/>
                        </a:lnTo>
                        <a:lnTo>
                          <a:pt x="0" y="16"/>
                        </a:lnTo>
                        <a:lnTo>
                          <a:pt x="1" y="14"/>
                        </a:lnTo>
                        <a:lnTo>
                          <a:pt x="2" y="16"/>
                        </a:lnTo>
                        <a:lnTo>
                          <a:pt x="3" y="16"/>
                        </a:lnTo>
                        <a:lnTo>
                          <a:pt x="2"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7" name="Freeform 28"/>
                  <p:cNvSpPr>
                    <a:spLocks/>
                  </p:cNvSpPr>
                  <p:nvPr/>
                </p:nvSpPr>
                <p:spPr bwMode="auto">
                  <a:xfrm>
                    <a:off x="4373" y="3609"/>
                    <a:ext cx="5" cy="14"/>
                  </a:xfrm>
                  <a:custGeom>
                    <a:avLst/>
                    <a:gdLst>
                      <a:gd name="T0" fmla="*/ 0 w 11"/>
                      <a:gd name="T1" fmla="*/ 1 h 28"/>
                      <a:gd name="T2" fmla="*/ 0 w 11"/>
                      <a:gd name="T3" fmla="*/ 1 h 28"/>
                      <a:gd name="T4" fmla="*/ 0 w 11"/>
                      <a:gd name="T5" fmla="*/ 1 h 28"/>
                      <a:gd name="T6" fmla="*/ 0 w 11"/>
                      <a:gd name="T7" fmla="*/ 1 h 28"/>
                      <a:gd name="T8" fmla="*/ 0 w 11"/>
                      <a:gd name="T9" fmla="*/ 1 h 28"/>
                      <a:gd name="T10" fmla="*/ 0 w 11"/>
                      <a:gd name="T11" fmla="*/ 1 h 28"/>
                      <a:gd name="T12" fmla="*/ 0 w 11"/>
                      <a:gd name="T13" fmla="*/ 1 h 28"/>
                      <a:gd name="T14" fmla="*/ 0 w 11"/>
                      <a:gd name="T15" fmla="*/ 1 h 28"/>
                      <a:gd name="T16" fmla="*/ 0 w 11"/>
                      <a:gd name="T17" fmla="*/ 1 h 28"/>
                      <a:gd name="T18" fmla="*/ 0 w 11"/>
                      <a:gd name="T19" fmla="*/ 1 h 28"/>
                      <a:gd name="T20" fmla="*/ 0 w 11"/>
                      <a:gd name="T21" fmla="*/ 1 h 28"/>
                      <a:gd name="T22" fmla="*/ 0 w 11"/>
                      <a:gd name="T23" fmla="*/ 1 h 28"/>
                      <a:gd name="T24" fmla="*/ 0 w 11"/>
                      <a:gd name="T25" fmla="*/ 1 h 28"/>
                      <a:gd name="T26" fmla="*/ 0 w 11"/>
                      <a:gd name="T27" fmla="*/ 1 h 28"/>
                      <a:gd name="T28" fmla="*/ 0 w 11"/>
                      <a:gd name="T29" fmla="*/ 1 h 28"/>
                      <a:gd name="T30" fmla="*/ 0 w 11"/>
                      <a:gd name="T31" fmla="*/ 0 h 28"/>
                      <a:gd name="T32" fmla="*/ 0 w 11"/>
                      <a:gd name="T33" fmla="*/ 0 h 28"/>
                      <a:gd name="T34" fmla="*/ 0 w 11"/>
                      <a:gd name="T35" fmla="*/ 1 h 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
                      <a:gd name="T55" fmla="*/ 0 h 28"/>
                      <a:gd name="T56" fmla="*/ 11 w 11"/>
                      <a:gd name="T57" fmla="*/ 28 h 2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 h="28">
                        <a:moveTo>
                          <a:pt x="10" y="3"/>
                        </a:moveTo>
                        <a:lnTo>
                          <a:pt x="11" y="10"/>
                        </a:lnTo>
                        <a:lnTo>
                          <a:pt x="11" y="16"/>
                        </a:lnTo>
                        <a:lnTo>
                          <a:pt x="10" y="22"/>
                        </a:lnTo>
                        <a:lnTo>
                          <a:pt x="7" y="28"/>
                        </a:lnTo>
                        <a:lnTo>
                          <a:pt x="5" y="27"/>
                        </a:lnTo>
                        <a:lnTo>
                          <a:pt x="2" y="26"/>
                        </a:lnTo>
                        <a:lnTo>
                          <a:pt x="2" y="23"/>
                        </a:lnTo>
                        <a:lnTo>
                          <a:pt x="1" y="21"/>
                        </a:lnTo>
                        <a:lnTo>
                          <a:pt x="1" y="11"/>
                        </a:lnTo>
                        <a:lnTo>
                          <a:pt x="0" y="8"/>
                        </a:lnTo>
                        <a:lnTo>
                          <a:pt x="1" y="7"/>
                        </a:lnTo>
                        <a:lnTo>
                          <a:pt x="1" y="5"/>
                        </a:lnTo>
                        <a:lnTo>
                          <a:pt x="2" y="3"/>
                        </a:lnTo>
                        <a:lnTo>
                          <a:pt x="4" y="1"/>
                        </a:lnTo>
                        <a:lnTo>
                          <a:pt x="5" y="0"/>
                        </a:lnTo>
                        <a:lnTo>
                          <a:pt x="9" y="0"/>
                        </a:lnTo>
                        <a:lnTo>
                          <a:pt x="1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8" name="Freeform 29"/>
                  <p:cNvSpPr>
                    <a:spLocks/>
                  </p:cNvSpPr>
                  <p:nvPr/>
                </p:nvSpPr>
                <p:spPr bwMode="auto">
                  <a:xfrm>
                    <a:off x="4376" y="3610"/>
                    <a:ext cx="3" cy="14"/>
                  </a:xfrm>
                  <a:custGeom>
                    <a:avLst/>
                    <a:gdLst>
                      <a:gd name="T0" fmla="*/ 0 w 6"/>
                      <a:gd name="T1" fmla="*/ 1 h 27"/>
                      <a:gd name="T2" fmla="*/ 1 w 6"/>
                      <a:gd name="T3" fmla="*/ 1 h 27"/>
                      <a:gd name="T4" fmla="*/ 1 w 6"/>
                      <a:gd name="T5" fmla="*/ 1 h 27"/>
                      <a:gd name="T6" fmla="*/ 1 w 6"/>
                      <a:gd name="T7" fmla="*/ 1 h 27"/>
                      <a:gd name="T8" fmla="*/ 1 w 6"/>
                      <a:gd name="T9" fmla="*/ 1 h 27"/>
                      <a:gd name="T10" fmla="*/ 1 w 6"/>
                      <a:gd name="T11" fmla="*/ 0 h 27"/>
                      <a:gd name="T12" fmla="*/ 1 w 6"/>
                      <a:gd name="T13" fmla="*/ 1 h 27"/>
                      <a:gd name="T14" fmla="*/ 1 w 6"/>
                      <a:gd name="T15" fmla="*/ 1 h 27"/>
                      <a:gd name="T16" fmla="*/ 1 w 6"/>
                      <a:gd name="T17" fmla="*/ 1 h 27"/>
                      <a:gd name="T18" fmla="*/ 1 w 6"/>
                      <a:gd name="T19" fmla="*/ 1 h 27"/>
                      <a:gd name="T20" fmla="*/ 0 w 6"/>
                      <a:gd name="T21" fmla="*/ 1 h 27"/>
                      <a:gd name="T22" fmla="*/ 1 w 6"/>
                      <a:gd name="T23" fmla="*/ 1 h 27"/>
                      <a:gd name="T24" fmla="*/ 0 w 6"/>
                      <a:gd name="T25" fmla="*/ 1 h 27"/>
                      <a:gd name="T26" fmla="*/ 1 w 6"/>
                      <a:gd name="T27" fmla="*/ 1 h 27"/>
                      <a:gd name="T28" fmla="*/ 0 w 6"/>
                      <a:gd name="T29" fmla="*/ 1 h 2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
                      <a:gd name="T46" fmla="*/ 0 h 27"/>
                      <a:gd name="T47" fmla="*/ 6 w 6"/>
                      <a:gd name="T48" fmla="*/ 27 h 2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 h="27">
                        <a:moveTo>
                          <a:pt x="0" y="27"/>
                        </a:moveTo>
                        <a:lnTo>
                          <a:pt x="1" y="27"/>
                        </a:lnTo>
                        <a:lnTo>
                          <a:pt x="5" y="21"/>
                        </a:lnTo>
                        <a:lnTo>
                          <a:pt x="6" y="14"/>
                        </a:lnTo>
                        <a:lnTo>
                          <a:pt x="6" y="8"/>
                        </a:lnTo>
                        <a:lnTo>
                          <a:pt x="5" y="0"/>
                        </a:lnTo>
                        <a:lnTo>
                          <a:pt x="3" y="1"/>
                        </a:lnTo>
                        <a:lnTo>
                          <a:pt x="4" y="8"/>
                        </a:lnTo>
                        <a:lnTo>
                          <a:pt x="4" y="14"/>
                        </a:lnTo>
                        <a:lnTo>
                          <a:pt x="3" y="20"/>
                        </a:lnTo>
                        <a:lnTo>
                          <a:pt x="0" y="25"/>
                        </a:lnTo>
                        <a:lnTo>
                          <a:pt x="1" y="25"/>
                        </a:lnTo>
                        <a:lnTo>
                          <a:pt x="0" y="27"/>
                        </a:lnTo>
                        <a:lnTo>
                          <a:pt x="1" y="27"/>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09" name="Freeform 30"/>
                  <p:cNvSpPr>
                    <a:spLocks/>
                  </p:cNvSpPr>
                  <p:nvPr/>
                </p:nvSpPr>
                <p:spPr bwMode="auto">
                  <a:xfrm>
                    <a:off x="4372" y="3613"/>
                    <a:ext cx="4" cy="11"/>
                  </a:xfrm>
                  <a:custGeom>
                    <a:avLst/>
                    <a:gdLst>
                      <a:gd name="T0" fmla="*/ 0 w 8"/>
                      <a:gd name="T1" fmla="*/ 0 h 21"/>
                      <a:gd name="T2" fmla="*/ 1 w 8"/>
                      <a:gd name="T3" fmla="*/ 1 h 21"/>
                      <a:gd name="T4" fmla="*/ 1 w 8"/>
                      <a:gd name="T5" fmla="*/ 1 h 21"/>
                      <a:gd name="T6" fmla="*/ 1 w 8"/>
                      <a:gd name="T7" fmla="*/ 1 h 21"/>
                      <a:gd name="T8" fmla="*/ 1 w 8"/>
                      <a:gd name="T9" fmla="*/ 1 h 21"/>
                      <a:gd name="T10" fmla="*/ 1 w 8"/>
                      <a:gd name="T11" fmla="*/ 1 h 21"/>
                      <a:gd name="T12" fmla="*/ 1 w 8"/>
                      <a:gd name="T13" fmla="*/ 1 h 21"/>
                      <a:gd name="T14" fmla="*/ 1 w 8"/>
                      <a:gd name="T15" fmla="*/ 1 h 21"/>
                      <a:gd name="T16" fmla="*/ 1 w 8"/>
                      <a:gd name="T17" fmla="*/ 1 h 21"/>
                      <a:gd name="T18" fmla="*/ 1 w 8"/>
                      <a:gd name="T19" fmla="*/ 1 h 21"/>
                      <a:gd name="T20" fmla="*/ 1 w 8"/>
                      <a:gd name="T21" fmla="*/ 1 h 21"/>
                      <a:gd name="T22" fmla="*/ 1 w 8"/>
                      <a:gd name="T23" fmla="*/ 1 h 21"/>
                      <a:gd name="T24" fmla="*/ 1 w 8"/>
                      <a:gd name="T25" fmla="*/ 1 h 21"/>
                      <a:gd name="T26" fmla="*/ 1 w 8"/>
                      <a:gd name="T27" fmla="*/ 0 h 21"/>
                      <a:gd name="T28" fmla="*/ 1 w 8"/>
                      <a:gd name="T29" fmla="*/ 1 h 21"/>
                      <a:gd name="T30" fmla="*/ 0 w 8"/>
                      <a:gd name="T31" fmla="*/ 0 h 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
                      <a:gd name="T49" fmla="*/ 0 h 21"/>
                      <a:gd name="T50" fmla="*/ 8 w 8"/>
                      <a:gd name="T51" fmla="*/ 21 h 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 h="21">
                        <a:moveTo>
                          <a:pt x="0" y="0"/>
                        </a:moveTo>
                        <a:lnTo>
                          <a:pt x="1" y="3"/>
                        </a:lnTo>
                        <a:lnTo>
                          <a:pt x="1" y="13"/>
                        </a:lnTo>
                        <a:lnTo>
                          <a:pt x="2" y="15"/>
                        </a:lnTo>
                        <a:lnTo>
                          <a:pt x="3" y="18"/>
                        </a:lnTo>
                        <a:lnTo>
                          <a:pt x="5" y="20"/>
                        </a:lnTo>
                        <a:lnTo>
                          <a:pt x="7" y="21"/>
                        </a:lnTo>
                        <a:lnTo>
                          <a:pt x="8" y="19"/>
                        </a:lnTo>
                        <a:lnTo>
                          <a:pt x="6" y="18"/>
                        </a:lnTo>
                        <a:lnTo>
                          <a:pt x="5" y="16"/>
                        </a:lnTo>
                        <a:lnTo>
                          <a:pt x="5" y="15"/>
                        </a:lnTo>
                        <a:lnTo>
                          <a:pt x="3" y="11"/>
                        </a:lnTo>
                        <a:lnTo>
                          <a:pt x="3" y="3"/>
                        </a:lnTo>
                        <a:lnTo>
                          <a:pt x="2" y="0"/>
                        </a:lnTo>
                        <a:lnTo>
                          <a:pt x="2" y="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0" name="Freeform 31"/>
                  <p:cNvSpPr>
                    <a:spLocks/>
                  </p:cNvSpPr>
                  <p:nvPr/>
                </p:nvSpPr>
                <p:spPr bwMode="auto">
                  <a:xfrm>
                    <a:off x="4372" y="3608"/>
                    <a:ext cx="6" cy="6"/>
                  </a:xfrm>
                  <a:custGeom>
                    <a:avLst/>
                    <a:gdLst>
                      <a:gd name="T0" fmla="*/ 1 w 12"/>
                      <a:gd name="T1" fmla="*/ 1 h 11"/>
                      <a:gd name="T2" fmla="*/ 1 w 12"/>
                      <a:gd name="T3" fmla="*/ 1 h 11"/>
                      <a:gd name="T4" fmla="*/ 1 w 12"/>
                      <a:gd name="T5" fmla="*/ 0 h 11"/>
                      <a:gd name="T6" fmla="*/ 1 w 12"/>
                      <a:gd name="T7" fmla="*/ 0 h 11"/>
                      <a:gd name="T8" fmla="*/ 1 w 12"/>
                      <a:gd name="T9" fmla="*/ 1 h 11"/>
                      <a:gd name="T10" fmla="*/ 1 w 12"/>
                      <a:gd name="T11" fmla="*/ 1 h 11"/>
                      <a:gd name="T12" fmla="*/ 1 w 12"/>
                      <a:gd name="T13" fmla="*/ 1 h 11"/>
                      <a:gd name="T14" fmla="*/ 0 w 12"/>
                      <a:gd name="T15" fmla="*/ 1 h 11"/>
                      <a:gd name="T16" fmla="*/ 1 w 12"/>
                      <a:gd name="T17" fmla="*/ 1 h 11"/>
                      <a:gd name="T18" fmla="*/ 1 w 12"/>
                      <a:gd name="T19" fmla="*/ 1 h 11"/>
                      <a:gd name="T20" fmla="*/ 1 w 12"/>
                      <a:gd name="T21" fmla="*/ 1 h 11"/>
                      <a:gd name="T22" fmla="*/ 1 w 12"/>
                      <a:gd name="T23" fmla="*/ 1 h 11"/>
                      <a:gd name="T24" fmla="*/ 1 w 12"/>
                      <a:gd name="T25" fmla="*/ 1 h 11"/>
                      <a:gd name="T26" fmla="*/ 1 w 12"/>
                      <a:gd name="T27" fmla="*/ 1 h 11"/>
                      <a:gd name="T28" fmla="*/ 1 w 12"/>
                      <a:gd name="T29" fmla="*/ 1 h 11"/>
                      <a:gd name="T30" fmla="*/ 1 w 12"/>
                      <a:gd name="T31" fmla="*/ 1 h 1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
                      <a:gd name="T49" fmla="*/ 0 h 11"/>
                      <a:gd name="T50" fmla="*/ 12 w 12"/>
                      <a:gd name="T51" fmla="*/ 11 h 1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 h="11">
                        <a:moveTo>
                          <a:pt x="12" y="3"/>
                        </a:moveTo>
                        <a:lnTo>
                          <a:pt x="10" y="1"/>
                        </a:lnTo>
                        <a:lnTo>
                          <a:pt x="7" y="0"/>
                        </a:lnTo>
                        <a:lnTo>
                          <a:pt x="6" y="0"/>
                        </a:lnTo>
                        <a:lnTo>
                          <a:pt x="2" y="3"/>
                        </a:lnTo>
                        <a:lnTo>
                          <a:pt x="1" y="6"/>
                        </a:lnTo>
                        <a:lnTo>
                          <a:pt x="1" y="8"/>
                        </a:lnTo>
                        <a:lnTo>
                          <a:pt x="0" y="9"/>
                        </a:lnTo>
                        <a:lnTo>
                          <a:pt x="2" y="11"/>
                        </a:lnTo>
                        <a:lnTo>
                          <a:pt x="3" y="8"/>
                        </a:lnTo>
                        <a:lnTo>
                          <a:pt x="3" y="7"/>
                        </a:lnTo>
                        <a:lnTo>
                          <a:pt x="5" y="4"/>
                        </a:lnTo>
                        <a:lnTo>
                          <a:pt x="7" y="2"/>
                        </a:lnTo>
                        <a:lnTo>
                          <a:pt x="8" y="2"/>
                        </a:lnTo>
                        <a:lnTo>
                          <a:pt x="10" y="4"/>
                        </a:lnTo>
                        <a:lnTo>
                          <a:pt x="12"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1" name="Freeform 32"/>
                  <p:cNvSpPr>
                    <a:spLocks/>
                  </p:cNvSpPr>
                  <p:nvPr/>
                </p:nvSpPr>
                <p:spPr bwMode="auto">
                  <a:xfrm>
                    <a:off x="4507" y="3609"/>
                    <a:ext cx="16" cy="10"/>
                  </a:xfrm>
                  <a:custGeom>
                    <a:avLst/>
                    <a:gdLst>
                      <a:gd name="T0" fmla="*/ 1 w 32"/>
                      <a:gd name="T1" fmla="*/ 0 h 18"/>
                      <a:gd name="T2" fmla="*/ 1 w 32"/>
                      <a:gd name="T3" fmla="*/ 1 h 18"/>
                      <a:gd name="T4" fmla="*/ 1 w 32"/>
                      <a:gd name="T5" fmla="*/ 1 h 18"/>
                      <a:gd name="T6" fmla="*/ 1 w 32"/>
                      <a:gd name="T7" fmla="*/ 1 h 18"/>
                      <a:gd name="T8" fmla="*/ 1 w 32"/>
                      <a:gd name="T9" fmla="*/ 1 h 18"/>
                      <a:gd name="T10" fmla="*/ 1 w 32"/>
                      <a:gd name="T11" fmla="*/ 1 h 18"/>
                      <a:gd name="T12" fmla="*/ 1 w 32"/>
                      <a:gd name="T13" fmla="*/ 1 h 18"/>
                      <a:gd name="T14" fmla="*/ 1 w 32"/>
                      <a:gd name="T15" fmla="*/ 1 h 18"/>
                      <a:gd name="T16" fmla="*/ 0 w 32"/>
                      <a:gd name="T17" fmla="*/ 1 h 18"/>
                      <a:gd name="T18" fmla="*/ 1 w 32"/>
                      <a:gd name="T19" fmla="*/ 1 h 18"/>
                      <a:gd name="T20" fmla="*/ 0 w 32"/>
                      <a:gd name="T21" fmla="*/ 1 h 18"/>
                      <a:gd name="T22" fmla="*/ 0 w 32"/>
                      <a:gd name="T23" fmla="*/ 1 h 18"/>
                      <a:gd name="T24" fmla="*/ 1 w 32"/>
                      <a:gd name="T25" fmla="*/ 1 h 18"/>
                      <a:gd name="T26" fmla="*/ 1 w 32"/>
                      <a:gd name="T27" fmla="*/ 1 h 18"/>
                      <a:gd name="T28" fmla="*/ 1 w 32"/>
                      <a:gd name="T29" fmla="*/ 1 h 18"/>
                      <a:gd name="T30" fmla="*/ 1 w 32"/>
                      <a:gd name="T31" fmla="*/ 1 h 18"/>
                      <a:gd name="T32" fmla="*/ 1 w 32"/>
                      <a:gd name="T33" fmla="*/ 0 h 18"/>
                      <a:gd name="T34" fmla="*/ 1 w 32"/>
                      <a:gd name="T35" fmla="*/ 0 h 1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2"/>
                      <a:gd name="T55" fmla="*/ 0 h 18"/>
                      <a:gd name="T56" fmla="*/ 32 w 32"/>
                      <a:gd name="T57" fmla="*/ 18 h 1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2" h="18">
                        <a:moveTo>
                          <a:pt x="32" y="0"/>
                        </a:moveTo>
                        <a:lnTo>
                          <a:pt x="32" y="4"/>
                        </a:lnTo>
                        <a:lnTo>
                          <a:pt x="31" y="7"/>
                        </a:lnTo>
                        <a:lnTo>
                          <a:pt x="29" y="11"/>
                        </a:lnTo>
                        <a:lnTo>
                          <a:pt x="29" y="16"/>
                        </a:lnTo>
                        <a:lnTo>
                          <a:pt x="18" y="16"/>
                        </a:lnTo>
                        <a:lnTo>
                          <a:pt x="15" y="17"/>
                        </a:lnTo>
                        <a:lnTo>
                          <a:pt x="3" y="17"/>
                        </a:lnTo>
                        <a:lnTo>
                          <a:pt x="0" y="18"/>
                        </a:lnTo>
                        <a:lnTo>
                          <a:pt x="1" y="17"/>
                        </a:lnTo>
                        <a:lnTo>
                          <a:pt x="0" y="14"/>
                        </a:lnTo>
                        <a:lnTo>
                          <a:pt x="0" y="6"/>
                        </a:lnTo>
                        <a:lnTo>
                          <a:pt x="2" y="4"/>
                        </a:lnTo>
                        <a:lnTo>
                          <a:pt x="5" y="2"/>
                        </a:lnTo>
                        <a:lnTo>
                          <a:pt x="8" y="1"/>
                        </a:lnTo>
                        <a:lnTo>
                          <a:pt x="12" y="1"/>
                        </a:lnTo>
                        <a:lnTo>
                          <a:pt x="16" y="0"/>
                        </a:lnTo>
                        <a:lnTo>
                          <a:pt x="32"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2" name="Freeform 33"/>
                  <p:cNvSpPr>
                    <a:spLocks/>
                  </p:cNvSpPr>
                  <p:nvPr/>
                </p:nvSpPr>
                <p:spPr bwMode="auto">
                  <a:xfrm>
                    <a:off x="4522" y="3609"/>
                    <a:ext cx="2" cy="9"/>
                  </a:xfrm>
                  <a:custGeom>
                    <a:avLst/>
                    <a:gdLst>
                      <a:gd name="T0" fmla="*/ 0 w 5"/>
                      <a:gd name="T1" fmla="*/ 1 h 17"/>
                      <a:gd name="T2" fmla="*/ 0 w 5"/>
                      <a:gd name="T3" fmla="*/ 1 h 17"/>
                      <a:gd name="T4" fmla="*/ 0 w 5"/>
                      <a:gd name="T5" fmla="*/ 1 h 17"/>
                      <a:gd name="T6" fmla="*/ 0 w 5"/>
                      <a:gd name="T7" fmla="*/ 1 h 17"/>
                      <a:gd name="T8" fmla="*/ 0 w 5"/>
                      <a:gd name="T9" fmla="*/ 1 h 17"/>
                      <a:gd name="T10" fmla="*/ 0 w 5"/>
                      <a:gd name="T11" fmla="*/ 0 h 17"/>
                      <a:gd name="T12" fmla="*/ 0 w 5"/>
                      <a:gd name="T13" fmla="*/ 0 h 17"/>
                      <a:gd name="T14" fmla="*/ 0 w 5"/>
                      <a:gd name="T15" fmla="*/ 1 h 17"/>
                      <a:gd name="T16" fmla="*/ 0 w 5"/>
                      <a:gd name="T17" fmla="*/ 1 h 17"/>
                      <a:gd name="T18" fmla="*/ 0 w 5"/>
                      <a:gd name="T19" fmla="*/ 1 h 17"/>
                      <a:gd name="T20" fmla="*/ 0 w 5"/>
                      <a:gd name="T21" fmla="*/ 1 h 17"/>
                      <a:gd name="T22" fmla="*/ 0 w 5"/>
                      <a:gd name="T23" fmla="*/ 1 h 17"/>
                      <a:gd name="T24" fmla="*/ 0 w 5"/>
                      <a:gd name="T25" fmla="*/ 1 h 17"/>
                      <a:gd name="T26" fmla="*/ 0 w 5"/>
                      <a:gd name="T27" fmla="*/ 1 h 17"/>
                      <a:gd name="T28" fmla="*/ 0 w 5"/>
                      <a:gd name="T29" fmla="*/ 1 h 17"/>
                      <a:gd name="T30" fmla="*/ 0 w 5"/>
                      <a:gd name="T31" fmla="*/ 1 h 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
                      <a:gd name="T49" fmla="*/ 0 h 17"/>
                      <a:gd name="T50" fmla="*/ 5 w 5"/>
                      <a:gd name="T51" fmla="*/ 17 h 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 h="17">
                        <a:moveTo>
                          <a:pt x="1" y="17"/>
                        </a:moveTo>
                        <a:lnTo>
                          <a:pt x="3" y="16"/>
                        </a:lnTo>
                        <a:lnTo>
                          <a:pt x="3" y="12"/>
                        </a:lnTo>
                        <a:lnTo>
                          <a:pt x="4" y="7"/>
                        </a:lnTo>
                        <a:lnTo>
                          <a:pt x="4" y="4"/>
                        </a:lnTo>
                        <a:lnTo>
                          <a:pt x="5" y="0"/>
                        </a:lnTo>
                        <a:lnTo>
                          <a:pt x="3" y="0"/>
                        </a:lnTo>
                        <a:lnTo>
                          <a:pt x="3" y="4"/>
                        </a:lnTo>
                        <a:lnTo>
                          <a:pt x="1" y="7"/>
                        </a:lnTo>
                        <a:lnTo>
                          <a:pt x="0" y="11"/>
                        </a:lnTo>
                        <a:lnTo>
                          <a:pt x="0" y="16"/>
                        </a:lnTo>
                        <a:lnTo>
                          <a:pt x="1" y="15"/>
                        </a:lnTo>
                        <a:lnTo>
                          <a:pt x="1" y="17"/>
                        </a:lnTo>
                        <a:lnTo>
                          <a:pt x="3" y="17"/>
                        </a:lnTo>
                        <a:lnTo>
                          <a:pt x="3" y="16"/>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3" name="Freeform 34"/>
                  <p:cNvSpPr>
                    <a:spLocks/>
                  </p:cNvSpPr>
                  <p:nvPr/>
                </p:nvSpPr>
                <p:spPr bwMode="auto">
                  <a:xfrm>
                    <a:off x="4507" y="3617"/>
                    <a:ext cx="15" cy="3"/>
                  </a:xfrm>
                  <a:custGeom>
                    <a:avLst/>
                    <a:gdLst>
                      <a:gd name="T0" fmla="*/ 0 w 30"/>
                      <a:gd name="T1" fmla="*/ 1 h 6"/>
                      <a:gd name="T2" fmla="*/ 1 w 30"/>
                      <a:gd name="T3" fmla="*/ 1 h 6"/>
                      <a:gd name="T4" fmla="*/ 1 w 30"/>
                      <a:gd name="T5" fmla="*/ 1 h 6"/>
                      <a:gd name="T6" fmla="*/ 1 w 30"/>
                      <a:gd name="T7" fmla="*/ 1 h 6"/>
                      <a:gd name="T8" fmla="*/ 1 w 30"/>
                      <a:gd name="T9" fmla="*/ 1 h 6"/>
                      <a:gd name="T10" fmla="*/ 1 w 30"/>
                      <a:gd name="T11" fmla="*/ 1 h 6"/>
                      <a:gd name="T12" fmla="*/ 1 w 30"/>
                      <a:gd name="T13" fmla="*/ 0 h 6"/>
                      <a:gd name="T14" fmla="*/ 1 w 30"/>
                      <a:gd name="T15" fmla="*/ 0 h 6"/>
                      <a:gd name="T16" fmla="*/ 1 w 30"/>
                      <a:gd name="T17" fmla="*/ 1 h 6"/>
                      <a:gd name="T18" fmla="*/ 1 w 30"/>
                      <a:gd name="T19" fmla="*/ 1 h 6"/>
                      <a:gd name="T20" fmla="*/ 1 w 30"/>
                      <a:gd name="T21" fmla="*/ 1 h 6"/>
                      <a:gd name="T22" fmla="*/ 1 w 30"/>
                      <a:gd name="T23" fmla="*/ 1 h 6"/>
                      <a:gd name="T24" fmla="*/ 1 w 30"/>
                      <a:gd name="T25" fmla="*/ 1 h 6"/>
                      <a:gd name="T26" fmla="*/ 0 w 30"/>
                      <a:gd name="T27" fmla="*/ 1 h 6"/>
                      <a:gd name="T28" fmla="*/ 0 w 30"/>
                      <a:gd name="T29" fmla="*/ 1 h 6"/>
                      <a:gd name="T30" fmla="*/ 1 w 30"/>
                      <a:gd name="T31" fmla="*/ 1 h 6"/>
                      <a:gd name="T32" fmla="*/ 0 w 30"/>
                      <a:gd name="T33" fmla="*/ 1 h 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0"/>
                      <a:gd name="T52" fmla="*/ 0 h 6"/>
                      <a:gd name="T53" fmla="*/ 30 w 30"/>
                      <a:gd name="T54" fmla="*/ 6 h 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0" h="6">
                        <a:moveTo>
                          <a:pt x="0" y="3"/>
                        </a:moveTo>
                        <a:lnTo>
                          <a:pt x="2" y="5"/>
                        </a:lnTo>
                        <a:lnTo>
                          <a:pt x="4" y="3"/>
                        </a:lnTo>
                        <a:lnTo>
                          <a:pt x="8" y="3"/>
                        </a:lnTo>
                        <a:lnTo>
                          <a:pt x="12" y="2"/>
                        </a:lnTo>
                        <a:lnTo>
                          <a:pt x="30" y="2"/>
                        </a:lnTo>
                        <a:lnTo>
                          <a:pt x="30" y="0"/>
                        </a:lnTo>
                        <a:lnTo>
                          <a:pt x="19" y="0"/>
                        </a:lnTo>
                        <a:lnTo>
                          <a:pt x="16" y="1"/>
                        </a:lnTo>
                        <a:lnTo>
                          <a:pt x="8" y="1"/>
                        </a:lnTo>
                        <a:lnTo>
                          <a:pt x="4" y="2"/>
                        </a:lnTo>
                        <a:lnTo>
                          <a:pt x="1" y="2"/>
                        </a:lnTo>
                        <a:lnTo>
                          <a:pt x="2" y="3"/>
                        </a:lnTo>
                        <a:lnTo>
                          <a:pt x="0" y="3"/>
                        </a:lnTo>
                        <a:lnTo>
                          <a:pt x="0" y="6"/>
                        </a:lnTo>
                        <a:lnTo>
                          <a:pt x="2" y="5"/>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4" name="Freeform 35"/>
                  <p:cNvSpPr>
                    <a:spLocks/>
                  </p:cNvSpPr>
                  <p:nvPr/>
                </p:nvSpPr>
                <p:spPr bwMode="auto">
                  <a:xfrm>
                    <a:off x="4507" y="3610"/>
                    <a:ext cx="3" cy="9"/>
                  </a:xfrm>
                  <a:custGeom>
                    <a:avLst/>
                    <a:gdLst>
                      <a:gd name="T0" fmla="*/ 0 w 7"/>
                      <a:gd name="T1" fmla="*/ 0 h 17"/>
                      <a:gd name="T2" fmla="*/ 0 w 7"/>
                      <a:gd name="T3" fmla="*/ 1 h 17"/>
                      <a:gd name="T4" fmla="*/ 0 w 7"/>
                      <a:gd name="T5" fmla="*/ 1 h 17"/>
                      <a:gd name="T6" fmla="*/ 0 w 7"/>
                      <a:gd name="T7" fmla="*/ 1 h 17"/>
                      <a:gd name="T8" fmla="*/ 0 w 7"/>
                      <a:gd name="T9" fmla="*/ 1 h 17"/>
                      <a:gd name="T10" fmla="*/ 0 w 7"/>
                      <a:gd name="T11" fmla="*/ 1 h 17"/>
                      <a:gd name="T12" fmla="*/ 0 w 7"/>
                      <a:gd name="T13" fmla="*/ 1 h 17"/>
                      <a:gd name="T14" fmla="*/ 0 w 7"/>
                      <a:gd name="T15" fmla="*/ 1 h 17"/>
                      <a:gd name="T16" fmla="*/ 0 w 7"/>
                      <a:gd name="T17" fmla="*/ 1 h 17"/>
                      <a:gd name="T18" fmla="*/ 0 w 7"/>
                      <a:gd name="T19" fmla="*/ 1 h 17"/>
                      <a:gd name="T20" fmla="*/ 0 w 7"/>
                      <a:gd name="T21" fmla="*/ 1 h 17"/>
                      <a:gd name="T22" fmla="*/ 0 w 7"/>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
                      <a:gd name="T37" fmla="*/ 0 h 17"/>
                      <a:gd name="T38" fmla="*/ 7 w 7"/>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 h="17">
                        <a:moveTo>
                          <a:pt x="6" y="0"/>
                        </a:moveTo>
                        <a:lnTo>
                          <a:pt x="3" y="1"/>
                        </a:lnTo>
                        <a:lnTo>
                          <a:pt x="1" y="3"/>
                        </a:lnTo>
                        <a:lnTo>
                          <a:pt x="0" y="5"/>
                        </a:lnTo>
                        <a:lnTo>
                          <a:pt x="0" y="17"/>
                        </a:lnTo>
                        <a:lnTo>
                          <a:pt x="2" y="17"/>
                        </a:lnTo>
                        <a:lnTo>
                          <a:pt x="3" y="16"/>
                        </a:lnTo>
                        <a:lnTo>
                          <a:pt x="2" y="13"/>
                        </a:lnTo>
                        <a:lnTo>
                          <a:pt x="2" y="5"/>
                        </a:lnTo>
                        <a:lnTo>
                          <a:pt x="4" y="3"/>
                        </a:lnTo>
                        <a:lnTo>
                          <a:pt x="7" y="3"/>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5" name="Freeform 36"/>
                  <p:cNvSpPr>
                    <a:spLocks/>
                  </p:cNvSpPr>
                  <p:nvPr/>
                </p:nvSpPr>
                <p:spPr bwMode="auto">
                  <a:xfrm>
                    <a:off x="4510" y="3609"/>
                    <a:ext cx="14" cy="2"/>
                  </a:xfrm>
                  <a:custGeom>
                    <a:avLst/>
                    <a:gdLst>
                      <a:gd name="T0" fmla="*/ 1 w 28"/>
                      <a:gd name="T1" fmla="*/ 0 h 5"/>
                      <a:gd name="T2" fmla="*/ 1 w 28"/>
                      <a:gd name="T3" fmla="*/ 0 h 5"/>
                      <a:gd name="T4" fmla="*/ 1 w 28"/>
                      <a:gd name="T5" fmla="*/ 0 h 5"/>
                      <a:gd name="T6" fmla="*/ 1 w 28"/>
                      <a:gd name="T7" fmla="*/ 0 h 5"/>
                      <a:gd name="T8" fmla="*/ 1 w 28"/>
                      <a:gd name="T9" fmla="*/ 0 h 5"/>
                      <a:gd name="T10" fmla="*/ 0 w 28"/>
                      <a:gd name="T11" fmla="*/ 0 h 5"/>
                      <a:gd name="T12" fmla="*/ 1 w 28"/>
                      <a:gd name="T13" fmla="*/ 0 h 5"/>
                      <a:gd name="T14" fmla="*/ 1 w 28"/>
                      <a:gd name="T15" fmla="*/ 0 h 5"/>
                      <a:gd name="T16" fmla="*/ 1 w 28"/>
                      <a:gd name="T17" fmla="*/ 0 h 5"/>
                      <a:gd name="T18" fmla="*/ 1 w 28"/>
                      <a:gd name="T19" fmla="*/ 0 h 5"/>
                      <a:gd name="T20" fmla="*/ 1 w 28"/>
                      <a:gd name="T21" fmla="*/ 0 h 5"/>
                      <a:gd name="T22" fmla="*/ 1 w 28"/>
                      <a:gd name="T23" fmla="*/ 0 h 5"/>
                      <a:gd name="T24" fmla="*/ 1 w 28"/>
                      <a:gd name="T25" fmla="*/ 0 h 5"/>
                      <a:gd name="T26" fmla="*/ 1 w 28"/>
                      <a:gd name="T27" fmla="*/ 0 h 5"/>
                      <a:gd name="T28" fmla="*/ 1 w 28"/>
                      <a:gd name="T29" fmla="*/ 0 h 5"/>
                      <a:gd name="T30" fmla="*/ 1 w 28"/>
                      <a:gd name="T31" fmla="*/ 0 h 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8"/>
                      <a:gd name="T49" fmla="*/ 0 h 5"/>
                      <a:gd name="T50" fmla="*/ 28 w 28"/>
                      <a:gd name="T51" fmla="*/ 5 h 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8" h="5">
                        <a:moveTo>
                          <a:pt x="28" y="1"/>
                        </a:moveTo>
                        <a:lnTo>
                          <a:pt x="27" y="0"/>
                        </a:lnTo>
                        <a:lnTo>
                          <a:pt x="11" y="0"/>
                        </a:lnTo>
                        <a:lnTo>
                          <a:pt x="7" y="1"/>
                        </a:lnTo>
                        <a:lnTo>
                          <a:pt x="3" y="1"/>
                        </a:lnTo>
                        <a:lnTo>
                          <a:pt x="0" y="2"/>
                        </a:lnTo>
                        <a:lnTo>
                          <a:pt x="1" y="5"/>
                        </a:lnTo>
                        <a:lnTo>
                          <a:pt x="5" y="3"/>
                        </a:lnTo>
                        <a:lnTo>
                          <a:pt x="7" y="3"/>
                        </a:lnTo>
                        <a:lnTo>
                          <a:pt x="11" y="2"/>
                        </a:lnTo>
                        <a:lnTo>
                          <a:pt x="27" y="2"/>
                        </a:lnTo>
                        <a:lnTo>
                          <a:pt x="26" y="1"/>
                        </a:lnTo>
                        <a:lnTo>
                          <a:pt x="28" y="1"/>
                        </a:lnTo>
                        <a:lnTo>
                          <a:pt x="28" y="0"/>
                        </a:lnTo>
                        <a:lnTo>
                          <a:pt x="27" y="0"/>
                        </a:lnTo>
                        <a:lnTo>
                          <a:pt x="2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6" name="Freeform 37"/>
                  <p:cNvSpPr>
                    <a:spLocks/>
                  </p:cNvSpPr>
                  <p:nvPr/>
                </p:nvSpPr>
                <p:spPr bwMode="auto">
                  <a:xfrm>
                    <a:off x="4507" y="3611"/>
                    <a:ext cx="31" cy="11"/>
                  </a:xfrm>
                  <a:custGeom>
                    <a:avLst/>
                    <a:gdLst>
                      <a:gd name="T0" fmla="*/ 2 w 60"/>
                      <a:gd name="T1" fmla="*/ 0 h 22"/>
                      <a:gd name="T2" fmla="*/ 2 w 60"/>
                      <a:gd name="T3" fmla="*/ 1 h 22"/>
                      <a:gd name="T4" fmla="*/ 2 w 60"/>
                      <a:gd name="T5" fmla="*/ 1 h 22"/>
                      <a:gd name="T6" fmla="*/ 2 w 60"/>
                      <a:gd name="T7" fmla="*/ 1 h 22"/>
                      <a:gd name="T8" fmla="*/ 2 w 60"/>
                      <a:gd name="T9" fmla="*/ 1 h 22"/>
                      <a:gd name="T10" fmla="*/ 2 w 60"/>
                      <a:gd name="T11" fmla="*/ 1 h 22"/>
                      <a:gd name="T12" fmla="*/ 2 w 60"/>
                      <a:gd name="T13" fmla="*/ 1 h 22"/>
                      <a:gd name="T14" fmla="*/ 2 w 60"/>
                      <a:gd name="T15" fmla="*/ 1 h 22"/>
                      <a:gd name="T16" fmla="*/ 2 w 60"/>
                      <a:gd name="T17" fmla="*/ 1 h 22"/>
                      <a:gd name="T18" fmla="*/ 2 w 60"/>
                      <a:gd name="T19" fmla="*/ 1 h 22"/>
                      <a:gd name="T20" fmla="*/ 2 w 60"/>
                      <a:gd name="T21" fmla="*/ 1 h 22"/>
                      <a:gd name="T22" fmla="*/ 1 w 60"/>
                      <a:gd name="T23" fmla="*/ 1 h 22"/>
                      <a:gd name="T24" fmla="*/ 1 w 60"/>
                      <a:gd name="T25" fmla="*/ 1 h 22"/>
                      <a:gd name="T26" fmla="*/ 1 w 60"/>
                      <a:gd name="T27" fmla="*/ 1 h 22"/>
                      <a:gd name="T28" fmla="*/ 1 w 60"/>
                      <a:gd name="T29" fmla="*/ 1 h 22"/>
                      <a:gd name="T30" fmla="*/ 1 w 60"/>
                      <a:gd name="T31" fmla="*/ 1 h 22"/>
                      <a:gd name="T32" fmla="*/ 0 w 60"/>
                      <a:gd name="T33" fmla="*/ 1 h 22"/>
                      <a:gd name="T34" fmla="*/ 1 w 60"/>
                      <a:gd name="T35" fmla="*/ 1 h 22"/>
                      <a:gd name="T36" fmla="*/ 1 w 60"/>
                      <a:gd name="T37" fmla="*/ 1 h 22"/>
                      <a:gd name="T38" fmla="*/ 1 w 60"/>
                      <a:gd name="T39" fmla="*/ 1 h 22"/>
                      <a:gd name="T40" fmla="*/ 1 w 60"/>
                      <a:gd name="T41" fmla="*/ 1 h 22"/>
                      <a:gd name="T42" fmla="*/ 2 w 60"/>
                      <a:gd name="T43" fmla="*/ 1 h 22"/>
                      <a:gd name="T44" fmla="*/ 2 w 60"/>
                      <a:gd name="T45" fmla="*/ 1 h 22"/>
                      <a:gd name="T46" fmla="*/ 2 w 60"/>
                      <a:gd name="T47" fmla="*/ 1 h 22"/>
                      <a:gd name="T48" fmla="*/ 2 w 60"/>
                      <a:gd name="T49" fmla="*/ 1 h 22"/>
                      <a:gd name="T50" fmla="*/ 2 w 60"/>
                      <a:gd name="T51" fmla="*/ 1 h 22"/>
                      <a:gd name="T52" fmla="*/ 2 w 60"/>
                      <a:gd name="T53" fmla="*/ 1 h 22"/>
                      <a:gd name="T54" fmla="*/ 2 w 60"/>
                      <a:gd name="T55" fmla="*/ 1 h 22"/>
                      <a:gd name="T56" fmla="*/ 2 w 60"/>
                      <a:gd name="T57" fmla="*/ 1 h 22"/>
                      <a:gd name="T58" fmla="*/ 2 w 60"/>
                      <a:gd name="T59" fmla="*/ 1 h 22"/>
                      <a:gd name="T60" fmla="*/ 2 w 60"/>
                      <a:gd name="T61" fmla="*/ 0 h 22"/>
                      <a:gd name="T62" fmla="*/ 2 w 60"/>
                      <a:gd name="T63" fmla="*/ 0 h 2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0"/>
                      <a:gd name="T97" fmla="*/ 0 h 22"/>
                      <a:gd name="T98" fmla="*/ 60 w 60"/>
                      <a:gd name="T99" fmla="*/ 22 h 2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0" h="22">
                        <a:moveTo>
                          <a:pt x="59" y="0"/>
                        </a:moveTo>
                        <a:lnTo>
                          <a:pt x="60" y="5"/>
                        </a:lnTo>
                        <a:lnTo>
                          <a:pt x="60" y="8"/>
                        </a:lnTo>
                        <a:lnTo>
                          <a:pt x="59" y="12"/>
                        </a:lnTo>
                        <a:lnTo>
                          <a:pt x="56" y="16"/>
                        </a:lnTo>
                        <a:lnTo>
                          <a:pt x="53" y="16"/>
                        </a:lnTo>
                        <a:lnTo>
                          <a:pt x="49" y="17"/>
                        </a:lnTo>
                        <a:lnTo>
                          <a:pt x="47" y="17"/>
                        </a:lnTo>
                        <a:lnTo>
                          <a:pt x="43" y="18"/>
                        </a:lnTo>
                        <a:lnTo>
                          <a:pt x="39" y="18"/>
                        </a:lnTo>
                        <a:lnTo>
                          <a:pt x="37" y="19"/>
                        </a:lnTo>
                        <a:lnTo>
                          <a:pt x="26" y="19"/>
                        </a:lnTo>
                        <a:lnTo>
                          <a:pt x="23" y="21"/>
                        </a:lnTo>
                        <a:lnTo>
                          <a:pt x="12" y="21"/>
                        </a:lnTo>
                        <a:lnTo>
                          <a:pt x="10" y="22"/>
                        </a:lnTo>
                        <a:lnTo>
                          <a:pt x="3" y="22"/>
                        </a:lnTo>
                        <a:lnTo>
                          <a:pt x="0" y="19"/>
                        </a:lnTo>
                        <a:lnTo>
                          <a:pt x="10" y="19"/>
                        </a:lnTo>
                        <a:lnTo>
                          <a:pt x="12" y="18"/>
                        </a:lnTo>
                        <a:lnTo>
                          <a:pt x="24" y="18"/>
                        </a:lnTo>
                        <a:lnTo>
                          <a:pt x="27" y="17"/>
                        </a:lnTo>
                        <a:lnTo>
                          <a:pt x="37" y="17"/>
                        </a:lnTo>
                        <a:lnTo>
                          <a:pt x="39" y="16"/>
                        </a:lnTo>
                        <a:lnTo>
                          <a:pt x="43" y="14"/>
                        </a:lnTo>
                        <a:lnTo>
                          <a:pt x="45" y="14"/>
                        </a:lnTo>
                        <a:lnTo>
                          <a:pt x="48" y="13"/>
                        </a:lnTo>
                        <a:lnTo>
                          <a:pt x="50" y="11"/>
                        </a:lnTo>
                        <a:lnTo>
                          <a:pt x="50" y="8"/>
                        </a:lnTo>
                        <a:lnTo>
                          <a:pt x="52" y="6"/>
                        </a:lnTo>
                        <a:lnTo>
                          <a:pt x="52" y="1"/>
                        </a:lnTo>
                        <a:lnTo>
                          <a:pt x="53" y="0"/>
                        </a:lnTo>
                        <a:lnTo>
                          <a:pt x="59" y="0"/>
                        </a:lnTo>
                        <a:close/>
                      </a:path>
                    </a:pathLst>
                  </a:custGeom>
                  <a:solidFill>
                    <a:srgbClr val="8E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17" name="Freeform 38"/>
                  <p:cNvSpPr>
                    <a:spLocks/>
                  </p:cNvSpPr>
                  <p:nvPr/>
                </p:nvSpPr>
                <p:spPr bwMode="auto">
                  <a:xfrm>
                    <a:off x="4535" y="3611"/>
                    <a:ext cx="3" cy="9"/>
                  </a:xfrm>
                  <a:custGeom>
                    <a:avLst/>
                    <a:gdLst>
                      <a:gd name="T0" fmla="*/ 1 w 6"/>
                      <a:gd name="T1" fmla="*/ 1 h 17"/>
                      <a:gd name="T2" fmla="*/ 1 w 6"/>
                      <a:gd name="T3" fmla="*/ 1 h 17"/>
                      <a:gd name="T4" fmla="*/ 1 w 6"/>
                      <a:gd name="T5" fmla="*/ 1 h 17"/>
                      <a:gd name="T6" fmla="*/ 1 w 6"/>
                      <a:gd name="T7" fmla="*/ 1 h 17"/>
                      <a:gd name="T8" fmla="*/ 1 w 6"/>
                      <a:gd name="T9" fmla="*/ 0 h 17"/>
                      <a:gd name="T10" fmla="*/ 1 w 6"/>
                      <a:gd name="T11" fmla="*/ 0 h 17"/>
                      <a:gd name="T12" fmla="*/ 1 w 6"/>
                      <a:gd name="T13" fmla="*/ 1 h 17"/>
                      <a:gd name="T14" fmla="*/ 1 w 6"/>
                      <a:gd name="T15" fmla="*/ 1 h 17"/>
                      <a:gd name="T16" fmla="*/ 1 w 6"/>
                      <a:gd name="T17" fmla="*/ 1 h 17"/>
                      <a:gd name="T18" fmla="*/ 0 w 6"/>
                      <a:gd name="T19" fmla="*/ 1 h 17"/>
                      <a:gd name="T20" fmla="*/ 1 w 6"/>
                      <a:gd name="T21" fmla="*/ 1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
                      <a:gd name="T34" fmla="*/ 0 h 17"/>
                      <a:gd name="T35" fmla="*/ 6 w 6"/>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 h="17">
                        <a:moveTo>
                          <a:pt x="1" y="17"/>
                        </a:moveTo>
                        <a:lnTo>
                          <a:pt x="5" y="13"/>
                        </a:lnTo>
                        <a:lnTo>
                          <a:pt x="6" y="8"/>
                        </a:lnTo>
                        <a:lnTo>
                          <a:pt x="6" y="5"/>
                        </a:lnTo>
                        <a:lnTo>
                          <a:pt x="5" y="0"/>
                        </a:lnTo>
                        <a:lnTo>
                          <a:pt x="3" y="0"/>
                        </a:lnTo>
                        <a:lnTo>
                          <a:pt x="4" y="5"/>
                        </a:lnTo>
                        <a:lnTo>
                          <a:pt x="4" y="8"/>
                        </a:lnTo>
                        <a:lnTo>
                          <a:pt x="3" y="12"/>
                        </a:lnTo>
                        <a:lnTo>
                          <a:pt x="0" y="14"/>
                        </a:lnTo>
                        <a:lnTo>
                          <a:pt x="1"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415" name="Freeform 39"/>
                <p:cNvSpPr>
                  <a:spLocks/>
                </p:cNvSpPr>
                <p:nvPr/>
              </p:nvSpPr>
              <p:spPr bwMode="auto">
                <a:xfrm flipV="1">
                  <a:off x="5424" y="3488"/>
                  <a:ext cx="48" cy="96"/>
                </a:xfrm>
                <a:custGeom>
                  <a:avLst/>
                  <a:gdLst>
                    <a:gd name="T0" fmla="*/ 0 w 347"/>
                    <a:gd name="T1" fmla="*/ 0 h 480"/>
                    <a:gd name="T2" fmla="*/ 0 w 347"/>
                    <a:gd name="T3" fmla="*/ 0 h 480"/>
                    <a:gd name="T4" fmla="*/ 0 w 347"/>
                    <a:gd name="T5" fmla="*/ 0 h 480"/>
                    <a:gd name="T6" fmla="*/ 0 w 347"/>
                    <a:gd name="T7" fmla="*/ 0 h 480"/>
                    <a:gd name="T8" fmla="*/ 0 w 347"/>
                    <a:gd name="T9" fmla="*/ 0 h 480"/>
                    <a:gd name="T10" fmla="*/ 0 w 347"/>
                    <a:gd name="T11" fmla="*/ 0 h 480"/>
                    <a:gd name="T12" fmla="*/ 0 w 347"/>
                    <a:gd name="T13" fmla="*/ 0 h 480"/>
                    <a:gd name="T14" fmla="*/ 0 w 347"/>
                    <a:gd name="T15" fmla="*/ 0 h 480"/>
                    <a:gd name="T16" fmla="*/ 0 w 347"/>
                    <a:gd name="T17" fmla="*/ 0 h 480"/>
                    <a:gd name="T18" fmla="*/ 0 w 347"/>
                    <a:gd name="T19" fmla="*/ 0 h 480"/>
                    <a:gd name="T20" fmla="*/ 0 w 347"/>
                    <a:gd name="T21" fmla="*/ 0 h 480"/>
                    <a:gd name="T22" fmla="*/ 0 w 347"/>
                    <a:gd name="T23" fmla="*/ 0 h 480"/>
                    <a:gd name="T24" fmla="*/ 0 w 347"/>
                    <a:gd name="T25" fmla="*/ 0 h 480"/>
                    <a:gd name="T26" fmla="*/ 0 w 347"/>
                    <a:gd name="T27" fmla="*/ 0 h 480"/>
                    <a:gd name="T28" fmla="*/ 0 w 347"/>
                    <a:gd name="T29" fmla="*/ 0 h 480"/>
                    <a:gd name="T30" fmla="*/ 0 w 347"/>
                    <a:gd name="T31" fmla="*/ 0 h 480"/>
                    <a:gd name="T32" fmla="*/ 0 w 347"/>
                    <a:gd name="T33" fmla="*/ 0 h 480"/>
                    <a:gd name="T34" fmla="*/ 0 w 347"/>
                    <a:gd name="T35" fmla="*/ 0 h 480"/>
                    <a:gd name="T36" fmla="*/ 0 w 347"/>
                    <a:gd name="T37" fmla="*/ 0 h 480"/>
                    <a:gd name="T38" fmla="*/ 0 w 347"/>
                    <a:gd name="T39" fmla="*/ 0 h 480"/>
                    <a:gd name="T40" fmla="*/ 0 w 347"/>
                    <a:gd name="T41" fmla="*/ 0 h 480"/>
                    <a:gd name="T42" fmla="*/ 0 w 347"/>
                    <a:gd name="T43" fmla="*/ 0 h 480"/>
                    <a:gd name="T44" fmla="*/ 0 w 347"/>
                    <a:gd name="T45" fmla="*/ 0 h 480"/>
                    <a:gd name="T46" fmla="*/ 0 w 347"/>
                    <a:gd name="T47" fmla="*/ 0 h 480"/>
                    <a:gd name="T48" fmla="*/ 0 w 347"/>
                    <a:gd name="T49" fmla="*/ 0 h 480"/>
                    <a:gd name="T50" fmla="*/ 0 w 347"/>
                    <a:gd name="T51" fmla="*/ 0 h 480"/>
                    <a:gd name="T52" fmla="*/ 0 w 347"/>
                    <a:gd name="T53" fmla="*/ 0 h 480"/>
                    <a:gd name="T54" fmla="*/ 0 w 347"/>
                    <a:gd name="T55" fmla="*/ 0 h 480"/>
                    <a:gd name="T56" fmla="*/ 0 w 347"/>
                    <a:gd name="T57" fmla="*/ 0 h 480"/>
                    <a:gd name="T58" fmla="*/ 0 w 347"/>
                    <a:gd name="T59" fmla="*/ 0 h 480"/>
                    <a:gd name="T60" fmla="*/ 0 w 347"/>
                    <a:gd name="T61" fmla="*/ 0 h 480"/>
                    <a:gd name="T62" fmla="*/ 0 w 347"/>
                    <a:gd name="T63" fmla="*/ 0 h 480"/>
                    <a:gd name="T64" fmla="*/ 0 w 347"/>
                    <a:gd name="T65" fmla="*/ 0 h 480"/>
                    <a:gd name="T66" fmla="*/ 0 w 347"/>
                    <a:gd name="T67" fmla="*/ 0 h 480"/>
                    <a:gd name="T68" fmla="*/ 0 w 347"/>
                    <a:gd name="T69" fmla="*/ 0 h 480"/>
                    <a:gd name="T70" fmla="*/ 0 w 347"/>
                    <a:gd name="T71" fmla="*/ 0 h 480"/>
                    <a:gd name="T72" fmla="*/ 0 w 347"/>
                    <a:gd name="T73" fmla="*/ 0 h 480"/>
                    <a:gd name="T74" fmla="*/ 0 w 347"/>
                    <a:gd name="T75" fmla="*/ 0 h 480"/>
                    <a:gd name="T76" fmla="*/ 0 w 347"/>
                    <a:gd name="T77" fmla="*/ 0 h 480"/>
                    <a:gd name="T78" fmla="*/ 0 w 347"/>
                    <a:gd name="T79" fmla="*/ 0 h 480"/>
                    <a:gd name="T80" fmla="*/ 0 w 347"/>
                    <a:gd name="T81" fmla="*/ 0 h 480"/>
                    <a:gd name="T82" fmla="*/ 0 w 347"/>
                    <a:gd name="T83" fmla="*/ 0 h 480"/>
                    <a:gd name="T84" fmla="*/ 0 w 347"/>
                    <a:gd name="T85" fmla="*/ 0 h 480"/>
                    <a:gd name="T86" fmla="*/ 0 w 347"/>
                    <a:gd name="T87" fmla="*/ 0 h 480"/>
                    <a:gd name="T88" fmla="*/ 0 w 347"/>
                    <a:gd name="T89" fmla="*/ 0 h 480"/>
                    <a:gd name="T90" fmla="*/ 0 w 347"/>
                    <a:gd name="T91" fmla="*/ 0 h 480"/>
                    <a:gd name="T92" fmla="*/ 0 w 347"/>
                    <a:gd name="T93" fmla="*/ 0 h 480"/>
                    <a:gd name="T94" fmla="*/ 0 w 347"/>
                    <a:gd name="T95" fmla="*/ 0 h 480"/>
                    <a:gd name="T96" fmla="*/ 0 w 347"/>
                    <a:gd name="T97" fmla="*/ 0 h 480"/>
                    <a:gd name="T98" fmla="*/ 0 w 347"/>
                    <a:gd name="T99" fmla="*/ 0 h 480"/>
                    <a:gd name="T100" fmla="*/ 0 w 347"/>
                    <a:gd name="T101" fmla="*/ 0 h 480"/>
                    <a:gd name="T102" fmla="*/ 0 w 347"/>
                    <a:gd name="T103" fmla="*/ 0 h 480"/>
                    <a:gd name="T104" fmla="*/ 0 w 347"/>
                    <a:gd name="T105" fmla="*/ 0 h 480"/>
                    <a:gd name="T106" fmla="*/ 0 w 347"/>
                    <a:gd name="T107" fmla="*/ 0 h 480"/>
                    <a:gd name="T108" fmla="*/ 0 w 347"/>
                    <a:gd name="T109" fmla="*/ 0 h 480"/>
                    <a:gd name="T110" fmla="*/ 0 w 347"/>
                    <a:gd name="T111" fmla="*/ 0 h 480"/>
                    <a:gd name="T112" fmla="*/ 0 w 347"/>
                    <a:gd name="T113" fmla="*/ 0 h 480"/>
                    <a:gd name="T114" fmla="*/ 0 w 347"/>
                    <a:gd name="T115" fmla="*/ 0 h 480"/>
                    <a:gd name="T116" fmla="*/ 0 w 347"/>
                    <a:gd name="T117" fmla="*/ 0 h 480"/>
                    <a:gd name="T118" fmla="*/ 0 w 347"/>
                    <a:gd name="T119" fmla="*/ 0 h 480"/>
                    <a:gd name="T120" fmla="*/ 0 w 347"/>
                    <a:gd name="T121" fmla="*/ 0 h 480"/>
                    <a:gd name="T122" fmla="*/ 0 w 347"/>
                    <a:gd name="T123" fmla="*/ 0 h 480"/>
                    <a:gd name="T124" fmla="*/ 0 w 347"/>
                    <a:gd name="T125" fmla="*/ 0 h 48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47"/>
                    <a:gd name="T190" fmla="*/ 0 h 480"/>
                    <a:gd name="T191" fmla="*/ 347 w 347"/>
                    <a:gd name="T192" fmla="*/ 480 h 48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47" h="480">
                      <a:moveTo>
                        <a:pt x="347" y="298"/>
                      </a:moveTo>
                      <a:lnTo>
                        <a:pt x="344" y="310"/>
                      </a:lnTo>
                      <a:lnTo>
                        <a:pt x="339" y="323"/>
                      </a:lnTo>
                      <a:lnTo>
                        <a:pt x="333" y="336"/>
                      </a:lnTo>
                      <a:lnTo>
                        <a:pt x="326" y="350"/>
                      </a:lnTo>
                      <a:lnTo>
                        <a:pt x="319" y="360"/>
                      </a:lnTo>
                      <a:lnTo>
                        <a:pt x="312" y="370"/>
                      </a:lnTo>
                      <a:lnTo>
                        <a:pt x="308" y="376"/>
                      </a:lnTo>
                      <a:lnTo>
                        <a:pt x="306" y="378"/>
                      </a:lnTo>
                      <a:lnTo>
                        <a:pt x="306" y="380"/>
                      </a:lnTo>
                      <a:lnTo>
                        <a:pt x="284" y="419"/>
                      </a:lnTo>
                      <a:lnTo>
                        <a:pt x="250" y="441"/>
                      </a:lnTo>
                      <a:lnTo>
                        <a:pt x="253" y="420"/>
                      </a:lnTo>
                      <a:lnTo>
                        <a:pt x="255" y="399"/>
                      </a:lnTo>
                      <a:lnTo>
                        <a:pt x="256" y="376"/>
                      </a:lnTo>
                      <a:lnTo>
                        <a:pt x="256" y="353"/>
                      </a:lnTo>
                      <a:lnTo>
                        <a:pt x="256" y="345"/>
                      </a:lnTo>
                      <a:lnTo>
                        <a:pt x="256" y="336"/>
                      </a:lnTo>
                      <a:lnTo>
                        <a:pt x="256" y="329"/>
                      </a:lnTo>
                      <a:lnTo>
                        <a:pt x="255" y="321"/>
                      </a:lnTo>
                      <a:lnTo>
                        <a:pt x="255" y="299"/>
                      </a:lnTo>
                      <a:lnTo>
                        <a:pt x="255" y="273"/>
                      </a:lnTo>
                      <a:lnTo>
                        <a:pt x="254" y="244"/>
                      </a:lnTo>
                      <a:lnTo>
                        <a:pt x="251" y="214"/>
                      </a:lnTo>
                      <a:lnTo>
                        <a:pt x="247" y="185"/>
                      </a:lnTo>
                      <a:lnTo>
                        <a:pt x="240" y="159"/>
                      </a:lnTo>
                      <a:lnTo>
                        <a:pt x="232" y="135"/>
                      </a:lnTo>
                      <a:lnTo>
                        <a:pt x="219" y="118"/>
                      </a:lnTo>
                      <a:lnTo>
                        <a:pt x="215" y="115"/>
                      </a:lnTo>
                      <a:lnTo>
                        <a:pt x="211" y="112"/>
                      </a:lnTo>
                      <a:lnTo>
                        <a:pt x="207" y="110"/>
                      </a:lnTo>
                      <a:lnTo>
                        <a:pt x="203" y="109"/>
                      </a:lnTo>
                      <a:lnTo>
                        <a:pt x="198" y="108"/>
                      </a:lnTo>
                      <a:lnTo>
                        <a:pt x="193" y="108"/>
                      </a:lnTo>
                      <a:lnTo>
                        <a:pt x="188" y="108"/>
                      </a:lnTo>
                      <a:lnTo>
                        <a:pt x="183" y="109"/>
                      </a:lnTo>
                      <a:lnTo>
                        <a:pt x="176" y="111"/>
                      </a:lnTo>
                      <a:lnTo>
                        <a:pt x="170" y="116"/>
                      </a:lnTo>
                      <a:lnTo>
                        <a:pt x="164" y="121"/>
                      </a:lnTo>
                      <a:lnTo>
                        <a:pt x="158" y="127"/>
                      </a:lnTo>
                      <a:lnTo>
                        <a:pt x="157" y="127"/>
                      </a:lnTo>
                      <a:lnTo>
                        <a:pt x="157" y="128"/>
                      </a:lnTo>
                      <a:lnTo>
                        <a:pt x="156" y="129"/>
                      </a:lnTo>
                      <a:lnTo>
                        <a:pt x="155" y="130"/>
                      </a:lnTo>
                      <a:lnTo>
                        <a:pt x="154" y="133"/>
                      </a:lnTo>
                      <a:lnTo>
                        <a:pt x="153" y="134"/>
                      </a:lnTo>
                      <a:lnTo>
                        <a:pt x="152" y="135"/>
                      </a:lnTo>
                      <a:lnTo>
                        <a:pt x="151" y="136"/>
                      </a:lnTo>
                      <a:lnTo>
                        <a:pt x="149" y="139"/>
                      </a:lnTo>
                      <a:lnTo>
                        <a:pt x="148" y="140"/>
                      </a:lnTo>
                      <a:lnTo>
                        <a:pt x="149" y="141"/>
                      </a:lnTo>
                      <a:lnTo>
                        <a:pt x="135" y="177"/>
                      </a:lnTo>
                      <a:lnTo>
                        <a:pt x="124" y="220"/>
                      </a:lnTo>
                      <a:lnTo>
                        <a:pt x="117" y="267"/>
                      </a:lnTo>
                      <a:lnTo>
                        <a:pt x="112" y="315"/>
                      </a:lnTo>
                      <a:lnTo>
                        <a:pt x="109" y="362"/>
                      </a:lnTo>
                      <a:lnTo>
                        <a:pt x="108" y="402"/>
                      </a:lnTo>
                      <a:lnTo>
                        <a:pt x="108" y="434"/>
                      </a:lnTo>
                      <a:lnTo>
                        <a:pt x="108" y="453"/>
                      </a:lnTo>
                      <a:lnTo>
                        <a:pt x="103" y="455"/>
                      </a:lnTo>
                      <a:lnTo>
                        <a:pt x="95" y="460"/>
                      </a:lnTo>
                      <a:lnTo>
                        <a:pt x="84" y="463"/>
                      </a:lnTo>
                      <a:lnTo>
                        <a:pt x="71" y="468"/>
                      </a:lnTo>
                      <a:lnTo>
                        <a:pt x="57" y="473"/>
                      </a:lnTo>
                      <a:lnTo>
                        <a:pt x="39" y="477"/>
                      </a:lnTo>
                      <a:lnTo>
                        <a:pt x="20" y="479"/>
                      </a:lnTo>
                      <a:lnTo>
                        <a:pt x="0" y="480"/>
                      </a:lnTo>
                      <a:lnTo>
                        <a:pt x="3" y="442"/>
                      </a:lnTo>
                      <a:lnTo>
                        <a:pt x="21" y="437"/>
                      </a:lnTo>
                      <a:lnTo>
                        <a:pt x="22" y="437"/>
                      </a:lnTo>
                      <a:lnTo>
                        <a:pt x="27" y="435"/>
                      </a:lnTo>
                      <a:lnTo>
                        <a:pt x="33" y="431"/>
                      </a:lnTo>
                      <a:lnTo>
                        <a:pt x="43" y="426"/>
                      </a:lnTo>
                      <a:lnTo>
                        <a:pt x="52" y="418"/>
                      </a:lnTo>
                      <a:lnTo>
                        <a:pt x="57" y="408"/>
                      </a:lnTo>
                      <a:lnTo>
                        <a:pt x="59" y="401"/>
                      </a:lnTo>
                      <a:lnTo>
                        <a:pt x="60" y="398"/>
                      </a:lnTo>
                      <a:lnTo>
                        <a:pt x="62" y="370"/>
                      </a:lnTo>
                      <a:lnTo>
                        <a:pt x="66" y="310"/>
                      </a:lnTo>
                      <a:lnTo>
                        <a:pt x="69" y="251"/>
                      </a:lnTo>
                      <a:lnTo>
                        <a:pt x="71" y="224"/>
                      </a:lnTo>
                      <a:lnTo>
                        <a:pt x="71" y="218"/>
                      </a:lnTo>
                      <a:lnTo>
                        <a:pt x="70" y="203"/>
                      </a:lnTo>
                      <a:lnTo>
                        <a:pt x="67" y="187"/>
                      </a:lnTo>
                      <a:lnTo>
                        <a:pt x="60" y="172"/>
                      </a:lnTo>
                      <a:lnTo>
                        <a:pt x="56" y="169"/>
                      </a:lnTo>
                      <a:lnTo>
                        <a:pt x="53" y="165"/>
                      </a:lnTo>
                      <a:lnTo>
                        <a:pt x="48" y="164"/>
                      </a:lnTo>
                      <a:lnTo>
                        <a:pt x="43" y="165"/>
                      </a:lnTo>
                      <a:lnTo>
                        <a:pt x="37" y="166"/>
                      </a:lnTo>
                      <a:lnTo>
                        <a:pt x="31" y="169"/>
                      </a:lnTo>
                      <a:lnTo>
                        <a:pt x="24" y="172"/>
                      </a:lnTo>
                      <a:lnTo>
                        <a:pt x="16" y="176"/>
                      </a:lnTo>
                      <a:lnTo>
                        <a:pt x="20" y="118"/>
                      </a:lnTo>
                      <a:lnTo>
                        <a:pt x="33" y="108"/>
                      </a:lnTo>
                      <a:lnTo>
                        <a:pt x="47" y="97"/>
                      </a:lnTo>
                      <a:lnTo>
                        <a:pt x="60" y="86"/>
                      </a:lnTo>
                      <a:lnTo>
                        <a:pt x="71" y="76"/>
                      </a:lnTo>
                      <a:lnTo>
                        <a:pt x="82" y="68"/>
                      </a:lnTo>
                      <a:lnTo>
                        <a:pt x="90" y="62"/>
                      </a:lnTo>
                      <a:lnTo>
                        <a:pt x="95" y="57"/>
                      </a:lnTo>
                      <a:lnTo>
                        <a:pt x="97" y="56"/>
                      </a:lnTo>
                      <a:lnTo>
                        <a:pt x="116" y="42"/>
                      </a:lnTo>
                      <a:lnTo>
                        <a:pt x="137" y="30"/>
                      </a:lnTo>
                      <a:lnTo>
                        <a:pt x="156" y="20"/>
                      </a:lnTo>
                      <a:lnTo>
                        <a:pt x="176" y="13"/>
                      </a:lnTo>
                      <a:lnTo>
                        <a:pt x="194" y="8"/>
                      </a:lnTo>
                      <a:lnTo>
                        <a:pt x="213" y="3"/>
                      </a:lnTo>
                      <a:lnTo>
                        <a:pt x="231" y="1"/>
                      </a:lnTo>
                      <a:lnTo>
                        <a:pt x="248" y="0"/>
                      </a:lnTo>
                      <a:lnTo>
                        <a:pt x="262" y="1"/>
                      </a:lnTo>
                      <a:lnTo>
                        <a:pt x="274" y="2"/>
                      </a:lnTo>
                      <a:lnTo>
                        <a:pt x="286" y="3"/>
                      </a:lnTo>
                      <a:lnTo>
                        <a:pt x="296" y="4"/>
                      </a:lnTo>
                      <a:lnTo>
                        <a:pt x="305" y="6"/>
                      </a:lnTo>
                      <a:lnTo>
                        <a:pt x="312" y="6"/>
                      </a:lnTo>
                      <a:lnTo>
                        <a:pt x="318" y="7"/>
                      </a:lnTo>
                      <a:lnTo>
                        <a:pt x="321" y="8"/>
                      </a:lnTo>
                      <a:lnTo>
                        <a:pt x="325" y="26"/>
                      </a:lnTo>
                      <a:lnTo>
                        <a:pt x="329" y="58"/>
                      </a:lnTo>
                      <a:lnTo>
                        <a:pt x="334" y="102"/>
                      </a:lnTo>
                      <a:lnTo>
                        <a:pt x="339" y="149"/>
                      </a:lnTo>
                      <a:lnTo>
                        <a:pt x="343" y="199"/>
                      </a:lnTo>
                      <a:lnTo>
                        <a:pt x="346" y="243"/>
                      </a:lnTo>
                      <a:lnTo>
                        <a:pt x="347" y="278"/>
                      </a:lnTo>
                      <a:lnTo>
                        <a:pt x="347" y="298"/>
                      </a:lnTo>
                      <a:close/>
                    </a:path>
                  </a:pathLst>
                </a:custGeom>
                <a:solidFill>
                  <a:srgbClr val="CCA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416" name="Oval 40"/>
                <p:cNvSpPr>
                  <a:spLocks noChangeArrowheads="1"/>
                </p:cNvSpPr>
                <p:nvPr/>
              </p:nvSpPr>
              <p:spPr bwMode="auto">
                <a:xfrm>
                  <a:off x="5136" y="2480"/>
                  <a:ext cx="96" cy="96"/>
                </a:xfrm>
                <a:prstGeom prst="ellipse">
                  <a:avLst/>
                </a:prstGeom>
                <a:solidFill>
                  <a:srgbClr val="FF0000"/>
                </a:solidFill>
                <a:ln w="25400">
                  <a:solidFill>
                    <a:schemeClr val="bg2"/>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aphicFrame>
              <p:nvGraphicFramePr>
                <p:cNvPr id="6417" name="Object 2"/>
                <p:cNvGraphicFramePr>
                  <a:graphicFrameLocks noChangeAspect="1"/>
                </p:cNvGraphicFramePr>
                <p:nvPr/>
              </p:nvGraphicFramePr>
              <p:xfrm>
                <a:off x="4848" y="3488"/>
                <a:ext cx="336" cy="219"/>
              </p:xfrm>
              <a:graphic>
                <a:graphicData uri="http://schemas.openxmlformats.org/presentationml/2006/ole">
                  <mc:AlternateContent xmlns:mc="http://schemas.openxmlformats.org/markup-compatibility/2006">
                    <mc:Choice xmlns:v="urn:schemas-microsoft-com:vml" Requires="v">
                      <p:oleObj spid="_x0000_s1053" name="Clip" r:id="rId6" imgW="1495958" imgH="971093" progId="MS_ClipArt_Gallery.5">
                        <p:embed/>
                      </p:oleObj>
                    </mc:Choice>
                    <mc:Fallback>
                      <p:oleObj name="Clip" r:id="rId6" imgW="1495958" imgH="971093" progId="MS_ClipArt_Gallery.5">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8" y="3488"/>
                              <a:ext cx="336"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180" name="Line 44"/>
              <p:cNvSpPr>
                <a:spLocks noChangeShapeType="1"/>
              </p:cNvSpPr>
              <p:nvPr/>
            </p:nvSpPr>
            <p:spPr bwMode="auto">
              <a:xfrm>
                <a:off x="1872" y="4032"/>
                <a:ext cx="2016" cy="0"/>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81" name="Line 46"/>
              <p:cNvSpPr>
                <a:spLocks noChangeShapeType="1"/>
              </p:cNvSpPr>
              <p:nvPr/>
            </p:nvSpPr>
            <p:spPr bwMode="auto">
              <a:xfrm>
                <a:off x="4704" y="1920"/>
                <a:ext cx="0" cy="912"/>
              </a:xfrm>
              <a:prstGeom prst="line">
                <a:avLst/>
              </a:prstGeom>
              <a:noFill/>
              <a:ln w="57150">
                <a:solidFill>
                  <a:schemeClr val="accent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6152" name="Rectangle 59"/>
            <p:cNvSpPr>
              <a:spLocks noChangeArrowheads="1"/>
            </p:cNvSpPr>
            <p:nvPr/>
          </p:nvSpPr>
          <p:spPr bwMode="auto">
            <a:xfrm>
              <a:off x="6218947" y="6448303"/>
              <a:ext cx="2024841" cy="474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6153" name="Group 60"/>
            <p:cNvGrpSpPr>
              <a:grpSpLocks noChangeAspect="1"/>
            </p:cNvGrpSpPr>
            <p:nvPr/>
          </p:nvGrpSpPr>
          <p:grpSpPr bwMode="auto">
            <a:xfrm>
              <a:off x="6901513" y="1618517"/>
              <a:ext cx="638381" cy="640112"/>
              <a:chOff x="1974" y="1570"/>
              <a:chExt cx="453" cy="453"/>
            </a:xfrm>
          </p:grpSpPr>
          <p:sp>
            <p:nvSpPr>
              <p:cNvPr id="6168" name="AutoShape 61"/>
              <p:cNvSpPr>
                <a:spLocks noChangeAspect="1" noChangeArrowheads="1"/>
              </p:cNvSpPr>
              <p:nvPr/>
            </p:nvSpPr>
            <p:spPr bwMode="ltGray">
              <a:xfrm>
                <a:off x="1974" y="1570"/>
                <a:ext cx="453" cy="453"/>
              </a:xfrm>
              <a:prstGeom prst="roundRect">
                <a:avLst>
                  <a:gd name="adj" fmla="val 14759"/>
                </a:avLst>
              </a:prstGeom>
              <a:solidFill>
                <a:srgbClr val="F4C54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6169" name="Group 62"/>
              <p:cNvGrpSpPr>
                <a:grpSpLocks noChangeAspect="1"/>
              </p:cNvGrpSpPr>
              <p:nvPr/>
            </p:nvGrpSpPr>
            <p:grpSpPr bwMode="auto">
              <a:xfrm>
                <a:off x="2085" y="1630"/>
                <a:ext cx="229" cy="333"/>
                <a:chOff x="3169" y="2966"/>
                <a:chExt cx="229" cy="333"/>
              </a:xfrm>
            </p:grpSpPr>
            <p:sp>
              <p:nvSpPr>
                <p:cNvPr id="6170" name="Freeform 63"/>
                <p:cNvSpPr>
                  <a:spLocks noChangeAspect="1"/>
                </p:cNvSpPr>
                <p:nvPr/>
              </p:nvSpPr>
              <p:spPr bwMode="auto">
                <a:xfrm>
                  <a:off x="3169" y="3082"/>
                  <a:ext cx="91" cy="217"/>
                </a:xfrm>
                <a:custGeom>
                  <a:avLst/>
                  <a:gdLst>
                    <a:gd name="T0" fmla="*/ 2 w 184"/>
                    <a:gd name="T1" fmla="*/ 0 h 434"/>
                    <a:gd name="T2" fmla="*/ 1 w 184"/>
                    <a:gd name="T3" fmla="*/ 0 h 434"/>
                    <a:gd name="T4" fmla="*/ 1 w 184"/>
                    <a:gd name="T5" fmla="*/ 1 h 434"/>
                    <a:gd name="T6" fmla="*/ 1 w 184"/>
                    <a:gd name="T7" fmla="*/ 1 h 434"/>
                    <a:gd name="T8" fmla="*/ 1 w 184"/>
                    <a:gd name="T9" fmla="*/ 1 h 434"/>
                    <a:gd name="T10" fmla="*/ 1 w 184"/>
                    <a:gd name="T11" fmla="*/ 1 h 434"/>
                    <a:gd name="T12" fmla="*/ 1 w 184"/>
                    <a:gd name="T13" fmla="*/ 1 h 434"/>
                    <a:gd name="T14" fmla="*/ 1 w 184"/>
                    <a:gd name="T15" fmla="*/ 1 h 434"/>
                    <a:gd name="T16" fmla="*/ 0 w 184"/>
                    <a:gd name="T17" fmla="*/ 13 h 434"/>
                    <a:gd name="T18" fmla="*/ 0 w 184"/>
                    <a:gd name="T19" fmla="*/ 13 h 434"/>
                    <a:gd name="T20" fmla="*/ 0 w 184"/>
                    <a:gd name="T21" fmla="*/ 13 h 434"/>
                    <a:gd name="T22" fmla="*/ 0 w 184"/>
                    <a:gd name="T23" fmla="*/ 13 h 434"/>
                    <a:gd name="T24" fmla="*/ 0 w 184"/>
                    <a:gd name="T25" fmla="*/ 14 h 434"/>
                    <a:gd name="T26" fmla="*/ 0 w 184"/>
                    <a:gd name="T27" fmla="*/ 14 h 434"/>
                    <a:gd name="T28" fmla="*/ 0 w 184"/>
                    <a:gd name="T29" fmla="*/ 14 h 434"/>
                    <a:gd name="T30" fmla="*/ 0 w 184"/>
                    <a:gd name="T31" fmla="*/ 14 h 434"/>
                    <a:gd name="T32" fmla="*/ 4 w 184"/>
                    <a:gd name="T33" fmla="*/ 14 h 434"/>
                    <a:gd name="T34" fmla="*/ 4 w 184"/>
                    <a:gd name="T35" fmla="*/ 14 h 434"/>
                    <a:gd name="T36" fmla="*/ 5 w 184"/>
                    <a:gd name="T37" fmla="*/ 14 h 434"/>
                    <a:gd name="T38" fmla="*/ 5 w 184"/>
                    <a:gd name="T39" fmla="*/ 14 h 434"/>
                    <a:gd name="T40" fmla="*/ 5 w 184"/>
                    <a:gd name="T41" fmla="*/ 14 h 434"/>
                    <a:gd name="T42" fmla="*/ 5 w 184"/>
                    <a:gd name="T43" fmla="*/ 14 h 434"/>
                    <a:gd name="T44" fmla="*/ 5 w 184"/>
                    <a:gd name="T45" fmla="*/ 13 h 434"/>
                    <a:gd name="T46" fmla="*/ 5 w 184"/>
                    <a:gd name="T47" fmla="*/ 13 h 434"/>
                    <a:gd name="T48" fmla="*/ 5 w 184"/>
                    <a:gd name="T49" fmla="*/ 2 h 434"/>
                    <a:gd name="T50" fmla="*/ 5 w 184"/>
                    <a:gd name="T51" fmla="*/ 2 h 434"/>
                    <a:gd name="T52" fmla="*/ 5 w 184"/>
                    <a:gd name="T53" fmla="*/ 2 h 434"/>
                    <a:gd name="T54" fmla="*/ 5 w 184"/>
                    <a:gd name="T55" fmla="*/ 2 h 434"/>
                    <a:gd name="T56" fmla="*/ 5 w 184"/>
                    <a:gd name="T57" fmla="*/ 1 h 434"/>
                    <a:gd name="T58" fmla="*/ 5 w 184"/>
                    <a:gd name="T59" fmla="*/ 1 h 434"/>
                    <a:gd name="T60" fmla="*/ 4 w 184"/>
                    <a:gd name="T61" fmla="*/ 1 h 434"/>
                    <a:gd name="T62" fmla="*/ 4 w 184"/>
                    <a:gd name="T63" fmla="*/ 1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434"/>
                    <a:gd name="T98" fmla="*/ 184 w 184"/>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434">
                      <a:moveTo>
                        <a:pt x="148" y="16"/>
                      </a:moveTo>
                      <a:lnTo>
                        <a:pt x="70" y="0"/>
                      </a:lnTo>
                      <a:lnTo>
                        <a:pt x="65" y="0"/>
                      </a:lnTo>
                      <a:lnTo>
                        <a:pt x="62" y="0"/>
                      </a:lnTo>
                      <a:lnTo>
                        <a:pt x="59" y="0"/>
                      </a:lnTo>
                      <a:lnTo>
                        <a:pt x="56" y="1"/>
                      </a:lnTo>
                      <a:lnTo>
                        <a:pt x="51" y="3"/>
                      </a:lnTo>
                      <a:lnTo>
                        <a:pt x="48" y="4"/>
                      </a:lnTo>
                      <a:lnTo>
                        <a:pt x="44" y="9"/>
                      </a:lnTo>
                      <a:lnTo>
                        <a:pt x="42" y="12"/>
                      </a:lnTo>
                      <a:lnTo>
                        <a:pt x="39" y="13"/>
                      </a:lnTo>
                      <a:lnTo>
                        <a:pt x="38" y="16"/>
                      </a:lnTo>
                      <a:lnTo>
                        <a:pt x="36" y="19"/>
                      </a:lnTo>
                      <a:lnTo>
                        <a:pt x="35" y="24"/>
                      </a:lnTo>
                      <a:lnTo>
                        <a:pt x="33" y="25"/>
                      </a:lnTo>
                      <a:lnTo>
                        <a:pt x="33" y="30"/>
                      </a:lnTo>
                      <a:lnTo>
                        <a:pt x="33" y="34"/>
                      </a:lnTo>
                      <a:lnTo>
                        <a:pt x="0" y="393"/>
                      </a:lnTo>
                      <a:lnTo>
                        <a:pt x="0" y="396"/>
                      </a:lnTo>
                      <a:lnTo>
                        <a:pt x="0" y="401"/>
                      </a:lnTo>
                      <a:lnTo>
                        <a:pt x="2" y="404"/>
                      </a:lnTo>
                      <a:lnTo>
                        <a:pt x="2" y="407"/>
                      </a:lnTo>
                      <a:lnTo>
                        <a:pt x="3" y="410"/>
                      </a:lnTo>
                      <a:lnTo>
                        <a:pt x="6" y="414"/>
                      </a:lnTo>
                      <a:lnTo>
                        <a:pt x="9" y="419"/>
                      </a:lnTo>
                      <a:lnTo>
                        <a:pt x="12" y="422"/>
                      </a:lnTo>
                      <a:lnTo>
                        <a:pt x="15" y="423"/>
                      </a:lnTo>
                      <a:lnTo>
                        <a:pt x="18" y="425"/>
                      </a:lnTo>
                      <a:lnTo>
                        <a:pt x="20" y="426"/>
                      </a:lnTo>
                      <a:lnTo>
                        <a:pt x="24" y="428"/>
                      </a:lnTo>
                      <a:lnTo>
                        <a:pt x="27" y="429"/>
                      </a:lnTo>
                      <a:lnTo>
                        <a:pt x="30" y="431"/>
                      </a:lnTo>
                      <a:lnTo>
                        <a:pt x="35" y="431"/>
                      </a:lnTo>
                      <a:lnTo>
                        <a:pt x="148" y="434"/>
                      </a:lnTo>
                      <a:lnTo>
                        <a:pt x="151" y="434"/>
                      </a:lnTo>
                      <a:lnTo>
                        <a:pt x="155" y="434"/>
                      </a:lnTo>
                      <a:lnTo>
                        <a:pt x="158" y="432"/>
                      </a:lnTo>
                      <a:lnTo>
                        <a:pt x="161" y="432"/>
                      </a:lnTo>
                      <a:lnTo>
                        <a:pt x="164" y="431"/>
                      </a:lnTo>
                      <a:lnTo>
                        <a:pt x="167" y="429"/>
                      </a:lnTo>
                      <a:lnTo>
                        <a:pt x="173" y="425"/>
                      </a:lnTo>
                      <a:lnTo>
                        <a:pt x="176" y="422"/>
                      </a:lnTo>
                      <a:lnTo>
                        <a:pt x="178" y="420"/>
                      </a:lnTo>
                      <a:lnTo>
                        <a:pt x="179" y="417"/>
                      </a:lnTo>
                      <a:lnTo>
                        <a:pt x="181" y="414"/>
                      </a:lnTo>
                      <a:lnTo>
                        <a:pt x="182" y="410"/>
                      </a:lnTo>
                      <a:lnTo>
                        <a:pt x="184" y="407"/>
                      </a:lnTo>
                      <a:lnTo>
                        <a:pt x="184" y="404"/>
                      </a:lnTo>
                      <a:lnTo>
                        <a:pt x="184" y="399"/>
                      </a:lnTo>
                      <a:lnTo>
                        <a:pt x="182" y="54"/>
                      </a:lnTo>
                      <a:lnTo>
                        <a:pt x="181" y="51"/>
                      </a:lnTo>
                      <a:lnTo>
                        <a:pt x="181" y="48"/>
                      </a:lnTo>
                      <a:lnTo>
                        <a:pt x="181" y="43"/>
                      </a:lnTo>
                      <a:lnTo>
                        <a:pt x="179" y="40"/>
                      </a:lnTo>
                      <a:lnTo>
                        <a:pt x="178" y="37"/>
                      </a:lnTo>
                      <a:lnTo>
                        <a:pt x="176" y="34"/>
                      </a:lnTo>
                      <a:lnTo>
                        <a:pt x="172" y="28"/>
                      </a:lnTo>
                      <a:lnTo>
                        <a:pt x="170" y="25"/>
                      </a:lnTo>
                      <a:lnTo>
                        <a:pt x="167" y="24"/>
                      </a:lnTo>
                      <a:lnTo>
                        <a:pt x="164" y="22"/>
                      </a:lnTo>
                      <a:lnTo>
                        <a:pt x="161" y="21"/>
                      </a:lnTo>
                      <a:lnTo>
                        <a:pt x="158" y="19"/>
                      </a:lnTo>
                      <a:lnTo>
                        <a:pt x="155" y="18"/>
                      </a:lnTo>
                      <a:lnTo>
                        <a:pt x="151" y="16"/>
                      </a:lnTo>
                      <a:lnTo>
                        <a:pt x="14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1" name="Freeform 64"/>
                <p:cNvSpPr>
                  <a:spLocks noChangeAspect="1"/>
                </p:cNvSpPr>
                <p:nvPr/>
              </p:nvSpPr>
              <p:spPr bwMode="auto">
                <a:xfrm>
                  <a:off x="3187" y="2966"/>
                  <a:ext cx="116" cy="117"/>
                </a:xfrm>
                <a:custGeom>
                  <a:avLst/>
                  <a:gdLst>
                    <a:gd name="T0" fmla="*/ 4 w 232"/>
                    <a:gd name="T1" fmla="*/ 0 h 233"/>
                    <a:gd name="T2" fmla="*/ 3 w 232"/>
                    <a:gd name="T3" fmla="*/ 1 h 233"/>
                    <a:gd name="T4" fmla="*/ 2 w 232"/>
                    <a:gd name="T5" fmla="*/ 1 h 233"/>
                    <a:gd name="T6" fmla="*/ 2 w 232"/>
                    <a:gd name="T7" fmla="*/ 1 h 233"/>
                    <a:gd name="T8" fmla="*/ 1 w 232"/>
                    <a:gd name="T9" fmla="*/ 2 h 233"/>
                    <a:gd name="T10" fmla="*/ 1 w 232"/>
                    <a:gd name="T11" fmla="*/ 2 h 233"/>
                    <a:gd name="T12" fmla="*/ 1 w 232"/>
                    <a:gd name="T13" fmla="*/ 3 h 233"/>
                    <a:gd name="T14" fmla="*/ 0 w 232"/>
                    <a:gd name="T15" fmla="*/ 4 h 233"/>
                    <a:gd name="T16" fmla="*/ 0 w 232"/>
                    <a:gd name="T17" fmla="*/ 4 h 233"/>
                    <a:gd name="T18" fmla="*/ 1 w 232"/>
                    <a:gd name="T19" fmla="*/ 5 h 233"/>
                    <a:gd name="T20" fmla="*/ 1 w 232"/>
                    <a:gd name="T21" fmla="*/ 6 h 233"/>
                    <a:gd name="T22" fmla="*/ 1 w 232"/>
                    <a:gd name="T23" fmla="*/ 6 h 233"/>
                    <a:gd name="T24" fmla="*/ 2 w 232"/>
                    <a:gd name="T25" fmla="*/ 7 h 233"/>
                    <a:gd name="T26" fmla="*/ 2 w 232"/>
                    <a:gd name="T27" fmla="*/ 7 h 233"/>
                    <a:gd name="T28" fmla="*/ 3 w 232"/>
                    <a:gd name="T29" fmla="*/ 8 h 233"/>
                    <a:gd name="T30" fmla="*/ 4 w 232"/>
                    <a:gd name="T31" fmla="*/ 8 h 233"/>
                    <a:gd name="T32" fmla="*/ 4 w 232"/>
                    <a:gd name="T33" fmla="*/ 8 h 233"/>
                    <a:gd name="T34" fmla="*/ 5 w 232"/>
                    <a:gd name="T35" fmla="*/ 8 h 233"/>
                    <a:gd name="T36" fmla="*/ 6 w 232"/>
                    <a:gd name="T37" fmla="*/ 7 h 233"/>
                    <a:gd name="T38" fmla="*/ 6 w 232"/>
                    <a:gd name="T39" fmla="*/ 7 h 233"/>
                    <a:gd name="T40" fmla="*/ 7 w 232"/>
                    <a:gd name="T41" fmla="*/ 6 h 233"/>
                    <a:gd name="T42" fmla="*/ 7 w 232"/>
                    <a:gd name="T43" fmla="*/ 6 h 233"/>
                    <a:gd name="T44" fmla="*/ 7 w 232"/>
                    <a:gd name="T45" fmla="*/ 6 h 233"/>
                    <a:gd name="T46" fmla="*/ 8 w 232"/>
                    <a:gd name="T47" fmla="*/ 5 h 233"/>
                    <a:gd name="T48" fmla="*/ 8 w 232"/>
                    <a:gd name="T49" fmla="*/ 4 h 233"/>
                    <a:gd name="T50" fmla="*/ 8 w 232"/>
                    <a:gd name="T51" fmla="*/ 3 h 233"/>
                    <a:gd name="T52" fmla="*/ 7 w 232"/>
                    <a:gd name="T53" fmla="*/ 3 h 233"/>
                    <a:gd name="T54" fmla="*/ 7 w 232"/>
                    <a:gd name="T55" fmla="*/ 2 h 233"/>
                    <a:gd name="T56" fmla="*/ 7 w 232"/>
                    <a:gd name="T57" fmla="*/ 2 h 233"/>
                    <a:gd name="T58" fmla="*/ 6 w 232"/>
                    <a:gd name="T59" fmla="*/ 1 h 233"/>
                    <a:gd name="T60" fmla="*/ 6 w 232"/>
                    <a:gd name="T61" fmla="*/ 1 h 233"/>
                    <a:gd name="T62" fmla="*/ 5 w 232"/>
                    <a:gd name="T63" fmla="*/ 1 h 233"/>
                    <a:gd name="T64" fmla="*/ 4 w 232"/>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233"/>
                    <a:gd name="T101" fmla="*/ 232 w 232"/>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233">
                      <a:moveTo>
                        <a:pt x="116" y="0"/>
                      </a:moveTo>
                      <a:lnTo>
                        <a:pt x="104" y="0"/>
                      </a:lnTo>
                      <a:lnTo>
                        <a:pt x="92" y="2"/>
                      </a:lnTo>
                      <a:lnTo>
                        <a:pt x="81" y="5"/>
                      </a:lnTo>
                      <a:lnTo>
                        <a:pt x="71" y="9"/>
                      </a:lnTo>
                      <a:lnTo>
                        <a:pt x="60" y="14"/>
                      </a:lnTo>
                      <a:lnTo>
                        <a:pt x="51" y="20"/>
                      </a:lnTo>
                      <a:lnTo>
                        <a:pt x="42" y="27"/>
                      </a:lnTo>
                      <a:lnTo>
                        <a:pt x="33" y="35"/>
                      </a:lnTo>
                      <a:lnTo>
                        <a:pt x="26" y="42"/>
                      </a:lnTo>
                      <a:lnTo>
                        <a:pt x="19" y="51"/>
                      </a:lnTo>
                      <a:lnTo>
                        <a:pt x="13" y="60"/>
                      </a:lnTo>
                      <a:lnTo>
                        <a:pt x="9" y="71"/>
                      </a:lnTo>
                      <a:lnTo>
                        <a:pt x="4" y="81"/>
                      </a:lnTo>
                      <a:lnTo>
                        <a:pt x="1" y="93"/>
                      </a:lnTo>
                      <a:lnTo>
                        <a:pt x="0" y="104"/>
                      </a:lnTo>
                      <a:lnTo>
                        <a:pt x="0" y="116"/>
                      </a:lnTo>
                      <a:lnTo>
                        <a:pt x="0" y="128"/>
                      </a:lnTo>
                      <a:lnTo>
                        <a:pt x="1" y="140"/>
                      </a:lnTo>
                      <a:lnTo>
                        <a:pt x="4" y="151"/>
                      </a:lnTo>
                      <a:lnTo>
                        <a:pt x="9" y="161"/>
                      </a:lnTo>
                      <a:lnTo>
                        <a:pt x="13" y="172"/>
                      </a:lnTo>
                      <a:lnTo>
                        <a:pt x="19" y="182"/>
                      </a:lnTo>
                      <a:lnTo>
                        <a:pt x="26" y="191"/>
                      </a:lnTo>
                      <a:lnTo>
                        <a:pt x="33" y="199"/>
                      </a:lnTo>
                      <a:lnTo>
                        <a:pt x="42" y="206"/>
                      </a:lnTo>
                      <a:lnTo>
                        <a:pt x="51" y="214"/>
                      </a:lnTo>
                      <a:lnTo>
                        <a:pt x="60" y="218"/>
                      </a:lnTo>
                      <a:lnTo>
                        <a:pt x="71" y="224"/>
                      </a:lnTo>
                      <a:lnTo>
                        <a:pt x="81" y="227"/>
                      </a:lnTo>
                      <a:lnTo>
                        <a:pt x="92" y="230"/>
                      </a:lnTo>
                      <a:lnTo>
                        <a:pt x="104" y="232"/>
                      </a:lnTo>
                      <a:lnTo>
                        <a:pt x="116" y="233"/>
                      </a:lnTo>
                      <a:lnTo>
                        <a:pt x="128" y="232"/>
                      </a:lnTo>
                      <a:lnTo>
                        <a:pt x="140" y="230"/>
                      </a:lnTo>
                      <a:lnTo>
                        <a:pt x="150" y="227"/>
                      </a:lnTo>
                      <a:lnTo>
                        <a:pt x="161" y="224"/>
                      </a:lnTo>
                      <a:lnTo>
                        <a:pt x="171" y="218"/>
                      </a:lnTo>
                      <a:lnTo>
                        <a:pt x="180" y="214"/>
                      </a:lnTo>
                      <a:lnTo>
                        <a:pt x="189" y="206"/>
                      </a:lnTo>
                      <a:lnTo>
                        <a:pt x="198" y="199"/>
                      </a:lnTo>
                      <a:lnTo>
                        <a:pt x="206" y="191"/>
                      </a:lnTo>
                      <a:lnTo>
                        <a:pt x="212" y="182"/>
                      </a:lnTo>
                      <a:lnTo>
                        <a:pt x="215" y="176"/>
                      </a:lnTo>
                      <a:lnTo>
                        <a:pt x="218" y="172"/>
                      </a:lnTo>
                      <a:lnTo>
                        <a:pt x="223" y="161"/>
                      </a:lnTo>
                      <a:lnTo>
                        <a:pt x="227" y="151"/>
                      </a:lnTo>
                      <a:lnTo>
                        <a:pt x="230" y="140"/>
                      </a:lnTo>
                      <a:lnTo>
                        <a:pt x="232" y="128"/>
                      </a:lnTo>
                      <a:lnTo>
                        <a:pt x="232" y="116"/>
                      </a:lnTo>
                      <a:lnTo>
                        <a:pt x="232" y="104"/>
                      </a:lnTo>
                      <a:lnTo>
                        <a:pt x="230" y="93"/>
                      </a:lnTo>
                      <a:lnTo>
                        <a:pt x="227" y="81"/>
                      </a:lnTo>
                      <a:lnTo>
                        <a:pt x="223" y="71"/>
                      </a:lnTo>
                      <a:lnTo>
                        <a:pt x="218" y="60"/>
                      </a:lnTo>
                      <a:lnTo>
                        <a:pt x="212" y="51"/>
                      </a:lnTo>
                      <a:lnTo>
                        <a:pt x="206" y="42"/>
                      </a:lnTo>
                      <a:lnTo>
                        <a:pt x="198" y="35"/>
                      </a:lnTo>
                      <a:lnTo>
                        <a:pt x="189" y="27"/>
                      </a:lnTo>
                      <a:lnTo>
                        <a:pt x="180" y="20"/>
                      </a:lnTo>
                      <a:lnTo>
                        <a:pt x="176" y="17"/>
                      </a:lnTo>
                      <a:lnTo>
                        <a:pt x="171" y="14"/>
                      </a:lnTo>
                      <a:lnTo>
                        <a:pt x="161" y="9"/>
                      </a:lnTo>
                      <a:lnTo>
                        <a:pt x="150" y="5"/>
                      </a:lnTo>
                      <a:lnTo>
                        <a:pt x="140" y="2"/>
                      </a:lnTo>
                      <a:lnTo>
                        <a:pt x="128"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2" name="Freeform 65"/>
                <p:cNvSpPr>
                  <a:spLocks noChangeAspect="1"/>
                </p:cNvSpPr>
                <p:nvPr/>
              </p:nvSpPr>
              <p:spPr bwMode="auto">
                <a:xfrm>
                  <a:off x="3306" y="3139"/>
                  <a:ext cx="92" cy="90"/>
                </a:xfrm>
                <a:custGeom>
                  <a:avLst/>
                  <a:gdLst>
                    <a:gd name="T0" fmla="*/ 1 w 185"/>
                    <a:gd name="T1" fmla="*/ 1 h 180"/>
                    <a:gd name="T2" fmla="*/ 1 w 185"/>
                    <a:gd name="T3" fmla="*/ 0 h 180"/>
                    <a:gd name="T4" fmla="*/ 1 w 185"/>
                    <a:gd name="T5" fmla="*/ 1 h 180"/>
                    <a:gd name="T6" fmla="*/ 1 w 185"/>
                    <a:gd name="T7" fmla="*/ 1 h 180"/>
                    <a:gd name="T8" fmla="*/ 0 w 185"/>
                    <a:gd name="T9" fmla="*/ 1 h 180"/>
                    <a:gd name="T10" fmla="*/ 0 w 185"/>
                    <a:gd name="T11" fmla="*/ 1 h 180"/>
                    <a:gd name="T12" fmla="*/ 0 w 185"/>
                    <a:gd name="T13" fmla="*/ 1 h 180"/>
                    <a:gd name="T14" fmla="*/ 0 w 185"/>
                    <a:gd name="T15" fmla="*/ 1 h 180"/>
                    <a:gd name="T16" fmla="*/ 0 w 185"/>
                    <a:gd name="T17" fmla="*/ 4 h 180"/>
                    <a:gd name="T18" fmla="*/ 0 w 185"/>
                    <a:gd name="T19" fmla="*/ 5 h 180"/>
                    <a:gd name="T20" fmla="*/ 0 w 185"/>
                    <a:gd name="T21" fmla="*/ 5 h 180"/>
                    <a:gd name="T22" fmla="*/ 0 w 185"/>
                    <a:gd name="T23" fmla="*/ 5 h 180"/>
                    <a:gd name="T24" fmla="*/ 0 w 185"/>
                    <a:gd name="T25" fmla="*/ 5 h 180"/>
                    <a:gd name="T26" fmla="*/ 0 w 185"/>
                    <a:gd name="T27" fmla="*/ 6 h 180"/>
                    <a:gd name="T28" fmla="*/ 0 w 185"/>
                    <a:gd name="T29" fmla="*/ 6 h 180"/>
                    <a:gd name="T30" fmla="*/ 0 w 185"/>
                    <a:gd name="T31" fmla="*/ 6 h 180"/>
                    <a:gd name="T32" fmla="*/ 4 w 185"/>
                    <a:gd name="T33" fmla="*/ 6 h 180"/>
                    <a:gd name="T34" fmla="*/ 4 w 185"/>
                    <a:gd name="T35" fmla="*/ 6 h 180"/>
                    <a:gd name="T36" fmla="*/ 4 w 185"/>
                    <a:gd name="T37" fmla="*/ 6 h 180"/>
                    <a:gd name="T38" fmla="*/ 4 w 185"/>
                    <a:gd name="T39" fmla="*/ 6 h 180"/>
                    <a:gd name="T40" fmla="*/ 4 w 185"/>
                    <a:gd name="T41" fmla="*/ 6 h 180"/>
                    <a:gd name="T42" fmla="*/ 5 w 185"/>
                    <a:gd name="T43" fmla="*/ 6 h 180"/>
                    <a:gd name="T44" fmla="*/ 5 w 185"/>
                    <a:gd name="T45" fmla="*/ 6 h 180"/>
                    <a:gd name="T46" fmla="*/ 5 w 185"/>
                    <a:gd name="T47" fmla="*/ 5 h 180"/>
                    <a:gd name="T48" fmla="*/ 5 w 185"/>
                    <a:gd name="T49" fmla="*/ 2 h 180"/>
                    <a:gd name="T50" fmla="*/ 5 w 185"/>
                    <a:gd name="T51" fmla="*/ 2 h 180"/>
                    <a:gd name="T52" fmla="*/ 5 w 185"/>
                    <a:gd name="T53" fmla="*/ 2 h 180"/>
                    <a:gd name="T54" fmla="*/ 5 w 185"/>
                    <a:gd name="T55" fmla="*/ 1 h 180"/>
                    <a:gd name="T56" fmla="*/ 5 w 185"/>
                    <a:gd name="T57" fmla="*/ 1 h 180"/>
                    <a:gd name="T58" fmla="*/ 5 w 185"/>
                    <a:gd name="T59" fmla="*/ 1 h 180"/>
                    <a:gd name="T60" fmla="*/ 5 w 185"/>
                    <a:gd name="T61" fmla="*/ 1 h 180"/>
                    <a:gd name="T62" fmla="*/ 4 w 185"/>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180"/>
                    <a:gd name="T98" fmla="*/ 185 w 185"/>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180">
                      <a:moveTo>
                        <a:pt x="155" y="16"/>
                      </a:moveTo>
                      <a:lnTo>
                        <a:pt x="54" y="1"/>
                      </a:lnTo>
                      <a:lnTo>
                        <a:pt x="51" y="0"/>
                      </a:lnTo>
                      <a:lnTo>
                        <a:pt x="47" y="0"/>
                      </a:lnTo>
                      <a:lnTo>
                        <a:pt x="41" y="1"/>
                      </a:lnTo>
                      <a:lnTo>
                        <a:pt x="38" y="3"/>
                      </a:lnTo>
                      <a:lnTo>
                        <a:pt x="33" y="4"/>
                      </a:lnTo>
                      <a:lnTo>
                        <a:pt x="32" y="6"/>
                      </a:lnTo>
                      <a:lnTo>
                        <a:pt x="29" y="7"/>
                      </a:lnTo>
                      <a:lnTo>
                        <a:pt x="26" y="10"/>
                      </a:lnTo>
                      <a:lnTo>
                        <a:pt x="23" y="13"/>
                      </a:lnTo>
                      <a:lnTo>
                        <a:pt x="21" y="16"/>
                      </a:lnTo>
                      <a:lnTo>
                        <a:pt x="18" y="18"/>
                      </a:lnTo>
                      <a:lnTo>
                        <a:pt x="18" y="21"/>
                      </a:lnTo>
                      <a:lnTo>
                        <a:pt x="17" y="25"/>
                      </a:lnTo>
                      <a:lnTo>
                        <a:pt x="15" y="28"/>
                      </a:lnTo>
                      <a:lnTo>
                        <a:pt x="14" y="31"/>
                      </a:lnTo>
                      <a:lnTo>
                        <a:pt x="2" y="126"/>
                      </a:lnTo>
                      <a:lnTo>
                        <a:pt x="0" y="129"/>
                      </a:lnTo>
                      <a:lnTo>
                        <a:pt x="0" y="134"/>
                      </a:lnTo>
                      <a:lnTo>
                        <a:pt x="2" y="140"/>
                      </a:lnTo>
                      <a:lnTo>
                        <a:pt x="3" y="144"/>
                      </a:lnTo>
                      <a:lnTo>
                        <a:pt x="5" y="147"/>
                      </a:lnTo>
                      <a:lnTo>
                        <a:pt x="6" y="150"/>
                      </a:lnTo>
                      <a:lnTo>
                        <a:pt x="8" y="152"/>
                      </a:lnTo>
                      <a:lnTo>
                        <a:pt x="9" y="155"/>
                      </a:lnTo>
                      <a:lnTo>
                        <a:pt x="12" y="158"/>
                      </a:lnTo>
                      <a:lnTo>
                        <a:pt x="15" y="161"/>
                      </a:lnTo>
                      <a:lnTo>
                        <a:pt x="18" y="162"/>
                      </a:lnTo>
                      <a:lnTo>
                        <a:pt x="21" y="164"/>
                      </a:lnTo>
                      <a:lnTo>
                        <a:pt x="24" y="164"/>
                      </a:lnTo>
                      <a:lnTo>
                        <a:pt x="27" y="165"/>
                      </a:lnTo>
                      <a:lnTo>
                        <a:pt x="32" y="167"/>
                      </a:lnTo>
                      <a:lnTo>
                        <a:pt x="131" y="180"/>
                      </a:lnTo>
                      <a:lnTo>
                        <a:pt x="134" y="180"/>
                      </a:lnTo>
                      <a:lnTo>
                        <a:pt x="138" y="180"/>
                      </a:lnTo>
                      <a:lnTo>
                        <a:pt x="144" y="179"/>
                      </a:lnTo>
                      <a:lnTo>
                        <a:pt x="149" y="179"/>
                      </a:lnTo>
                      <a:lnTo>
                        <a:pt x="152" y="177"/>
                      </a:lnTo>
                      <a:lnTo>
                        <a:pt x="155" y="176"/>
                      </a:lnTo>
                      <a:lnTo>
                        <a:pt x="158" y="174"/>
                      </a:lnTo>
                      <a:lnTo>
                        <a:pt x="159" y="171"/>
                      </a:lnTo>
                      <a:lnTo>
                        <a:pt x="162" y="168"/>
                      </a:lnTo>
                      <a:lnTo>
                        <a:pt x="165" y="167"/>
                      </a:lnTo>
                      <a:lnTo>
                        <a:pt x="167" y="164"/>
                      </a:lnTo>
                      <a:lnTo>
                        <a:pt x="168" y="161"/>
                      </a:lnTo>
                      <a:lnTo>
                        <a:pt x="170" y="158"/>
                      </a:lnTo>
                      <a:lnTo>
                        <a:pt x="170" y="153"/>
                      </a:lnTo>
                      <a:lnTo>
                        <a:pt x="171" y="150"/>
                      </a:lnTo>
                      <a:lnTo>
                        <a:pt x="185" y="55"/>
                      </a:lnTo>
                      <a:lnTo>
                        <a:pt x="185" y="52"/>
                      </a:lnTo>
                      <a:lnTo>
                        <a:pt x="185" y="48"/>
                      </a:lnTo>
                      <a:lnTo>
                        <a:pt x="184" y="42"/>
                      </a:lnTo>
                      <a:lnTo>
                        <a:pt x="184" y="39"/>
                      </a:lnTo>
                      <a:lnTo>
                        <a:pt x="182" y="34"/>
                      </a:lnTo>
                      <a:lnTo>
                        <a:pt x="180" y="31"/>
                      </a:lnTo>
                      <a:lnTo>
                        <a:pt x="177" y="28"/>
                      </a:lnTo>
                      <a:lnTo>
                        <a:pt x="176" y="27"/>
                      </a:lnTo>
                      <a:lnTo>
                        <a:pt x="173" y="24"/>
                      </a:lnTo>
                      <a:lnTo>
                        <a:pt x="170" y="22"/>
                      </a:lnTo>
                      <a:lnTo>
                        <a:pt x="168" y="19"/>
                      </a:lnTo>
                      <a:lnTo>
                        <a:pt x="164" y="18"/>
                      </a:lnTo>
                      <a:lnTo>
                        <a:pt x="161" y="16"/>
                      </a:lnTo>
                      <a:lnTo>
                        <a:pt x="158" y="16"/>
                      </a:lnTo>
                      <a:lnTo>
                        <a:pt x="155" y="16"/>
                      </a:lnTo>
                      <a:close/>
                    </a:path>
                  </a:pathLst>
                </a:custGeom>
                <a:solidFill>
                  <a:srgbClr val="7091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3" name="Freeform 66"/>
                <p:cNvSpPr>
                  <a:spLocks noChangeAspect="1"/>
                </p:cNvSpPr>
                <p:nvPr/>
              </p:nvSpPr>
              <p:spPr bwMode="auto">
                <a:xfrm>
                  <a:off x="3195" y="3119"/>
                  <a:ext cx="150" cy="79"/>
                </a:xfrm>
                <a:custGeom>
                  <a:avLst/>
                  <a:gdLst>
                    <a:gd name="T0" fmla="*/ 2 w 299"/>
                    <a:gd name="T1" fmla="*/ 0 h 160"/>
                    <a:gd name="T2" fmla="*/ 2 w 299"/>
                    <a:gd name="T3" fmla="*/ 0 h 160"/>
                    <a:gd name="T4" fmla="*/ 2 w 299"/>
                    <a:gd name="T5" fmla="*/ 0 h 160"/>
                    <a:gd name="T6" fmla="*/ 1 w 299"/>
                    <a:gd name="T7" fmla="*/ 0 h 160"/>
                    <a:gd name="T8" fmla="*/ 1 w 299"/>
                    <a:gd name="T9" fmla="*/ 0 h 160"/>
                    <a:gd name="T10" fmla="*/ 1 w 299"/>
                    <a:gd name="T11" fmla="*/ 0 h 160"/>
                    <a:gd name="T12" fmla="*/ 1 w 299"/>
                    <a:gd name="T13" fmla="*/ 0 h 160"/>
                    <a:gd name="T14" fmla="*/ 1 w 299"/>
                    <a:gd name="T15" fmla="*/ 0 h 160"/>
                    <a:gd name="T16" fmla="*/ 1 w 299"/>
                    <a:gd name="T17" fmla="*/ 0 h 160"/>
                    <a:gd name="T18" fmla="*/ 0 w 299"/>
                    <a:gd name="T19" fmla="*/ 1 h 160"/>
                    <a:gd name="T20" fmla="*/ 0 w 299"/>
                    <a:gd name="T21" fmla="*/ 1 h 160"/>
                    <a:gd name="T22" fmla="*/ 0 w 299"/>
                    <a:gd name="T23" fmla="*/ 1 h 160"/>
                    <a:gd name="T24" fmla="*/ 1 w 299"/>
                    <a:gd name="T25" fmla="*/ 1 h 160"/>
                    <a:gd name="T26" fmla="*/ 1 w 299"/>
                    <a:gd name="T27" fmla="*/ 1 h 160"/>
                    <a:gd name="T28" fmla="*/ 1 w 299"/>
                    <a:gd name="T29" fmla="*/ 2 h 160"/>
                    <a:gd name="T30" fmla="*/ 1 w 299"/>
                    <a:gd name="T31" fmla="*/ 2 h 160"/>
                    <a:gd name="T32" fmla="*/ 1 w 299"/>
                    <a:gd name="T33" fmla="*/ 2 h 160"/>
                    <a:gd name="T34" fmla="*/ 8 w 299"/>
                    <a:gd name="T35" fmla="*/ 4 h 160"/>
                    <a:gd name="T36" fmla="*/ 9 w 299"/>
                    <a:gd name="T37" fmla="*/ 4 h 160"/>
                    <a:gd name="T38" fmla="*/ 9 w 299"/>
                    <a:gd name="T39" fmla="*/ 4 h 160"/>
                    <a:gd name="T40" fmla="*/ 9 w 299"/>
                    <a:gd name="T41" fmla="*/ 4 h 160"/>
                    <a:gd name="T42" fmla="*/ 9 w 299"/>
                    <a:gd name="T43" fmla="*/ 4 h 160"/>
                    <a:gd name="T44" fmla="*/ 9 w 299"/>
                    <a:gd name="T45" fmla="*/ 4 h 160"/>
                    <a:gd name="T46" fmla="*/ 9 w 299"/>
                    <a:gd name="T47" fmla="*/ 4 h 160"/>
                    <a:gd name="T48" fmla="*/ 10 w 299"/>
                    <a:gd name="T49" fmla="*/ 4 h 160"/>
                    <a:gd name="T50" fmla="*/ 10 w 299"/>
                    <a:gd name="T51" fmla="*/ 4 h 160"/>
                    <a:gd name="T52" fmla="*/ 10 w 299"/>
                    <a:gd name="T53" fmla="*/ 3 h 160"/>
                    <a:gd name="T54" fmla="*/ 10 w 299"/>
                    <a:gd name="T55" fmla="*/ 3 h 160"/>
                    <a:gd name="T56" fmla="*/ 10 w 299"/>
                    <a:gd name="T57" fmla="*/ 3 h 160"/>
                    <a:gd name="T58" fmla="*/ 10 w 299"/>
                    <a:gd name="T59" fmla="*/ 3 h 160"/>
                    <a:gd name="T60" fmla="*/ 10 w 299"/>
                    <a:gd name="T61" fmla="*/ 3 h 160"/>
                    <a:gd name="T62" fmla="*/ 10 w 299"/>
                    <a:gd name="T63" fmla="*/ 2 h 160"/>
                    <a:gd name="T64" fmla="*/ 9 w 299"/>
                    <a:gd name="T65" fmla="*/ 2 h 160"/>
                    <a:gd name="T66" fmla="*/ 9 w 299"/>
                    <a:gd name="T67" fmla="*/ 2 h 1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9"/>
                    <a:gd name="T103" fmla="*/ 0 h 160"/>
                    <a:gd name="T104" fmla="*/ 299 w 299"/>
                    <a:gd name="T105" fmla="*/ 160 h 1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9" h="160">
                      <a:moveTo>
                        <a:pt x="277" y="84"/>
                      </a:moveTo>
                      <a:lnTo>
                        <a:pt x="50" y="2"/>
                      </a:lnTo>
                      <a:lnTo>
                        <a:pt x="47" y="0"/>
                      </a:lnTo>
                      <a:lnTo>
                        <a:pt x="42" y="0"/>
                      </a:lnTo>
                      <a:lnTo>
                        <a:pt x="39" y="0"/>
                      </a:lnTo>
                      <a:lnTo>
                        <a:pt x="36" y="0"/>
                      </a:lnTo>
                      <a:lnTo>
                        <a:pt x="32" y="0"/>
                      </a:lnTo>
                      <a:lnTo>
                        <a:pt x="29" y="0"/>
                      </a:lnTo>
                      <a:lnTo>
                        <a:pt x="26" y="2"/>
                      </a:lnTo>
                      <a:lnTo>
                        <a:pt x="23" y="3"/>
                      </a:lnTo>
                      <a:lnTo>
                        <a:pt x="20" y="5"/>
                      </a:lnTo>
                      <a:lnTo>
                        <a:pt x="17" y="6"/>
                      </a:lnTo>
                      <a:lnTo>
                        <a:pt x="14" y="8"/>
                      </a:lnTo>
                      <a:lnTo>
                        <a:pt x="12" y="11"/>
                      </a:lnTo>
                      <a:lnTo>
                        <a:pt x="9" y="14"/>
                      </a:lnTo>
                      <a:lnTo>
                        <a:pt x="7" y="17"/>
                      </a:lnTo>
                      <a:lnTo>
                        <a:pt x="6" y="20"/>
                      </a:lnTo>
                      <a:lnTo>
                        <a:pt x="4" y="23"/>
                      </a:lnTo>
                      <a:lnTo>
                        <a:pt x="1" y="30"/>
                      </a:lnTo>
                      <a:lnTo>
                        <a:pt x="0" y="33"/>
                      </a:lnTo>
                      <a:lnTo>
                        <a:pt x="0" y="38"/>
                      </a:lnTo>
                      <a:lnTo>
                        <a:pt x="0" y="41"/>
                      </a:lnTo>
                      <a:lnTo>
                        <a:pt x="0" y="44"/>
                      </a:lnTo>
                      <a:lnTo>
                        <a:pt x="0" y="48"/>
                      </a:lnTo>
                      <a:lnTo>
                        <a:pt x="0" y="50"/>
                      </a:lnTo>
                      <a:lnTo>
                        <a:pt x="1" y="54"/>
                      </a:lnTo>
                      <a:lnTo>
                        <a:pt x="1" y="57"/>
                      </a:lnTo>
                      <a:lnTo>
                        <a:pt x="4" y="60"/>
                      </a:lnTo>
                      <a:lnTo>
                        <a:pt x="6" y="63"/>
                      </a:lnTo>
                      <a:lnTo>
                        <a:pt x="7" y="66"/>
                      </a:lnTo>
                      <a:lnTo>
                        <a:pt x="11" y="68"/>
                      </a:lnTo>
                      <a:lnTo>
                        <a:pt x="14" y="69"/>
                      </a:lnTo>
                      <a:lnTo>
                        <a:pt x="17" y="72"/>
                      </a:lnTo>
                      <a:lnTo>
                        <a:pt x="20" y="75"/>
                      </a:lnTo>
                      <a:lnTo>
                        <a:pt x="23" y="77"/>
                      </a:lnTo>
                      <a:lnTo>
                        <a:pt x="250" y="158"/>
                      </a:lnTo>
                      <a:lnTo>
                        <a:pt x="253" y="160"/>
                      </a:lnTo>
                      <a:lnTo>
                        <a:pt x="257" y="160"/>
                      </a:lnTo>
                      <a:lnTo>
                        <a:pt x="260" y="160"/>
                      </a:lnTo>
                      <a:lnTo>
                        <a:pt x="263" y="160"/>
                      </a:lnTo>
                      <a:lnTo>
                        <a:pt x="268" y="160"/>
                      </a:lnTo>
                      <a:lnTo>
                        <a:pt x="271" y="160"/>
                      </a:lnTo>
                      <a:lnTo>
                        <a:pt x="274" y="158"/>
                      </a:lnTo>
                      <a:lnTo>
                        <a:pt x="277" y="157"/>
                      </a:lnTo>
                      <a:lnTo>
                        <a:pt x="280" y="155"/>
                      </a:lnTo>
                      <a:lnTo>
                        <a:pt x="283" y="154"/>
                      </a:lnTo>
                      <a:lnTo>
                        <a:pt x="284" y="151"/>
                      </a:lnTo>
                      <a:lnTo>
                        <a:pt x="287" y="149"/>
                      </a:lnTo>
                      <a:lnTo>
                        <a:pt x="290" y="146"/>
                      </a:lnTo>
                      <a:lnTo>
                        <a:pt x="292" y="143"/>
                      </a:lnTo>
                      <a:lnTo>
                        <a:pt x="293" y="140"/>
                      </a:lnTo>
                      <a:lnTo>
                        <a:pt x="295" y="137"/>
                      </a:lnTo>
                      <a:lnTo>
                        <a:pt x="298" y="130"/>
                      </a:lnTo>
                      <a:lnTo>
                        <a:pt x="299" y="127"/>
                      </a:lnTo>
                      <a:lnTo>
                        <a:pt x="299" y="122"/>
                      </a:lnTo>
                      <a:lnTo>
                        <a:pt x="299" y="119"/>
                      </a:lnTo>
                      <a:lnTo>
                        <a:pt x="299" y="116"/>
                      </a:lnTo>
                      <a:lnTo>
                        <a:pt x="299" y="112"/>
                      </a:lnTo>
                      <a:lnTo>
                        <a:pt x="299" y="109"/>
                      </a:lnTo>
                      <a:lnTo>
                        <a:pt x="298" y="106"/>
                      </a:lnTo>
                      <a:lnTo>
                        <a:pt x="296" y="103"/>
                      </a:lnTo>
                      <a:lnTo>
                        <a:pt x="295" y="99"/>
                      </a:lnTo>
                      <a:lnTo>
                        <a:pt x="293" y="96"/>
                      </a:lnTo>
                      <a:lnTo>
                        <a:pt x="290" y="93"/>
                      </a:lnTo>
                      <a:lnTo>
                        <a:pt x="289" y="92"/>
                      </a:lnTo>
                      <a:lnTo>
                        <a:pt x="286" y="90"/>
                      </a:lnTo>
                      <a:lnTo>
                        <a:pt x="283" y="87"/>
                      </a:lnTo>
                      <a:lnTo>
                        <a:pt x="280" y="86"/>
                      </a:lnTo>
                      <a:lnTo>
                        <a:pt x="27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4" name="Freeform 67"/>
                <p:cNvSpPr>
                  <a:spLocks noChangeAspect="1"/>
                </p:cNvSpPr>
                <p:nvPr/>
              </p:nvSpPr>
              <p:spPr bwMode="auto">
                <a:xfrm>
                  <a:off x="3169" y="3082"/>
                  <a:ext cx="91" cy="217"/>
                </a:xfrm>
                <a:custGeom>
                  <a:avLst/>
                  <a:gdLst>
                    <a:gd name="T0" fmla="*/ 2 w 184"/>
                    <a:gd name="T1" fmla="*/ 0 h 434"/>
                    <a:gd name="T2" fmla="*/ 1 w 184"/>
                    <a:gd name="T3" fmla="*/ 0 h 434"/>
                    <a:gd name="T4" fmla="*/ 1 w 184"/>
                    <a:gd name="T5" fmla="*/ 1 h 434"/>
                    <a:gd name="T6" fmla="*/ 1 w 184"/>
                    <a:gd name="T7" fmla="*/ 1 h 434"/>
                    <a:gd name="T8" fmla="*/ 1 w 184"/>
                    <a:gd name="T9" fmla="*/ 1 h 434"/>
                    <a:gd name="T10" fmla="*/ 1 w 184"/>
                    <a:gd name="T11" fmla="*/ 1 h 434"/>
                    <a:gd name="T12" fmla="*/ 1 w 184"/>
                    <a:gd name="T13" fmla="*/ 1 h 434"/>
                    <a:gd name="T14" fmla="*/ 1 w 184"/>
                    <a:gd name="T15" fmla="*/ 1 h 434"/>
                    <a:gd name="T16" fmla="*/ 0 w 184"/>
                    <a:gd name="T17" fmla="*/ 13 h 434"/>
                    <a:gd name="T18" fmla="*/ 0 w 184"/>
                    <a:gd name="T19" fmla="*/ 13 h 434"/>
                    <a:gd name="T20" fmla="*/ 0 w 184"/>
                    <a:gd name="T21" fmla="*/ 13 h 434"/>
                    <a:gd name="T22" fmla="*/ 0 w 184"/>
                    <a:gd name="T23" fmla="*/ 13 h 434"/>
                    <a:gd name="T24" fmla="*/ 0 w 184"/>
                    <a:gd name="T25" fmla="*/ 14 h 434"/>
                    <a:gd name="T26" fmla="*/ 0 w 184"/>
                    <a:gd name="T27" fmla="*/ 14 h 434"/>
                    <a:gd name="T28" fmla="*/ 0 w 184"/>
                    <a:gd name="T29" fmla="*/ 14 h 434"/>
                    <a:gd name="T30" fmla="*/ 0 w 184"/>
                    <a:gd name="T31" fmla="*/ 14 h 434"/>
                    <a:gd name="T32" fmla="*/ 4 w 184"/>
                    <a:gd name="T33" fmla="*/ 14 h 434"/>
                    <a:gd name="T34" fmla="*/ 4 w 184"/>
                    <a:gd name="T35" fmla="*/ 14 h 434"/>
                    <a:gd name="T36" fmla="*/ 5 w 184"/>
                    <a:gd name="T37" fmla="*/ 14 h 434"/>
                    <a:gd name="T38" fmla="*/ 5 w 184"/>
                    <a:gd name="T39" fmla="*/ 14 h 434"/>
                    <a:gd name="T40" fmla="*/ 5 w 184"/>
                    <a:gd name="T41" fmla="*/ 14 h 434"/>
                    <a:gd name="T42" fmla="*/ 5 w 184"/>
                    <a:gd name="T43" fmla="*/ 14 h 434"/>
                    <a:gd name="T44" fmla="*/ 5 w 184"/>
                    <a:gd name="T45" fmla="*/ 13 h 434"/>
                    <a:gd name="T46" fmla="*/ 5 w 184"/>
                    <a:gd name="T47" fmla="*/ 13 h 434"/>
                    <a:gd name="T48" fmla="*/ 5 w 184"/>
                    <a:gd name="T49" fmla="*/ 2 h 434"/>
                    <a:gd name="T50" fmla="*/ 5 w 184"/>
                    <a:gd name="T51" fmla="*/ 2 h 434"/>
                    <a:gd name="T52" fmla="*/ 5 w 184"/>
                    <a:gd name="T53" fmla="*/ 2 h 434"/>
                    <a:gd name="T54" fmla="*/ 5 w 184"/>
                    <a:gd name="T55" fmla="*/ 2 h 434"/>
                    <a:gd name="T56" fmla="*/ 5 w 184"/>
                    <a:gd name="T57" fmla="*/ 1 h 434"/>
                    <a:gd name="T58" fmla="*/ 5 w 184"/>
                    <a:gd name="T59" fmla="*/ 1 h 434"/>
                    <a:gd name="T60" fmla="*/ 4 w 184"/>
                    <a:gd name="T61" fmla="*/ 1 h 434"/>
                    <a:gd name="T62" fmla="*/ 4 w 184"/>
                    <a:gd name="T63" fmla="*/ 1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434"/>
                    <a:gd name="T98" fmla="*/ 184 w 184"/>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434">
                      <a:moveTo>
                        <a:pt x="148" y="16"/>
                      </a:moveTo>
                      <a:lnTo>
                        <a:pt x="70" y="0"/>
                      </a:lnTo>
                      <a:lnTo>
                        <a:pt x="65" y="0"/>
                      </a:lnTo>
                      <a:lnTo>
                        <a:pt x="62" y="0"/>
                      </a:lnTo>
                      <a:lnTo>
                        <a:pt x="59" y="0"/>
                      </a:lnTo>
                      <a:lnTo>
                        <a:pt x="56" y="1"/>
                      </a:lnTo>
                      <a:lnTo>
                        <a:pt x="51" y="3"/>
                      </a:lnTo>
                      <a:lnTo>
                        <a:pt x="48" y="4"/>
                      </a:lnTo>
                      <a:lnTo>
                        <a:pt x="44" y="9"/>
                      </a:lnTo>
                      <a:lnTo>
                        <a:pt x="42" y="12"/>
                      </a:lnTo>
                      <a:lnTo>
                        <a:pt x="39" y="13"/>
                      </a:lnTo>
                      <a:lnTo>
                        <a:pt x="38" y="16"/>
                      </a:lnTo>
                      <a:lnTo>
                        <a:pt x="36" y="19"/>
                      </a:lnTo>
                      <a:lnTo>
                        <a:pt x="35" y="24"/>
                      </a:lnTo>
                      <a:lnTo>
                        <a:pt x="33" y="25"/>
                      </a:lnTo>
                      <a:lnTo>
                        <a:pt x="33" y="30"/>
                      </a:lnTo>
                      <a:lnTo>
                        <a:pt x="33" y="34"/>
                      </a:lnTo>
                      <a:lnTo>
                        <a:pt x="0" y="393"/>
                      </a:lnTo>
                      <a:lnTo>
                        <a:pt x="0" y="396"/>
                      </a:lnTo>
                      <a:lnTo>
                        <a:pt x="0" y="401"/>
                      </a:lnTo>
                      <a:lnTo>
                        <a:pt x="2" y="404"/>
                      </a:lnTo>
                      <a:lnTo>
                        <a:pt x="2" y="407"/>
                      </a:lnTo>
                      <a:lnTo>
                        <a:pt x="3" y="410"/>
                      </a:lnTo>
                      <a:lnTo>
                        <a:pt x="6" y="414"/>
                      </a:lnTo>
                      <a:lnTo>
                        <a:pt x="9" y="419"/>
                      </a:lnTo>
                      <a:lnTo>
                        <a:pt x="12" y="422"/>
                      </a:lnTo>
                      <a:lnTo>
                        <a:pt x="15" y="423"/>
                      </a:lnTo>
                      <a:lnTo>
                        <a:pt x="18" y="425"/>
                      </a:lnTo>
                      <a:lnTo>
                        <a:pt x="20" y="426"/>
                      </a:lnTo>
                      <a:lnTo>
                        <a:pt x="24" y="428"/>
                      </a:lnTo>
                      <a:lnTo>
                        <a:pt x="27" y="429"/>
                      </a:lnTo>
                      <a:lnTo>
                        <a:pt x="30" y="431"/>
                      </a:lnTo>
                      <a:lnTo>
                        <a:pt x="35" y="431"/>
                      </a:lnTo>
                      <a:lnTo>
                        <a:pt x="148" y="434"/>
                      </a:lnTo>
                      <a:lnTo>
                        <a:pt x="151" y="434"/>
                      </a:lnTo>
                      <a:lnTo>
                        <a:pt x="155" y="434"/>
                      </a:lnTo>
                      <a:lnTo>
                        <a:pt x="158" y="432"/>
                      </a:lnTo>
                      <a:lnTo>
                        <a:pt x="161" y="432"/>
                      </a:lnTo>
                      <a:lnTo>
                        <a:pt x="164" y="431"/>
                      </a:lnTo>
                      <a:lnTo>
                        <a:pt x="167" y="429"/>
                      </a:lnTo>
                      <a:lnTo>
                        <a:pt x="173" y="425"/>
                      </a:lnTo>
                      <a:lnTo>
                        <a:pt x="176" y="422"/>
                      </a:lnTo>
                      <a:lnTo>
                        <a:pt x="178" y="420"/>
                      </a:lnTo>
                      <a:lnTo>
                        <a:pt x="179" y="417"/>
                      </a:lnTo>
                      <a:lnTo>
                        <a:pt x="181" y="414"/>
                      </a:lnTo>
                      <a:lnTo>
                        <a:pt x="182" y="410"/>
                      </a:lnTo>
                      <a:lnTo>
                        <a:pt x="184" y="407"/>
                      </a:lnTo>
                      <a:lnTo>
                        <a:pt x="184" y="404"/>
                      </a:lnTo>
                      <a:lnTo>
                        <a:pt x="184" y="399"/>
                      </a:lnTo>
                      <a:lnTo>
                        <a:pt x="182" y="54"/>
                      </a:lnTo>
                      <a:lnTo>
                        <a:pt x="181" y="51"/>
                      </a:lnTo>
                      <a:lnTo>
                        <a:pt x="181" y="48"/>
                      </a:lnTo>
                      <a:lnTo>
                        <a:pt x="181" y="43"/>
                      </a:lnTo>
                      <a:lnTo>
                        <a:pt x="179" y="40"/>
                      </a:lnTo>
                      <a:lnTo>
                        <a:pt x="178" y="37"/>
                      </a:lnTo>
                      <a:lnTo>
                        <a:pt x="176" y="34"/>
                      </a:lnTo>
                      <a:lnTo>
                        <a:pt x="172" y="28"/>
                      </a:lnTo>
                      <a:lnTo>
                        <a:pt x="170" y="25"/>
                      </a:lnTo>
                      <a:lnTo>
                        <a:pt x="167" y="24"/>
                      </a:lnTo>
                      <a:lnTo>
                        <a:pt x="164" y="22"/>
                      </a:lnTo>
                      <a:lnTo>
                        <a:pt x="161" y="21"/>
                      </a:lnTo>
                      <a:lnTo>
                        <a:pt x="158" y="19"/>
                      </a:lnTo>
                      <a:lnTo>
                        <a:pt x="155" y="18"/>
                      </a:lnTo>
                      <a:lnTo>
                        <a:pt x="151" y="16"/>
                      </a:lnTo>
                      <a:lnTo>
                        <a:pt x="14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5" name="Freeform 68"/>
                <p:cNvSpPr>
                  <a:spLocks noChangeAspect="1"/>
                </p:cNvSpPr>
                <p:nvPr/>
              </p:nvSpPr>
              <p:spPr bwMode="auto">
                <a:xfrm>
                  <a:off x="3187" y="2966"/>
                  <a:ext cx="116" cy="117"/>
                </a:xfrm>
                <a:custGeom>
                  <a:avLst/>
                  <a:gdLst>
                    <a:gd name="T0" fmla="*/ 4 w 232"/>
                    <a:gd name="T1" fmla="*/ 0 h 233"/>
                    <a:gd name="T2" fmla="*/ 3 w 232"/>
                    <a:gd name="T3" fmla="*/ 1 h 233"/>
                    <a:gd name="T4" fmla="*/ 2 w 232"/>
                    <a:gd name="T5" fmla="*/ 1 h 233"/>
                    <a:gd name="T6" fmla="*/ 2 w 232"/>
                    <a:gd name="T7" fmla="*/ 1 h 233"/>
                    <a:gd name="T8" fmla="*/ 1 w 232"/>
                    <a:gd name="T9" fmla="*/ 2 h 233"/>
                    <a:gd name="T10" fmla="*/ 1 w 232"/>
                    <a:gd name="T11" fmla="*/ 2 h 233"/>
                    <a:gd name="T12" fmla="*/ 1 w 232"/>
                    <a:gd name="T13" fmla="*/ 3 h 233"/>
                    <a:gd name="T14" fmla="*/ 0 w 232"/>
                    <a:gd name="T15" fmla="*/ 4 h 233"/>
                    <a:gd name="T16" fmla="*/ 0 w 232"/>
                    <a:gd name="T17" fmla="*/ 4 h 233"/>
                    <a:gd name="T18" fmla="*/ 1 w 232"/>
                    <a:gd name="T19" fmla="*/ 5 h 233"/>
                    <a:gd name="T20" fmla="*/ 1 w 232"/>
                    <a:gd name="T21" fmla="*/ 6 h 233"/>
                    <a:gd name="T22" fmla="*/ 1 w 232"/>
                    <a:gd name="T23" fmla="*/ 6 h 233"/>
                    <a:gd name="T24" fmla="*/ 2 w 232"/>
                    <a:gd name="T25" fmla="*/ 7 h 233"/>
                    <a:gd name="T26" fmla="*/ 2 w 232"/>
                    <a:gd name="T27" fmla="*/ 7 h 233"/>
                    <a:gd name="T28" fmla="*/ 3 w 232"/>
                    <a:gd name="T29" fmla="*/ 8 h 233"/>
                    <a:gd name="T30" fmla="*/ 4 w 232"/>
                    <a:gd name="T31" fmla="*/ 8 h 233"/>
                    <a:gd name="T32" fmla="*/ 4 w 232"/>
                    <a:gd name="T33" fmla="*/ 8 h 233"/>
                    <a:gd name="T34" fmla="*/ 5 w 232"/>
                    <a:gd name="T35" fmla="*/ 8 h 233"/>
                    <a:gd name="T36" fmla="*/ 6 w 232"/>
                    <a:gd name="T37" fmla="*/ 7 h 233"/>
                    <a:gd name="T38" fmla="*/ 6 w 232"/>
                    <a:gd name="T39" fmla="*/ 7 h 233"/>
                    <a:gd name="T40" fmla="*/ 7 w 232"/>
                    <a:gd name="T41" fmla="*/ 6 h 233"/>
                    <a:gd name="T42" fmla="*/ 7 w 232"/>
                    <a:gd name="T43" fmla="*/ 6 h 233"/>
                    <a:gd name="T44" fmla="*/ 7 w 232"/>
                    <a:gd name="T45" fmla="*/ 6 h 233"/>
                    <a:gd name="T46" fmla="*/ 8 w 232"/>
                    <a:gd name="T47" fmla="*/ 5 h 233"/>
                    <a:gd name="T48" fmla="*/ 8 w 232"/>
                    <a:gd name="T49" fmla="*/ 4 h 233"/>
                    <a:gd name="T50" fmla="*/ 8 w 232"/>
                    <a:gd name="T51" fmla="*/ 3 h 233"/>
                    <a:gd name="T52" fmla="*/ 7 w 232"/>
                    <a:gd name="T53" fmla="*/ 3 h 233"/>
                    <a:gd name="T54" fmla="*/ 7 w 232"/>
                    <a:gd name="T55" fmla="*/ 2 h 233"/>
                    <a:gd name="T56" fmla="*/ 7 w 232"/>
                    <a:gd name="T57" fmla="*/ 2 h 233"/>
                    <a:gd name="T58" fmla="*/ 6 w 232"/>
                    <a:gd name="T59" fmla="*/ 1 h 233"/>
                    <a:gd name="T60" fmla="*/ 6 w 232"/>
                    <a:gd name="T61" fmla="*/ 1 h 233"/>
                    <a:gd name="T62" fmla="*/ 5 w 232"/>
                    <a:gd name="T63" fmla="*/ 1 h 233"/>
                    <a:gd name="T64" fmla="*/ 4 w 232"/>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233"/>
                    <a:gd name="T101" fmla="*/ 232 w 232"/>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233">
                      <a:moveTo>
                        <a:pt x="116" y="0"/>
                      </a:moveTo>
                      <a:lnTo>
                        <a:pt x="104" y="0"/>
                      </a:lnTo>
                      <a:lnTo>
                        <a:pt x="92" y="2"/>
                      </a:lnTo>
                      <a:lnTo>
                        <a:pt x="81" y="5"/>
                      </a:lnTo>
                      <a:lnTo>
                        <a:pt x="71" y="9"/>
                      </a:lnTo>
                      <a:lnTo>
                        <a:pt x="60" y="14"/>
                      </a:lnTo>
                      <a:lnTo>
                        <a:pt x="51" y="20"/>
                      </a:lnTo>
                      <a:lnTo>
                        <a:pt x="42" y="27"/>
                      </a:lnTo>
                      <a:lnTo>
                        <a:pt x="33" y="35"/>
                      </a:lnTo>
                      <a:lnTo>
                        <a:pt x="26" y="42"/>
                      </a:lnTo>
                      <a:lnTo>
                        <a:pt x="19" y="51"/>
                      </a:lnTo>
                      <a:lnTo>
                        <a:pt x="13" y="60"/>
                      </a:lnTo>
                      <a:lnTo>
                        <a:pt x="9" y="71"/>
                      </a:lnTo>
                      <a:lnTo>
                        <a:pt x="4" y="81"/>
                      </a:lnTo>
                      <a:lnTo>
                        <a:pt x="1" y="93"/>
                      </a:lnTo>
                      <a:lnTo>
                        <a:pt x="0" y="104"/>
                      </a:lnTo>
                      <a:lnTo>
                        <a:pt x="0" y="116"/>
                      </a:lnTo>
                      <a:lnTo>
                        <a:pt x="0" y="128"/>
                      </a:lnTo>
                      <a:lnTo>
                        <a:pt x="1" y="140"/>
                      </a:lnTo>
                      <a:lnTo>
                        <a:pt x="4" y="151"/>
                      </a:lnTo>
                      <a:lnTo>
                        <a:pt x="9" y="161"/>
                      </a:lnTo>
                      <a:lnTo>
                        <a:pt x="13" y="172"/>
                      </a:lnTo>
                      <a:lnTo>
                        <a:pt x="19" y="182"/>
                      </a:lnTo>
                      <a:lnTo>
                        <a:pt x="26" y="191"/>
                      </a:lnTo>
                      <a:lnTo>
                        <a:pt x="33" y="199"/>
                      </a:lnTo>
                      <a:lnTo>
                        <a:pt x="42" y="206"/>
                      </a:lnTo>
                      <a:lnTo>
                        <a:pt x="51" y="214"/>
                      </a:lnTo>
                      <a:lnTo>
                        <a:pt x="60" y="218"/>
                      </a:lnTo>
                      <a:lnTo>
                        <a:pt x="71" y="224"/>
                      </a:lnTo>
                      <a:lnTo>
                        <a:pt x="81" y="227"/>
                      </a:lnTo>
                      <a:lnTo>
                        <a:pt x="92" y="230"/>
                      </a:lnTo>
                      <a:lnTo>
                        <a:pt x="104" y="232"/>
                      </a:lnTo>
                      <a:lnTo>
                        <a:pt x="116" y="233"/>
                      </a:lnTo>
                      <a:lnTo>
                        <a:pt x="128" y="232"/>
                      </a:lnTo>
                      <a:lnTo>
                        <a:pt x="140" y="230"/>
                      </a:lnTo>
                      <a:lnTo>
                        <a:pt x="150" y="227"/>
                      </a:lnTo>
                      <a:lnTo>
                        <a:pt x="161" y="224"/>
                      </a:lnTo>
                      <a:lnTo>
                        <a:pt x="171" y="218"/>
                      </a:lnTo>
                      <a:lnTo>
                        <a:pt x="180" y="214"/>
                      </a:lnTo>
                      <a:lnTo>
                        <a:pt x="189" y="206"/>
                      </a:lnTo>
                      <a:lnTo>
                        <a:pt x="198" y="199"/>
                      </a:lnTo>
                      <a:lnTo>
                        <a:pt x="206" y="191"/>
                      </a:lnTo>
                      <a:lnTo>
                        <a:pt x="212" y="182"/>
                      </a:lnTo>
                      <a:lnTo>
                        <a:pt x="215" y="176"/>
                      </a:lnTo>
                      <a:lnTo>
                        <a:pt x="218" y="172"/>
                      </a:lnTo>
                      <a:lnTo>
                        <a:pt x="223" y="161"/>
                      </a:lnTo>
                      <a:lnTo>
                        <a:pt x="227" y="151"/>
                      </a:lnTo>
                      <a:lnTo>
                        <a:pt x="230" y="140"/>
                      </a:lnTo>
                      <a:lnTo>
                        <a:pt x="232" y="128"/>
                      </a:lnTo>
                      <a:lnTo>
                        <a:pt x="232" y="116"/>
                      </a:lnTo>
                      <a:lnTo>
                        <a:pt x="232" y="104"/>
                      </a:lnTo>
                      <a:lnTo>
                        <a:pt x="230" y="93"/>
                      </a:lnTo>
                      <a:lnTo>
                        <a:pt x="227" y="81"/>
                      </a:lnTo>
                      <a:lnTo>
                        <a:pt x="223" y="71"/>
                      </a:lnTo>
                      <a:lnTo>
                        <a:pt x="218" y="60"/>
                      </a:lnTo>
                      <a:lnTo>
                        <a:pt x="212" y="51"/>
                      </a:lnTo>
                      <a:lnTo>
                        <a:pt x="206" y="42"/>
                      </a:lnTo>
                      <a:lnTo>
                        <a:pt x="198" y="35"/>
                      </a:lnTo>
                      <a:lnTo>
                        <a:pt x="189" y="27"/>
                      </a:lnTo>
                      <a:lnTo>
                        <a:pt x="180" y="20"/>
                      </a:lnTo>
                      <a:lnTo>
                        <a:pt x="176" y="17"/>
                      </a:lnTo>
                      <a:lnTo>
                        <a:pt x="171" y="14"/>
                      </a:lnTo>
                      <a:lnTo>
                        <a:pt x="161" y="9"/>
                      </a:lnTo>
                      <a:lnTo>
                        <a:pt x="150" y="5"/>
                      </a:lnTo>
                      <a:lnTo>
                        <a:pt x="140" y="2"/>
                      </a:lnTo>
                      <a:lnTo>
                        <a:pt x="128"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6" name="Freeform 69"/>
                <p:cNvSpPr>
                  <a:spLocks noChangeAspect="1"/>
                </p:cNvSpPr>
                <p:nvPr/>
              </p:nvSpPr>
              <p:spPr bwMode="auto">
                <a:xfrm>
                  <a:off x="3306" y="3139"/>
                  <a:ext cx="92" cy="90"/>
                </a:xfrm>
                <a:custGeom>
                  <a:avLst/>
                  <a:gdLst>
                    <a:gd name="T0" fmla="*/ 1 w 185"/>
                    <a:gd name="T1" fmla="*/ 1 h 180"/>
                    <a:gd name="T2" fmla="*/ 1 w 185"/>
                    <a:gd name="T3" fmla="*/ 0 h 180"/>
                    <a:gd name="T4" fmla="*/ 1 w 185"/>
                    <a:gd name="T5" fmla="*/ 1 h 180"/>
                    <a:gd name="T6" fmla="*/ 1 w 185"/>
                    <a:gd name="T7" fmla="*/ 1 h 180"/>
                    <a:gd name="T8" fmla="*/ 0 w 185"/>
                    <a:gd name="T9" fmla="*/ 1 h 180"/>
                    <a:gd name="T10" fmla="*/ 0 w 185"/>
                    <a:gd name="T11" fmla="*/ 1 h 180"/>
                    <a:gd name="T12" fmla="*/ 0 w 185"/>
                    <a:gd name="T13" fmla="*/ 1 h 180"/>
                    <a:gd name="T14" fmla="*/ 0 w 185"/>
                    <a:gd name="T15" fmla="*/ 1 h 180"/>
                    <a:gd name="T16" fmla="*/ 0 w 185"/>
                    <a:gd name="T17" fmla="*/ 4 h 180"/>
                    <a:gd name="T18" fmla="*/ 0 w 185"/>
                    <a:gd name="T19" fmla="*/ 5 h 180"/>
                    <a:gd name="T20" fmla="*/ 0 w 185"/>
                    <a:gd name="T21" fmla="*/ 5 h 180"/>
                    <a:gd name="T22" fmla="*/ 0 w 185"/>
                    <a:gd name="T23" fmla="*/ 5 h 180"/>
                    <a:gd name="T24" fmla="*/ 0 w 185"/>
                    <a:gd name="T25" fmla="*/ 5 h 180"/>
                    <a:gd name="T26" fmla="*/ 0 w 185"/>
                    <a:gd name="T27" fmla="*/ 6 h 180"/>
                    <a:gd name="T28" fmla="*/ 0 w 185"/>
                    <a:gd name="T29" fmla="*/ 6 h 180"/>
                    <a:gd name="T30" fmla="*/ 0 w 185"/>
                    <a:gd name="T31" fmla="*/ 6 h 180"/>
                    <a:gd name="T32" fmla="*/ 4 w 185"/>
                    <a:gd name="T33" fmla="*/ 6 h 180"/>
                    <a:gd name="T34" fmla="*/ 4 w 185"/>
                    <a:gd name="T35" fmla="*/ 6 h 180"/>
                    <a:gd name="T36" fmla="*/ 4 w 185"/>
                    <a:gd name="T37" fmla="*/ 6 h 180"/>
                    <a:gd name="T38" fmla="*/ 4 w 185"/>
                    <a:gd name="T39" fmla="*/ 6 h 180"/>
                    <a:gd name="T40" fmla="*/ 4 w 185"/>
                    <a:gd name="T41" fmla="*/ 6 h 180"/>
                    <a:gd name="T42" fmla="*/ 5 w 185"/>
                    <a:gd name="T43" fmla="*/ 6 h 180"/>
                    <a:gd name="T44" fmla="*/ 5 w 185"/>
                    <a:gd name="T45" fmla="*/ 6 h 180"/>
                    <a:gd name="T46" fmla="*/ 5 w 185"/>
                    <a:gd name="T47" fmla="*/ 5 h 180"/>
                    <a:gd name="T48" fmla="*/ 5 w 185"/>
                    <a:gd name="T49" fmla="*/ 2 h 180"/>
                    <a:gd name="T50" fmla="*/ 5 w 185"/>
                    <a:gd name="T51" fmla="*/ 2 h 180"/>
                    <a:gd name="T52" fmla="*/ 5 w 185"/>
                    <a:gd name="T53" fmla="*/ 2 h 180"/>
                    <a:gd name="T54" fmla="*/ 5 w 185"/>
                    <a:gd name="T55" fmla="*/ 1 h 180"/>
                    <a:gd name="T56" fmla="*/ 5 w 185"/>
                    <a:gd name="T57" fmla="*/ 1 h 180"/>
                    <a:gd name="T58" fmla="*/ 5 w 185"/>
                    <a:gd name="T59" fmla="*/ 1 h 180"/>
                    <a:gd name="T60" fmla="*/ 5 w 185"/>
                    <a:gd name="T61" fmla="*/ 1 h 180"/>
                    <a:gd name="T62" fmla="*/ 4 w 185"/>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180"/>
                    <a:gd name="T98" fmla="*/ 185 w 185"/>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180">
                      <a:moveTo>
                        <a:pt x="155" y="16"/>
                      </a:moveTo>
                      <a:lnTo>
                        <a:pt x="54" y="1"/>
                      </a:lnTo>
                      <a:lnTo>
                        <a:pt x="51" y="0"/>
                      </a:lnTo>
                      <a:lnTo>
                        <a:pt x="47" y="0"/>
                      </a:lnTo>
                      <a:lnTo>
                        <a:pt x="41" y="1"/>
                      </a:lnTo>
                      <a:lnTo>
                        <a:pt x="38" y="3"/>
                      </a:lnTo>
                      <a:lnTo>
                        <a:pt x="33" y="4"/>
                      </a:lnTo>
                      <a:lnTo>
                        <a:pt x="32" y="6"/>
                      </a:lnTo>
                      <a:lnTo>
                        <a:pt x="29" y="7"/>
                      </a:lnTo>
                      <a:lnTo>
                        <a:pt x="26" y="10"/>
                      </a:lnTo>
                      <a:lnTo>
                        <a:pt x="23" y="13"/>
                      </a:lnTo>
                      <a:lnTo>
                        <a:pt x="21" y="16"/>
                      </a:lnTo>
                      <a:lnTo>
                        <a:pt x="18" y="18"/>
                      </a:lnTo>
                      <a:lnTo>
                        <a:pt x="18" y="21"/>
                      </a:lnTo>
                      <a:lnTo>
                        <a:pt x="17" y="25"/>
                      </a:lnTo>
                      <a:lnTo>
                        <a:pt x="15" y="28"/>
                      </a:lnTo>
                      <a:lnTo>
                        <a:pt x="14" y="31"/>
                      </a:lnTo>
                      <a:lnTo>
                        <a:pt x="2" y="126"/>
                      </a:lnTo>
                      <a:lnTo>
                        <a:pt x="0" y="129"/>
                      </a:lnTo>
                      <a:lnTo>
                        <a:pt x="0" y="134"/>
                      </a:lnTo>
                      <a:lnTo>
                        <a:pt x="2" y="140"/>
                      </a:lnTo>
                      <a:lnTo>
                        <a:pt x="3" y="144"/>
                      </a:lnTo>
                      <a:lnTo>
                        <a:pt x="5" y="147"/>
                      </a:lnTo>
                      <a:lnTo>
                        <a:pt x="6" y="150"/>
                      </a:lnTo>
                      <a:lnTo>
                        <a:pt x="8" y="152"/>
                      </a:lnTo>
                      <a:lnTo>
                        <a:pt x="9" y="155"/>
                      </a:lnTo>
                      <a:lnTo>
                        <a:pt x="12" y="158"/>
                      </a:lnTo>
                      <a:lnTo>
                        <a:pt x="15" y="161"/>
                      </a:lnTo>
                      <a:lnTo>
                        <a:pt x="18" y="162"/>
                      </a:lnTo>
                      <a:lnTo>
                        <a:pt x="21" y="164"/>
                      </a:lnTo>
                      <a:lnTo>
                        <a:pt x="24" y="164"/>
                      </a:lnTo>
                      <a:lnTo>
                        <a:pt x="27" y="165"/>
                      </a:lnTo>
                      <a:lnTo>
                        <a:pt x="32" y="167"/>
                      </a:lnTo>
                      <a:lnTo>
                        <a:pt x="131" y="180"/>
                      </a:lnTo>
                      <a:lnTo>
                        <a:pt x="134" y="180"/>
                      </a:lnTo>
                      <a:lnTo>
                        <a:pt x="138" y="180"/>
                      </a:lnTo>
                      <a:lnTo>
                        <a:pt x="144" y="179"/>
                      </a:lnTo>
                      <a:lnTo>
                        <a:pt x="149" y="179"/>
                      </a:lnTo>
                      <a:lnTo>
                        <a:pt x="152" y="177"/>
                      </a:lnTo>
                      <a:lnTo>
                        <a:pt x="155" y="176"/>
                      </a:lnTo>
                      <a:lnTo>
                        <a:pt x="158" y="174"/>
                      </a:lnTo>
                      <a:lnTo>
                        <a:pt x="159" y="171"/>
                      </a:lnTo>
                      <a:lnTo>
                        <a:pt x="162" y="168"/>
                      </a:lnTo>
                      <a:lnTo>
                        <a:pt x="165" y="167"/>
                      </a:lnTo>
                      <a:lnTo>
                        <a:pt x="167" y="164"/>
                      </a:lnTo>
                      <a:lnTo>
                        <a:pt x="168" y="161"/>
                      </a:lnTo>
                      <a:lnTo>
                        <a:pt x="170" y="158"/>
                      </a:lnTo>
                      <a:lnTo>
                        <a:pt x="170" y="153"/>
                      </a:lnTo>
                      <a:lnTo>
                        <a:pt x="171" y="150"/>
                      </a:lnTo>
                      <a:lnTo>
                        <a:pt x="185" y="55"/>
                      </a:lnTo>
                      <a:lnTo>
                        <a:pt x="185" y="52"/>
                      </a:lnTo>
                      <a:lnTo>
                        <a:pt x="185" y="48"/>
                      </a:lnTo>
                      <a:lnTo>
                        <a:pt x="184" y="42"/>
                      </a:lnTo>
                      <a:lnTo>
                        <a:pt x="184" y="39"/>
                      </a:lnTo>
                      <a:lnTo>
                        <a:pt x="182" y="34"/>
                      </a:lnTo>
                      <a:lnTo>
                        <a:pt x="180" y="31"/>
                      </a:lnTo>
                      <a:lnTo>
                        <a:pt x="177" y="28"/>
                      </a:lnTo>
                      <a:lnTo>
                        <a:pt x="176" y="27"/>
                      </a:lnTo>
                      <a:lnTo>
                        <a:pt x="173" y="24"/>
                      </a:lnTo>
                      <a:lnTo>
                        <a:pt x="170" y="22"/>
                      </a:lnTo>
                      <a:lnTo>
                        <a:pt x="168" y="19"/>
                      </a:lnTo>
                      <a:lnTo>
                        <a:pt x="164" y="18"/>
                      </a:lnTo>
                      <a:lnTo>
                        <a:pt x="161" y="16"/>
                      </a:lnTo>
                      <a:lnTo>
                        <a:pt x="158" y="16"/>
                      </a:lnTo>
                      <a:lnTo>
                        <a:pt x="155" y="16"/>
                      </a:lnTo>
                      <a:close/>
                    </a:path>
                  </a:pathLst>
                </a:custGeom>
                <a:solidFill>
                  <a:srgbClr val="3368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77" name="Freeform 70"/>
                <p:cNvSpPr>
                  <a:spLocks noChangeAspect="1"/>
                </p:cNvSpPr>
                <p:nvPr/>
              </p:nvSpPr>
              <p:spPr bwMode="auto">
                <a:xfrm>
                  <a:off x="3195" y="3119"/>
                  <a:ext cx="150" cy="79"/>
                </a:xfrm>
                <a:custGeom>
                  <a:avLst/>
                  <a:gdLst>
                    <a:gd name="T0" fmla="*/ 2 w 299"/>
                    <a:gd name="T1" fmla="*/ 0 h 160"/>
                    <a:gd name="T2" fmla="*/ 2 w 299"/>
                    <a:gd name="T3" fmla="*/ 0 h 160"/>
                    <a:gd name="T4" fmla="*/ 2 w 299"/>
                    <a:gd name="T5" fmla="*/ 0 h 160"/>
                    <a:gd name="T6" fmla="*/ 1 w 299"/>
                    <a:gd name="T7" fmla="*/ 0 h 160"/>
                    <a:gd name="T8" fmla="*/ 1 w 299"/>
                    <a:gd name="T9" fmla="*/ 0 h 160"/>
                    <a:gd name="T10" fmla="*/ 1 w 299"/>
                    <a:gd name="T11" fmla="*/ 0 h 160"/>
                    <a:gd name="T12" fmla="*/ 1 w 299"/>
                    <a:gd name="T13" fmla="*/ 0 h 160"/>
                    <a:gd name="T14" fmla="*/ 1 w 299"/>
                    <a:gd name="T15" fmla="*/ 0 h 160"/>
                    <a:gd name="T16" fmla="*/ 1 w 299"/>
                    <a:gd name="T17" fmla="*/ 0 h 160"/>
                    <a:gd name="T18" fmla="*/ 0 w 299"/>
                    <a:gd name="T19" fmla="*/ 1 h 160"/>
                    <a:gd name="T20" fmla="*/ 0 w 299"/>
                    <a:gd name="T21" fmla="*/ 1 h 160"/>
                    <a:gd name="T22" fmla="*/ 0 w 299"/>
                    <a:gd name="T23" fmla="*/ 1 h 160"/>
                    <a:gd name="T24" fmla="*/ 1 w 299"/>
                    <a:gd name="T25" fmla="*/ 1 h 160"/>
                    <a:gd name="T26" fmla="*/ 1 w 299"/>
                    <a:gd name="T27" fmla="*/ 1 h 160"/>
                    <a:gd name="T28" fmla="*/ 1 w 299"/>
                    <a:gd name="T29" fmla="*/ 2 h 160"/>
                    <a:gd name="T30" fmla="*/ 1 w 299"/>
                    <a:gd name="T31" fmla="*/ 2 h 160"/>
                    <a:gd name="T32" fmla="*/ 1 w 299"/>
                    <a:gd name="T33" fmla="*/ 2 h 160"/>
                    <a:gd name="T34" fmla="*/ 8 w 299"/>
                    <a:gd name="T35" fmla="*/ 4 h 160"/>
                    <a:gd name="T36" fmla="*/ 9 w 299"/>
                    <a:gd name="T37" fmla="*/ 4 h 160"/>
                    <a:gd name="T38" fmla="*/ 9 w 299"/>
                    <a:gd name="T39" fmla="*/ 4 h 160"/>
                    <a:gd name="T40" fmla="*/ 9 w 299"/>
                    <a:gd name="T41" fmla="*/ 4 h 160"/>
                    <a:gd name="T42" fmla="*/ 9 w 299"/>
                    <a:gd name="T43" fmla="*/ 4 h 160"/>
                    <a:gd name="T44" fmla="*/ 9 w 299"/>
                    <a:gd name="T45" fmla="*/ 4 h 160"/>
                    <a:gd name="T46" fmla="*/ 9 w 299"/>
                    <a:gd name="T47" fmla="*/ 4 h 160"/>
                    <a:gd name="T48" fmla="*/ 10 w 299"/>
                    <a:gd name="T49" fmla="*/ 4 h 160"/>
                    <a:gd name="T50" fmla="*/ 10 w 299"/>
                    <a:gd name="T51" fmla="*/ 4 h 160"/>
                    <a:gd name="T52" fmla="*/ 10 w 299"/>
                    <a:gd name="T53" fmla="*/ 3 h 160"/>
                    <a:gd name="T54" fmla="*/ 10 w 299"/>
                    <a:gd name="T55" fmla="*/ 3 h 160"/>
                    <a:gd name="T56" fmla="*/ 10 w 299"/>
                    <a:gd name="T57" fmla="*/ 3 h 160"/>
                    <a:gd name="T58" fmla="*/ 10 w 299"/>
                    <a:gd name="T59" fmla="*/ 3 h 160"/>
                    <a:gd name="T60" fmla="*/ 10 w 299"/>
                    <a:gd name="T61" fmla="*/ 3 h 160"/>
                    <a:gd name="T62" fmla="*/ 10 w 299"/>
                    <a:gd name="T63" fmla="*/ 2 h 160"/>
                    <a:gd name="T64" fmla="*/ 9 w 299"/>
                    <a:gd name="T65" fmla="*/ 2 h 160"/>
                    <a:gd name="T66" fmla="*/ 9 w 299"/>
                    <a:gd name="T67" fmla="*/ 2 h 1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9"/>
                    <a:gd name="T103" fmla="*/ 0 h 160"/>
                    <a:gd name="T104" fmla="*/ 299 w 299"/>
                    <a:gd name="T105" fmla="*/ 160 h 1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9" h="160">
                      <a:moveTo>
                        <a:pt x="277" y="84"/>
                      </a:moveTo>
                      <a:lnTo>
                        <a:pt x="50" y="2"/>
                      </a:lnTo>
                      <a:lnTo>
                        <a:pt x="47" y="0"/>
                      </a:lnTo>
                      <a:lnTo>
                        <a:pt x="42" y="0"/>
                      </a:lnTo>
                      <a:lnTo>
                        <a:pt x="39" y="0"/>
                      </a:lnTo>
                      <a:lnTo>
                        <a:pt x="36" y="0"/>
                      </a:lnTo>
                      <a:lnTo>
                        <a:pt x="32" y="0"/>
                      </a:lnTo>
                      <a:lnTo>
                        <a:pt x="29" y="0"/>
                      </a:lnTo>
                      <a:lnTo>
                        <a:pt x="26" y="2"/>
                      </a:lnTo>
                      <a:lnTo>
                        <a:pt x="23" y="3"/>
                      </a:lnTo>
                      <a:lnTo>
                        <a:pt x="20" y="5"/>
                      </a:lnTo>
                      <a:lnTo>
                        <a:pt x="17" y="6"/>
                      </a:lnTo>
                      <a:lnTo>
                        <a:pt x="14" y="8"/>
                      </a:lnTo>
                      <a:lnTo>
                        <a:pt x="12" y="11"/>
                      </a:lnTo>
                      <a:lnTo>
                        <a:pt x="9" y="14"/>
                      </a:lnTo>
                      <a:lnTo>
                        <a:pt x="7" y="17"/>
                      </a:lnTo>
                      <a:lnTo>
                        <a:pt x="6" y="20"/>
                      </a:lnTo>
                      <a:lnTo>
                        <a:pt x="4" y="23"/>
                      </a:lnTo>
                      <a:lnTo>
                        <a:pt x="1" y="30"/>
                      </a:lnTo>
                      <a:lnTo>
                        <a:pt x="0" y="33"/>
                      </a:lnTo>
                      <a:lnTo>
                        <a:pt x="0" y="38"/>
                      </a:lnTo>
                      <a:lnTo>
                        <a:pt x="0" y="41"/>
                      </a:lnTo>
                      <a:lnTo>
                        <a:pt x="0" y="44"/>
                      </a:lnTo>
                      <a:lnTo>
                        <a:pt x="0" y="48"/>
                      </a:lnTo>
                      <a:lnTo>
                        <a:pt x="0" y="50"/>
                      </a:lnTo>
                      <a:lnTo>
                        <a:pt x="1" y="54"/>
                      </a:lnTo>
                      <a:lnTo>
                        <a:pt x="1" y="57"/>
                      </a:lnTo>
                      <a:lnTo>
                        <a:pt x="4" y="60"/>
                      </a:lnTo>
                      <a:lnTo>
                        <a:pt x="6" y="63"/>
                      </a:lnTo>
                      <a:lnTo>
                        <a:pt x="7" y="66"/>
                      </a:lnTo>
                      <a:lnTo>
                        <a:pt x="11" y="68"/>
                      </a:lnTo>
                      <a:lnTo>
                        <a:pt x="14" y="69"/>
                      </a:lnTo>
                      <a:lnTo>
                        <a:pt x="17" y="72"/>
                      </a:lnTo>
                      <a:lnTo>
                        <a:pt x="20" y="75"/>
                      </a:lnTo>
                      <a:lnTo>
                        <a:pt x="23" y="77"/>
                      </a:lnTo>
                      <a:lnTo>
                        <a:pt x="250" y="158"/>
                      </a:lnTo>
                      <a:lnTo>
                        <a:pt x="253" y="160"/>
                      </a:lnTo>
                      <a:lnTo>
                        <a:pt x="257" y="160"/>
                      </a:lnTo>
                      <a:lnTo>
                        <a:pt x="260" y="160"/>
                      </a:lnTo>
                      <a:lnTo>
                        <a:pt x="263" y="160"/>
                      </a:lnTo>
                      <a:lnTo>
                        <a:pt x="268" y="160"/>
                      </a:lnTo>
                      <a:lnTo>
                        <a:pt x="271" y="160"/>
                      </a:lnTo>
                      <a:lnTo>
                        <a:pt x="274" y="158"/>
                      </a:lnTo>
                      <a:lnTo>
                        <a:pt x="277" y="157"/>
                      </a:lnTo>
                      <a:lnTo>
                        <a:pt x="280" y="155"/>
                      </a:lnTo>
                      <a:lnTo>
                        <a:pt x="283" y="154"/>
                      </a:lnTo>
                      <a:lnTo>
                        <a:pt x="284" y="151"/>
                      </a:lnTo>
                      <a:lnTo>
                        <a:pt x="287" y="149"/>
                      </a:lnTo>
                      <a:lnTo>
                        <a:pt x="290" y="146"/>
                      </a:lnTo>
                      <a:lnTo>
                        <a:pt x="292" y="143"/>
                      </a:lnTo>
                      <a:lnTo>
                        <a:pt x="293" y="140"/>
                      </a:lnTo>
                      <a:lnTo>
                        <a:pt x="295" y="137"/>
                      </a:lnTo>
                      <a:lnTo>
                        <a:pt x="298" y="130"/>
                      </a:lnTo>
                      <a:lnTo>
                        <a:pt x="299" y="127"/>
                      </a:lnTo>
                      <a:lnTo>
                        <a:pt x="299" y="122"/>
                      </a:lnTo>
                      <a:lnTo>
                        <a:pt x="299" y="119"/>
                      </a:lnTo>
                      <a:lnTo>
                        <a:pt x="299" y="116"/>
                      </a:lnTo>
                      <a:lnTo>
                        <a:pt x="299" y="112"/>
                      </a:lnTo>
                      <a:lnTo>
                        <a:pt x="299" y="109"/>
                      </a:lnTo>
                      <a:lnTo>
                        <a:pt x="298" y="106"/>
                      </a:lnTo>
                      <a:lnTo>
                        <a:pt x="296" y="103"/>
                      </a:lnTo>
                      <a:lnTo>
                        <a:pt x="295" y="99"/>
                      </a:lnTo>
                      <a:lnTo>
                        <a:pt x="293" y="96"/>
                      </a:lnTo>
                      <a:lnTo>
                        <a:pt x="290" y="93"/>
                      </a:lnTo>
                      <a:lnTo>
                        <a:pt x="289" y="92"/>
                      </a:lnTo>
                      <a:lnTo>
                        <a:pt x="286" y="90"/>
                      </a:lnTo>
                      <a:lnTo>
                        <a:pt x="283" y="87"/>
                      </a:lnTo>
                      <a:lnTo>
                        <a:pt x="280" y="86"/>
                      </a:lnTo>
                      <a:lnTo>
                        <a:pt x="27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154" name="Text Box 71"/>
            <p:cNvSpPr txBox="1">
              <a:spLocks noChangeArrowheads="1"/>
            </p:cNvSpPr>
            <p:nvPr/>
          </p:nvSpPr>
          <p:spPr bwMode="auto">
            <a:xfrm>
              <a:off x="6717159" y="2195041"/>
              <a:ext cx="1142688" cy="408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155" name="Text Box 72"/>
            <p:cNvSpPr txBox="1">
              <a:spLocks noChangeArrowheads="1"/>
            </p:cNvSpPr>
            <p:nvPr/>
          </p:nvSpPr>
          <p:spPr bwMode="auto">
            <a:xfrm>
              <a:off x="6709685" y="2200693"/>
              <a:ext cx="1008612" cy="38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Black" panose="020B0A04020102020204" pitchFamily="34" charset="0"/>
                </a:rPr>
                <a:t>Supplier</a:t>
              </a:r>
            </a:p>
          </p:txBody>
        </p:sp>
        <p:sp>
          <p:nvSpPr>
            <p:cNvPr id="6156" name="Text Box 84"/>
            <p:cNvSpPr txBox="1">
              <a:spLocks noChangeArrowheads="1"/>
            </p:cNvSpPr>
            <p:nvPr/>
          </p:nvSpPr>
          <p:spPr bwMode="auto">
            <a:xfrm>
              <a:off x="1074132" y="2197848"/>
              <a:ext cx="1162494" cy="38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Black" panose="020B0A04020102020204" pitchFamily="34" charset="0"/>
                </a:rPr>
                <a:t>Customer</a:t>
              </a:r>
            </a:p>
          </p:txBody>
        </p:sp>
        <p:grpSp>
          <p:nvGrpSpPr>
            <p:cNvPr id="6157" name="Group 85"/>
            <p:cNvGrpSpPr>
              <a:grpSpLocks noChangeAspect="1"/>
            </p:cNvGrpSpPr>
            <p:nvPr/>
          </p:nvGrpSpPr>
          <p:grpSpPr bwMode="auto">
            <a:xfrm>
              <a:off x="1352621" y="1618517"/>
              <a:ext cx="636858" cy="640112"/>
              <a:chOff x="4152" y="2160"/>
              <a:chExt cx="453" cy="453"/>
            </a:xfrm>
          </p:grpSpPr>
          <p:sp>
            <p:nvSpPr>
              <p:cNvPr id="6158" name="AutoShape 86"/>
              <p:cNvSpPr>
                <a:spLocks noChangeAspect="1" noChangeArrowheads="1"/>
              </p:cNvSpPr>
              <p:nvPr/>
            </p:nvSpPr>
            <p:spPr bwMode="ltGray">
              <a:xfrm>
                <a:off x="4152" y="2160"/>
                <a:ext cx="453" cy="453"/>
              </a:xfrm>
              <a:prstGeom prst="roundRect">
                <a:avLst>
                  <a:gd name="adj" fmla="val 14759"/>
                </a:avLst>
              </a:prstGeom>
              <a:solidFill>
                <a:srgbClr val="F4C54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6159" name="Group 87"/>
              <p:cNvGrpSpPr>
                <a:grpSpLocks noChangeAspect="1"/>
              </p:cNvGrpSpPr>
              <p:nvPr/>
            </p:nvGrpSpPr>
            <p:grpSpPr bwMode="auto">
              <a:xfrm>
                <a:off x="4262" y="2220"/>
                <a:ext cx="229" cy="334"/>
                <a:chOff x="4001" y="3574"/>
                <a:chExt cx="229" cy="334"/>
              </a:xfrm>
            </p:grpSpPr>
            <p:sp>
              <p:nvSpPr>
                <p:cNvPr id="6160" name="Freeform 88"/>
                <p:cNvSpPr>
                  <a:spLocks noChangeAspect="1"/>
                </p:cNvSpPr>
                <p:nvPr/>
              </p:nvSpPr>
              <p:spPr bwMode="auto">
                <a:xfrm>
                  <a:off x="4138" y="3690"/>
                  <a:ext cx="92" cy="218"/>
                </a:xfrm>
                <a:custGeom>
                  <a:avLst/>
                  <a:gdLst>
                    <a:gd name="T0" fmla="*/ 3 w 185"/>
                    <a:gd name="T1" fmla="*/ 0 h 436"/>
                    <a:gd name="T2" fmla="*/ 3 w 185"/>
                    <a:gd name="T3" fmla="*/ 0 h 436"/>
                    <a:gd name="T4" fmla="*/ 4 w 185"/>
                    <a:gd name="T5" fmla="*/ 1 h 436"/>
                    <a:gd name="T6" fmla="*/ 4 w 185"/>
                    <a:gd name="T7" fmla="*/ 1 h 436"/>
                    <a:gd name="T8" fmla="*/ 4 w 185"/>
                    <a:gd name="T9" fmla="*/ 1 h 436"/>
                    <a:gd name="T10" fmla="*/ 4 w 185"/>
                    <a:gd name="T11" fmla="*/ 1 h 436"/>
                    <a:gd name="T12" fmla="*/ 4 w 185"/>
                    <a:gd name="T13" fmla="*/ 1 h 436"/>
                    <a:gd name="T14" fmla="*/ 4 w 185"/>
                    <a:gd name="T15" fmla="*/ 1 h 436"/>
                    <a:gd name="T16" fmla="*/ 5 w 185"/>
                    <a:gd name="T17" fmla="*/ 13 h 436"/>
                    <a:gd name="T18" fmla="*/ 5 w 185"/>
                    <a:gd name="T19" fmla="*/ 13 h 436"/>
                    <a:gd name="T20" fmla="*/ 5 w 185"/>
                    <a:gd name="T21" fmla="*/ 13 h 436"/>
                    <a:gd name="T22" fmla="*/ 5 w 185"/>
                    <a:gd name="T23" fmla="*/ 13 h 436"/>
                    <a:gd name="T24" fmla="*/ 5 w 185"/>
                    <a:gd name="T25" fmla="*/ 14 h 436"/>
                    <a:gd name="T26" fmla="*/ 5 w 185"/>
                    <a:gd name="T27" fmla="*/ 14 h 436"/>
                    <a:gd name="T28" fmla="*/ 5 w 185"/>
                    <a:gd name="T29" fmla="*/ 14 h 436"/>
                    <a:gd name="T30" fmla="*/ 4 w 185"/>
                    <a:gd name="T31" fmla="*/ 14 h 436"/>
                    <a:gd name="T32" fmla="*/ 1 w 185"/>
                    <a:gd name="T33" fmla="*/ 14 h 436"/>
                    <a:gd name="T34" fmla="*/ 0 w 185"/>
                    <a:gd name="T35" fmla="*/ 14 h 436"/>
                    <a:gd name="T36" fmla="*/ 0 w 185"/>
                    <a:gd name="T37" fmla="*/ 14 h 436"/>
                    <a:gd name="T38" fmla="*/ 0 w 185"/>
                    <a:gd name="T39" fmla="*/ 14 h 436"/>
                    <a:gd name="T40" fmla="*/ 0 w 185"/>
                    <a:gd name="T41" fmla="*/ 14 h 436"/>
                    <a:gd name="T42" fmla="*/ 0 w 185"/>
                    <a:gd name="T43" fmla="*/ 14 h 436"/>
                    <a:gd name="T44" fmla="*/ 0 w 185"/>
                    <a:gd name="T45" fmla="*/ 13 h 436"/>
                    <a:gd name="T46" fmla="*/ 0 w 185"/>
                    <a:gd name="T47" fmla="*/ 13 h 436"/>
                    <a:gd name="T48" fmla="*/ 0 w 185"/>
                    <a:gd name="T49" fmla="*/ 2 h 436"/>
                    <a:gd name="T50" fmla="*/ 0 w 185"/>
                    <a:gd name="T51" fmla="*/ 2 h 436"/>
                    <a:gd name="T52" fmla="*/ 0 w 185"/>
                    <a:gd name="T53" fmla="*/ 2 h 436"/>
                    <a:gd name="T54" fmla="*/ 0 w 185"/>
                    <a:gd name="T55" fmla="*/ 2 h 436"/>
                    <a:gd name="T56" fmla="*/ 0 w 185"/>
                    <a:gd name="T57" fmla="*/ 1 h 436"/>
                    <a:gd name="T58" fmla="*/ 0 w 185"/>
                    <a:gd name="T59" fmla="*/ 1 h 436"/>
                    <a:gd name="T60" fmla="*/ 0 w 185"/>
                    <a:gd name="T61" fmla="*/ 1 h 436"/>
                    <a:gd name="T62" fmla="*/ 1 w 185"/>
                    <a:gd name="T63" fmla="*/ 1 h 4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436"/>
                    <a:gd name="T98" fmla="*/ 185 w 185"/>
                    <a:gd name="T99" fmla="*/ 436 h 4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436">
                      <a:moveTo>
                        <a:pt x="36" y="18"/>
                      </a:moveTo>
                      <a:lnTo>
                        <a:pt x="114" y="0"/>
                      </a:lnTo>
                      <a:lnTo>
                        <a:pt x="119" y="0"/>
                      </a:lnTo>
                      <a:lnTo>
                        <a:pt x="122" y="0"/>
                      </a:lnTo>
                      <a:lnTo>
                        <a:pt x="125" y="2"/>
                      </a:lnTo>
                      <a:lnTo>
                        <a:pt x="128" y="2"/>
                      </a:lnTo>
                      <a:lnTo>
                        <a:pt x="132" y="3"/>
                      </a:lnTo>
                      <a:lnTo>
                        <a:pt x="135" y="6"/>
                      </a:lnTo>
                      <a:lnTo>
                        <a:pt x="140" y="9"/>
                      </a:lnTo>
                      <a:lnTo>
                        <a:pt x="143" y="12"/>
                      </a:lnTo>
                      <a:lnTo>
                        <a:pt x="144" y="15"/>
                      </a:lnTo>
                      <a:lnTo>
                        <a:pt x="146" y="18"/>
                      </a:lnTo>
                      <a:lnTo>
                        <a:pt x="149" y="20"/>
                      </a:lnTo>
                      <a:lnTo>
                        <a:pt x="150" y="24"/>
                      </a:lnTo>
                      <a:lnTo>
                        <a:pt x="150" y="27"/>
                      </a:lnTo>
                      <a:lnTo>
                        <a:pt x="152" y="30"/>
                      </a:lnTo>
                      <a:lnTo>
                        <a:pt x="152" y="35"/>
                      </a:lnTo>
                      <a:lnTo>
                        <a:pt x="185" y="394"/>
                      </a:lnTo>
                      <a:lnTo>
                        <a:pt x="185" y="399"/>
                      </a:lnTo>
                      <a:lnTo>
                        <a:pt x="183" y="402"/>
                      </a:lnTo>
                      <a:lnTo>
                        <a:pt x="183" y="405"/>
                      </a:lnTo>
                      <a:lnTo>
                        <a:pt x="182" y="409"/>
                      </a:lnTo>
                      <a:lnTo>
                        <a:pt x="180" y="412"/>
                      </a:lnTo>
                      <a:lnTo>
                        <a:pt x="179" y="415"/>
                      </a:lnTo>
                      <a:lnTo>
                        <a:pt x="174" y="420"/>
                      </a:lnTo>
                      <a:lnTo>
                        <a:pt x="173" y="423"/>
                      </a:lnTo>
                      <a:lnTo>
                        <a:pt x="170" y="426"/>
                      </a:lnTo>
                      <a:lnTo>
                        <a:pt x="167" y="427"/>
                      </a:lnTo>
                      <a:lnTo>
                        <a:pt x="164" y="429"/>
                      </a:lnTo>
                      <a:lnTo>
                        <a:pt x="161" y="430"/>
                      </a:lnTo>
                      <a:lnTo>
                        <a:pt x="156" y="430"/>
                      </a:lnTo>
                      <a:lnTo>
                        <a:pt x="153" y="432"/>
                      </a:lnTo>
                      <a:lnTo>
                        <a:pt x="150" y="432"/>
                      </a:lnTo>
                      <a:lnTo>
                        <a:pt x="36" y="436"/>
                      </a:lnTo>
                      <a:lnTo>
                        <a:pt x="33" y="436"/>
                      </a:lnTo>
                      <a:lnTo>
                        <a:pt x="30" y="435"/>
                      </a:lnTo>
                      <a:lnTo>
                        <a:pt x="25" y="435"/>
                      </a:lnTo>
                      <a:lnTo>
                        <a:pt x="22" y="433"/>
                      </a:lnTo>
                      <a:lnTo>
                        <a:pt x="19" y="432"/>
                      </a:lnTo>
                      <a:lnTo>
                        <a:pt x="16" y="430"/>
                      </a:lnTo>
                      <a:lnTo>
                        <a:pt x="10" y="426"/>
                      </a:lnTo>
                      <a:lnTo>
                        <a:pt x="9" y="424"/>
                      </a:lnTo>
                      <a:lnTo>
                        <a:pt x="6" y="421"/>
                      </a:lnTo>
                      <a:lnTo>
                        <a:pt x="4" y="418"/>
                      </a:lnTo>
                      <a:lnTo>
                        <a:pt x="3" y="415"/>
                      </a:lnTo>
                      <a:lnTo>
                        <a:pt x="1" y="412"/>
                      </a:lnTo>
                      <a:lnTo>
                        <a:pt x="0" y="408"/>
                      </a:lnTo>
                      <a:lnTo>
                        <a:pt x="0" y="405"/>
                      </a:lnTo>
                      <a:lnTo>
                        <a:pt x="0" y="402"/>
                      </a:lnTo>
                      <a:lnTo>
                        <a:pt x="1" y="54"/>
                      </a:lnTo>
                      <a:lnTo>
                        <a:pt x="3" y="51"/>
                      </a:lnTo>
                      <a:lnTo>
                        <a:pt x="3" y="48"/>
                      </a:lnTo>
                      <a:lnTo>
                        <a:pt x="3" y="45"/>
                      </a:lnTo>
                      <a:lnTo>
                        <a:pt x="4" y="41"/>
                      </a:lnTo>
                      <a:lnTo>
                        <a:pt x="6" y="38"/>
                      </a:lnTo>
                      <a:lnTo>
                        <a:pt x="7" y="35"/>
                      </a:lnTo>
                      <a:lnTo>
                        <a:pt x="12" y="29"/>
                      </a:lnTo>
                      <a:lnTo>
                        <a:pt x="13" y="27"/>
                      </a:lnTo>
                      <a:lnTo>
                        <a:pt x="16" y="24"/>
                      </a:lnTo>
                      <a:lnTo>
                        <a:pt x="19" y="23"/>
                      </a:lnTo>
                      <a:lnTo>
                        <a:pt x="24" y="21"/>
                      </a:lnTo>
                      <a:lnTo>
                        <a:pt x="25" y="20"/>
                      </a:lnTo>
                      <a:lnTo>
                        <a:pt x="30" y="20"/>
                      </a:lnTo>
                      <a:lnTo>
                        <a:pt x="33" y="18"/>
                      </a:lnTo>
                      <a:lnTo>
                        <a:pt x="3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1" name="Freeform 89"/>
                <p:cNvSpPr>
                  <a:spLocks noChangeAspect="1"/>
                </p:cNvSpPr>
                <p:nvPr/>
              </p:nvSpPr>
              <p:spPr bwMode="auto">
                <a:xfrm>
                  <a:off x="4095" y="3574"/>
                  <a:ext cx="117" cy="116"/>
                </a:xfrm>
                <a:custGeom>
                  <a:avLst/>
                  <a:gdLst>
                    <a:gd name="T0" fmla="*/ 4 w 233"/>
                    <a:gd name="T1" fmla="*/ 0 h 233"/>
                    <a:gd name="T2" fmla="*/ 5 w 233"/>
                    <a:gd name="T3" fmla="*/ 0 h 233"/>
                    <a:gd name="T4" fmla="*/ 6 w 233"/>
                    <a:gd name="T5" fmla="*/ 0 h 233"/>
                    <a:gd name="T6" fmla="*/ 6 w 233"/>
                    <a:gd name="T7" fmla="*/ 0 h 233"/>
                    <a:gd name="T8" fmla="*/ 7 w 233"/>
                    <a:gd name="T9" fmla="*/ 1 h 233"/>
                    <a:gd name="T10" fmla="*/ 7 w 233"/>
                    <a:gd name="T11" fmla="*/ 1 h 233"/>
                    <a:gd name="T12" fmla="*/ 7 w 233"/>
                    <a:gd name="T13" fmla="*/ 2 h 233"/>
                    <a:gd name="T14" fmla="*/ 8 w 233"/>
                    <a:gd name="T15" fmla="*/ 2 h 233"/>
                    <a:gd name="T16" fmla="*/ 8 w 233"/>
                    <a:gd name="T17" fmla="*/ 3 h 233"/>
                    <a:gd name="T18" fmla="*/ 8 w 233"/>
                    <a:gd name="T19" fmla="*/ 4 h 233"/>
                    <a:gd name="T20" fmla="*/ 7 w 233"/>
                    <a:gd name="T21" fmla="*/ 5 h 233"/>
                    <a:gd name="T22" fmla="*/ 7 w 233"/>
                    <a:gd name="T23" fmla="*/ 5 h 233"/>
                    <a:gd name="T24" fmla="*/ 7 w 233"/>
                    <a:gd name="T25" fmla="*/ 6 h 233"/>
                    <a:gd name="T26" fmla="*/ 6 w 233"/>
                    <a:gd name="T27" fmla="*/ 6 h 233"/>
                    <a:gd name="T28" fmla="*/ 6 w 233"/>
                    <a:gd name="T29" fmla="*/ 7 h 233"/>
                    <a:gd name="T30" fmla="*/ 5 w 233"/>
                    <a:gd name="T31" fmla="*/ 7 h 233"/>
                    <a:gd name="T32" fmla="*/ 4 w 233"/>
                    <a:gd name="T33" fmla="*/ 7 h 233"/>
                    <a:gd name="T34" fmla="*/ 3 w 233"/>
                    <a:gd name="T35" fmla="*/ 7 h 233"/>
                    <a:gd name="T36" fmla="*/ 3 w 233"/>
                    <a:gd name="T37" fmla="*/ 7 h 233"/>
                    <a:gd name="T38" fmla="*/ 2 w 233"/>
                    <a:gd name="T39" fmla="*/ 6 h 233"/>
                    <a:gd name="T40" fmla="*/ 2 w 233"/>
                    <a:gd name="T41" fmla="*/ 6 h 233"/>
                    <a:gd name="T42" fmla="*/ 1 w 233"/>
                    <a:gd name="T43" fmla="*/ 5 h 233"/>
                    <a:gd name="T44" fmla="*/ 1 w 233"/>
                    <a:gd name="T45" fmla="*/ 5 h 233"/>
                    <a:gd name="T46" fmla="*/ 1 w 233"/>
                    <a:gd name="T47" fmla="*/ 4 h 233"/>
                    <a:gd name="T48" fmla="*/ 1 w 233"/>
                    <a:gd name="T49" fmla="*/ 4 h 233"/>
                    <a:gd name="T50" fmla="*/ 1 w 233"/>
                    <a:gd name="T51" fmla="*/ 3 h 233"/>
                    <a:gd name="T52" fmla="*/ 1 w 233"/>
                    <a:gd name="T53" fmla="*/ 2 h 233"/>
                    <a:gd name="T54" fmla="*/ 1 w 233"/>
                    <a:gd name="T55" fmla="*/ 1 h 233"/>
                    <a:gd name="T56" fmla="*/ 1 w 233"/>
                    <a:gd name="T57" fmla="*/ 1 h 233"/>
                    <a:gd name="T58" fmla="*/ 2 w 233"/>
                    <a:gd name="T59" fmla="*/ 0 h 233"/>
                    <a:gd name="T60" fmla="*/ 2 w 233"/>
                    <a:gd name="T61" fmla="*/ 0 h 233"/>
                    <a:gd name="T62" fmla="*/ 3 w 233"/>
                    <a:gd name="T63" fmla="*/ 0 h 233"/>
                    <a:gd name="T64" fmla="*/ 4 w 233"/>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3"/>
                    <a:gd name="T100" fmla="*/ 0 h 233"/>
                    <a:gd name="T101" fmla="*/ 233 w 233"/>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3" h="233">
                      <a:moveTo>
                        <a:pt x="116" y="0"/>
                      </a:moveTo>
                      <a:lnTo>
                        <a:pt x="128" y="0"/>
                      </a:lnTo>
                      <a:lnTo>
                        <a:pt x="140" y="3"/>
                      </a:lnTo>
                      <a:lnTo>
                        <a:pt x="150" y="6"/>
                      </a:lnTo>
                      <a:lnTo>
                        <a:pt x="162" y="9"/>
                      </a:lnTo>
                      <a:lnTo>
                        <a:pt x="171" y="13"/>
                      </a:lnTo>
                      <a:lnTo>
                        <a:pt x="182" y="20"/>
                      </a:lnTo>
                      <a:lnTo>
                        <a:pt x="191" y="27"/>
                      </a:lnTo>
                      <a:lnTo>
                        <a:pt x="199" y="35"/>
                      </a:lnTo>
                      <a:lnTo>
                        <a:pt x="206" y="42"/>
                      </a:lnTo>
                      <a:lnTo>
                        <a:pt x="214" y="51"/>
                      </a:lnTo>
                      <a:lnTo>
                        <a:pt x="217" y="56"/>
                      </a:lnTo>
                      <a:lnTo>
                        <a:pt x="218" y="62"/>
                      </a:lnTo>
                      <a:lnTo>
                        <a:pt x="224" y="71"/>
                      </a:lnTo>
                      <a:lnTo>
                        <a:pt x="227" y="81"/>
                      </a:lnTo>
                      <a:lnTo>
                        <a:pt x="230" y="93"/>
                      </a:lnTo>
                      <a:lnTo>
                        <a:pt x="232" y="105"/>
                      </a:lnTo>
                      <a:lnTo>
                        <a:pt x="233" y="117"/>
                      </a:lnTo>
                      <a:lnTo>
                        <a:pt x="232" y="128"/>
                      </a:lnTo>
                      <a:lnTo>
                        <a:pt x="230" y="140"/>
                      </a:lnTo>
                      <a:lnTo>
                        <a:pt x="227" y="152"/>
                      </a:lnTo>
                      <a:lnTo>
                        <a:pt x="224" y="162"/>
                      </a:lnTo>
                      <a:lnTo>
                        <a:pt x="218" y="171"/>
                      </a:lnTo>
                      <a:lnTo>
                        <a:pt x="214" y="182"/>
                      </a:lnTo>
                      <a:lnTo>
                        <a:pt x="206" y="191"/>
                      </a:lnTo>
                      <a:lnTo>
                        <a:pt x="199" y="198"/>
                      </a:lnTo>
                      <a:lnTo>
                        <a:pt x="191" y="206"/>
                      </a:lnTo>
                      <a:lnTo>
                        <a:pt x="182" y="213"/>
                      </a:lnTo>
                      <a:lnTo>
                        <a:pt x="171" y="219"/>
                      </a:lnTo>
                      <a:lnTo>
                        <a:pt x="162" y="224"/>
                      </a:lnTo>
                      <a:lnTo>
                        <a:pt x="150" y="228"/>
                      </a:lnTo>
                      <a:lnTo>
                        <a:pt x="140" y="230"/>
                      </a:lnTo>
                      <a:lnTo>
                        <a:pt x="128" y="233"/>
                      </a:lnTo>
                      <a:lnTo>
                        <a:pt x="116" y="233"/>
                      </a:lnTo>
                      <a:lnTo>
                        <a:pt x="105" y="233"/>
                      </a:lnTo>
                      <a:lnTo>
                        <a:pt x="93" y="230"/>
                      </a:lnTo>
                      <a:lnTo>
                        <a:pt x="83" y="228"/>
                      </a:lnTo>
                      <a:lnTo>
                        <a:pt x="71" y="224"/>
                      </a:lnTo>
                      <a:lnTo>
                        <a:pt x="62" y="219"/>
                      </a:lnTo>
                      <a:lnTo>
                        <a:pt x="51" y="213"/>
                      </a:lnTo>
                      <a:lnTo>
                        <a:pt x="42" y="206"/>
                      </a:lnTo>
                      <a:lnTo>
                        <a:pt x="35" y="198"/>
                      </a:lnTo>
                      <a:lnTo>
                        <a:pt x="27" y="191"/>
                      </a:lnTo>
                      <a:lnTo>
                        <a:pt x="20" y="182"/>
                      </a:lnTo>
                      <a:lnTo>
                        <a:pt x="17" y="177"/>
                      </a:lnTo>
                      <a:lnTo>
                        <a:pt x="15" y="171"/>
                      </a:lnTo>
                      <a:lnTo>
                        <a:pt x="9" y="162"/>
                      </a:lnTo>
                      <a:lnTo>
                        <a:pt x="6" y="152"/>
                      </a:lnTo>
                      <a:lnTo>
                        <a:pt x="3" y="140"/>
                      </a:lnTo>
                      <a:lnTo>
                        <a:pt x="2" y="128"/>
                      </a:lnTo>
                      <a:lnTo>
                        <a:pt x="0" y="117"/>
                      </a:lnTo>
                      <a:lnTo>
                        <a:pt x="2" y="105"/>
                      </a:lnTo>
                      <a:lnTo>
                        <a:pt x="3" y="93"/>
                      </a:lnTo>
                      <a:lnTo>
                        <a:pt x="6" y="81"/>
                      </a:lnTo>
                      <a:lnTo>
                        <a:pt x="9" y="71"/>
                      </a:lnTo>
                      <a:lnTo>
                        <a:pt x="15" y="62"/>
                      </a:lnTo>
                      <a:lnTo>
                        <a:pt x="20" y="51"/>
                      </a:lnTo>
                      <a:lnTo>
                        <a:pt x="27" y="42"/>
                      </a:lnTo>
                      <a:lnTo>
                        <a:pt x="35" y="35"/>
                      </a:lnTo>
                      <a:lnTo>
                        <a:pt x="42" y="27"/>
                      </a:lnTo>
                      <a:lnTo>
                        <a:pt x="51" y="20"/>
                      </a:lnTo>
                      <a:lnTo>
                        <a:pt x="62" y="13"/>
                      </a:lnTo>
                      <a:lnTo>
                        <a:pt x="71" y="9"/>
                      </a:lnTo>
                      <a:lnTo>
                        <a:pt x="83" y="6"/>
                      </a:lnTo>
                      <a:lnTo>
                        <a:pt x="93" y="3"/>
                      </a:lnTo>
                      <a:lnTo>
                        <a:pt x="105"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2" name="Freeform 90"/>
                <p:cNvSpPr>
                  <a:spLocks noChangeAspect="1"/>
                </p:cNvSpPr>
                <p:nvPr/>
              </p:nvSpPr>
              <p:spPr bwMode="auto">
                <a:xfrm>
                  <a:off x="4001" y="3748"/>
                  <a:ext cx="92" cy="90"/>
                </a:xfrm>
                <a:custGeom>
                  <a:avLst/>
                  <a:gdLst>
                    <a:gd name="T0" fmla="*/ 5 w 184"/>
                    <a:gd name="T1" fmla="*/ 0 h 180"/>
                    <a:gd name="T2" fmla="*/ 5 w 184"/>
                    <a:gd name="T3" fmla="*/ 0 h 180"/>
                    <a:gd name="T4" fmla="*/ 5 w 184"/>
                    <a:gd name="T5" fmla="*/ 1 h 180"/>
                    <a:gd name="T6" fmla="*/ 5 w 184"/>
                    <a:gd name="T7" fmla="*/ 1 h 180"/>
                    <a:gd name="T8" fmla="*/ 5 w 184"/>
                    <a:gd name="T9" fmla="*/ 1 h 180"/>
                    <a:gd name="T10" fmla="*/ 6 w 184"/>
                    <a:gd name="T11" fmla="*/ 1 h 180"/>
                    <a:gd name="T12" fmla="*/ 6 w 184"/>
                    <a:gd name="T13" fmla="*/ 1 h 180"/>
                    <a:gd name="T14" fmla="*/ 6 w 184"/>
                    <a:gd name="T15" fmla="*/ 1 h 180"/>
                    <a:gd name="T16" fmla="*/ 6 w 184"/>
                    <a:gd name="T17" fmla="*/ 4 h 180"/>
                    <a:gd name="T18" fmla="*/ 6 w 184"/>
                    <a:gd name="T19" fmla="*/ 5 h 180"/>
                    <a:gd name="T20" fmla="*/ 6 w 184"/>
                    <a:gd name="T21" fmla="*/ 5 h 180"/>
                    <a:gd name="T22" fmla="*/ 6 w 184"/>
                    <a:gd name="T23" fmla="*/ 5 h 180"/>
                    <a:gd name="T24" fmla="*/ 6 w 184"/>
                    <a:gd name="T25" fmla="*/ 5 h 180"/>
                    <a:gd name="T26" fmla="*/ 6 w 184"/>
                    <a:gd name="T27" fmla="*/ 5 h 180"/>
                    <a:gd name="T28" fmla="*/ 6 w 184"/>
                    <a:gd name="T29" fmla="*/ 6 h 180"/>
                    <a:gd name="T30" fmla="*/ 5 w 184"/>
                    <a:gd name="T31" fmla="*/ 6 h 180"/>
                    <a:gd name="T32" fmla="*/ 2 w 184"/>
                    <a:gd name="T33" fmla="*/ 6 h 180"/>
                    <a:gd name="T34" fmla="*/ 2 w 184"/>
                    <a:gd name="T35" fmla="*/ 6 h 180"/>
                    <a:gd name="T36" fmla="*/ 2 w 184"/>
                    <a:gd name="T37" fmla="*/ 6 h 180"/>
                    <a:gd name="T38" fmla="*/ 1 w 184"/>
                    <a:gd name="T39" fmla="*/ 6 h 180"/>
                    <a:gd name="T40" fmla="*/ 1 w 184"/>
                    <a:gd name="T41" fmla="*/ 6 h 180"/>
                    <a:gd name="T42" fmla="*/ 1 w 184"/>
                    <a:gd name="T43" fmla="*/ 6 h 180"/>
                    <a:gd name="T44" fmla="*/ 1 w 184"/>
                    <a:gd name="T45" fmla="*/ 5 h 180"/>
                    <a:gd name="T46" fmla="*/ 1 w 184"/>
                    <a:gd name="T47" fmla="*/ 5 h 180"/>
                    <a:gd name="T48" fmla="*/ 1 w 184"/>
                    <a:gd name="T49" fmla="*/ 2 h 180"/>
                    <a:gd name="T50" fmla="*/ 0 w 184"/>
                    <a:gd name="T51" fmla="*/ 2 h 180"/>
                    <a:gd name="T52" fmla="*/ 1 w 184"/>
                    <a:gd name="T53" fmla="*/ 2 h 180"/>
                    <a:gd name="T54" fmla="*/ 1 w 184"/>
                    <a:gd name="T55" fmla="*/ 1 h 180"/>
                    <a:gd name="T56" fmla="*/ 1 w 184"/>
                    <a:gd name="T57" fmla="*/ 1 h 180"/>
                    <a:gd name="T58" fmla="*/ 1 w 184"/>
                    <a:gd name="T59" fmla="*/ 1 h 180"/>
                    <a:gd name="T60" fmla="*/ 1 w 184"/>
                    <a:gd name="T61" fmla="*/ 1 h 180"/>
                    <a:gd name="T62" fmla="*/ 1 w 184"/>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80"/>
                    <a:gd name="T98" fmla="*/ 184 w 184"/>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80">
                      <a:moveTo>
                        <a:pt x="30" y="15"/>
                      </a:moveTo>
                      <a:lnTo>
                        <a:pt x="129" y="0"/>
                      </a:lnTo>
                      <a:lnTo>
                        <a:pt x="134" y="0"/>
                      </a:lnTo>
                      <a:lnTo>
                        <a:pt x="137" y="0"/>
                      </a:lnTo>
                      <a:lnTo>
                        <a:pt x="144" y="2"/>
                      </a:lnTo>
                      <a:lnTo>
                        <a:pt x="147" y="2"/>
                      </a:lnTo>
                      <a:lnTo>
                        <a:pt x="150" y="3"/>
                      </a:lnTo>
                      <a:lnTo>
                        <a:pt x="153" y="6"/>
                      </a:lnTo>
                      <a:lnTo>
                        <a:pt x="156" y="6"/>
                      </a:lnTo>
                      <a:lnTo>
                        <a:pt x="158" y="9"/>
                      </a:lnTo>
                      <a:lnTo>
                        <a:pt x="161" y="12"/>
                      </a:lnTo>
                      <a:lnTo>
                        <a:pt x="162" y="15"/>
                      </a:lnTo>
                      <a:lnTo>
                        <a:pt x="165" y="18"/>
                      </a:lnTo>
                      <a:lnTo>
                        <a:pt x="167" y="21"/>
                      </a:lnTo>
                      <a:lnTo>
                        <a:pt x="168" y="24"/>
                      </a:lnTo>
                      <a:lnTo>
                        <a:pt x="170" y="27"/>
                      </a:lnTo>
                      <a:lnTo>
                        <a:pt x="170" y="32"/>
                      </a:lnTo>
                      <a:lnTo>
                        <a:pt x="184" y="125"/>
                      </a:lnTo>
                      <a:lnTo>
                        <a:pt x="184" y="129"/>
                      </a:lnTo>
                      <a:lnTo>
                        <a:pt x="184" y="132"/>
                      </a:lnTo>
                      <a:lnTo>
                        <a:pt x="182" y="140"/>
                      </a:lnTo>
                      <a:lnTo>
                        <a:pt x="182" y="143"/>
                      </a:lnTo>
                      <a:lnTo>
                        <a:pt x="181" y="146"/>
                      </a:lnTo>
                      <a:lnTo>
                        <a:pt x="178" y="149"/>
                      </a:lnTo>
                      <a:lnTo>
                        <a:pt x="176" y="152"/>
                      </a:lnTo>
                      <a:lnTo>
                        <a:pt x="175" y="155"/>
                      </a:lnTo>
                      <a:lnTo>
                        <a:pt x="172" y="156"/>
                      </a:lnTo>
                      <a:lnTo>
                        <a:pt x="168" y="159"/>
                      </a:lnTo>
                      <a:lnTo>
                        <a:pt x="165" y="161"/>
                      </a:lnTo>
                      <a:lnTo>
                        <a:pt x="162" y="162"/>
                      </a:lnTo>
                      <a:lnTo>
                        <a:pt x="159" y="164"/>
                      </a:lnTo>
                      <a:lnTo>
                        <a:pt x="156" y="165"/>
                      </a:lnTo>
                      <a:lnTo>
                        <a:pt x="153" y="165"/>
                      </a:lnTo>
                      <a:lnTo>
                        <a:pt x="54" y="180"/>
                      </a:lnTo>
                      <a:lnTo>
                        <a:pt x="50" y="180"/>
                      </a:lnTo>
                      <a:lnTo>
                        <a:pt x="47" y="180"/>
                      </a:lnTo>
                      <a:lnTo>
                        <a:pt x="39" y="179"/>
                      </a:lnTo>
                      <a:lnTo>
                        <a:pt x="36" y="177"/>
                      </a:lnTo>
                      <a:lnTo>
                        <a:pt x="33" y="176"/>
                      </a:lnTo>
                      <a:lnTo>
                        <a:pt x="30" y="174"/>
                      </a:lnTo>
                      <a:lnTo>
                        <a:pt x="29" y="173"/>
                      </a:lnTo>
                      <a:lnTo>
                        <a:pt x="24" y="171"/>
                      </a:lnTo>
                      <a:lnTo>
                        <a:pt x="23" y="168"/>
                      </a:lnTo>
                      <a:lnTo>
                        <a:pt x="20" y="165"/>
                      </a:lnTo>
                      <a:lnTo>
                        <a:pt x="20" y="162"/>
                      </a:lnTo>
                      <a:lnTo>
                        <a:pt x="17" y="159"/>
                      </a:lnTo>
                      <a:lnTo>
                        <a:pt x="17" y="156"/>
                      </a:lnTo>
                      <a:lnTo>
                        <a:pt x="15" y="153"/>
                      </a:lnTo>
                      <a:lnTo>
                        <a:pt x="14" y="149"/>
                      </a:lnTo>
                      <a:lnTo>
                        <a:pt x="2" y="54"/>
                      </a:lnTo>
                      <a:lnTo>
                        <a:pt x="0" y="51"/>
                      </a:lnTo>
                      <a:lnTo>
                        <a:pt x="0" y="48"/>
                      </a:lnTo>
                      <a:lnTo>
                        <a:pt x="2" y="41"/>
                      </a:lnTo>
                      <a:lnTo>
                        <a:pt x="3" y="38"/>
                      </a:lnTo>
                      <a:lnTo>
                        <a:pt x="5" y="35"/>
                      </a:lnTo>
                      <a:lnTo>
                        <a:pt x="6" y="32"/>
                      </a:lnTo>
                      <a:lnTo>
                        <a:pt x="8" y="29"/>
                      </a:lnTo>
                      <a:lnTo>
                        <a:pt x="9" y="26"/>
                      </a:lnTo>
                      <a:lnTo>
                        <a:pt x="12" y="23"/>
                      </a:lnTo>
                      <a:lnTo>
                        <a:pt x="15" y="21"/>
                      </a:lnTo>
                      <a:lnTo>
                        <a:pt x="18" y="18"/>
                      </a:lnTo>
                      <a:lnTo>
                        <a:pt x="21" y="18"/>
                      </a:lnTo>
                      <a:lnTo>
                        <a:pt x="24" y="17"/>
                      </a:lnTo>
                      <a:lnTo>
                        <a:pt x="27" y="15"/>
                      </a:lnTo>
                      <a:lnTo>
                        <a:pt x="30" y="15"/>
                      </a:lnTo>
                      <a:close/>
                    </a:path>
                  </a:pathLst>
                </a:custGeom>
                <a:solidFill>
                  <a:srgbClr val="336B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3" name="Freeform 91"/>
                <p:cNvSpPr>
                  <a:spLocks noChangeAspect="1"/>
                </p:cNvSpPr>
                <p:nvPr/>
              </p:nvSpPr>
              <p:spPr bwMode="auto">
                <a:xfrm>
                  <a:off x="4054" y="3727"/>
                  <a:ext cx="151" cy="80"/>
                </a:xfrm>
                <a:custGeom>
                  <a:avLst/>
                  <a:gdLst>
                    <a:gd name="T0" fmla="*/ 8 w 301"/>
                    <a:gd name="T1" fmla="*/ 0 h 161"/>
                    <a:gd name="T2" fmla="*/ 9 w 301"/>
                    <a:gd name="T3" fmla="*/ 0 h 161"/>
                    <a:gd name="T4" fmla="*/ 9 w 301"/>
                    <a:gd name="T5" fmla="*/ 0 h 161"/>
                    <a:gd name="T6" fmla="*/ 9 w 301"/>
                    <a:gd name="T7" fmla="*/ 0 h 161"/>
                    <a:gd name="T8" fmla="*/ 9 w 301"/>
                    <a:gd name="T9" fmla="*/ 0 h 161"/>
                    <a:gd name="T10" fmla="*/ 9 w 301"/>
                    <a:gd name="T11" fmla="*/ 0 h 161"/>
                    <a:gd name="T12" fmla="*/ 10 w 301"/>
                    <a:gd name="T13" fmla="*/ 0 h 161"/>
                    <a:gd name="T14" fmla="*/ 10 w 301"/>
                    <a:gd name="T15" fmla="*/ 0 h 161"/>
                    <a:gd name="T16" fmla="*/ 10 w 301"/>
                    <a:gd name="T17" fmla="*/ 0 h 161"/>
                    <a:gd name="T18" fmla="*/ 10 w 301"/>
                    <a:gd name="T19" fmla="*/ 1 h 161"/>
                    <a:gd name="T20" fmla="*/ 10 w 301"/>
                    <a:gd name="T21" fmla="*/ 1 h 161"/>
                    <a:gd name="T22" fmla="*/ 10 w 301"/>
                    <a:gd name="T23" fmla="*/ 1 h 161"/>
                    <a:gd name="T24" fmla="*/ 10 w 301"/>
                    <a:gd name="T25" fmla="*/ 1 h 161"/>
                    <a:gd name="T26" fmla="*/ 10 w 301"/>
                    <a:gd name="T27" fmla="*/ 1 h 161"/>
                    <a:gd name="T28" fmla="*/ 10 w 301"/>
                    <a:gd name="T29" fmla="*/ 2 h 161"/>
                    <a:gd name="T30" fmla="*/ 9 w 301"/>
                    <a:gd name="T31" fmla="*/ 2 h 161"/>
                    <a:gd name="T32" fmla="*/ 9 w 301"/>
                    <a:gd name="T33" fmla="*/ 2 h 161"/>
                    <a:gd name="T34" fmla="*/ 2 w 301"/>
                    <a:gd name="T35" fmla="*/ 4 h 161"/>
                    <a:gd name="T36" fmla="*/ 2 w 301"/>
                    <a:gd name="T37" fmla="*/ 5 h 161"/>
                    <a:gd name="T38" fmla="*/ 2 w 301"/>
                    <a:gd name="T39" fmla="*/ 5 h 161"/>
                    <a:gd name="T40" fmla="*/ 1 w 301"/>
                    <a:gd name="T41" fmla="*/ 4 h 161"/>
                    <a:gd name="T42" fmla="*/ 1 w 301"/>
                    <a:gd name="T43" fmla="*/ 4 h 161"/>
                    <a:gd name="T44" fmla="*/ 1 w 301"/>
                    <a:gd name="T45" fmla="*/ 4 h 161"/>
                    <a:gd name="T46" fmla="*/ 1 w 301"/>
                    <a:gd name="T47" fmla="*/ 4 h 161"/>
                    <a:gd name="T48" fmla="*/ 1 w 301"/>
                    <a:gd name="T49" fmla="*/ 4 h 161"/>
                    <a:gd name="T50" fmla="*/ 1 w 301"/>
                    <a:gd name="T51" fmla="*/ 4 h 161"/>
                    <a:gd name="T52" fmla="*/ 0 w 301"/>
                    <a:gd name="T53" fmla="*/ 3 h 161"/>
                    <a:gd name="T54" fmla="*/ 0 w 301"/>
                    <a:gd name="T55" fmla="*/ 3 h 161"/>
                    <a:gd name="T56" fmla="*/ 0 w 301"/>
                    <a:gd name="T57" fmla="*/ 3 h 161"/>
                    <a:gd name="T58" fmla="*/ 1 w 301"/>
                    <a:gd name="T59" fmla="*/ 3 h 161"/>
                    <a:gd name="T60" fmla="*/ 1 w 301"/>
                    <a:gd name="T61" fmla="*/ 3 h 161"/>
                    <a:gd name="T62" fmla="*/ 1 w 301"/>
                    <a:gd name="T63" fmla="*/ 2 h 161"/>
                    <a:gd name="T64" fmla="*/ 1 w 301"/>
                    <a:gd name="T65" fmla="*/ 2 h 161"/>
                    <a:gd name="T66" fmla="*/ 1 w 301"/>
                    <a:gd name="T67" fmla="*/ 2 h 1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161"/>
                    <a:gd name="T104" fmla="*/ 301 w 301"/>
                    <a:gd name="T105" fmla="*/ 161 h 1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161">
                      <a:moveTo>
                        <a:pt x="22" y="84"/>
                      </a:moveTo>
                      <a:lnTo>
                        <a:pt x="249" y="2"/>
                      </a:lnTo>
                      <a:lnTo>
                        <a:pt x="254" y="0"/>
                      </a:lnTo>
                      <a:lnTo>
                        <a:pt x="257" y="0"/>
                      </a:lnTo>
                      <a:lnTo>
                        <a:pt x="260" y="0"/>
                      </a:lnTo>
                      <a:lnTo>
                        <a:pt x="265" y="0"/>
                      </a:lnTo>
                      <a:lnTo>
                        <a:pt x="268" y="0"/>
                      </a:lnTo>
                      <a:lnTo>
                        <a:pt x="271" y="0"/>
                      </a:lnTo>
                      <a:lnTo>
                        <a:pt x="274" y="2"/>
                      </a:lnTo>
                      <a:lnTo>
                        <a:pt x="278" y="3"/>
                      </a:lnTo>
                      <a:lnTo>
                        <a:pt x="280" y="5"/>
                      </a:lnTo>
                      <a:lnTo>
                        <a:pt x="283" y="6"/>
                      </a:lnTo>
                      <a:lnTo>
                        <a:pt x="286" y="8"/>
                      </a:lnTo>
                      <a:lnTo>
                        <a:pt x="289" y="12"/>
                      </a:lnTo>
                      <a:lnTo>
                        <a:pt x="290" y="14"/>
                      </a:lnTo>
                      <a:lnTo>
                        <a:pt x="292" y="17"/>
                      </a:lnTo>
                      <a:lnTo>
                        <a:pt x="293" y="20"/>
                      </a:lnTo>
                      <a:lnTo>
                        <a:pt x="295" y="23"/>
                      </a:lnTo>
                      <a:lnTo>
                        <a:pt x="298" y="30"/>
                      </a:lnTo>
                      <a:lnTo>
                        <a:pt x="299" y="35"/>
                      </a:lnTo>
                      <a:lnTo>
                        <a:pt x="301" y="38"/>
                      </a:lnTo>
                      <a:lnTo>
                        <a:pt x="301" y="41"/>
                      </a:lnTo>
                      <a:lnTo>
                        <a:pt x="301" y="44"/>
                      </a:lnTo>
                      <a:lnTo>
                        <a:pt x="301" y="48"/>
                      </a:lnTo>
                      <a:lnTo>
                        <a:pt x="299" y="51"/>
                      </a:lnTo>
                      <a:lnTo>
                        <a:pt x="298" y="54"/>
                      </a:lnTo>
                      <a:lnTo>
                        <a:pt x="298" y="57"/>
                      </a:lnTo>
                      <a:lnTo>
                        <a:pt x="295" y="60"/>
                      </a:lnTo>
                      <a:lnTo>
                        <a:pt x="293" y="63"/>
                      </a:lnTo>
                      <a:lnTo>
                        <a:pt x="292" y="66"/>
                      </a:lnTo>
                      <a:lnTo>
                        <a:pt x="289" y="68"/>
                      </a:lnTo>
                      <a:lnTo>
                        <a:pt x="286" y="71"/>
                      </a:lnTo>
                      <a:lnTo>
                        <a:pt x="283" y="72"/>
                      </a:lnTo>
                      <a:lnTo>
                        <a:pt x="280" y="75"/>
                      </a:lnTo>
                      <a:lnTo>
                        <a:pt x="277" y="77"/>
                      </a:lnTo>
                      <a:lnTo>
                        <a:pt x="49" y="158"/>
                      </a:lnTo>
                      <a:lnTo>
                        <a:pt x="46" y="159"/>
                      </a:lnTo>
                      <a:lnTo>
                        <a:pt x="43" y="161"/>
                      </a:lnTo>
                      <a:lnTo>
                        <a:pt x="39" y="161"/>
                      </a:lnTo>
                      <a:lnTo>
                        <a:pt x="36" y="161"/>
                      </a:lnTo>
                      <a:lnTo>
                        <a:pt x="33" y="161"/>
                      </a:lnTo>
                      <a:lnTo>
                        <a:pt x="30" y="159"/>
                      </a:lnTo>
                      <a:lnTo>
                        <a:pt x="25" y="158"/>
                      </a:lnTo>
                      <a:lnTo>
                        <a:pt x="22" y="156"/>
                      </a:lnTo>
                      <a:lnTo>
                        <a:pt x="19" y="155"/>
                      </a:lnTo>
                      <a:lnTo>
                        <a:pt x="16" y="153"/>
                      </a:lnTo>
                      <a:lnTo>
                        <a:pt x="15" y="152"/>
                      </a:lnTo>
                      <a:lnTo>
                        <a:pt x="12" y="149"/>
                      </a:lnTo>
                      <a:lnTo>
                        <a:pt x="10" y="146"/>
                      </a:lnTo>
                      <a:lnTo>
                        <a:pt x="7" y="143"/>
                      </a:lnTo>
                      <a:lnTo>
                        <a:pt x="6" y="141"/>
                      </a:lnTo>
                      <a:lnTo>
                        <a:pt x="4" y="137"/>
                      </a:lnTo>
                      <a:lnTo>
                        <a:pt x="3" y="129"/>
                      </a:lnTo>
                      <a:lnTo>
                        <a:pt x="0" y="126"/>
                      </a:lnTo>
                      <a:lnTo>
                        <a:pt x="0" y="123"/>
                      </a:lnTo>
                      <a:lnTo>
                        <a:pt x="0" y="119"/>
                      </a:lnTo>
                      <a:lnTo>
                        <a:pt x="0" y="116"/>
                      </a:lnTo>
                      <a:lnTo>
                        <a:pt x="0" y="113"/>
                      </a:lnTo>
                      <a:lnTo>
                        <a:pt x="0" y="108"/>
                      </a:lnTo>
                      <a:lnTo>
                        <a:pt x="3" y="105"/>
                      </a:lnTo>
                      <a:lnTo>
                        <a:pt x="3" y="102"/>
                      </a:lnTo>
                      <a:lnTo>
                        <a:pt x="4" y="99"/>
                      </a:lnTo>
                      <a:lnTo>
                        <a:pt x="7" y="96"/>
                      </a:lnTo>
                      <a:lnTo>
                        <a:pt x="9" y="93"/>
                      </a:lnTo>
                      <a:lnTo>
                        <a:pt x="12" y="92"/>
                      </a:lnTo>
                      <a:lnTo>
                        <a:pt x="13" y="90"/>
                      </a:lnTo>
                      <a:lnTo>
                        <a:pt x="16" y="87"/>
                      </a:lnTo>
                      <a:lnTo>
                        <a:pt x="19" y="86"/>
                      </a:lnTo>
                      <a:lnTo>
                        <a:pt x="2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4" name="Freeform 92"/>
                <p:cNvSpPr>
                  <a:spLocks noChangeAspect="1"/>
                </p:cNvSpPr>
                <p:nvPr/>
              </p:nvSpPr>
              <p:spPr bwMode="auto">
                <a:xfrm>
                  <a:off x="4138" y="3690"/>
                  <a:ext cx="92" cy="218"/>
                </a:xfrm>
                <a:custGeom>
                  <a:avLst/>
                  <a:gdLst>
                    <a:gd name="T0" fmla="*/ 3 w 185"/>
                    <a:gd name="T1" fmla="*/ 0 h 436"/>
                    <a:gd name="T2" fmla="*/ 3 w 185"/>
                    <a:gd name="T3" fmla="*/ 0 h 436"/>
                    <a:gd name="T4" fmla="*/ 4 w 185"/>
                    <a:gd name="T5" fmla="*/ 1 h 436"/>
                    <a:gd name="T6" fmla="*/ 4 w 185"/>
                    <a:gd name="T7" fmla="*/ 1 h 436"/>
                    <a:gd name="T8" fmla="*/ 4 w 185"/>
                    <a:gd name="T9" fmla="*/ 1 h 436"/>
                    <a:gd name="T10" fmla="*/ 4 w 185"/>
                    <a:gd name="T11" fmla="*/ 1 h 436"/>
                    <a:gd name="T12" fmla="*/ 4 w 185"/>
                    <a:gd name="T13" fmla="*/ 1 h 436"/>
                    <a:gd name="T14" fmla="*/ 4 w 185"/>
                    <a:gd name="T15" fmla="*/ 1 h 436"/>
                    <a:gd name="T16" fmla="*/ 5 w 185"/>
                    <a:gd name="T17" fmla="*/ 13 h 436"/>
                    <a:gd name="T18" fmla="*/ 5 w 185"/>
                    <a:gd name="T19" fmla="*/ 13 h 436"/>
                    <a:gd name="T20" fmla="*/ 5 w 185"/>
                    <a:gd name="T21" fmla="*/ 13 h 436"/>
                    <a:gd name="T22" fmla="*/ 5 w 185"/>
                    <a:gd name="T23" fmla="*/ 13 h 436"/>
                    <a:gd name="T24" fmla="*/ 5 w 185"/>
                    <a:gd name="T25" fmla="*/ 14 h 436"/>
                    <a:gd name="T26" fmla="*/ 5 w 185"/>
                    <a:gd name="T27" fmla="*/ 14 h 436"/>
                    <a:gd name="T28" fmla="*/ 5 w 185"/>
                    <a:gd name="T29" fmla="*/ 14 h 436"/>
                    <a:gd name="T30" fmla="*/ 4 w 185"/>
                    <a:gd name="T31" fmla="*/ 14 h 436"/>
                    <a:gd name="T32" fmla="*/ 1 w 185"/>
                    <a:gd name="T33" fmla="*/ 14 h 436"/>
                    <a:gd name="T34" fmla="*/ 0 w 185"/>
                    <a:gd name="T35" fmla="*/ 14 h 436"/>
                    <a:gd name="T36" fmla="*/ 0 w 185"/>
                    <a:gd name="T37" fmla="*/ 14 h 436"/>
                    <a:gd name="T38" fmla="*/ 0 w 185"/>
                    <a:gd name="T39" fmla="*/ 14 h 436"/>
                    <a:gd name="T40" fmla="*/ 0 w 185"/>
                    <a:gd name="T41" fmla="*/ 14 h 436"/>
                    <a:gd name="T42" fmla="*/ 0 w 185"/>
                    <a:gd name="T43" fmla="*/ 14 h 436"/>
                    <a:gd name="T44" fmla="*/ 0 w 185"/>
                    <a:gd name="T45" fmla="*/ 13 h 436"/>
                    <a:gd name="T46" fmla="*/ 0 w 185"/>
                    <a:gd name="T47" fmla="*/ 13 h 436"/>
                    <a:gd name="T48" fmla="*/ 0 w 185"/>
                    <a:gd name="T49" fmla="*/ 2 h 436"/>
                    <a:gd name="T50" fmla="*/ 0 w 185"/>
                    <a:gd name="T51" fmla="*/ 2 h 436"/>
                    <a:gd name="T52" fmla="*/ 0 w 185"/>
                    <a:gd name="T53" fmla="*/ 2 h 436"/>
                    <a:gd name="T54" fmla="*/ 0 w 185"/>
                    <a:gd name="T55" fmla="*/ 2 h 436"/>
                    <a:gd name="T56" fmla="*/ 0 w 185"/>
                    <a:gd name="T57" fmla="*/ 1 h 436"/>
                    <a:gd name="T58" fmla="*/ 0 w 185"/>
                    <a:gd name="T59" fmla="*/ 1 h 436"/>
                    <a:gd name="T60" fmla="*/ 0 w 185"/>
                    <a:gd name="T61" fmla="*/ 1 h 436"/>
                    <a:gd name="T62" fmla="*/ 1 w 185"/>
                    <a:gd name="T63" fmla="*/ 1 h 4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436"/>
                    <a:gd name="T98" fmla="*/ 185 w 185"/>
                    <a:gd name="T99" fmla="*/ 436 h 4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436">
                      <a:moveTo>
                        <a:pt x="36" y="18"/>
                      </a:moveTo>
                      <a:lnTo>
                        <a:pt x="114" y="0"/>
                      </a:lnTo>
                      <a:lnTo>
                        <a:pt x="119" y="0"/>
                      </a:lnTo>
                      <a:lnTo>
                        <a:pt x="122" y="0"/>
                      </a:lnTo>
                      <a:lnTo>
                        <a:pt x="125" y="2"/>
                      </a:lnTo>
                      <a:lnTo>
                        <a:pt x="128" y="2"/>
                      </a:lnTo>
                      <a:lnTo>
                        <a:pt x="132" y="3"/>
                      </a:lnTo>
                      <a:lnTo>
                        <a:pt x="135" y="6"/>
                      </a:lnTo>
                      <a:lnTo>
                        <a:pt x="140" y="9"/>
                      </a:lnTo>
                      <a:lnTo>
                        <a:pt x="143" y="12"/>
                      </a:lnTo>
                      <a:lnTo>
                        <a:pt x="144" y="15"/>
                      </a:lnTo>
                      <a:lnTo>
                        <a:pt x="146" y="18"/>
                      </a:lnTo>
                      <a:lnTo>
                        <a:pt x="149" y="20"/>
                      </a:lnTo>
                      <a:lnTo>
                        <a:pt x="150" y="24"/>
                      </a:lnTo>
                      <a:lnTo>
                        <a:pt x="150" y="27"/>
                      </a:lnTo>
                      <a:lnTo>
                        <a:pt x="152" y="30"/>
                      </a:lnTo>
                      <a:lnTo>
                        <a:pt x="152" y="35"/>
                      </a:lnTo>
                      <a:lnTo>
                        <a:pt x="185" y="394"/>
                      </a:lnTo>
                      <a:lnTo>
                        <a:pt x="185" y="399"/>
                      </a:lnTo>
                      <a:lnTo>
                        <a:pt x="183" y="402"/>
                      </a:lnTo>
                      <a:lnTo>
                        <a:pt x="183" y="405"/>
                      </a:lnTo>
                      <a:lnTo>
                        <a:pt x="182" y="409"/>
                      </a:lnTo>
                      <a:lnTo>
                        <a:pt x="180" y="412"/>
                      </a:lnTo>
                      <a:lnTo>
                        <a:pt x="179" y="415"/>
                      </a:lnTo>
                      <a:lnTo>
                        <a:pt x="174" y="420"/>
                      </a:lnTo>
                      <a:lnTo>
                        <a:pt x="173" y="423"/>
                      </a:lnTo>
                      <a:lnTo>
                        <a:pt x="170" y="426"/>
                      </a:lnTo>
                      <a:lnTo>
                        <a:pt x="167" y="427"/>
                      </a:lnTo>
                      <a:lnTo>
                        <a:pt x="164" y="429"/>
                      </a:lnTo>
                      <a:lnTo>
                        <a:pt x="161" y="430"/>
                      </a:lnTo>
                      <a:lnTo>
                        <a:pt x="156" y="430"/>
                      </a:lnTo>
                      <a:lnTo>
                        <a:pt x="153" y="432"/>
                      </a:lnTo>
                      <a:lnTo>
                        <a:pt x="150" y="432"/>
                      </a:lnTo>
                      <a:lnTo>
                        <a:pt x="36" y="436"/>
                      </a:lnTo>
                      <a:lnTo>
                        <a:pt x="33" y="436"/>
                      </a:lnTo>
                      <a:lnTo>
                        <a:pt x="30" y="435"/>
                      </a:lnTo>
                      <a:lnTo>
                        <a:pt x="25" y="435"/>
                      </a:lnTo>
                      <a:lnTo>
                        <a:pt x="22" y="433"/>
                      </a:lnTo>
                      <a:lnTo>
                        <a:pt x="19" y="432"/>
                      </a:lnTo>
                      <a:lnTo>
                        <a:pt x="16" y="430"/>
                      </a:lnTo>
                      <a:lnTo>
                        <a:pt x="10" y="426"/>
                      </a:lnTo>
                      <a:lnTo>
                        <a:pt x="9" y="424"/>
                      </a:lnTo>
                      <a:lnTo>
                        <a:pt x="6" y="421"/>
                      </a:lnTo>
                      <a:lnTo>
                        <a:pt x="4" y="418"/>
                      </a:lnTo>
                      <a:lnTo>
                        <a:pt x="3" y="415"/>
                      </a:lnTo>
                      <a:lnTo>
                        <a:pt x="1" y="412"/>
                      </a:lnTo>
                      <a:lnTo>
                        <a:pt x="0" y="408"/>
                      </a:lnTo>
                      <a:lnTo>
                        <a:pt x="0" y="405"/>
                      </a:lnTo>
                      <a:lnTo>
                        <a:pt x="0" y="402"/>
                      </a:lnTo>
                      <a:lnTo>
                        <a:pt x="1" y="54"/>
                      </a:lnTo>
                      <a:lnTo>
                        <a:pt x="3" y="51"/>
                      </a:lnTo>
                      <a:lnTo>
                        <a:pt x="3" y="48"/>
                      </a:lnTo>
                      <a:lnTo>
                        <a:pt x="3" y="45"/>
                      </a:lnTo>
                      <a:lnTo>
                        <a:pt x="4" y="41"/>
                      </a:lnTo>
                      <a:lnTo>
                        <a:pt x="6" y="38"/>
                      </a:lnTo>
                      <a:lnTo>
                        <a:pt x="7" y="35"/>
                      </a:lnTo>
                      <a:lnTo>
                        <a:pt x="12" y="29"/>
                      </a:lnTo>
                      <a:lnTo>
                        <a:pt x="13" y="27"/>
                      </a:lnTo>
                      <a:lnTo>
                        <a:pt x="16" y="24"/>
                      </a:lnTo>
                      <a:lnTo>
                        <a:pt x="19" y="23"/>
                      </a:lnTo>
                      <a:lnTo>
                        <a:pt x="24" y="21"/>
                      </a:lnTo>
                      <a:lnTo>
                        <a:pt x="25" y="20"/>
                      </a:lnTo>
                      <a:lnTo>
                        <a:pt x="30" y="20"/>
                      </a:lnTo>
                      <a:lnTo>
                        <a:pt x="33" y="18"/>
                      </a:lnTo>
                      <a:lnTo>
                        <a:pt x="3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5" name="Freeform 93"/>
                <p:cNvSpPr>
                  <a:spLocks noChangeAspect="1"/>
                </p:cNvSpPr>
                <p:nvPr/>
              </p:nvSpPr>
              <p:spPr bwMode="auto">
                <a:xfrm>
                  <a:off x="4095" y="3574"/>
                  <a:ext cx="117" cy="116"/>
                </a:xfrm>
                <a:custGeom>
                  <a:avLst/>
                  <a:gdLst>
                    <a:gd name="T0" fmla="*/ 4 w 233"/>
                    <a:gd name="T1" fmla="*/ 0 h 233"/>
                    <a:gd name="T2" fmla="*/ 5 w 233"/>
                    <a:gd name="T3" fmla="*/ 0 h 233"/>
                    <a:gd name="T4" fmla="*/ 6 w 233"/>
                    <a:gd name="T5" fmla="*/ 0 h 233"/>
                    <a:gd name="T6" fmla="*/ 6 w 233"/>
                    <a:gd name="T7" fmla="*/ 0 h 233"/>
                    <a:gd name="T8" fmla="*/ 7 w 233"/>
                    <a:gd name="T9" fmla="*/ 1 h 233"/>
                    <a:gd name="T10" fmla="*/ 7 w 233"/>
                    <a:gd name="T11" fmla="*/ 1 h 233"/>
                    <a:gd name="T12" fmla="*/ 7 w 233"/>
                    <a:gd name="T13" fmla="*/ 2 h 233"/>
                    <a:gd name="T14" fmla="*/ 8 w 233"/>
                    <a:gd name="T15" fmla="*/ 2 h 233"/>
                    <a:gd name="T16" fmla="*/ 8 w 233"/>
                    <a:gd name="T17" fmla="*/ 3 h 233"/>
                    <a:gd name="T18" fmla="*/ 8 w 233"/>
                    <a:gd name="T19" fmla="*/ 4 h 233"/>
                    <a:gd name="T20" fmla="*/ 7 w 233"/>
                    <a:gd name="T21" fmla="*/ 5 h 233"/>
                    <a:gd name="T22" fmla="*/ 7 w 233"/>
                    <a:gd name="T23" fmla="*/ 5 h 233"/>
                    <a:gd name="T24" fmla="*/ 7 w 233"/>
                    <a:gd name="T25" fmla="*/ 6 h 233"/>
                    <a:gd name="T26" fmla="*/ 6 w 233"/>
                    <a:gd name="T27" fmla="*/ 6 h 233"/>
                    <a:gd name="T28" fmla="*/ 6 w 233"/>
                    <a:gd name="T29" fmla="*/ 7 h 233"/>
                    <a:gd name="T30" fmla="*/ 5 w 233"/>
                    <a:gd name="T31" fmla="*/ 7 h 233"/>
                    <a:gd name="T32" fmla="*/ 4 w 233"/>
                    <a:gd name="T33" fmla="*/ 7 h 233"/>
                    <a:gd name="T34" fmla="*/ 3 w 233"/>
                    <a:gd name="T35" fmla="*/ 7 h 233"/>
                    <a:gd name="T36" fmla="*/ 3 w 233"/>
                    <a:gd name="T37" fmla="*/ 7 h 233"/>
                    <a:gd name="T38" fmla="*/ 2 w 233"/>
                    <a:gd name="T39" fmla="*/ 6 h 233"/>
                    <a:gd name="T40" fmla="*/ 2 w 233"/>
                    <a:gd name="T41" fmla="*/ 6 h 233"/>
                    <a:gd name="T42" fmla="*/ 1 w 233"/>
                    <a:gd name="T43" fmla="*/ 5 h 233"/>
                    <a:gd name="T44" fmla="*/ 1 w 233"/>
                    <a:gd name="T45" fmla="*/ 5 h 233"/>
                    <a:gd name="T46" fmla="*/ 1 w 233"/>
                    <a:gd name="T47" fmla="*/ 4 h 233"/>
                    <a:gd name="T48" fmla="*/ 1 w 233"/>
                    <a:gd name="T49" fmla="*/ 4 h 233"/>
                    <a:gd name="T50" fmla="*/ 1 w 233"/>
                    <a:gd name="T51" fmla="*/ 3 h 233"/>
                    <a:gd name="T52" fmla="*/ 1 w 233"/>
                    <a:gd name="T53" fmla="*/ 2 h 233"/>
                    <a:gd name="T54" fmla="*/ 1 w 233"/>
                    <a:gd name="T55" fmla="*/ 1 h 233"/>
                    <a:gd name="T56" fmla="*/ 1 w 233"/>
                    <a:gd name="T57" fmla="*/ 1 h 233"/>
                    <a:gd name="T58" fmla="*/ 2 w 233"/>
                    <a:gd name="T59" fmla="*/ 0 h 233"/>
                    <a:gd name="T60" fmla="*/ 2 w 233"/>
                    <a:gd name="T61" fmla="*/ 0 h 233"/>
                    <a:gd name="T62" fmla="*/ 3 w 233"/>
                    <a:gd name="T63" fmla="*/ 0 h 233"/>
                    <a:gd name="T64" fmla="*/ 4 w 233"/>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3"/>
                    <a:gd name="T100" fmla="*/ 0 h 233"/>
                    <a:gd name="T101" fmla="*/ 233 w 233"/>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3" h="233">
                      <a:moveTo>
                        <a:pt x="116" y="0"/>
                      </a:moveTo>
                      <a:lnTo>
                        <a:pt x="128" y="0"/>
                      </a:lnTo>
                      <a:lnTo>
                        <a:pt x="140" y="3"/>
                      </a:lnTo>
                      <a:lnTo>
                        <a:pt x="150" y="6"/>
                      </a:lnTo>
                      <a:lnTo>
                        <a:pt x="162" y="9"/>
                      </a:lnTo>
                      <a:lnTo>
                        <a:pt x="171" y="13"/>
                      </a:lnTo>
                      <a:lnTo>
                        <a:pt x="182" y="20"/>
                      </a:lnTo>
                      <a:lnTo>
                        <a:pt x="191" y="27"/>
                      </a:lnTo>
                      <a:lnTo>
                        <a:pt x="199" y="35"/>
                      </a:lnTo>
                      <a:lnTo>
                        <a:pt x="206" y="42"/>
                      </a:lnTo>
                      <a:lnTo>
                        <a:pt x="214" y="51"/>
                      </a:lnTo>
                      <a:lnTo>
                        <a:pt x="217" y="56"/>
                      </a:lnTo>
                      <a:lnTo>
                        <a:pt x="218" y="62"/>
                      </a:lnTo>
                      <a:lnTo>
                        <a:pt x="224" y="71"/>
                      </a:lnTo>
                      <a:lnTo>
                        <a:pt x="227" y="81"/>
                      </a:lnTo>
                      <a:lnTo>
                        <a:pt x="230" y="93"/>
                      </a:lnTo>
                      <a:lnTo>
                        <a:pt x="232" y="105"/>
                      </a:lnTo>
                      <a:lnTo>
                        <a:pt x="233" y="117"/>
                      </a:lnTo>
                      <a:lnTo>
                        <a:pt x="232" y="128"/>
                      </a:lnTo>
                      <a:lnTo>
                        <a:pt x="230" y="140"/>
                      </a:lnTo>
                      <a:lnTo>
                        <a:pt x="227" y="152"/>
                      </a:lnTo>
                      <a:lnTo>
                        <a:pt x="224" y="162"/>
                      </a:lnTo>
                      <a:lnTo>
                        <a:pt x="218" y="171"/>
                      </a:lnTo>
                      <a:lnTo>
                        <a:pt x="214" y="182"/>
                      </a:lnTo>
                      <a:lnTo>
                        <a:pt x="206" y="191"/>
                      </a:lnTo>
                      <a:lnTo>
                        <a:pt x="199" y="198"/>
                      </a:lnTo>
                      <a:lnTo>
                        <a:pt x="191" y="206"/>
                      </a:lnTo>
                      <a:lnTo>
                        <a:pt x="182" y="213"/>
                      </a:lnTo>
                      <a:lnTo>
                        <a:pt x="171" y="219"/>
                      </a:lnTo>
                      <a:lnTo>
                        <a:pt x="162" y="224"/>
                      </a:lnTo>
                      <a:lnTo>
                        <a:pt x="150" y="228"/>
                      </a:lnTo>
                      <a:lnTo>
                        <a:pt x="140" y="230"/>
                      </a:lnTo>
                      <a:lnTo>
                        <a:pt x="128" y="233"/>
                      </a:lnTo>
                      <a:lnTo>
                        <a:pt x="116" y="233"/>
                      </a:lnTo>
                      <a:lnTo>
                        <a:pt x="105" y="233"/>
                      </a:lnTo>
                      <a:lnTo>
                        <a:pt x="93" y="230"/>
                      </a:lnTo>
                      <a:lnTo>
                        <a:pt x="83" y="228"/>
                      </a:lnTo>
                      <a:lnTo>
                        <a:pt x="71" y="224"/>
                      </a:lnTo>
                      <a:lnTo>
                        <a:pt x="62" y="219"/>
                      </a:lnTo>
                      <a:lnTo>
                        <a:pt x="51" y="213"/>
                      </a:lnTo>
                      <a:lnTo>
                        <a:pt x="42" y="206"/>
                      </a:lnTo>
                      <a:lnTo>
                        <a:pt x="35" y="198"/>
                      </a:lnTo>
                      <a:lnTo>
                        <a:pt x="27" y="191"/>
                      </a:lnTo>
                      <a:lnTo>
                        <a:pt x="20" y="182"/>
                      </a:lnTo>
                      <a:lnTo>
                        <a:pt x="17" y="177"/>
                      </a:lnTo>
                      <a:lnTo>
                        <a:pt x="15" y="171"/>
                      </a:lnTo>
                      <a:lnTo>
                        <a:pt x="9" y="162"/>
                      </a:lnTo>
                      <a:lnTo>
                        <a:pt x="6" y="152"/>
                      </a:lnTo>
                      <a:lnTo>
                        <a:pt x="3" y="140"/>
                      </a:lnTo>
                      <a:lnTo>
                        <a:pt x="2" y="128"/>
                      </a:lnTo>
                      <a:lnTo>
                        <a:pt x="0" y="117"/>
                      </a:lnTo>
                      <a:lnTo>
                        <a:pt x="2" y="105"/>
                      </a:lnTo>
                      <a:lnTo>
                        <a:pt x="3" y="93"/>
                      </a:lnTo>
                      <a:lnTo>
                        <a:pt x="6" y="81"/>
                      </a:lnTo>
                      <a:lnTo>
                        <a:pt x="9" y="71"/>
                      </a:lnTo>
                      <a:lnTo>
                        <a:pt x="15" y="62"/>
                      </a:lnTo>
                      <a:lnTo>
                        <a:pt x="20" y="51"/>
                      </a:lnTo>
                      <a:lnTo>
                        <a:pt x="27" y="42"/>
                      </a:lnTo>
                      <a:lnTo>
                        <a:pt x="35" y="35"/>
                      </a:lnTo>
                      <a:lnTo>
                        <a:pt x="42" y="27"/>
                      </a:lnTo>
                      <a:lnTo>
                        <a:pt x="51" y="20"/>
                      </a:lnTo>
                      <a:lnTo>
                        <a:pt x="62" y="13"/>
                      </a:lnTo>
                      <a:lnTo>
                        <a:pt x="71" y="9"/>
                      </a:lnTo>
                      <a:lnTo>
                        <a:pt x="83" y="6"/>
                      </a:lnTo>
                      <a:lnTo>
                        <a:pt x="93" y="3"/>
                      </a:lnTo>
                      <a:lnTo>
                        <a:pt x="105"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6" name="Freeform 94"/>
                <p:cNvSpPr>
                  <a:spLocks noChangeAspect="1"/>
                </p:cNvSpPr>
                <p:nvPr/>
              </p:nvSpPr>
              <p:spPr bwMode="auto">
                <a:xfrm>
                  <a:off x="4001" y="3748"/>
                  <a:ext cx="92" cy="90"/>
                </a:xfrm>
                <a:custGeom>
                  <a:avLst/>
                  <a:gdLst>
                    <a:gd name="T0" fmla="*/ 5 w 184"/>
                    <a:gd name="T1" fmla="*/ 0 h 180"/>
                    <a:gd name="T2" fmla="*/ 5 w 184"/>
                    <a:gd name="T3" fmla="*/ 0 h 180"/>
                    <a:gd name="T4" fmla="*/ 5 w 184"/>
                    <a:gd name="T5" fmla="*/ 1 h 180"/>
                    <a:gd name="T6" fmla="*/ 5 w 184"/>
                    <a:gd name="T7" fmla="*/ 1 h 180"/>
                    <a:gd name="T8" fmla="*/ 5 w 184"/>
                    <a:gd name="T9" fmla="*/ 1 h 180"/>
                    <a:gd name="T10" fmla="*/ 6 w 184"/>
                    <a:gd name="T11" fmla="*/ 1 h 180"/>
                    <a:gd name="T12" fmla="*/ 6 w 184"/>
                    <a:gd name="T13" fmla="*/ 1 h 180"/>
                    <a:gd name="T14" fmla="*/ 6 w 184"/>
                    <a:gd name="T15" fmla="*/ 1 h 180"/>
                    <a:gd name="T16" fmla="*/ 6 w 184"/>
                    <a:gd name="T17" fmla="*/ 4 h 180"/>
                    <a:gd name="T18" fmla="*/ 6 w 184"/>
                    <a:gd name="T19" fmla="*/ 5 h 180"/>
                    <a:gd name="T20" fmla="*/ 6 w 184"/>
                    <a:gd name="T21" fmla="*/ 5 h 180"/>
                    <a:gd name="T22" fmla="*/ 6 w 184"/>
                    <a:gd name="T23" fmla="*/ 5 h 180"/>
                    <a:gd name="T24" fmla="*/ 6 w 184"/>
                    <a:gd name="T25" fmla="*/ 5 h 180"/>
                    <a:gd name="T26" fmla="*/ 6 w 184"/>
                    <a:gd name="T27" fmla="*/ 5 h 180"/>
                    <a:gd name="T28" fmla="*/ 6 w 184"/>
                    <a:gd name="T29" fmla="*/ 6 h 180"/>
                    <a:gd name="T30" fmla="*/ 5 w 184"/>
                    <a:gd name="T31" fmla="*/ 6 h 180"/>
                    <a:gd name="T32" fmla="*/ 2 w 184"/>
                    <a:gd name="T33" fmla="*/ 6 h 180"/>
                    <a:gd name="T34" fmla="*/ 2 w 184"/>
                    <a:gd name="T35" fmla="*/ 6 h 180"/>
                    <a:gd name="T36" fmla="*/ 2 w 184"/>
                    <a:gd name="T37" fmla="*/ 6 h 180"/>
                    <a:gd name="T38" fmla="*/ 1 w 184"/>
                    <a:gd name="T39" fmla="*/ 6 h 180"/>
                    <a:gd name="T40" fmla="*/ 1 w 184"/>
                    <a:gd name="T41" fmla="*/ 6 h 180"/>
                    <a:gd name="T42" fmla="*/ 1 w 184"/>
                    <a:gd name="T43" fmla="*/ 6 h 180"/>
                    <a:gd name="T44" fmla="*/ 1 w 184"/>
                    <a:gd name="T45" fmla="*/ 5 h 180"/>
                    <a:gd name="T46" fmla="*/ 1 w 184"/>
                    <a:gd name="T47" fmla="*/ 5 h 180"/>
                    <a:gd name="T48" fmla="*/ 1 w 184"/>
                    <a:gd name="T49" fmla="*/ 2 h 180"/>
                    <a:gd name="T50" fmla="*/ 0 w 184"/>
                    <a:gd name="T51" fmla="*/ 2 h 180"/>
                    <a:gd name="T52" fmla="*/ 1 w 184"/>
                    <a:gd name="T53" fmla="*/ 2 h 180"/>
                    <a:gd name="T54" fmla="*/ 1 w 184"/>
                    <a:gd name="T55" fmla="*/ 1 h 180"/>
                    <a:gd name="T56" fmla="*/ 1 w 184"/>
                    <a:gd name="T57" fmla="*/ 1 h 180"/>
                    <a:gd name="T58" fmla="*/ 1 w 184"/>
                    <a:gd name="T59" fmla="*/ 1 h 180"/>
                    <a:gd name="T60" fmla="*/ 1 w 184"/>
                    <a:gd name="T61" fmla="*/ 1 h 180"/>
                    <a:gd name="T62" fmla="*/ 1 w 184"/>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80"/>
                    <a:gd name="T98" fmla="*/ 184 w 184"/>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80">
                      <a:moveTo>
                        <a:pt x="30" y="15"/>
                      </a:moveTo>
                      <a:lnTo>
                        <a:pt x="129" y="0"/>
                      </a:lnTo>
                      <a:lnTo>
                        <a:pt x="134" y="0"/>
                      </a:lnTo>
                      <a:lnTo>
                        <a:pt x="137" y="0"/>
                      </a:lnTo>
                      <a:lnTo>
                        <a:pt x="144" y="2"/>
                      </a:lnTo>
                      <a:lnTo>
                        <a:pt x="147" y="2"/>
                      </a:lnTo>
                      <a:lnTo>
                        <a:pt x="150" y="3"/>
                      </a:lnTo>
                      <a:lnTo>
                        <a:pt x="153" y="6"/>
                      </a:lnTo>
                      <a:lnTo>
                        <a:pt x="156" y="6"/>
                      </a:lnTo>
                      <a:lnTo>
                        <a:pt x="158" y="9"/>
                      </a:lnTo>
                      <a:lnTo>
                        <a:pt x="161" y="12"/>
                      </a:lnTo>
                      <a:lnTo>
                        <a:pt x="162" y="15"/>
                      </a:lnTo>
                      <a:lnTo>
                        <a:pt x="165" y="18"/>
                      </a:lnTo>
                      <a:lnTo>
                        <a:pt x="167" y="21"/>
                      </a:lnTo>
                      <a:lnTo>
                        <a:pt x="168" y="24"/>
                      </a:lnTo>
                      <a:lnTo>
                        <a:pt x="170" y="27"/>
                      </a:lnTo>
                      <a:lnTo>
                        <a:pt x="170" y="32"/>
                      </a:lnTo>
                      <a:lnTo>
                        <a:pt x="184" y="125"/>
                      </a:lnTo>
                      <a:lnTo>
                        <a:pt x="184" y="129"/>
                      </a:lnTo>
                      <a:lnTo>
                        <a:pt x="184" y="132"/>
                      </a:lnTo>
                      <a:lnTo>
                        <a:pt x="182" y="140"/>
                      </a:lnTo>
                      <a:lnTo>
                        <a:pt x="182" y="143"/>
                      </a:lnTo>
                      <a:lnTo>
                        <a:pt x="181" y="146"/>
                      </a:lnTo>
                      <a:lnTo>
                        <a:pt x="178" y="149"/>
                      </a:lnTo>
                      <a:lnTo>
                        <a:pt x="176" y="152"/>
                      </a:lnTo>
                      <a:lnTo>
                        <a:pt x="175" y="155"/>
                      </a:lnTo>
                      <a:lnTo>
                        <a:pt x="172" y="156"/>
                      </a:lnTo>
                      <a:lnTo>
                        <a:pt x="168" y="159"/>
                      </a:lnTo>
                      <a:lnTo>
                        <a:pt x="165" y="161"/>
                      </a:lnTo>
                      <a:lnTo>
                        <a:pt x="162" y="162"/>
                      </a:lnTo>
                      <a:lnTo>
                        <a:pt x="159" y="164"/>
                      </a:lnTo>
                      <a:lnTo>
                        <a:pt x="156" y="165"/>
                      </a:lnTo>
                      <a:lnTo>
                        <a:pt x="153" y="165"/>
                      </a:lnTo>
                      <a:lnTo>
                        <a:pt x="54" y="180"/>
                      </a:lnTo>
                      <a:lnTo>
                        <a:pt x="50" y="180"/>
                      </a:lnTo>
                      <a:lnTo>
                        <a:pt x="47" y="180"/>
                      </a:lnTo>
                      <a:lnTo>
                        <a:pt x="39" y="179"/>
                      </a:lnTo>
                      <a:lnTo>
                        <a:pt x="36" y="177"/>
                      </a:lnTo>
                      <a:lnTo>
                        <a:pt x="33" y="176"/>
                      </a:lnTo>
                      <a:lnTo>
                        <a:pt x="30" y="174"/>
                      </a:lnTo>
                      <a:lnTo>
                        <a:pt x="29" y="173"/>
                      </a:lnTo>
                      <a:lnTo>
                        <a:pt x="24" y="171"/>
                      </a:lnTo>
                      <a:lnTo>
                        <a:pt x="23" y="168"/>
                      </a:lnTo>
                      <a:lnTo>
                        <a:pt x="20" y="165"/>
                      </a:lnTo>
                      <a:lnTo>
                        <a:pt x="20" y="162"/>
                      </a:lnTo>
                      <a:lnTo>
                        <a:pt x="17" y="159"/>
                      </a:lnTo>
                      <a:lnTo>
                        <a:pt x="17" y="156"/>
                      </a:lnTo>
                      <a:lnTo>
                        <a:pt x="15" y="153"/>
                      </a:lnTo>
                      <a:lnTo>
                        <a:pt x="14" y="149"/>
                      </a:lnTo>
                      <a:lnTo>
                        <a:pt x="2" y="54"/>
                      </a:lnTo>
                      <a:lnTo>
                        <a:pt x="0" y="51"/>
                      </a:lnTo>
                      <a:lnTo>
                        <a:pt x="0" y="48"/>
                      </a:lnTo>
                      <a:lnTo>
                        <a:pt x="2" y="41"/>
                      </a:lnTo>
                      <a:lnTo>
                        <a:pt x="3" y="38"/>
                      </a:lnTo>
                      <a:lnTo>
                        <a:pt x="5" y="35"/>
                      </a:lnTo>
                      <a:lnTo>
                        <a:pt x="6" y="32"/>
                      </a:lnTo>
                      <a:lnTo>
                        <a:pt x="8" y="29"/>
                      </a:lnTo>
                      <a:lnTo>
                        <a:pt x="9" y="26"/>
                      </a:lnTo>
                      <a:lnTo>
                        <a:pt x="12" y="23"/>
                      </a:lnTo>
                      <a:lnTo>
                        <a:pt x="15" y="21"/>
                      </a:lnTo>
                      <a:lnTo>
                        <a:pt x="18" y="18"/>
                      </a:lnTo>
                      <a:lnTo>
                        <a:pt x="21" y="18"/>
                      </a:lnTo>
                      <a:lnTo>
                        <a:pt x="24" y="17"/>
                      </a:lnTo>
                      <a:lnTo>
                        <a:pt x="27" y="15"/>
                      </a:lnTo>
                      <a:lnTo>
                        <a:pt x="30" y="15"/>
                      </a:lnTo>
                      <a:close/>
                    </a:path>
                  </a:pathLst>
                </a:custGeom>
                <a:solidFill>
                  <a:srgbClr val="336B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67" name="Freeform 95"/>
                <p:cNvSpPr>
                  <a:spLocks noChangeAspect="1"/>
                </p:cNvSpPr>
                <p:nvPr/>
              </p:nvSpPr>
              <p:spPr bwMode="auto">
                <a:xfrm>
                  <a:off x="4054" y="3727"/>
                  <a:ext cx="151" cy="80"/>
                </a:xfrm>
                <a:custGeom>
                  <a:avLst/>
                  <a:gdLst>
                    <a:gd name="T0" fmla="*/ 8 w 301"/>
                    <a:gd name="T1" fmla="*/ 0 h 161"/>
                    <a:gd name="T2" fmla="*/ 9 w 301"/>
                    <a:gd name="T3" fmla="*/ 0 h 161"/>
                    <a:gd name="T4" fmla="*/ 9 w 301"/>
                    <a:gd name="T5" fmla="*/ 0 h 161"/>
                    <a:gd name="T6" fmla="*/ 9 w 301"/>
                    <a:gd name="T7" fmla="*/ 0 h 161"/>
                    <a:gd name="T8" fmla="*/ 9 w 301"/>
                    <a:gd name="T9" fmla="*/ 0 h 161"/>
                    <a:gd name="T10" fmla="*/ 9 w 301"/>
                    <a:gd name="T11" fmla="*/ 0 h 161"/>
                    <a:gd name="T12" fmla="*/ 10 w 301"/>
                    <a:gd name="T13" fmla="*/ 0 h 161"/>
                    <a:gd name="T14" fmla="*/ 10 w 301"/>
                    <a:gd name="T15" fmla="*/ 0 h 161"/>
                    <a:gd name="T16" fmla="*/ 10 w 301"/>
                    <a:gd name="T17" fmla="*/ 0 h 161"/>
                    <a:gd name="T18" fmla="*/ 10 w 301"/>
                    <a:gd name="T19" fmla="*/ 1 h 161"/>
                    <a:gd name="T20" fmla="*/ 10 w 301"/>
                    <a:gd name="T21" fmla="*/ 1 h 161"/>
                    <a:gd name="T22" fmla="*/ 10 w 301"/>
                    <a:gd name="T23" fmla="*/ 1 h 161"/>
                    <a:gd name="T24" fmla="*/ 10 w 301"/>
                    <a:gd name="T25" fmla="*/ 1 h 161"/>
                    <a:gd name="T26" fmla="*/ 10 w 301"/>
                    <a:gd name="T27" fmla="*/ 1 h 161"/>
                    <a:gd name="T28" fmla="*/ 10 w 301"/>
                    <a:gd name="T29" fmla="*/ 2 h 161"/>
                    <a:gd name="T30" fmla="*/ 9 w 301"/>
                    <a:gd name="T31" fmla="*/ 2 h 161"/>
                    <a:gd name="T32" fmla="*/ 9 w 301"/>
                    <a:gd name="T33" fmla="*/ 2 h 161"/>
                    <a:gd name="T34" fmla="*/ 2 w 301"/>
                    <a:gd name="T35" fmla="*/ 4 h 161"/>
                    <a:gd name="T36" fmla="*/ 2 w 301"/>
                    <a:gd name="T37" fmla="*/ 5 h 161"/>
                    <a:gd name="T38" fmla="*/ 2 w 301"/>
                    <a:gd name="T39" fmla="*/ 5 h 161"/>
                    <a:gd name="T40" fmla="*/ 1 w 301"/>
                    <a:gd name="T41" fmla="*/ 4 h 161"/>
                    <a:gd name="T42" fmla="*/ 1 w 301"/>
                    <a:gd name="T43" fmla="*/ 4 h 161"/>
                    <a:gd name="T44" fmla="*/ 1 w 301"/>
                    <a:gd name="T45" fmla="*/ 4 h 161"/>
                    <a:gd name="T46" fmla="*/ 1 w 301"/>
                    <a:gd name="T47" fmla="*/ 4 h 161"/>
                    <a:gd name="T48" fmla="*/ 1 w 301"/>
                    <a:gd name="T49" fmla="*/ 4 h 161"/>
                    <a:gd name="T50" fmla="*/ 1 w 301"/>
                    <a:gd name="T51" fmla="*/ 4 h 161"/>
                    <a:gd name="T52" fmla="*/ 0 w 301"/>
                    <a:gd name="T53" fmla="*/ 3 h 161"/>
                    <a:gd name="T54" fmla="*/ 0 w 301"/>
                    <a:gd name="T55" fmla="*/ 3 h 161"/>
                    <a:gd name="T56" fmla="*/ 0 w 301"/>
                    <a:gd name="T57" fmla="*/ 3 h 161"/>
                    <a:gd name="T58" fmla="*/ 1 w 301"/>
                    <a:gd name="T59" fmla="*/ 3 h 161"/>
                    <a:gd name="T60" fmla="*/ 1 w 301"/>
                    <a:gd name="T61" fmla="*/ 3 h 161"/>
                    <a:gd name="T62" fmla="*/ 1 w 301"/>
                    <a:gd name="T63" fmla="*/ 2 h 161"/>
                    <a:gd name="T64" fmla="*/ 1 w 301"/>
                    <a:gd name="T65" fmla="*/ 2 h 161"/>
                    <a:gd name="T66" fmla="*/ 1 w 301"/>
                    <a:gd name="T67" fmla="*/ 2 h 1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161"/>
                    <a:gd name="T104" fmla="*/ 301 w 301"/>
                    <a:gd name="T105" fmla="*/ 161 h 1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161">
                      <a:moveTo>
                        <a:pt x="22" y="84"/>
                      </a:moveTo>
                      <a:lnTo>
                        <a:pt x="249" y="2"/>
                      </a:lnTo>
                      <a:lnTo>
                        <a:pt x="254" y="0"/>
                      </a:lnTo>
                      <a:lnTo>
                        <a:pt x="257" y="0"/>
                      </a:lnTo>
                      <a:lnTo>
                        <a:pt x="260" y="0"/>
                      </a:lnTo>
                      <a:lnTo>
                        <a:pt x="265" y="0"/>
                      </a:lnTo>
                      <a:lnTo>
                        <a:pt x="268" y="0"/>
                      </a:lnTo>
                      <a:lnTo>
                        <a:pt x="271" y="0"/>
                      </a:lnTo>
                      <a:lnTo>
                        <a:pt x="274" y="2"/>
                      </a:lnTo>
                      <a:lnTo>
                        <a:pt x="278" y="3"/>
                      </a:lnTo>
                      <a:lnTo>
                        <a:pt x="280" y="5"/>
                      </a:lnTo>
                      <a:lnTo>
                        <a:pt x="283" y="6"/>
                      </a:lnTo>
                      <a:lnTo>
                        <a:pt x="286" y="8"/>
                      </a:lnTo>
                      <a:lnTo>
                        <a:pt x="289" y="12"/>
                      </a:lnTo>
                      <a:lnTo>
                        <a:pt x="290" y="14"/>
                      </a:lnTo>
                      <a:lnTo>
                        <a:pt x="292" y="17"/>
                      </a:lnTo>
                      <a:lnTo>
                        <a:pt x="293" y="20"/>
                      </a:lnTo>
                      <a:lnTo>
                        <a:pt x="295" y="23"/>
                      </a:lnTo>
                      <a:lnTo>
                        <a:pt x="298" y="30"/>
                      </a:lnTo>
                      <a:lnTo>
                        <a:pt x="299" y="35"/>
                      </a:lnTo>
                      <a:lnTo>
                        <a:pt x="301" y="38"/>
                      </a:lnTo>
                      <a:lnTo>
                        <a:pt x="301" y="41"/>
                      </a:lnTo>
                      <a:lnTo>
                        <a:pt x="301" y="44"/>
                      </a:lnTo>
                      <a:lnTo>
                        <a:pt x="301" y="48"/>
                      </a:lnTo>
                      <a:lnTo>
                        <a:pt x="299" y="51"/>
                      </a:lnTo>
                      <a:lnTo>
                        <a:pt x="298" y="54"/>
                      </a:lnTo>
                      <a:lnTo>
                        <a:pt x="298" y="57"/>
                      </a:lnTo>
                      <a:lnTo>
                        <a:pt x="295" y="60"/>
                      </a:lnTo>
                      <a:lnTo>
                        <a:pt x="293" y="63"/>
                      </a:lnTo>
                      <a:lnTo>
                        <a:pt x="292" y="66"/>
                      </a:lnTo>
                      <a:lnTo>
                        <a:pt x="289" y="68"/>
                      </a:lnTo>
                      <a:lnTo>
                        <a:pt x="286" y="71"/>
                      </a:lnTo>
                      <a:lnTo>
                        <a:pt x="283" y="72"/>
                      </a:lnTo>
                      <a:lnTo>
                        <a:pt x="280" y="75"/>
                      </a:lnTo>
                      <a:lnTo>
                        <a:pt x="277" y="77"/>
                      </a:lnTo>
                      <a:lnTo>
                        <a:pt x="49" y="158"/>
                      </a:lnTo>
                      <a:lnTo>
                        <a:pt x="46" y="159"/>
                      </a:lnTo>
                      <a:lnTo>
                        <a:pt x="43" y="161"/>
                      </a:lnTo>
                      <a:lnTo>
                        <a:pt x="39" y="161"/>
                      </a:lnTo>
                      <a:lnTo>
                        <a:pt x="36" y="161"/>
                      </a:lnTo>
                      <a:lnTo>
                        <a:pt x="33" y="161"/>
                      </a:lnTo>
                      <a:lnTo>
                        <a:pt x="30" y="159"/>
                      </a:lnTo>
                      <a:lnTo>
                        <a:pt x="25" y="158"/>
                      </a:lnTo>
                      <a:lnTo>
                        <a:pt x="22" y="156"/>
                      </a:lnTo>
                      <a:lnTo>
                        <a:pt x="19" y="155"/>
                      </a:lnTo>
                      <a:lnTo>
                        <a:pt x="16" y="153"/>
                      </a:lnTo>
                      <a:lnTo>
                        <a:pt x="15" y="152"/>
                      </a:lnTo>
                      <a:lnTo>
                        <a:pt x="12" y="149"/>
                      </a:lnTo>
                      <a:lnTo>
                        <a:pt x="10" y="146"/>
                      </a:lnTo>
                      <a:lnTo>
                        <a:pt x="7" y="143"/>
                      </a:lnTo>
                      <a:lnTo>
                        <a:pt x="6" y="141"/>
                      </a:lnTo>
                      <a:lnTo>
                        <a:pt x="4" y="137"/>
                      </a:lnTo>
                      <a:lnTo>
                        <a:pt x="3" y="129"/>
                      </a:lnTo>
                      <a:lnTo>
                        <a:pt x="0" y="126"/>
                      </a:lnTo>
                      <a:lnTo>
                        <a:pt x="0" y="123"/>
                      </a:lnTo>
                      <a:lnTo>
                        <a:pt x="0" y="119"/>
                      </a:lnTo>
                      <a:lnTo>
                        <a:pt x="0" y="116"/>
                      </a:lnTo>
                      <a:lnTo>
                        <a:pt x="0" y="113"/>
                      </a:lnTo>
                      <a:lnTo>
                        <a:pt x="0" y="108"/>
                      </a:lnTo>
                      <a:lnTo>
                        <a:pt x="3" y="105"/>
                      </a:lnTo>
                      <a:lnTo>
                        <a:pt x="3" y="102"/>
                      </a:lnTo>
                      <a:lnTo>
                        <a:pt x="4" y="99"/>
                      </a:lnTo>
                      <a:lnTo>
                        <a:pt x="7" y="96"/>
                      </a:lnTo>
                      <a:lnTo>
                        <a:pt x="9" y="93"/>
                      </a:lnTo>
                      <a:lnTo>
                        <a:pt x="12" y="92"/>
                      </a:lnTo>
                      <a:lnTo>
                        <a:pt x="13" y="90"/>
                      </a:lnTo>
                      <a:lnTo>
                        <a:pt x="16" y="87"/>
                      </a:lnTo>
                      <a:lnTo>
                        <a:pt x="19" y="86"/>
                      </a:lnTo>
                      <a:lnTo>
                        <a:pt x="2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spTree>
    <p:extLst>
      <p:ext uri="{BB962C8B-B14F-4D97-AF65-F5344CB8AC3E}">
        <p14:creationId xmlns:p14="http://schemas.microsoft.com/office/powerpoint/2010/main" val="25997536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1617663" y="3032125"/>
            <a:ext cx="1328737" cy="67310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nb-NO" altLang="en-US" sz="1800">
                <a:solidFill>
                  <a:schemeClr val="bg1"/>
                </a:solidFill>
                <a:latin typeface="Arial" panose="020B0604020202020204" pitchFamily="34" charset="0"/>
              </a:rPr>
              <a:t>Customer </a:t>
            </a:r>
            <a:endParaRPr lang="en-US" altLang="en-US" sz="1800">
              <a:solidFill>
                <a:schemeClr val="bg1"/>
              </a:solidFill>
              <a:latin typeface="Arial" panose="020B0604020202020204" pitchFamily="34" charset="0"/>
            </a:endParaRPr>
          </a:p>
          <a:p>
            <a:pPr algn="ctr" eaLnBrk="1" hangingPunct="1">
              <a:spcBef>
                <a:spcPct val="0"/>
              </a:spcBef>
              <a:buFontTx/>
              <a:buNone/>
            </a:pPr>
            <a:r>
              <a:rPr lang="nb-NO" altLang="en-US" sz="1800">
                <a:solidFill>
                  <a:schemeClr val="bg1"/>
                </a:solidFill>
                <a:latin typeface="Arial" panose="020B0604020202020204" pitchFamily="34" charset="0"/>
              </a:rPr>
              <a:t> Order</a:t>
            </a:r>
          </a:p>
        </p:txBody>
      </p:sp>
      <p:sp>
        <p:nvSpPr>
          <p:cNvPr id="5" name="Rectangle 6">
            <a:hlinkClick r:id="rId2" action="ppaction://hlinksldjump"/>
          </p:cNvPr>
          <p:cNvSpPr>
            <a:spLocks noChangeArrowheads="1"/>
          </p:cNvSpPr>
          <p:nvPr/>
        </p:nvSpPr>
        <p:spPr bwMode="auto">
          <a:xfrm>
            <a:off x="6237288" y="2955925"/>
            <a:ext cx="1503362" cy="67310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nb-NO" altLang="en-US" sz="1800">
                <a:solidFill>
                  <a:schemeClr val="bg1"/>
                </a:solidFill>
                <a:latin typeface="Arial" panose="020B0604020202020204" pitchFamily="34" charset="0"/>
              </a:rPr>
              <a:t>Purchasing</a:t>
            </a:r>
          </a:p>
        </p:txBody>
      </p:sp>
      <p:sp>
        <p:nvSpPr>
          <p:cNvPr id="6" name="Rectangle 7"/>
          <p:cNvSpPr>
            <a:spLocks noChangeArrowheads="1"/>
          </p:cNvSpPr>
          <p:nvPr/>
        </p:nvSpPr>
        <p:spPr bwMode="auto">
          <a:xfrm>
            <a:off x="1652588" y="5330825"/>
            <a:ext cx="1328737" cy="76200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nb-NO" altLang="en-US" sz="1800">
                <a:solidFill>
                  <a:schemeClr val="bg1"/>
                </a:solidFill>
                <a:latin typeface="Arial" panose="020B0604020202020204" pitchFamily="34" charset="0"/>
              </a:rPr>
              <a:t>Inventory</a:t>
            </a:r>
          </a:p>
        </p:txBody>
      </p:sp>
      <p:grpSp>
        <p:nvGrpSpPr>
          <p:cNvPr id="7" name="Group 22"/>
          <p:cNvGrpSpPr>
            <a:grpSpLocks/>
          </p:cNvGrpSpPr>
          <p:nvPr/>
        </p:nvGrpSpPr>
        <p:grpSpPr bwMode="auto">
          <a:xfrm>
            <a:off x="844550" y="1981200"/>
            <a:ext cx="1125538" cy="1017588"/>
            <a:chOff x="672" y="1296"/>
            <a:chExt cx="672" cy="603"/>
          </a:xfrm>
        </p:grpSpPr>
        <p:sp>
          <p:nvSpPr>
            <p:cNvPr id="8260" name="Line 23"/>
            <p:cNvSpPr>
              <a:spLocks noChangeShapeType="1"/>
            </p:cNvSpPr>
            <p:nvPr/>
          </p:nvSpPr>
          <p:spPr bwMode="auto">
            <a:xfrm flipV="1">
              <a:off x="1344" y="1296"/>
              <a:ext cx="0" cy="603"/>
            </a:xfrm>
            <a:prstGeom prst="line">
              <a:avLst/>
            </a:prstGeom>
            <a:noFill/>
            <a:ln w="25400">
              <a:solidFill>
                <a:schemeClr val="tx1"/>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8261" name="Text Box 24"/>
            <p:cNvSpPr txBox="1">
              <a:spLocks noChangeArrowheads="1"/>
            </p:cNvSpPr>
            <p:nvPr/>
          </p:nvSpPr>
          <p:spPr bwMode="auto">
            <a:xfrm>
              <a:off x="672" y="1392"/>
              <a:ext cx="672"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Customer Order</a:t>
              </a:r>
            </a:p>
          </p:txBody>
        </p:sp>
      </p:grpSp>
      <p:grpSp>
        <p:nvGrpSpPr>
          <p:cNvPr id="10" name="Group 25"/>
          <p:cNvGrpSpPr>
            <a:grpSpLocks/>
          </p:cNvGrpSpPr>
          <p:nvPr/>
        </p:nvGrpSpPr>
        <p:grpSpPr bwMode="auto">
          <a:xfrm>
            <a:off x="2462213" y="2041525"/>
            <a:ext cx="984250" cy="914400"/>
            <a:chOff x="1680" y="1296"/>
            <a:chExt cx="576" cy="576"/>
          </a:xfrm>
        </p:grpSpPr>
        <p:cxnSp>
          <p:nvCxnSpPr>
            <p:cNvPr id="8258" name="AutoShape 26"/>
            <p:cNvCxnSpPr>
              <a:cxnSpLocks noChangeShapeType="1"/>
            </p:cNvCxnSpPr>
            <p:nvPr/>
          </p:nvCxnSpPr>
          <p:spPr bwMode="auto">
            <a:xfrm flipV="1">
              <a:off x="1680" y="1296"/>
              <a:ext cx="0" cy="576"/>
            </a:xfrm>
            <a:prstGeom prst="straightConnector1">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cxnSp>
        <p:sp>
          <p:nvSpPr>
            <p:cNvPr id="8259" name="Text Box 27"/>
            <p:cNvSpPr txBox="1">
              <a:spLocks noChangeArrowheads="1"/>
            </p:cNvSpPr>
            <p:nvPr/>
          </p:nvSpPr>
          <p:spPr bwMode="auto">
            <a:xfrm>
              <a:off x="1680" y="1488"/>
              <a:ext cx="57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Delivery</a:t>
              </a:r>
            </a:p>
          </p:txBody>
        </p:sp>
      </p:grpSp>
      <p:grpSp>
        <p:nvGrpSpPr>
          <p:cNvPr id="13" name="Group 28"/>
          <p:cNvGrpSpPr>
            <a:grpSpLocks/>
          </p:cNvGrpSpPr>
          <p:nvPr/>
        </p:nvGrpSpPr>
        <p:grpSpPr bwMode="auto">
          <a:xfrm>
            <a:off x="7151688" y="1889125"/>
            <a:ext cx="1147762" cy="957263"/>
            <a:chOff x="4320" y="1200"/>
            <a:chExt cx="672" cy="603"/>
          </a:xfrm>
        </p:grpSpPr>
        <p:sp>
          <p:nvSpPr>
            <p:cNvPr id="8256" name="Line 29"/>
            <p:cNvSpPr>
              <a:spLocks noChangeShapeType="1"/>
            </p:cNvSpPr>
            <p:nvPr/>
          </p:nvSpPr>
          <p:spPr bwMode="auto">
            <a:xfrm flipV="1">
              <a:off x="4368" y="1200"/>
              <a:ext cx="0" cy="603"/>
            </a:xfrm>
            <a:prstGeom prst="line">
              <a:avLst/>
            </a:prstGeom>
            <a:noFill/>
            <a:ln w="25400">
              <a:solidFill>
                <a:schemeClr val="tx1"/>
              </a:solidFill>
              <a:round/>
              <a:headEnd type="none" w="med" len="lg"/>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8257" name="Text Box 30"/>
            <p:cNvSpPr txBox="1">
              <a:spLocks noChangeArrowheads="1"/>
            </p:cNvSpPr>
            <p:nvPr/>
          </p:nvSpPr>
          <p:spPr bwMode="auto">
            <a:xfrm>
              <a:off x="4320" y="1296"/>
              <a:ext cx="67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Purchase Order</a:t>
              </a:r>
            </a:p>
          </p:txBody>
        </p:sp>
      </p:grpSp>
      <p:grpSp>
        <p:nvGrpSpPr>
          <p:cNvPr id="16" name="Group 31"/>
          <p:cNvGrpSpPr>
            <a:grpSpLocks/>
          </p:cNvGrpSpPr>
          <p:nvPr/>
        </p:nvGrpSpPr>
        <p:grpSpPr bwMode="auto">
          <a:xfrm>
            <a:off x="5767388" y="1890713"/>
            <a:ext cx="985837" cy="1006475"/>
            <a:chOff x="3408" y="1153"/>
            <a:chExt cx="672" cy="634"/>
          </a:xfrm>
        </p:grpSpPr>
        <p:cxnSp>
          <p:nvCxnSpPr>
            <p:cNvPr id="8254" name="AutoShape 32"/>
            <p:cNvCxnSpPr>
              <a:cxnSpLocks noChangeShapeType="1"/>
            </p:cNvCxnSpPr>
            <p:nvPr/>
          </p:nvCxnSpPr>
          <p:spPr bwMode="auto">
            <a:xfrm flipV="1">
              <a:off x="4032" y="1153"/>
              <a:ext cx="0" cy="634"/>
            </a:xfrm>
            <a:prstGeom prst="straightConnector1">
              <a:avLst/>
            </a:prstGeom>
            <a:noFill/>
            <a:ln w="25400">
              <a:solidFill>
                <a:schemeClr val="tx1"/>
              </a:solidFill>
              <a:round/>
              <a:headEnd type="stealth" w="med" len="lg"/>
              <a:tailEnd type="none" w="med" len="lg"/>
            </a:ln>
            <a:extLst>
              <a:ext uri="{909E8E84-426E-40DD-AFC4-6F175D3DCCD1}">
                <a14:hiddenFill xmlns:a14="http://schemas.microsoft.com/office/drawing/2010/main">
                  <a:noFill/>
                </a14:hiddenFill>
              </a:ext>
            </a:extLst>
          </p:spPr>
        </p:cxnSp>
        <p:sp>
          <p:nvSpPr>
            <p:cNvPr id="8255" name="Text Box 33"/>
            <p:cNvSpPr txBox="1">
              <a:spLocks noChangeArrowheads="1"/>
            </p:cNvSpPr>
            <p:nvPr/>
          </p:nvSpPr>
          <p:spPr bwMode="auto">
            <a:xfrm>
              <a:off x="3408" y="1392"/>
              <a:ext cx="67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Receipt</a:t>
              </a:r>
            </a:p>
          </p:txBody>
        </p:sp>
      </p:grpSp>
      <p:sp>
        <p:nvSpPr>
          <p:cNvPr id="19" name="Rectangle 34"/>
          <p:cNvSpPr>
            <a:spLocks noChangeArrowheads="1"/>
          </p:cNvSpPr>
          <p:nvPr/>
        </p:nvSpPr>
        <p:spPr bwMode="auto">
          <a:xfrm>
            <a:off x="6189663" y="5407025"/>
            <a:ext cx="2039937" cy="685800"/>
          </a:xfrm>
          <a:prstGeom prst="rect">
            <a:avLst/>
          </a:prstGeom>
          <a:solidFill>
            <a:schemeClr val="accent1"/>
          </a:solidFill>
          <a:ln w="9525">
            <a:solidFill>
              <a:schemeClr val="tx1"/>
            </a:solidFill>
            <a:miter lim="800000"/>
            <a:headEnd/>
            <a:tailEnd/>
          </a:ln>
        </p:spPr>
        <p:txBody>
          <a:bodyPr lIns="36000" tIns="90000" bIns="90000"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nb-NO" altLang="en-US" sz="1800">
                <a:solidFill>
                  <a:schemeClr val="bg1"/>
                </a:solidFill>
                <a:latin typeface="Arial" panose="020B0604020202020204" pitchFamily="34" charset="0"/>
              </a:rPr>
              <a:t>Manufacturing</a:t>
            </a:r>
          </a:p>
        </p:txBody>
      </p:sp>
      <p:grpSp>
        <p:nvGrpSpPr>
          <p:cNvPr id="20" name="Group 35"/>
          <p:cNvGrpSpPr>
            <a:grpSpLocks/>
          </p:cNvGrpSpPr>
          <p:nvPr/>
        </p:nvGrpSpPr>
        <p:grpSpPr bwMode="auto">
          <a:xfrm>
            <a:off x="3516313" y="3730625"/>
            <a:ext cx="2603500" cy="1752600"/>
            <a:chOff x="1776" y="2304"/>
            <a:chExt cx="1776" cy="1104"/>
          </a:xfrm>
        </p:grpSpPr>
        <p:sp>
          <p:nvSpPr>
            <p:cNvPr id="8252" name="Line 36"/>
            <p:cNvSpPr>
              <a:spLocks noChangeShapeType="1"/>
            </p:cNvSpPr>
            <p:nvPr/>
          </p:nvSpPr>
          <p:spPr bwMode="auto">
            <a:xfrm flipV="1">
              <a:off x="1776" y="2304"/>
              <a:ext cx="1776" cy="1104"/>
            </a:xfrm>
            <a:prstGeom prst="line">
              <a:avLst/>
            </a:prstGeom>
            <a:noFill/>
            <a:ln w="25400">
              <a:solidFill>
                <a:srgbClr val="00B05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53" name="Text Box 37"/>
            <p:cNvSpPr txBox="1">
              <a:spLocks noChangeArrowheads="1"/>
            </p:cNvSpPr>
            <p:nvPr/>
          </p:nvSpPr>
          <p:spPr bwMode="auto">
            <a:xfrm>
              <a:off x="2400" y="2864"/>
              <a:ext cx="100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Purchase Requisition</a:t>
              </a:r>
            </a:p>
          </p:txBody>
        </p:sp>
      </p:grpSp>
      <p:grpSp>
        <p:nvGrpSpPr>
          <p:cNvPr id="23" name="Group 38"/>
          <p:cNvGrpSpPr>
            <a:grpSpLocks/>
          </p:cNvGrpSpPr>
          <p:nvPr/>
        </p:nvGrpSpPr>
        <p:grpSpPr bwMode="auto">
          <a:xfrm>
            <a:off x="3165475" y="3438525"/>
            <a:ext cx="2813050" cy="1905000"/>
            <a:chOff x="1536" y="2120"/>
            <a:chExt cx="1920" cy="1200"/>
          </a:xfrm>
        </p:grpSpPr>
        <p:sp>
          <p:nvSpPr>
            <p:cNvPr id="8250" name="Line 39"/>
            <p:cNvSpPr>
              <a:spLocks noChangeShapeType="1"/>
            </p:cNvSpPr>
            <p:nvPr/>
          </p:nvSpPr>
          <p:spPr bwMode="auto">
            <a:xfrm flipH="1">
              <a:off x="1536" y="2120"/>
              <a:ext cx="1920" cy="1200"/>
            </a:xfrm>
            <a:prstGeom prst="line">
              <a:avLst/>
            </a:prstGeom>
            <a:noFill/>
            <a:ln w="25400">
              <a:solidFill>
                <a:srgbClr val="00B05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51" name="Text Box 40"/>
            <p:cNvSpPr txBox="1">
              <a:spLocks noChangeArrowheads="1"/>
            </p:cNvSpPr>
            <p:nvPr/>
          </p:nvSpPr>
          <p:spPr bwMode="auto">
            <a:xfrm>
              <a:off x="1824" y="2544"/>
              <a:ext cx="816"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Receipt</a:t>
              </a:r>
            </a:p>
            <a:p>
              <a:pPr algn="ctr" eaLnBrk="1" hangingPunct="1">
                <a:spcBef>
                  <a:spcPct val="50000"/>
                </a:spcBef>
                <a:buFontTx/>
                <a:buNone/>
              </a:pPr>
              <a:endParaRPr lang="en-US" altLang="en-US" sz="1800">
                <a:latin typeface="Arial" panose="020B0604020202020204" pitchFamily="34" charset="0"/>
              </a:endParaRPr>
            </a:p>
          </p:txBody>
        </p:sp>
      </p:grpSp>
      <p:sp>
        <p:nvSpPr>
          <p:cNvPr id="26" name="Text Box 41"/>
          <p:cNvSpPr txBox="1">
            <a:spLocks noChangeArrowheads="1"/>
          </p:cNvSpPr>
          <p:nvPr/>
        </p:nvSpPr>
        <p:spPr bwMode="auto">
          <a:xfrm>
            <a:off x="1195388" y="4187825"/>
            <a:ext cx="1055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endParaRPr lang="en-US" altLang="en-US" sz="1800">
              <a:latin typeface="Arial" panose="020B0604020202020204" pitchFamily="34" charset="0"/>
            </a:endParaRPr>
          </a:p>
        </p:txBody>
      </p:sp>
      <p:grpSp>
        <p:nvGrpSpPr>
          <p:cNvPr id="27" name="Group 42"/>
          <p:cNvGrpSpPr>
            <a:grpSpLocks/>
          </p:cNvGrpSpPr>
          <p:nvPr/>
        </p:nvGrpSpPr>
        <p:grpSpPr bwMode="auto">
          <a:xfrm>
            <a:off x="642938" y="3857625"/>
            <a:ext cx="1349375" cy="1323975"/>
            <a:chOff x="-79" y="2384"/>
            <a:chExt cx="815" cy="768"/>
          </a:xfrm>
        </p:grpSpPr>
        <p:sp>
          <p:nvSpPr>
            <p:cNvPr id="8248" name="Line 43"/>
            <p:cNvSpPr>
              <a:spLocks noChangeShapeType="1"/>
            </p:cNvSpPr>
            <p:nvPr/>
          </p:nvSpPr>
          <p:spPr bwMode="auto">
            <a:xfrm>
              <a:off x="720" y="2384"/>
              <a:ext cx="0" cy="768"/>
            </a:xfrm>
            <a:prstGeom prst="line">
              <a:avLst/>
            </a:prstGeom>
            <a:noFill/>
            <a:ln w="28575">
              <a:solidFill>
                <a:srgbClr val="00B05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49" name="Text Box 44"/>
            <p:cNvSpPr txBox="1">
              <a:spLocks noChangeArrowheads="1"/>
            </p:cNvSpPr>
            <p:nvPr/>
          </p:nvSpPr>
          <p:spPr bwMode="auto">
            <a:xfrm>
              <a:off x="-79" y="2544"/>
              <a:ext cx="815"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Reservation</a:t>
              </a:r>
            </a:p>
          </p:txBody>
        </p:sp>
      </p:grpSp>
      <p:grpSp>
        <p:nvGrpSpPr>
          <p:cNvPr id="30" name="Group 45"/>
          <p:cNvGrpSpPr>
            <a:grpSpLocks/>
          </p:cNvGrpSpPr>
          <p:nvPr/>
        </p:nvGrpSpPr>
        <p:grpSpPr bwMode="auto">
          <a:xfrm>
            <a:off x="2274888" y="3825875"/>
            <a:ext cx="1125537" cy="1341438"/>
            <a:chOff x="928" y="2364"/>
            <a:chExt cx="768" cy="845"/>
          </a:xfrm>
        </p:grpSpPr>
        <p:sp>
          <p:nvSpPr>
            <p:cNvPr id="8246" name="Line 46"/>
            <p:cNvSpPr>
              <a:spLocks noChangeShapeType="1"/>
            </p:cNvSpPr>
            <p:nvPr/>
          </p:nvSpPr>
          <p:spPr bwMode="auto">
            <a:xfrm flipV="1">
              <a:off x="1048" y="2364"/>
              <a:ext cx="0" cy="845"/>
            </a:xfrm>
            <a:prstGeom prst="line">
              <a:avLst/>
            </a:prstGeom>
            <a:noFill/>
            <a:ln w="28575">
              <a:solidFill>
                <a:srgbClr val="00B050"/>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47" name="Text Box 47"/>
            <p:cNvSpPr txBox="1">
              <a:spLocks noChangeArrowheads="1"/>
            </p:cNvSpPr>
            <p:nvPr/>
          </p:nvSpPr>
          <p:spPr bwMode="auto">
            <a:xfrm>
              <a:off x="928" y="2544"/>
              <a:ext cx="76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latin typeface="Arial" panose="020B0604020202020204" pitchFamily="34" charset="0"/>
                </a:rPr>
                <a:t>Picking</a:t>
              </a:r>
            </a:p>
          </p:txBody>
        </p:sp>
      </p:grpSp>
      <p:grpSp>
        <p:nvGrpSpPr>
          <p:cNvPr id="33" name="Group 70"/>
          <p:cNvGrpSpPr>
            <a:grpSpLocks/>
          </p:cNvGrpSpPr>
          <p:nvPr/>
        </p:nvGrpSpPr>
        <p:grpSpPr bwMode="auto">
          <a:xfrm>
            <a:off x="3446463" y="5864225"/>
            <a:ext cx="2392362" cy="422275"/>
            <a:chOff x="2352" y="3694"/>
            <a:chExt cx="1632" cy="266"/>
          </a:xfrm>
        </p:grpSpPr>
        <p:sp>
          <p:nvSpPr>
            <p:cNvPr id="8244" name="Line 52"/>
            <p:cNvSpPr>
              <a:spLocks noChangeShapeType="1"/>
            </p:cNvSpPr>
            <p:nvPr/>
          </p:nvSpPr>
          <p:spPr bwMode="auto">
            <a:xfrm>
              <a:off x="2352" y="3694"/>
              <a:ext cx="1632" cy="0"/>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45" name="Text Box 53"/>
            <p:cNvSpPr txBox="1">
              <a:spLocks noChangeArrowheads="1"/>
            </p:cNvSpPr>
            <p:nvPr/>
          </p:nvSpPr>
          <p:spPr bwMode="auto">
            <a:xfrm>
              <a:off x="2432" y="3758"/>
              <a:ext cx="1488"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solidFill>
                    <a:srgbClr val="008034"/>
                  </a:solidFill>
                  <a:latin typeface="Arial" panose="020B0604020202020204" pitchFamily="34" charset="0"/>
                </a:rPr>
                <a:t>Requisition</a:t>
              </a:r>
            </a:p>
          </p:txBody>
        </p:sp>
      </p:grpSp>
      <p:grpSp>
        <p:nvGrpSpPr>
          <p:cNvPr id="36" name="Group 66"/>
          <p:cNvGrpSpPr>
            <a:grpSpLocks/>
          </p:cNvGrpSpPr>
          <p:nvPr/>
        </p:nvGrpSpPr>
        <p:grpSpPr bwMode="auto">
          <a:xfrm>
            <a:off x="3376613" y="5330825"/>
            <a:ext cx="2390775" cy="554038"/>
            <a:chOff x="2304" y="3358"/>
            <a:chExt cx="1632" cy="349"/>
          </a:xfrm>
        </p:grpSpPr>
        <p:sp>
          <p:nvSpPr>
            <p:cNvPr id="8242" name="Line 55"/>
            <p:cNvSpPr>
              <a:spLocks noChangeShapeType="1"/>
            </p:cNvSpPr>
            <p:nvPr/>
          </p:nvSpPr>
          <p:spPr bwMode="auto">
            <a:xfrm flipH="1">
              <a:off x="2304" y="3550"/>
              <a:ext cx="1632" cy="0"/>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43" name="Text Box 56"/>
            <p:cNvSpPr txBox="1">
              <a:spLocks noChangeArrowheads="1"/>
            </p:cNvSpPr>
            <p:nvPr/>
          </p:nvSpPr>
          <p:spPr bwMode="auto">
            <a:xfrm>
              <a:off x="2448" y="3358"/>
              <a:ext cx="1488"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solidFill>
                    <a:srgbClr val="008034"/>
                  </a:solidFill>
                  <a:latin typeface="Arial" panose="020B0604020202020204" pitchFamily="34" charset="0"/>
                </a:rPr>
                <a:t>Receipt (Finish Goods)</a:t>
              </a:r>
            </a:p>
          </p:txBody>
        </p:sp>
      </p:grpSp>
      <p:sp>
        <p:nvSpPr>
          <p:cNvPr id="39" name="Line 57"/>
          <p:cNvSpPr>
            <a:spLocks noChangeShapeType="1"/>
          </p:cNvSpPr>
          <p:nvPr/>
        </p:nvSpPr>
        <p:spPr bwMode="auto">
          <a:xfrm flipV="1">
            <a:off x="7104063" y="1865313"/>
            <a:ext cx="0" cy="1006475"/>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 name="Line 58"/>
          <p:cNvSpPr>
            <a:spLocks noChangeShapeType="1"/>
          </p:cNvSpPr>
          <p:nvPr/>
        </p:nvSpPr>
        <p:spPr bwMode="auto">
          <a:xfrm flipH="1">
            <a:off x="6823075" y="1901825"/>
            <a:ext cx="0" cy="952500"/>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1" name="Group 65"/>
          <p:cNvGrpSpPr>
            <a:grpSpLocks/>
          </p:cNvGrpSpPr>
          <p:nvPr/>
        </p:nvGrpSpPr>
        <p:grpSpPr bwMode="auto">
          <a:xfrm>
            <a:off x="3021013" y="3502025"/>
            <a:ext cx="3168650" cy="2133600"/>
            <a:chOff x="2202" y="2206"/>
            <a:chExt cx="2016" cy="1226"/>
          </a:xfrm>
        </p:grpSpPr>
        <p:sp>
          <p:nvSpPr>
            <p:cNvPr id="8240" name="Text Box 60"/>
            <p:cNvSpPr txBox="1">
              <a:spLocks noChangeArrowheads="1"/>
            </p:cNvSpPr>
            <p:nvPr/>
          </p:nvSpPr>
          <p:spPr bwMode="auto">
            <a:xfrm>
              <a:off x="2640" y="2206"/>
              <a:ext cx="1152"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solidFill>
                    <a:srgbClr val="008034"/>
                  </a:solidFill>
                  <a:latin typeface="Arial" panose="020B0604020202020204" pitchFamily="34" charset="0"/>
                </a:rPr>
                <a:t>Receipt (Components)</a:t>
              </a:r>
            </a:p>
          </p:txBody>
        </p:sp>
        <p:sp>
          <p:nvSpPr>
            <p:cNvPr id="8241" name="Line 61"/>
            <p:cNvSpPr>
              <a:spLocks noChangeShapeType="1"/>
            </p:cNvSpPr>
            <p:nvPr/>
          </p:nvSpPr>
          <p:spPr bwMode="auto">
            <a:xfrm flipH="1">
              <a:off x="2202" y="2215"/>
              <a:ext cx="2016" cy="1217"/>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4" name="Group 68"/>
          <p:cNvGrpSpPr>
            <a:grpSpLocks/>
          </p:cNvGrpSpPr>
          <p:nvPr/>
        </p:nvGrpSpPr>
        <p:grpSpPr bwMode="auto">
          <a:xfrm>
            <a:off x="3446463" y="6321425"/>
            <a:ext cx="2392362" cy="396875"/>
            <a:chOff x="2352" y="3982"/>
            <a:chExt cx="1632" cy="250"/>
          </a:xfrm>
        </p:grpSpPr>
        <p:sp>
          <p:nvSpPr>
            <p:cNvPr id="8238" name="Line 63"/>
            <p:cNvSpPr>
              <a:spLocks noChangeShapeType="1"/>
            </p:cNvSpPr>
            <p:nvPr/>
          </p:nvSpPr>
          <p:spPr bwMode="auto">
            <a:xfrm>
              <a:off x="2352" y="3982"/>
              <a:ext cx="1632" cy="0"/>
            </a:xfrm>
            <a:prstGeom prst="line">
              <a:avLst/>
            </a:prstGeom>
            <a:noFill/>
            <a:ln w="25400">
              <a:solidFill>
                <a:srgbClr val="008034"/>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239" name="Text Box 64"/>
            <p:cNvSpPr txBox="1">
              <a:spLocks noChangeArrowheads="1"/>
            </p:cNvSpPr>
            <p:nvPr/>
          </p:nvSpPr>
          <p:spPr bwMode="auto">
            <a:xfrm>
              <a:off x="2400" y="4030"/>
              <a:ext cx="15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50000"/>
                </a:spcBef>
                <a:buFontTx/>
                <a:buNone/>
              </a:pPr>
              <a:r>
                <a:rPr lang="en-US" altLang="en-US" sz="1500" b="1">
                  <a:solidFill>
                    <a:srgbClr val="008034"/>
                  </a:solidFill>
                  <a:latin typeface="Arial" panose="020B0604020202020204" pitchFamily="34" charset="0"/>
                </a:rPr>
                <a:t>Material Issue</a:t>
              </a:r>
            </a:p>
          </p:txBody>
        </p:sp>
      </p:grpSp>
      <p:sp>
        <p:nvSpPr>
          <p:cNvPr id="8213" name="Text Box 82"/>
          <p:cNvSpPr txBox="1">
            <a:spLocks noChangeArrowheads="1"/>
          </p:cNvSpPr>
          <p:nvPr/>
        </p:nvSpPr>
        <p:spPr bwMode="auto">
          <a:xfrm>
            <a:off x="1581150" y="1484313"/>
            <a:ext cx="121126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Black" panose="020B0A04020102020204" pitchFamily="34" charset="0"/>
              </a:rPr>
              <a:t>Customer</a:t>
            </a:r>
          </a:p>
        </p:txBody>
      </p:sp>
      <p:grpSp>
        <p:nvGrpSpPr>
          <p:cNvPr id="8214" name="Group 83"/>
          <p:cNvGrpSpPr>
            <a:grpSpLocks noChangeAspect="1"/>
          </p:cNvGrpSpPr>
          <p:nvPr/>
        </p:nvGrpSpPr>
        <p:grpSpPr bwMode="auto">
          <a:xfrm>
            <a:off x="6948488" y="765175"/>
            <a:ext cx="665162" cy="719138"/>
            <a:chOff x="1974" y="1570"/>
            <a:chExt cx="453" cy="453"/>
          </a:xfrm>
        </p:grpSpPr>
        <p:sp>
          <p:nvSpPr>
            <p:cNvPr id="8228" name="AutoShape 84"/>
            <p:cNvSpPr>
              <a:spLocks noChangeAspect="1" noChangeArrowheads="1"/>
            </p:cNvSpPr>
            <p:nvPr/>
          </p:nvSpPr>
          <p:spPr bwMode="ltGray">
            <a:xfrm>
              <a:off x="1974" y="1570"/>
              <a:ext cx="453" cy="453"/>
            </a:xfrm>
            <a:prstGeom prst="roundRect">
              <a:avLst>
                <a:gd name="adj" fmla="val 14759"/>
              </a:avLst>
            </a:prstGeom>
            <a:solidFill>
              <a:srgbClr val="F4C54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8229" name="Group 85"/>
            <p:cNvGrpSpPr>
              <a:grpSpLocks noChangeAspect="1"/>
            </p:cNvGrpSpPr>
            <p:nvPr/>
          </p:nvGrpSpPr>
          <p:grpSpPr bwMode="auto">
            <a:xfrm>
              <a:off x="2085" y="1630"/>
              <a:ext cx="229" cy="333"/>
              <a:chOff x="3169" y="2966"/>
              <a:chExt cx="229" cy="333"/>
            </a:xfrm>
          </p:grpSpPr>
          <p:sp>
            <p:nvSpPr>
              <p:cNvPr id="8230" name="Freeform 86"/>
              <p:cNvSpPr>
                <a:spLocks noChangeAspect="1"/>
              </p:cNvSpPr>
              <p:nvPr/>
            </p:nvSpPr>
            <p:spPr bwMode="auto">
              <a:xfrm>
                <a:off x="3169" y="3082"/>
                <a:ext cx="91" cy="217"/>
              </a:xfrm>
              <a:custGeom>
                <a:avLst/>
                <a:gdLst>
                  <a:gd name="T0" fmla="*/ 2 w 184"/>
                  <a:gd name="T1" fmla="*/ 0 h 434"/>
                  <a:gd name="T2" fmla="*/ 1 w 184"/>
                  <a:gd name="T3" fmla="*/ 0 h 434"/>
                  <a:gd name="T4" fmla="*/ 1 w 184"/>
                  <a:gd name="T5" fmla="*/ 1 h 434"/>
                  <a:gd name="T6" fmla="*/ 1 w 184"/>
                  <a:gd name="T7" fmla="*/ 1 h 434"/>
                  <a:gd name="T8" fmla="*/ 1 w 184"/>
                  <a:gd name="T9" fmla="*/ 1 h 434"/>
                  <a:gd name="T10" fmla="*/ 1 w 184"/>
                  <a:gd name="T11" fmla="*/ 1 h 434"/>
                  <a:gd name="T12" fmla="*/ 1 w 184"/>
                  <a:gd name="T13" fmla="*/ 1 h 434"/>
                  <a:gd name="T14" fmla="*/ 1 w 184"/>
                  <a:gd name="T15" fmla="*/ 1 h 434"/>
                  <a:gd name="T16" fmla="*/ 0 w 184"/>
                  <a:gd name="T17" fmla="*/ 13 h 434"/>
                  <a:gd name="T18" fmla="*/ 0 w 184"/>
                  <a:gd name="T19" fmla="*/ 13 h 434"/>
                  <a:gd name="T20" fmla="*/ 0 w 184"/>
                  <a:gd name="T21" fmla="*/ 13 h 434"/>
                  <a:gd name="T22" fmla="*/ 0 w 184"/>
                  <a:gd name="T23" fmla="*/ 13 h 434"/>
                  <a:gd name="T24" fmla="*/ 0 w 184"/>
                  <a:gd name="T25" fmla="*/ 14 h 434"/>
                  <a:gd name="T26" fmla="*/ 0 w 184"/>
                  <a:gd name="T27" fmla="*/ 14 h 434"/>
                  <a:gd name="T28" fmla="*/ 0 w 184"/>
                  <a:gd name="T29" fmla="*/ 14 h 434"/>
                  <a:gd name="T30" fmla="*/ 0 w 184"/>
                  <a:gd name="T31" fmla="*/ 14 h 434"/>
                  <a:gd name="T32" fmla="*/ 4 w 184"/>
                  <a:gd name="T33" fmla="*/ 14 h 434"/>
                  <a:gd name="T34" fmla="*/ 4 w 184"/>
                  <a:gd name="T35" fmla="*/ 14 h 434"/>
                  <a:gd name="T36" fmla="*/ 5 w 184"/>
                  <a:gd name="T37" fmla="*/ 14 h 434"/>
                  <a:gd name="T38" fmla="*/ 5 w 184"/>
                  <a:gd name="T39" fmla="*/ 14 h 434"/>
                  <a:gd name="T40" fmla="*/ 5 w 184"/>
                  <a:gd name="T41" fmla="*/ 14 h 434"/>
                  <a:gd name="T42" fmla="*/ 5 w 184"/>
                  <a:gd name="T43" fmla="*/ 14 h 434"/>
                  <a:gd name="T44" fmla="*/ 5 w 184"/>
                  <a:gd name="T45" fmla="*/ 13 h 434"/>
                  <a:gd name="T46" fmla="*/ 5 w 184"/>
                  <a:gd name="T47" fmla="*/ 13 h 434"/>
                  <a:gd name="T48" fmla="*/ 5 w 184"/>
                  <a:gd name="T49" fmla="*/ 2 h 434"/>
                  <a:gd name="T50" fmla="*/ 5 w 184"/>
                  <a:gd name="T51" fmla="*/ 2 h 434"/>
                  <a:gd name="T52" fmla="*/ 5 w 184"/>
                  <a:gd name="T53" fmla="*/ 2 h 434"/>
                  <a:gd name="T54" fmla="*/ 5 w 184"/>
                  <a:gd name="T55" fmla="*/ 2 h 434"/>
                  <a:gd name="T56" fmla="*/ 5 w 184"/>
                  <a:gd name="T57" fmla="*/ 1 h 434"/>
                  <a:gd name="T58" fmla="*/ 5 w 184"/>
                  <a:gd name="T59" fmla="*/ 1 h 434"/>
                  <a:gd name="T60" fmla="*/ 4 w 184"/>
                  <a:gd name="T61" fmla="*/ 1 h 434"/>
                  <a:gd name="T62" fmla="*/ 4 w 184"/>
                  <a:gd name="T63" fmla="*/ 1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434"/>
                  <a:gd name="T98" fmla="*/ 184 w 184"/>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434">
                    <a:moveTo>
                      <a:pt x="148" y="16"/>
                    </a:moveTo>
                    <a:lnTo>
                      <a:pt x="70" y="0"/>
                    </a:lnTo>
                    <a:lnTo>
                      <a:pt x="65" y="0"/>
                    </a:lnTo>
                    <a:lnTo>
                      <a:pt x="62" y="0"/>
                    </a:lnTo>
                    <a:lnTo>
                      <a:pt x="59" y="0"/>
                    </a:lnTo>
                    <a:lnTo>
                      <a:pt x="56" y="1"/>
                    </a:lnTo>
                    <a:lnTo>
                      <a:pt x="51" y="3"/>
                    </a:lnTo>
                    <a:lnTo>
                      <a:pt x="48" y="4"/>
                    </a:lnTo>
                    <a:lnTo>
                      <a:pt x="44" y="9"/>
                    </a:lnTo>
                    <a:lnTo>
                      <a:pt x="42" y="12"/>
                    </a:lnTo>
                    <a:lnTo>
                      <a:pt x="39" y="13"/>
                    </a:lnTo>
                    <a:lnTo>
                      <a:pt x="38" y="16"/>
                    </a:lnTo>
                    <a:lnTo>
                      <a:pt x="36" y="19"/>
                    </a:lnTo>
                    <a:lnTo>
                      <a:pt x="35" y="24"/>
                    </a:lnTo>
                    <a:lnTo>
                      <a:pt x="33" y="25"/>
                    </a:lnTo>
                    <a:lnTo>
                      <a:pt x="33" y="30"/>
                    </a:lnTo>
                    <a:lnTo>
                      <a:pt x="33" y="34"/>
                    </a:lnTo>
                    <a:lnTo>
                      <a:pt x="0" y="393"/>
                    </a:lnTo>
                    <a:lnTo>
                      <a:pt x="0" y="396"/>
                    </a:lnTo>
                    <a:lnTo>
                      <a:pt x="0" y="401"/>
                    </a:lnTo>
                    <a:lnTo>
                      <a:pt x="2" y="404"/>
                    </a:lnTo>
                    <a:lnTo>
                      <a:pt x="2" y="407"/>
                    </a:lnTo>
                    <a:lnTo>
                      <a:pt x="3" y="410"/>
                    </a:lnTo>
                    <a:lnTo>
                      <a:pt x="6" y="414"/>
                    </a:lnTo>
                    <a:lnTo>
                      <a:pt x="9" y="419"/>
                    </a:lnTo>
                    <a:lnTo>
                      <a:pt x="12" y="422"/>
                    </a:lnTo>
                    <a:lnTo>
                      <a:pt x="15" y="423"/>
                    </a:lnTo>
                    <a:lnTo>
                      <a:pt x="18" y="425"/>
                    </a:lnTo>
                    <a:lnTo>
                      <a:pt x="20" y="426"/>
                    </a:lnTo>
                    <a:lnTo>
                      <a:pt x="24" y="428"/>
                    </a:lnTo>
                    <a:lnTo>
                      <a:pt x="27" y="429"/>
                    </a:lnTo>
                    <a:lnTo>
                      <a:pt x="30" y="431"/>
                    </a:lnTo>
                    <a:lnTo>
                      <a:pt x="35" y="431"/>
                    </a:lnTo>
                    <a:lnTo>
                      <a:pt x="148" y="434"/>
                    </a:lnTo>
                    <a:lnTo>
                      <a:pt x="151" y="434"/>
                    </a:lnTo>
                    <a:lnTo>
                      <a:pt x="155" y="434"/>
                    </a:lnTo>
                    <a:lnTo>
                      <a:pt x="158" y="432"/>
                    </a:lnTo>
                    <a:lnTo>
                      <a:pt x="161" y="432"/>
                    </a:lnTo>
                    <a:lnTo>
                      <a:pt x="164" y="431"/>
                    </a:lnTo>
                    <a:lnTo>
                      <a:pt x="167" y="429"/>
                    </a:lnTo>
                    <a:lnTo>
                      <a:pt x="173" y="425"/>
                    </a:lnTo>
                    <a:lnTo>
                      <a:pt x="176" y="422"/>
                    </a:lnTo>
                    <a:lnTo>
                      <a:pt x="178" y="420"/>
                    </a:lnTo>
                    <a:lnTo>
                      <a:pt x="179" y="417"/>
                    </a:lnTo>
                    <a:lnTo>
                      <a:pt x="181" y="414"/>
                    </a:lnTo>
                    <a:lnTo>
                      <a:pt x="182" y="410"/>
                    </a:lnTo>
                    <a:lnTo>
                      <a:pt x="184" y="407"/>
                    </a:lnTo>
                    <a:lnTo>
                      <a:pt x="184" y="404"/>
                    </a:lnTo>
                    <a:lnTo>
                      <a:pt x="184" y="399"/>
                    </a:lnTo>
                    <a:lnTo>
                      <a:pt x="182" y="54"/>
                    </a:lnTo>
                    <a:lnTo>
                      <a:pt x="181" y="51"/>
                    </a:lnTo>
                    <a:lnTo>
                      <a:pt x="181" y="48"/>
                    </a:lnTo>
                    <a:lnTo>
                      <a:pt x="181" y="43"/>
                    </a:lnTo>
                    <a:lnTo>
                      <a:pt x="179" y="40"/>
                    </a:lnTo>
                    <a:lnTo>
                      <a:pt x="178" y="37"/>
                    </a:lnTo>
                    <a:lnTo>
                      <a:pt x="176" y="34"/>
                    </a:lnTo>
                    <a:lnTo>
                      <a:pt x="172" y="28"/>
                    </a:lnTo>
                    <a:lnTo>
                      <a:pt x="170" y="25"/>
                    </a:lnTo>
                    <a:lnTo>
                      <a:pt x="167" y="24"/>
                    </a:lnTo>
                    <a:lnTo>
                      <a:pt x="164" y="22"/>
                    </a:lnTo>
                    <a:lnTo>
                      <a:pt x="161" y="21"/>
                    </a:lnTo>
                    <a:lnTo>
                      <a:pt x="158" y="19"/>
                    </a:lnTo>
                    <a:lnTo>
                      <a:pt x="155" y="18"/>
                    </a:lnTo>
                    <a:lnTo>
                      <a:pt x="151" y="16"/>
                    </a:lnTo>
                    <a:lnTo>
                      <a:pt x="14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1" name="Freeform 87"/>
              <p:cNvSpPr>
                <a:spLocks noChangeAspect="1"/>
              </p:cNvSpPr>
              <p:nvPr/>
            </p:nvSpPr>
            <p:spPr bwMode="auto">
              <a:xfrm>
                <a:off x="3187" y="2966"/>
                <a:ext cx="116" cy="117"/>
              </a:xfrm>
              <a:custGeom>
                <a:avLst/>
                <a:gdLst>
                  <a:gd name="T0" fmla="*/ 4 w 232"/>
                  <a:gd name="T1" fmla="*/ 0 h 233"/>
                  <a:gd name="T2" fmla="*/ 3 w 232"/>
                  <a:gd name="T3" fmla="*/ 1 h 233"/>
                  <a:gd name="T4" fmla="*/ 2 w 232"/>
                  <a:gd name="T5" fmla="*/ 1 h 233"/>
                  <a:gd name="T6" fmla="*/ 2 w 232"/>
                  <a:gd name="T7" fmla="*/ 1 h 233"/>
                  <a:gd name="T8" fmla="*/ 1 w 232"/>
                  <a:gd name="T9" fmla="*/ 2 h 233"/>
                  <a:gd name="T10" fmla="*/ 1 w 232"/>
                  <a:gd name="T11" fmla="*/ 2 h 233"/>
                  <a:gd name="T12" fmla="*/ 1 w 232"/>
                  <a:gd name="T13" fmla="*/ 3 h 233"/>
                  <a:gd name="T14" fmla="*/ 0 w 232"/>
                  <a:gd name="T15" fmla="*/ 4 h 233"/>
                  <a:gd name="T16" fmla="*/ 0 w 232"/>
                  <a:gd name="T17" fmla="*/ 4 h 233"/>
                  <a:gd name="T18" fmla="*/ 1 w 232"/>
                  <a:gd name="T19" fmla="*/ 5 h 233"/>
                  <a:gd name="T20" fmla="*/ 1 w 232"/>
                  <a:gd name="T21" fmla="*/ 6 h 233"/>
                  <a:gd name="T22" fmla="*/ 1 w 232"/>
                  <a:gd name="T23" fmla="*/ 6 h 233"/>
                  <a:gd name="T24" fmla="*/ 2 w 232"/>
                  <a:gd name="T25" fmla="*/ 7 h 233"/>
                  <a:gd name="T26" fmla="*/ 2 w 232"/>
                  <a:gd name="T27" fmla="*/ 7 h 233"/>
                  <a:gd name="T28" fmla="*/ 3 w 232"/>
                  <a:gd name="T29" fmla="*/ 8 h 233"/>
                  <a:gd name="T30" fmla="*/ 4 w 232"/>
                  <a:gd name="T31" fmla="*/ 8 h 233"/>
                  <a:gd name="T32" fmla="*/ 4 w 232"/>
                  <a:gd name="T33" fmla="*/ 8 h 233"/>
                  <a:gd name="T34" fmla="*/ 5 w 232"/>
                  <a:gd name="T35" fmla="*/ 8 h 233"/>
                  <a:gd name="T36" fmla="*/ 6 w 232"/>
                  <a:gd name="T37" fmla="*/ 7 h 233"/>
                  <a:gd name="T38" fmla="*/ 6 w 232"/>
                  <a:gd name="T39" fmla="*/ 7 h 233"/>
                  <a:gd name="T40" fmla="*/ 7 w 232"/>
                  <a:gd name="T41" fmla="*/ 6 h 233"/>
                  <a:gd name="T42" fmla="*/ 7 w 232"/>
                  <a:gd name="T43" fmla="*/ 6 h 233"/>
                  <a:gd name="T44" fmla="*/ 7 w 232"/>
                  <a:gd name="T45" fmla="*/ 6 h 233"/>
                  <a:gd name="T46" fmla="*/ 8 w 232"/>
                  <a:gd name="T47" fmla="*/ 5 h 233"/>
                  <a:gd name="T48" fmla="*/ 8 w 232"/>
                  <a:gd name="T49" fmla="*/ 4 h 233"/>
                  <a:gd name="T50" fmla="*/ 8 w 232"/>
                  <a:gd name="T51" fmla="*/ 3 h 233"/>
                  <a:gd name="T52" fmla="*/ 7 w 232"/>
                  <a:gd name="T53" fmla="*/ 3 h 233"/>
                  <a:gd name="T54" fmla="*/ 7 w 232"/>
                  <a:gd name="T55" fmla="*/ 2 h 233"/>
                  <a:gd name="T56" fmla="*/ 7 w 232"/>
                  <a:gd name="T57" fmla="*/ 2 h 233"/>
                  <a:gd name="T58" fmla="*/ 6 w 232"/>
                  <a:gd name="T59" fmla="*/ 1 h 233"/>
                  <a:gd name="T60" fmla="*/ 6 w 232"/>
                  <a:gd name="T61" fmla="*/ 1 h 233"/>
                  <a:gd name="T62" fmla="*/ 5 w 232"/>
                  <a:gd name="T63" fmla="*/ 1 h 233"/>
                  <a:gd name="T64" fmla="*/ 4 w 232"/>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233"/>
                  <a:gd name="T101" fmla="*/ 232 w 232"/>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233">
                    <a:moveTo>
                      <a:pt x="116" y="0"/>
                    </a:moveTo>
                    <a:lnTo>
                      <a:pt x="104" y="0"/>
                    </a:lnTo>
                    <a:lnTo>
                      <a:pt x="92" y="2"/>
                    </a:lnTo>
                    <a:lnTo>
                      <a:pt x="81" y="5"/>
                    </a:lnTo>
                    <a:lnTo>
                      <a:pt x="71" y="9"/>
                    </a:lnTo>
                    <a:lnTo>
                      <a:pt x="60" y="14"/>
                    </a:lnTo>
                    <a:lnTo>
                      <a:pt x="51" y="20"/>
                    </a:lnTo>
                    <a:lnTo>
                      <a:pt x="42" y="27"/>
                    </a:lnTo>
                    <a:lnTo>
                      <a:pt x="33" y="35"/>
                    </a:lnTo>
                    <a:lnTo>
                      <a:pt x="26" y="42"/>
                    </a:lnTo>
                    <a:lnTo>
                      <a:pt x="19" y="51"/>
                    </a:lnTo>
                    <a:lnTo>
                      <a:pt x="13" y="60"/>
                    </a:lnTo>
                    <a:lnTo>
                      <a:pt x="9" y="71"/>
                    </a:lnTo>
                    <a:lnTo>
                      <a:pt x="4" y="81"/>
                    </a:lnTo>
                    <a:lnTo>
                      <a:pt x="1" y="93"/>
                    </a:lnTo>
                    <a:lnTo>
                      <a:pt x="0" y="104"/>
                    </a:lnTo>
                    <a:lnTo>
                      <a:pt x="0" y="116"/>
                    </a:lnTo>
                    <a:lnTo>
                      <a:pt x="0" y="128"/>
                    </a:lnTo>
                    <a:lnTo>
                      <a:pt x="1" y="140"/>
                    </a:lnTo>
                    <a:lnTo>
                      <a:pt x="4" y="151"/>
                    </a:lnTo>
                    <a:lnTo>
                      <a:pt x="9" y="161"/>
                    </a:lnTo>
                    <a:lnTo>
                      <a:pt x="13" y="172"/>
                    </a:lnTo>
                    <a:lnTo>
                      <a:pt x="19" y="182"/>
                    </a:lnTo>
                    <a:lnTo>
                      <a:pt x="26" y="191"/>
                    </a:lnTo>
                    <a:lnTo>
                      <a:pt x="33" y="199"/>
                    </a:lnTo>
                    <a:lnTo>
                      <a:pt x="42" y="206"/>
                    </a:lnTo>
                    <a:lnTo>
                      <a:pt x="51" y="214"/>
                    </a:lnTo>
                    <a:lnTo>
                      <a:pt x="60" y="218"/>
                    </a:lnTo>
                    <a:lnTo>
                      <a:pt x="71" y="224"/>
                    </a:lnTo>
                    <a:lnTo>
                      <a:pt x="81" y="227"/>
                    </a:lnTo>
                    <a:lnTo>
                      <a:pt x="92" y="230"/>
                    </a:lnTo>
                    <a:lnTo>
                      <a:pt x="104" y="232"/>
                    </a:lnTo>
                    <a:lnTo>
                      <a:pt x="116" y="233"/>
                    </a:lnTo>
                    <a:lnTo>
                      <a:pt x="128" y="232"/>
                    </a:lnTo>
                    <a:lnTo>
                      <a:pt x="140" y="230"/>
                    </a:lnTo>
                    <a:lnTo>
                      <a:pt x="150" y="227"/>
                    </a:lnTo>
                    <a:lnTo>
                      <a:pt x="161" y="224"/>
                    </a:lnTo>
                    <a:lnTo>
                      <a:pt x="171" y="218"/>
                    </a:lnTo>
                    <a:lnTo>
                      <a:pt x="180" y="214"/>
                    </a:lnTo>
                    <a:lnTo>
                      <a:pt x="189" y="206"/>
                    </a:lnTo>
                    <a:lnTo>
                      <a:pt x="198" y="199"/>
                    </a:lnTo>
                    <a:lnTo>
                      <a:pt x="206" y="191"/>
                    </a:lnTo>
                    <a:lnTo>
                      <a:pt x="212" y="182"/>
                    </a:lnTo>
                    <a:lnTo>
                      <a:pt x="215" y="176"/>
                    </a:lnTo>
                    <a:lnTo>
                      <a:pt x="218" y="172"/>
                    </a:lnTo>
                    <a:lnTo>
                      <a:pt x="223" y="161"/>
                    </a:lnTo>
                    <a:lnTo>
                      <a:pt x="227" y="151"/>
                    </a:lnTo>
                    <a:lnTo>
                      <a:pt x="230" y="140"/>
                    </a:lnTo>
                    <a:lnTo>
                      <a:pt x="232" y="128"/>
                    </a:lnTo>
                    <a:lnTo>
                      <a:pt x="232" y="116"/>
                    </a:lnTo>
                    <a:lnTo>
                      <a:pt x="232" y="104"/>
                    </a:lnTo>
                    <a:lnTo>
                      <a:pt x="230" y="93"/>
                    </a:lnTo>
                    <a:lnTo>
                      <a:pt x="227" y="81"/>
                    </a:lnTo>
                    <a:lnTo>
                      <a:pt x="223" y="71"/>
                    </a:lnTo>
                    <a:lnTo>
                      <a:pt x="218" y="60"/>
                    </a:lnTo>
                    <a:lnTo>
                      <a:pt x="212" y="51"/>
                    </a:lnTo>
                    <a:lnTo>
                      <a:pt x="206" y="42"/>
                    </a:lnTo>
                    <a:lnTo>
                      <a:pt x="198" y="35"/>
                    </a:lnTo>
                    <a:lnTo>
                      <a:pt x="189" y="27"/>
                    </a:lnTo>
                    <a:lnTo>
                      <a:pt x="180" y="20"/>
                    </a:lnTo>
                    <a:lnTo>
                      <a:pt x="176" y="17"/>
                    </a:lnTo>
                    <a:lnTo>
                      <a:pt x="171" y="14"/>
                    </a:lnTo>
                    <a:lnTo>
                      <a:pt x="161" y="9"/>
                    </a:lnTo>
                    <a:lnTo>
                      <a:pt x="150" y="5"/>
                    </a:lnTo>
                    <a:lnTo>
                      <a:pt x="140" y="2"/>
                    </a:lnTo>
                    <a:lnTo>
                      <a:pt x="128"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2" name="Freeform 88"/>
              <p:cNvSpPr>
                <a:spLocks noChangeAspect="1"/>
              </p:cNvSpPr>
              <p:nvPr/>
            </p:nvSpPr>
            <p:spPr bwMode="auto">
              <a:xfrm>
                <a:off x="3306" y="3139"/>
                <a:ext cx="92" cy="90"/>
              </a:xfrm>
              <a:custGeom>
                <a:avLst/>
                <a:gdLst>
                  <a:gd name="T0" fmla="*/ 1 w 185"/>
                  <a:gd name="T1" fmla="*/ 1 h 180"/>
                  <a:gd name="T2" fmla="*/ 1 w 185"/>
                  <a:gd name="T3" fmla="*/ 0 h 180"/>
                  <a:gd name="T4" fmla="*/ 1 w 185"/>
                  <a:gd name="T5" fmla="*/ 1 h 180"/>
                  <a:gd name="T6" fmla="*/ 1 w 185"/>
                  <a:gd name="T7" fmla="*/ 1 h 180"/>
                  <a:gd name="T8" fmla="*/ 0 w 185"/>
                  <a:gd name="T9" fmla="*/ 1 h 180"/>
                  <a:gd name="T10" fmla="*/ 0 w 185"/>
                  <a:gd name="T11" fmla="*/ 1 h 180"/>
                  <a:gd name="T12" fmla="*/ 0 w 185"/>
                  <a:gd name="T13" fmla="*/ 1 h 180"/>
                  <a:gd name="T14" fmla="*/ 0 w 185"/>
                  <a:gd name="T15" fmla="*/ 1 h 180"/>
                  <a:gd name="T16" fmla="*/ 0 w 185"/>
                  <a:gd name="T17" fmla="*/ 4 h 180"/>
                  <a:gd name="T18" fmla="*/ 0 w 185"/>
                  <a:gd name="T19" fmla="*/ 5 h 180"/>
                  <a:gd name="T20" fmla="*/ 0 w 185"/>
                  <a:gd name="T21" fmla="*/ 5 h 180"/>
                  <a:gd name="T22" fmla="*/ 0 w 185"/>
                  <a:gd name="T23" fmla="*/ 5 h 180"/>
                  <a:gd name="T24" fmla="*/ 0 w 185"/>
                  <a:gd name="T25" fmla="*/ 5 h 180"/>
                  <a:gd name="T26" fmla="*/ 0 w 185"/>
                  <a:gd name="T27" fmla="*/ 6 h 180"/>
                  <a:gd name="T28" fmla="*/ 0 w 185"/>
                  <a:gd name="T29" fmla="*/ 6 h 180"/>
                  <a:gd name="T30" fmla="*/ 0 w 185"/>
                  <a:gd name="T31" fmla="*/ 6 h 180"/>
                  <a:gd name="T32" fmla="*/ 4 w 185"/>
                  <a:gd name="T33" fmla="*/ 6 h 180"/>
                  <a:gd name="T34" fmla="*/ 4 w 185"/>
                  <a:gd name="T35" fmla="*/ 6 h 180"/>
                  <a:gd name="T36" fmla="*/ 4 w 185"/>
                  <a:gd name="T37" fmla="*/ 6 h 180"/>
                  <a:gd name="T38" fmla="*/ 4 w 185"/>
                  <a:gd name="T39" fmla="*/ 6 h 180"/>
                  <a:gd name="T40" fmla="*/ 4 w 185"/>
                  <a:gd name="T41" fmla="*/ 6 h 180"/>
                  <a:gd name="T42" fmla="*/ 5 w 185"/>
                  <a:gd name="T43" fmla="*/ 6 h 180"/>
                  <a:gd name="T44" fmla="*/ 5 w 185"/>
                  <a:gd name="T45" fmla="*/ 6 h 180"/>
                  <a:gd name="T46" fmla="*/ 5 w 185"/>
                  <a:gd name="T47" fmla="*/ 5 h 180"/>
                  <a:gd name="T48" fmla="*/ 5 w 185"/>
                  <a:gd name="T49" fmla="*/ 2 h 180"/>
                  <a:gd name="T50" fmla="*/ 5 w 185"/>
                  <a:gd name="T51" fmla="*/ 2 h 180"/>
                  <a:gd name="T52" fmla="*/ 5 w 185"/>
                  <a:gd name="T53" fmla="*/ 2 h 180"/>
                  <a:gd name="T54" fmla="*/ 5 w 185"/>
                  <a:gd name="T55" fmla="*/ 1 h 180"/>
                  <a:gd name="T56" fmla="*/ 5 w 185"/>
                  <a:gd name="T57" fmla="*/ 1 h 180"/>
                  <a:gd name="T58" fmla="*/ 5 w 185"/>
                  <a:gd name="T59" fmla="*/ 1 h 180"/>
                  <a:gd name="T60" fmla="*/ 5 w 185"/>
                  <a:gd name="T61" fmla="*/ 1 h 180"/>
                  <a:gd name="T62" fmla="*/ 4 w 185"/>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180"/>
                  <a:gd name="T98" fmla="*/ 185 w 185"/>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180">
                    <a:moveTo>
                      <a:pt x="155" y="16"/>
                    </a:moveTo>
                    <a:lnTo>
                      <a:pt x="54" y="1"/>
                    </a:lnTo>
                    <a:lnTo>
                      <a:pt x="51" y="0"/>
                    </a:lnTo>
                    <a:lnTo>
                      <a:pt x="47" y="0"/>
                    </a:lnTo>
                    <a:lnTo>
                      <a:pt x="41" y="1"/>
                    </a:lnTo>
                    <a:lnTo>
                      <a:pt x="38" y="3"/>
                    </a:lnTo>
                    <a:lnTo>
                      <a:pt x="33" y="4"/>
                    </a:lnTo>
                    <a:lnTo>
                      <a:pt x="32" y="6"/>
                    </a:lnTo>
                    <a:lnTo>
                      <a:pt x="29" y="7"/>
                    </a:lnTo>
                    <a:lnTo>
                      <a:pt x="26" y="10"/>
                    </a:lnTo>
                    <a:lnTo>
                      <a:pt x="23" y="13"/>
                    </a:lnTo>
                    <a:lnTo>
                      <a:pt x="21" y="16"/>
                    </a:lnTo>
                    <a:lnTo>
                      <a:pt x="18" y="18"/>
                    </a:lnTo>
                    <a:lnTo>
                      <a:pt x="18" y="21"/>
                    </a:lnTo>
                    <a:lnTo>
                      <a:pt x="17" y="25"/>
                    </a:lnTo>
                    <a:lnTo>
                      <a:pt x="15" y="28"/>
                    </a:lnTo>
                    <a:lnTo>
                      <a:pt x="14" y="31"/>
                    </a:lnTo>
                    <a:lnTo>
                      <a:pt x="2" y="126"/>
                    </a:lnTo>
                    <a:lnTo>
                      <a:pt x="0" y="129"/>
                    </a:lnTo>
                    <a:lnTo>
                      <a:pt x="0" y="134"/>
                    </a:lnTo>
                    <a:lnTo>
                      <a:pt x="2" y="140"/>
                    </a:lnTo>
                    <a:lnTo>
                      <a:pt x="3" y="144"/>
                    </a:lnTo>
                    <a:lnTo>
                      <a:pt x="5" y="147"/>
                    </a:lnTo>
                    <a:lnTo>
                      <a:pt x="6" y="150"/>
                    </a:lnTo>
                    <a:lnTo>
                      <a:pt x="8" y="152"/>
                    </a:lnTo>
                    <a:lnTo>
                      <a:pt x="9" y="155"/>
                    </a:lnTo>
                    <a:lnTo>
                      <a:pt x="12" y="158"/>
                    </a:lnTo>
                    <a:lnTo>
                      <a:pt x="15" y="161"/>
                    </a:lnTo>
                    <a:lnTo>
                      <a:pt x="18" y="162"/>
                    </a:lnTo>
                    <a:lnTo>
                      <a:pt x="21" y="164"/>
                    </a:lnTo>
                    <a:lnTo>
                      <a:pt x="24" y="164"/>
                    </a:lnTo>
                    <a:lnTo>
                      <a:pt x="27" y="165"/>
                    </a:lnTo>
                    <a:lnTo>
                      <a:pt x="32" y="167"/>
                    </a:lnTo>
                    <a:lnTo>
                      <a:pt x="131" y="180"/>
                    </a:lnTo>
                    <a:lnTo>
                      <a:pt x="134" y="180"/>
                    </a:lnTo>
                    <a:lnTo>
                      <a:pt x="138" y="180"/>
                    </a:lnTo>
                    <a:lnTo>
                      <a:pt x="144" y="179"/>
                    </a:lnTo>
                    <a:lnTo>
                      <a:pt x="149" y="179"/>
                    </a:lnTo>
                    <a:lnTo>
                      <a:pt x="152" y="177"/>
                    </a:lnTo>
                    <a:lnTo>
                      <a:pt x="155" y="176"/>
                    </a:lnTo>
                    <a:lnTo>
                      <a:pt x="158" y="174"/>
                    </a:lnTo>
                    <a:lnTo>
                      <a:pt x="159" y="171"/>
                    </a:lnTo>
                    <a:lnTo>
                      <a:pt x="162" y="168"/>
                    </a:lnTo>
                    <a:lnTo>
                      <a:pt x="165" y="167"/>
                    </a:lnTo>
                    <a:lnTo>
                      <a:pt x="167" y="164"/>
                    </a:lnTo>
                    <a:lnTo>
                      <a:pt x="168" y="161"/>
                    </a:lnTo>
                    <a:lnTo>
                      <a:pt x="170" y="158"/>
                    </a:lnTo>
                    <a:lnTo>
                      <a:pt x="170" y="153"/>
                    </a:lnTo>
                    <a:lnTo>
                      <a:pt x="171" y="150"/>
                    </a:lnTo>
                    <a:lnTo>
                      <a:pt x="185" y="55"/>
                    </a:lnTo>
                    <a:lnTo>
                      <a:pt x="185" y="52"/>
                    </a:lnTo>
                    <a:lnTo>
                      <a:pt x="185" y="48"/>
                    </a:lnTo>
                    <a:lnTo>
                      <a:pt x="184" y="42"/>
                    </a:lnTo>
                    <a:lnTo>
                      <a:pt x="184" y="39"/>
                    </a:lnTo>
                    <a:lnTo>
                      <a:pt x="182" y="34"/>
                    </a:lnTo>
                    <a:lnTo>
                      <a:pt x="180" y="31"/>
                    </a:lnTo>
                    <a:lnTo>
                      <a:pt x="177" y="28"/>
                    </a:lnTo>
                    <a:lnTo>
                      <a:pt x="176" y="27"/>
                    </a:lnTo>
                    <a:lnTo>
                      <a:pt x="173" y="24"/>
                    </a:lnTo>
                    <a:lnTo>
                      <a:pt x="170" y="22"/>
                    </a:lnTo>
                    <a:lnTo>
                      <a:pt x="168" y="19"/>
                    </a:lnTo>
                    <a:lnTo>
                      <a:pt x="164" y="18"/>
                    </a:lnTo>
                    <a:lnTo>
                      <a:pt x="161" y="16"/>
                    </a:lnTo>
                    <a:lnTo>
                      <a:pt x="158" y="16"/>
                    </a:lnTo>
                    <a:lnTo>
                      <a:pt x="155" y="16"/>
                    </a:lnTo>
                    <a:close/>
                  </a:path>
                </a:pathLst>
              </a:custGeom>
              <a:solidFill>
                <a:srgbClr val="70915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3" name="Freeform 89"/>
              <p:cNvSpPr>
                <a:spLocks noChangeAspect="1"/>
              </p:cNvSpPr>
              <p:nvPr/>
            </p:nvSpPr>
            <p:spPr bwMode="auto">
              <a:xfrm>
                <a:off x="3195" y="3119"/>
                <a:ext cx="150" cy="79"/>
              </a:xfrm>
              <a:custGeom>
                <a:avLst/>
                <a:gdLst>
                  <a:gd name="T0" fmla="*/ 2 w 299"/>
                  <a:gd name="T1" fmla="*/ 0 h 160"/>
                  <a:gd name="T2" fmla="*/ 2 w 299"/>
                  <a:gd name="T3" fmla="*/ 0 h 160"/>
                  <a:gd name="T4" fmla="*/ 2 w 299"/>
                  <a:gd name="T5" fmla="*/ 0 h 160"/>
                  <a:gd name="T6" fmla="*/ 1 w 299"/>
                  <a:gd name="T7" fmla="*/ 0 h 160"/>
                  <a:gd name="T8" fmla="*/ 1 w 299"/>
                  <a:gd name="T9" fmla="*/ 0 h 160"/>
                  <a:gd name="T10" fmla="*/ 1 w 299"/>
                  <a:gd name="T11" fmla="*/ 0 h 160"/>
                  <a:gd name="T12" fmla="*/ 1 w 299"/>
                  <a:gd name="T13" fmla="*/ 0 h 160"/>
                  <a:gd name="T14" fmla="*/ 1 w 299"/>
                  <a:gd name="T15" fmla="*/ 0 h 160"/>
                  <a:gd name="T16" fmla="*/ 1 w 299"/>
                  <a:gd name="T17" fmla="*/ 0 h 160"/>
                  <a:gd name="T18" fmla="*/ 0 w 299"/>
                  <a:gd name="T19" fmla="*/ 1 h 160"/>
                  <a:gd name="T20" fmla="*/ 0 w 299"/>
                  <a:gd name="T21" fmla="*/ 1 h 160"/>
                  <a:gd name="T22" fmla="*/ 0 w 299"/>
                  <a:gd name="T23" fmla="*/ 1 h 160"/>
                  <a:gd name="T24" fmla="*/ 1 w 299"/>
                  <a:gd name="T25" fmla="*/ 1 h 160"/>
                  <a:gd name="T26" fmla="*/ 1 w 299"/>
                  <a:gd name="T27" fmla="*/ 1 h 160"/>
                  <a:gd name="T28" fmla="*/ 1 w 299"/>
                  <a:gd name="T29" fmla="*/ 2 h 160"/>
                  <a:gd name="T30" fmla="*/ 1 w 299"/>
                  <a:gd name="T31" fmla="*/ 2 h 160"/>
                  <a:gd name="T32" fmla="*/ 1 w 299"/>
                  <a:gd name="T33" fmla="*/ 2 h 160"/>
                  <a:gd name="T34" fmla="*/ 8 w 299"/>
                  <a:gd name="T35" fmla="*/ 4 h 160"/>
                  <a:gd name="T36" fmla="*/ 9 w 299"/>
                  <a:gd name="T37" fmla="*/ 4 h 160"/>
                  <a:gd name="T38" fmla="*/ 9 w 299"/>
                  <a:gd name="T39" fmla="*/ 4 h 160"/>
                  <a:gd name="T40" fmla="*/ 9 w 299"/>
                  <a:gd name="T41" fmla="*/ 4 h 160"/>
                  <a:gd name="T42" fmla="*/ 9 w 299"/>
                  <a:gd name="T43" fmla="*/ 4 h 160"/>
                  <a:gd name="T44" fmla="*/ 9 w 299"/>
                  <a:gd name="T45" fmla="*/ 4 h 160"/>
                  <a:gd name="T46" fmla="*/ 9 w 299"/>
                  <a:gd name="T47" fmla="*/ 4 h 160"/>
                  <a:gd name="T48" fmla="*/ 10 w 299"/>
                  <a:gd name="T49" fmla="*/ 4 h 160"/>
                  <a:gd name="T50" fmla="*/ 10 w 299"/>
                  <a:gd name="T51" fmla="*/ 4 h 160"/>
                  <a:gd name="T52" fmla="*/ 10 w 299"/>
                  <a:gd name="T53" fmla="*/ 3 h 160"/>
                  <a:gd name="T54" fmla="*/ 10 w 299"/>
                  <a:gd name="T55" fmla="*/ 3 h 160"/>
                  <a:gd name="T56" fmla="*/ 10 w 299"/>
                  <a:gd name="T57" fmla="*/ 3 h 160"/>
                  <a:gd name="T58" fmla="*/ 10 w 299"/>
                  <a:gd name="T59" fmla="*/ 3 h 160"/>
                  <a:gd name="T60" fmla="*/ 10 w 299"/>
                  <a:gd name="T61" fmla="*/ 3 h 160"/>
                  <a:gd name="T62" fmla="*/ 10 w 299"/>
                  <a:gd name="T63" fmla="*/ 2 h 160"/>
                  <a:gd name="T64" fmla="*/ 9 w 299"/>
                  <a:gd name="T65" fmla="*/ 2 h 160"/>
                  <a:gd name="T66" fmla="*/ 9 w 299"/>
                  <a:gd name="T67" fmla="*/ 2 h 1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9"/>
                  <a:gd name="T103" fmla="*/ 0 h 160"/>
                  <a:gd name="T104" fmla="*/ 299 w 299"/>
                  <a:gd name="T105" fmla="*/ 160 h 1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9" h="160">
                    <a:moveTo>
                      <a:pt x="277" y="84"/>
                    </a:moveTo>
                    <a:lnTo>
                      <a:pt x="50" y="2"/>
                    </a:lnTo>
                    <a:lnTo>
                      <a:pt x="47" y="0"/>
                    </a:lnTo>
                    <a:lnTo>
                      <a:pt x="42" y="0"/>
                    </a:lnTo>
                    <a:lnTo>
                      <a:pt x="39" y="0"/>
                    </a:lnTo>
                    <a:lnTo>
                      <a:pt x="36" y="0"/>
                    </a:lnTo>
                    <a:lnTo>
                      <a:pt x="32" y="0"/>
                    </a:lnTo>
                    <a:lnTo>
                      <a:pt x="29" y="0"/>
                    </a:lnTo>
                    <a:lnTo>
                      <a:pt x="26" y="2"/>
                    </a:lnTo>
                    <a:lnTo>
                      <a:pt x="23" y="3"/>
                    </a:lnTo>
                    <a:lnTo>
                      <a:pt x="20" y="5"/>
                    </a:lnTo>
                    <a:lnTo>
                      <a:pt x="17" y="6"/>
                    </a:lnTo>
                    <a:lnTo>
                      <a:pt x="14" y="8"/>
                    </a:lnTo>
                    <a:lnTo>
                      <a:pt x="12" y="11"/>
                    </a:lnTo>
                    <a:lnTo>
                      <a:pt x="9" y="14"/>
                    </a:lnTo>
                    <a:lnTo>
                      <a:pt x="7" y="17"/>
                    </a:lnTo>
                    <a:lnTo>
                      <a:pt x="6" y="20"/>
                    </a:lnTo>
                    <a:lnTo>
                      <a:pt x="4" y="23"/>
                    </a:lnTo>
                    <a:lnTo>
                      <a:pt x="1" y="30"/>
                    </a:lnTo>
                    <a:lnTo>
                      <a:pt x="0" y="33"/>
                    </a:lnTo>
                    <a:lnTo>
                      <a:pt x="0" y="38"/>
                    </a:lnTo>
                    <a:lnTo>
                      <a:pt x="0" y="41"/>
                    </a:lnTo>
                    <a:lnTo>
                      <a:pt x="0" y="44"/>
                    </a:lnTo>
                    <a:lnTo>
                      <a:pt x="0" y="48"/>
                    </a:lnTo>
                    <a:lnTo>
                      <a:pt x="0" y="50"/>
                    </a:lnTo>
                    <a:lnTo>
                      <a:pt x="1" y="54"/>
                    </a:lnTo>
                    <a:lnTo>
                      <a:pt x="1" y="57"/>
                    </a:lnTo>
                    <a:lnTo>
                      <a:pt x="4" y="60"/>
                    </a:lnTo>
                    <a:lnTo>
                      <a:pt x="6" y="63"/>
                    </a:lnTo>
                    <a:lnTo>
                      <a:pt x="7" y="66"/>
                    </a:lnTo>
                    <a:lnTo>
                      <a:pt x="11" y="68"/>
                    </a:lnTo>
                    <a:lnTo>
                      <a:pt x="14" y="69"/>
                    </a:lnTo>
                    <a:lnTo>
                      <a:pt x="17" y="72"/>
                    </a:lnTo>
                    <a:lnTo>
                      <a:pt x="20" y="75"/>
                    </a:lnTo>
                    <a:lnTo>
                      <a:pt x="23" y="77"/>
                    </a:lnTo>
                    <a:lnTo>
                      <a:pt x="250" y="158"/>
                    </a:lnTo>
                    <a:lnTo>
                      <a:pt x="253" y="160"/>
                    </a:lnTo>
                    <a:lnTo>
                      <a:pt x="257" y="160"/>
                    </a:lnTo>
                    <a:lnTo>
                      <a:pt x="260" y="160"/>
                    </a:lnTo>
                    <a:lnTo>
                      <a:pt x="263" y="160"/>
                    </a:lnTo>
                    <a:lnTo>
                      <a:pt x="268" y="160"/>
                    </a:lnTo>
                    <a:lnTo>
                      <a:pt x="271" y="160"/>
                    </a:lnTo>
                    <a:lnTo>
                      <a:pt x="274" y="158"/>
                    </a:lnTo>
                    <a:lnTo>
                      <a:pt x="277" y="157"/>
                    </a:lnTo>
                    <a:lnTo>
                      <a:pt x="280" y="155"/>
                    </a:lnTo>
                    <a:lnTo>
                      <a:pt x="283" y="154"/>
                    </a:lnTo>
                    <a:lnTo>
                      <a:pt x="284" y="151"/>
                    </a:lnTo>
                    <a:lnTo>
                      <a:pt x="287" y="149"/>
                    </a:lnTo>
                    <a:lnTo>
                      <a:pt x="290" y="146"/>
                    </a:lnTo>
                    <a:lnTo>
                      <a:pt x="292" y="143"/>
                    </a:lnTo>
                    <a:lnTo>
                      <a:pt x="293" y="140"/>
                    </a:lnTo>
                    <a:lnTo>
                      <a:pt x="295" y="137"/>
                    </a:lnTo>
                    <a:lnTo>
                      <a:pt x="298" y="130"/>
                    </a:lnTo>
                    <a:lnTo>
                      <a:pt x="299" y="127"/>
                    </a:lnTo>
                    <a:lnTo>
                      <a:pt x="299" y="122"/>
                    </a:lnTo>
                    <a:lnTo>
                      <a:pt x="299" y="119"/>
                    </a:lnTo>
                    <a:lnTo>
                      <a:pt x="299" y="116"/>
                    </a:lnTo>
                    <a:lnTo>
                      <a:pt x="299" y="112"/>
                    </a:lnTo>
                    <a:lnTo>
                      <a:pt x="299" y="109"/>
                    </a:lnTo>
                    <a:lnTo>
                      <a:pt x="298" y="106"/>
                    </a:lnTo>
                    <a:lnTo>
                      <a:pt x="296" y="103"/>
                    </a:lnTo>
                    <a:lnTo>
                      <a:pt x="295" y="99"/>
                    </a:lnTo>
                    <a:lnTo>
                      <a:pt x="293" y="96"/>
                    </a:lnTo>
                    <a:lnTo>
                      <a:pt x="290" y="93"/>
                    </a:lnTo>
                    <a:lnTo>
                      <a:pt x="289" y="92"/>
                    </a:lnTo>
                    <a:lnTo>
                      <a:pt x="286" y="90"/>
                    </a:lnTo>
                    <a:lnTo>
                      <a:pt x="283" y="87"/>
                    </a:lnTo>
                    <a:lnTo>
                      <a:pt x="280" y="86"/>
                    </a:lnTo>
                    <a:lnTo>
                      <a:pt x="27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4" name="Freeform 90"/>
              <p:cNvSpPr>
                <a:spLocks noChangeAspect="1"/>
              </p:cNvSpPr>
              <p:nvPr/>
            </p:nvSpPr>
            <p:spPr bwMode="auto">
              <a:xfrm>
                <a:off x="3169" y="3082"/>
                <a:ext cx="91" cy="217"/>
              </a:xfrm>
              <a:custGeom>
                <a:avLst/>
                <a:gdLst>
                  <a:gd name="T0" fmla="*/ 2 w 184"/>
                  <a:gd name="T1" fmla="*/ 0 h 434"/>
                  <a:gd name="T2" fmla="*/ 1 w 184"/>
                  <a:gd name="T3" fmla="*/ 0 h 434"/>
                  <a:gd name="T4" fmla="*/ 1 w 184"/>
                  <a:gd name="T5" fmla="*/ 1 h 434"/>
                  <a:gd name="T6" fmla="*/ 1 w 184"/>
                  <a:gd name="T7" fmla="*/ 1 h 434"/>
                  <a:gd name="T8" fmla="*/ 1 w 184"/>
                  <a:gd name="T9" fmla="*/ 1 h 434"/>
                  <a:gd name="T10" fmla="*/ 1 w 184"/>
                  <a:gd name="T11" fmla="*/ 1 h 434"/>
                  <a:gd name="T12" fmla="*/ 1 w 184"/>
                  <a:gd name="T13" fmla="*/ 1 h 434"/>
                  <a:gd name="T14" fmla="*/ 1 w 184"/>
                  <a:gd name="T15" fmla="*/ 1 h 434"/>
                  <a:gd name="T16" fmla="*/ 0 w 184"/>
                  <a:gd name="T17" fmla="*/ 13 h 434"/>
                  <a:gd name="T18" fmla="*/ 0 w 184"/>
                  <a:gd name="T19" fmla="*/ 13 h 434"/>
                  <a:gd name="T20" fmla="*/ 0 w 184"/>
                  <a:gd name="T21" fmla="*/ 13 h 434"/>
                  <a:gd name="T22" fmla="*/ 0 w 184"/>
                  <a:gd name="T23" fmla="*/ 13 h 434"/>
                  <a:gd name="T24" fmla="*/ 0 w 184"/>
                  <a:gd name="T25" fmla="*/ 14 h 434"/>
                  <a:gd name="T26" fmla="*/ 0 w 184"/>
                  <a:gd name="T27" fmla="*/ 14 h 434"/>
                  <a:gd name="T28" fmla="*/ 0 w 184"/>
                  <a:gd name="T29" fmla="*/ 14 h 434"/>
                  <a:gd name="T30" fmla="*/ 0 w 184"/>
                  <a:gd name="T31" fmla="*/ 14 h 434"/>
                  <a:gd name="T32" fmla="*/ 4 w 184"/>
                  <a:gd name="T33" fmla="*/ 14 h 434"/>
                  <a:gd name="T34" fmla="*/ 4 w 184"/>
                  <a:gd name="T35" fmla="*/ 14 h 434"/>
                  <a:gd name="T36" fmla="*/ 5 w 184"/>
                  <a:gd name="T37" fmla="*/ 14 h 434"/>
                  <a:gd name="T38" fmla="*/ 5 w 184"/>
                  <a:gd name="T39" fmla="*/ 14 h 434"/>
                  <a:gd name="T40" fmla="*/ 5 w 184"/>
                  <a:gd name="T41" fmla="*/ 14 h 434"/>
                  <a:gd name="T42" fmla="*/ 5 w 184"/>
                  <a:gd name="T43" fmla="*/ 14 h 434"/>
                  <a:gd name="T44" fmla="*/ 5 w 184"/>
                  <a:gd name="T45" fmla="*/ 13 h 434"/>
                  <a:gd name="T46" fmla="*/ 5 w 184"/>
                  <a:gd name="T47" fmla="*/ 13 h 434"/>
                  <a:gd name="T48" fmla="*/ 5 w 184"/>
                  <a:gd name="T49" fmla="*/ 2 h 434"/>
                  <a:gd name="T50" fmla="*/ 5 w 184"/>
                  <a:gd name="T51" fmla="*/ 2 h 434"/>
                  <a:gd name="T52" fmla="*/ 5 w 184"/>
                  <a:gd name="T53" fmla="*/ 2 h 434"/>
                  <a:gd name="T54" fmla="*/ 5 w 184"/>
                  <a:gd name="T55" fmla="*/ 2 h 434"/>
                  <a:gd name="T56" fmla="*/ 5 w 184"/>
                  <a:gd name="T57" fmla="*/ 1 h 434"/>
                  <a:gd name="T58" fmla="*/ 5 w 184"/>
                  <a:gd name="T59" fmla="*/ 1 h 434"/>
                  <a:gd name="T60" fmla="*/ 4 w 184"/>
                  <a:gd name="T61" fmla="*/ 1 h 434"/>
                  <a:gd name="T62" fmla="*/ 4 w 184"/>
                  <a:gd name="T63" fmla="*/ 1 h 43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434"/>
                  <a:gd name="T98" fmla="*/ 184 w 184"/>
                  <a:gd name="T99" fmla="*/ 434 h 43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434">
                    <a:moveTo>
                      <a:pt x="148" y="16"/>
                    </a:moveTo>
                    <a:lnTo>
                      <a:pt x="70" y="0"/>
                    </a:lnTo>
                    <a:lnTo>
                      <a:pt x="65" y="0"/>
                    </a:lnTo>
                    <a:lnTo>
                      <a:pt x="62" y="0"/>
                    </a:lnTo>
                    <a:lnTo>
                      <a:pt x="59" y="0"/>
                    </a:lnTo>
                    <a:lnTo>
                      <a:pt x="56" y="1"/>
                    </a:lnTo>
                    <a:lnTo>
                      <a:pt x="51" y="3"/>
                    </a:lnTo>
                    <a:lnTo>
                      <a:pt x="48" y="4"/>
                    </a:lnTo>
                    <a:lnTo>
                      <a:pt x="44" y="9"/>
                    </a:lnTo>
                    <a:lnTo>
                      <a:pt x="42" y="12"/>
                    </a:lnTo>
                    <a:lnTo>
                      <a:pt x="39" y="13"/>
                    </a:lnTo>
                    <a:lnTo>
                      <a:pt x="38" y="16"/>
                    </a:lnTo>
                    <a:lnTo>
                      <a:pt x="36" y="19"/>
                    </a:lnTo>
                    <a:lnTo>
                      <a:pt x="35" y="24"/>
                    </a:lnTo>
                    <a:lnTo>
                      <a:pt x="33" y="25"/>
                    </a:lnTo>
                    <a:lnTo>
                      <a:pt x="33" y="30"/>
                    </a:lnTo>
                    <a:lnTo>
                      <a:pt x="33" y="34"/>
                    </a:lnTo>
                    <a:lnTo>
                      <a:pt x="0" y="393"/>
                    </a:lnTo>
                    <a:lnTo>
                      <a:pt x="0" y="396"/>
                    </a:lnTo>
                    <a:lnTo>
                      <a:pt x="0" y="401"/>
                    </a:lnTo>
                    <a:lnTo>
                      <a:pt x="2" y="404"/>
                    </a:lnTo>
                    <a:lnTo>
                      <a:pt x="2" y="407"/>
                    </a:lnTo>
                    <a:lnTo>
                      <a:pt x="3" y="410"/>
                    </a:lnTo>
                    <a:lnTo>
                      <a:pt x="6" y="414"/>
                    </a:lnTo>
                    <a:lnTo>
                      <a:pt x="9" y="419"/>
                    </a:lnTo>
                    <a:lnTo>
                      <a:pt x="12" y="422"/>
                    </a:lnTo>
                    <a:lnTo>
                      <a:pt x="15" y="423"/>
                    </a:lnTo>
                    <a:lnTo>
                      <a:pt x="18" y="425"/>
                    </a:lnTo>
                    <a:lnTo>
                      <a:pt x="20" y="426"/>
                    </a:lnTo>
                    <a:lnTo>
                      <a:pt x="24" y="428"/>
                    </a:lnTo>
                    <a:lnTo>
                      <a:pt x="27" y="429"/>
                    </a:lnTo>
                    <a:lnTo>
                      <a:pt x="30" y="431"/>
                    </a:lnTo>
                    <a:lnTo>
                      <a:pt x="35" y="431"/>
                    </a:lnTo>
                    <a:lnTo>
                      <a:pt x="148" y="434"/>
                    </a:lnTo>
                    <a:lnTo>
                      <a:pt x="151" y="434"/>
                    </a:lnTo>
                    <a:lnTo>
                      <a:pt x="155" y="434"/>
                    </a:lnTo>
                    <a:lnTo>
                      <a:pt x="158" y="432"/>
                    </a:lnTo>
                    <a:lnTo>
                      <a:pt x="161" y="432"/>
                    </a:lnTo>
                    <a:lnTo>
                      <a:pt x="164" y="431"/>
                    </a:lnTo>
                    <a:lnTo>
                      <a:pt x="167" y="429"/>
                    </a:lnTo>
                    <a:lnTo>
                      <a:pt x="173" y="425"/>
                    </a:lnTo>
                    <a:lnTo>
                      <a:pt x="176" y="422"/>
                    </a:lnTo>
                    <a:lnTo>
                      <a:pt x="178" y="420"/>
                    </a:lnTo>
                    <a:lnTo>
                      <a:pt x="179" y="417"/>
                    </a:lnTo>
                    <a:lnTo>
                      <a:pt x="181" y="414"/>
                    </a:lnTo>
                    <a:lnTo>
                      <a:pt x="182" y="410"/>
                    </a:lnTo>
                    <a:lnTo>
                      <a:pt x="184" y="407"/>
                    </a:lnTo>
                    <a:lnTo>
                      <a:pt x="184" y="404"/>
                    </a:lnTo>
                    <a:lnTo>
                      <a:pt x="184" y="399"/>
                    </a:lnTo>
                    <a:lnTo>
                      <a:pt x="182" y="54"/>
                    </a:lnTo>
                    <a:lnTo>
                      <a:pt x="181" y="51"/>
                    </a:lnTo>
                    <a:lnTo>
                      <a:pt x="181" y="48"/>
                    </a:lnTo>
                    <a:lnTo>
                      <a:pt x="181" y="43"/>
                    </a:lnTo>
                    <a:lnTo>
                      <a:pt x="179" y="40"/>
                    </a:lnTo>
                    <a:lnTo>
                      <a:pt x="178" y="37"/>
                    </a:lnTo>
                    <a:lnTo>
                      <a:pt x="176" y="34"/>
                    </a:lnTo>
                    <a:lnTo>
                      <a:pt x="172" y="28"/>
                    </a:lnTo>
                    <a:lnTo>
                      <a:pt x="170" y="25"/>
                    </a:lnTo>
                    <a:lnTo>
                      <a:pt x="167" y="24"/>
                    </a:lnTo>
                    <a:lnTo>
                      <a:pt x="164" y="22"/>
                    </a:lnTo>
                    <a:lnTo>
                      <a:pt x="161" y="21"/>
                    </a:lnTo>
                    <a:lnTo>
                      <a:pt x="158" y="19"/>
                    </a:lnTo>
                    <a:lnTo>
                      <a:pt x="155" y="18"/>
                    </a:lnTo>
                    <a:lnTo>
                      <a:pt x="151" y="16"/>
                    </a:lnTo>
                    <a:lnTo>
                      <a:pt x="148"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5" name="Freeform 91"/>
              <p:cNvSpPr>
                <a:spLocks noChangeAspect="1"/>
              </p:cNvSpPr>
              <p:nvPr/>
            </p:nvSpPr>
            <p:spPr bwMode="auto">
              <a:xfrm>
                <a:off x="3187" y="2966"/>
                <a:ext cx="116" cy="117"/>
              </a:xfrm>
              <a:custGeom>
                <a:avLst/>
                <a:gdLst>
                  <a:gd name="T0" fmla="*/ 4 w 232"/>
                  <a:gd name="T1" fmla="*/ 0 h 233"/>
                  <a:gd name="T2" fmla="*/ 3 w 232"/>
                  <a:gd name="T3" fmla="*/ 1 h 233"/>
                  <a:gd name="T4" fmla="*/ 2 w 232"/>
                  <a:gd name="T5" fmla="*/ 1 h 233"/>
                  <a:gd name="T6" fmla="*/ 2 w 232"/>
                  <a:gd name="T7" fmla="*/ 1 h 233"/>
                  <a:gd name="T8" fmla="*/ 1 w 232"/>
                  <a:gd name="T9" fmla="*/ 2 h 233"/>
                  <a:gd name="T10" fmla="*/ 1 w 232"/>
                  <a:gd name="T11" fmla="*/ 2 h 233"/>
                  <a:gd name="T12" fmla="*/ 1 w 232"/>
                  <a:gd name="T13" fmla="*/ 3 h 233"/>
                  <a:gd name="T14" fmla="*/ 0 w 232"/>
                  <a:gd name="T15" fmla="*/ 4 h 233"/>
                  <a:gd name="T16" fmla="*/ 0 w 232"/>
                  <a:gd name="T17" fmla="*/ 4 h 233"/>
                  <a:gd name="T18" fmla="*/ 1 w 232"/>
                  <a:gd name="T19" fmla="*/ 5 h 233"/>
                  <a:gd name="T20" fmla="*/ 1 w 232"/>
                  <a:gd name="T21" fmla="*/ 6 h 233"/>
                  <a:gd name="T22" fmla="*/ 1 w 232"/>
                  <a:gd name="T23" fmla="*/ 6 h 233"/>
                  <a:gd name="T24" fmla="*/ 2 w 232"/>
                  <a:gd name="T25" fmla="*/ 7 h 233"/>
                  <a:gd name="T26" fmla="*/ 2 w 232"/>
                  <a:gd name="T27" fmla="*/ 7 h 233"/>
                  <a:gd name="T28" fmla="*/ 3 w 232"/>
                  <a:gd name="T29" fmla="*/ 8 h 233"/>
                  <a:gd name="T30" fmla="*/ 4 w 232"/>
                  <a:gd name="T31" fmla="*/ 8 h 233"/>
                  <a:gd name="T32" fmla="*/ 4 w 232"/>
                  <a:gd name="T33" fmla="*/ 8 h 233"/>
                  <a:gd name="T34" fmla="*/ 5 w 232"/>
                  <a:gd name="T35" fmla="*/ 8 h 233"/>
                  <a:gd name="T36" fmla="*/ 6 w 232"/>
                  <a:gd name="T37" fmla="*/ 7 h 233"/>
                  <a:gd name="T38" fmla="*/ 6 w 232"/>
                  <a:gd name="T39" fmla="*/ 7 h 233"/>
                  <a:gd name="T40" fmla="*/ 7 w 232"/>
                  <a:gd name="T41" fmla="*/ 6 h 233"/>
                  <a:gd name="T42" fmla="*/ 7 w 232"/>
                  <a:gd name="T43" fmla="*/ 6 h 233"/>
                  <a:gd name="T44" fmla="*/ 7 w 232"/>
                  <a:gd name="T45" fmla="*/ 6 h 233"/>
                  <a:gd name="T46" fmla="*/ 8 w 232"/>
                  <a:gd name="T47" fmla="*/ 5 h 233"/>
                  <a:gd name="T48" fmla="*/ 8 w 232"/>
                  <a:gd name="T49" fmla="*/ 4 h 233"/>
                  <a:gd name="T50" fmla="*/ 8 w 232"/>
                  <a:gd name="T51" fmla="*/ 3 h 233"/>
                  <a:gd name="T52" fmla="*/ 7 w 232"/>
                  <a:gd name="T53" fmla="*/ 3 h 233"/>
                  <a:gd name="T54" fmla="*/ 7 w 232"/>
                  <a:gd name="T55" fmla="*/ 2 h 233"/>
                  <a:gd name="T56" fmla="*/ 7 w 232"/>
                  <a:gd name="T57" fmla="*/ 2 h 233"/>
                  <a:gd name="T58" fmla="*/ 6 w 232"/>
                  <a:gd name="T59" fmla="*/ 1 h 233"/>
                  <a:gd name="T60" fmla="*/ 6 w 232"/>
                  <a:gd name="T61" fmla="*/ 1 h 233"/>
                  <a:gd name="T62" fmla="*/ 5 w 232"/>
                  <a:gd name="T63" fmla="*/ 1 h 233"/>
                  <a:gd name="T64" fmla="*/ 4 w 232"/>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233"/>
                  <a:gd name="T101" fmla="*/ 232 w 232"/>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233">
                    <a:moveTo>
                      <a:pt x="116" y="0"/>
                    </a:moveTo>
                    <a:lnTo>
                      <a:pt x="104" y="0"/>
                    </a:lnTo>
                    <a:lnTo>
                      <a:pt x="92" y="2"/>
                    </a:lnTo>
                    <a:lnTo>
                      <a:pt x="81" y="5"/>
                    </a:lnTo>
                    <a:lnTo>
                      <a:pt x="71" y="9"/>
                    </a:lnTo>
                    <a:lnTo>
                      <a:pt x="60" y="14"/>
                    </a:lnTo>
                    <a:lnTo>
                      <a:pt x="51" y="20"/>
                    </a:lnTo>
                    <a:lnTo>
                      <a:pt x="42" y="27"/>
                    </a:lnTo>
                    <a:lnTo>
                      <a:pt x="33" y="35"/>
                    </a:lnTo>
                    <a:lnTo>
                      <a:pt x="26" y="42"/>
                    </a:lnTo>
                    <a:lnTo>
                      <a:pt x="19" y="51"/>
                    </a:lnTo>
                    <a:lnTo>
                      <a:pt x="13" y="60"/>
                    </a:lnTo>
                    <a:lnTo>
                      <a:pt x="9" y="71"/>
                    </a:lnTo>
                    <a:lnTo>
                      <a:pt x="4" y="81"/>
                    </a:lnTo>
                    <a:lnTo>
                      <a:pt x="1" y="93"/>
                    </a:lnTo>
                    <a:lnTo>
                      <a:pt x="0" y="104"/>
                    </a:lnTo>
                    <a:lnTo>
                      <a:pt x="0" y="116"/>
                    </a:lnTo>
                    <a:lnTo>
                      <a:pt x="0" y="128"/>
                    </a:lnTo>
                    <a:lnTo>
                      <a:pt x="1" y="140"/>
                    </a:lnTo>
                    <a:lnTo>
                      <a:pt x="4" y="151"/>
                    </a:lnTo>
                    <a:lnTo>
                      <a:pt x="9" y="161"/>
                    </a:lnTo>
                    <a:lnTo>
                      <a:pt x="13" y="172"/>
                    </a:lnTo>
                    <a:lnTo>
                      <a:pt x="19" y="182"/>
                    </a:lnTo>
                    <a:lnTo>
                      <a:pt x="26" y="191"/>
                    </a:lnTo>
                    <a:lnTo>
                      <a:pt x="33" y="199"/>
                    </a:lnTo>
                    <a:lnTo>
                      <a:pt x="42" y="206"/>
                    </a:lnTo>
                    <a:lnTo>
                      <a:pt x="51" y="214"/>
                    </a:lnTo>
                    <a:lnTo>
                      <a:pt x="60" y="218"/>
                    </a:lnTo>
                    <a:lnTo>
                      <a:pt x="71" y="224"/>
                    </a:lnTo>
                    <a:lnTo>
                      <a:pt x="81" y="227"/>
                    </a:lnTo>
                    <a:lnTo>
                      <a:pt x="92" y="230"/>
                    </a:lnTo>
                    <a:lnTo>
                      <a:pt x="104" y="232"/>
                    </a:lnTo>
                    <a:lnTo>
                      <a:pt x="116" y="233"/>
                    </a:lnTo>
                    <a:lnTo>
                      <a:pt x="128" y="232"/>
                    </a:lnTo>
                    <a:lnTo>
                      <a:pt x="140" y="230"/>
                    </a:lnTo>
                    <a:lnTo>
                      <a:pt x="150" y="227"/>
                    </a:lnTo>
                    <a:lnTo>
                      <a:pt x="161" y="224"/>
                    </a:lnTo>
                    <a:lnTo>
                      <a:pt x="171" y="218"/>
                    </a:lnTo>
                    <a:lnTo>
                      <a:pt x="180" y="214"/>
                    </a:lnTo>
                    <a:lnTo>
                      <a:pt x="189" y="206"/>
                    </a:lnTo>
                    <a:lnTo>
                      <a:pt x="198" y="199"/>
                    </a:lnTo>
                    <a:lnTo>
                      <a:pt x="206" y="191"/>
                    </a:lnTo>
                    <a:lnTo>
                      <a:pt x="212" y="182"/>
                    </a:lnTo>
                    <a:lnTo>
                      <a:pt x="215" y="176"/>
                    </a:lnTo>
                    <a:lnTo>
                      <a:pt x="218" y="172"/>
                    </a:lnTo>
                    <a:lnTo>
                      <a:pt x="223" y="161"/>
                    </a:lnTo>
                    <a:lnTo>
                      <a:pt x="227" y="151"/>
                    </a:lnTo>
                    <a:lnTo>
                      <a:pt x="230" y="140"/>
                    </a:lnTo>
                    <a:lnTo>
                      <a:pt x="232" y="128"/>
                    </a:lnTo>
                    <a:lnTo>
                      <a:pt x="232" y="116"/>
                    </a:lnTo>
                    <a:lnTo>
                      <a:pt x="232" y="104"/>
                    </a:lnTo>
                    <a:lnTo>
                      <a:pt x="230" y="93"/>
                    </a:lnTo>
                    <a:lnTo>
                      <a:pt x="227" y="81"/>
                    </a:lnTo>
                    <a:lnTo>
                      <a:pt x="223" y="71"/>
                    </a:lnTo>
                    <a:lnTo>
                      <a:pt x="218" y="60"/>
                    </a:lnTo>
                    <a:lnTo>
                      <a:pt x="212" y="51"/>
                    </a:lnTo>
                    <a:lnTo>
                      <a:pt x="206" y="42"/>
                    </a:lnTo>
                    <a:lnTo>
                      <a:pt x="198" y="35"/>
                    </a:lnTo>
                    <a:lnTo>
                      <a:pt x="189" y="27"/>
                    </a:lnTo>
                    <a:lnTo>
                      <a:pt x="180" y="20"/>
                    </a:lnTo>
                    <a:lnTo>
                      <a:pt x="176" y="17"/>
                    </a:lnTo>
                    <a:lnTo>
                      <a:pt x="171" y="14"/>
                    </a:lnTo>
                    <a:lnTo>
                      <a:pt x="161" y="9"/>
                    </a:lnTo>
                    <a:lnTo>
                      <a:pt x="150" y="5"/>
                    </a:lnTo>
                    <a:lnTo>
                      <a:pt x="140" y="2"/>
                    </a:lnTo>
                    <a:lnTo>
                      <a:pt x="128"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6" name="Freeform 92"/>
              <p:cNvSpPr>
                <a:spLocks noChangeAspect="1"/>
              </p:cNvSpPr>
              <p:nvPr/>
            </p:nvSpPr>
            <p:spPr bwMode="auto">
              <a:xfrm>
                <a:off x="3306" y="3139"/>
                <a:ext cx="92" cy="90"/>
              </a:xfrm>
              <a:custGeom>
                <a:avLst/>
                <a:gdLst>
                  <a:gd name="T0" fmla="*/ 1 w 185"/>
                  <a:gd name="T1" fmla="*/ 1 h 180"/>
                  <a:gd name="T2" fmla="*/ 1 w 185"/>
                  <a:gd name="T3" fmla="*/ 0 h 180"/>
                  <a:gd name="T4" fmla="*/ 1 w 185"/>
                  <a:gd name="T5" fmla="*/ 1 h 180"/>
                  <a:gd name="T6" fmla="*/ 1 w 185"/>
                  <a:gd name="T7" fmla="*/ 1 h 180"/>
                  <a:gd name="T8" fmla="*/ 0 w 185"/>
                  <a:gd name="T9" fmla="*/ 1 h 180"/>
                  <a:gd name="T10" fmla="*/ 0 w 185"/>
                  <a:gd name="T11" fmla="*/ 1 h 180"/>
                  <a:gd name="T12" fmla="*/ 0 w 185"/>
                  <a:gd name="T13" fmla="*/ 1 h 180"/>
                  <a:gd name="T14" fmla="*/ 0 w 185"/>
                  <a:gd name="T15" fmla="*/ 1 h 180"/>
                  <a:gd name="T16" fmla="*/ 0 w 185"/>
                  <a:gd name="T17" fmla="*/ 4 h 180"/>
                  <a:gd name="T18" fmla="*/ 0 w 185"/>
                  <a:gd name="T19" fmla="*/ 5 h 180"/>
                  <a:gd name="T20" fmla="*/ 0 w 185"/>
                  <a:gd name="T21" fmla="*/ 5 h 180"/>
                  <a:gd name="T22" fmla="*/ 0 w 185"/>
                  <a:gd name="T23" fmla="*/ 5 h 180"/>
                  <a:gd name="T24" fmla="*/ 0 w 185"/>
                  <a:gd name="T25" fmla="*/ 5 h 180"/>
                  <a:gd name="T26" fmla="*/ 0 w 185"/>
                  <a:gd name="T27" fmla="*/ 6 h 180"/>
                  <a:gd name="T28" fmla="*/ 0 w 185"/>
                  <a:gd name="T29" fmla="*/ 6 h 180"/>
                  <a:gd name="T30" fmla="*/ 0 w 185"/>
                  <a:gd name="T31" fmla="*/ 6 h 180"/>
                  <a:gd name="T32" fmla="*/ 4 w 185"/>
                  <a:gd name="T33" fmla="*/ 6 h 180"/>
                  <a:gd name="T34" fmla="*/ 4 w 185"/>
                  <a:gd name="T35" fmla="*/ 6 h 180"/>
                  <a:gd name="T36" fmla="*/ 4 w 185"/>
                  <a:gd name="T37" fmla="*/ 6 h 180"/>
                  <a:gd name="T38" fmla="*/ 4 w 185"/>
                  <a:gd name="T39" fmla="*/ 6 h 180"/>
                  <a:gd name="T40" fmla="*/ 4 w 185"/>
                  <a:gd name="T41" fmla="*/ 6 h 180"/>
                  <a:gd name="T42" fmla="*/ 5 w 185"/>
                  <a:gd name="T43" fmla="*/ 6 h 180"/>
                  <a:gd name="T44" fmla="*/ 5 w 185"/>
                  <a:gd name="T45" fmla="*/ 6 h 180"/>
                  <a:gd name="T46" fmla="*/ 5 w 185"/>
                  <a:gd name="T47" fmla="*/ 5 h 180"/>
                  <a:gd name="T48" fmla="*/ 5 w 185"/>
                  <a:gd name="T49" fmla="*/ 2 h 180"/>
                  <a:gd name="T50" fmla="*/ 5 w 185"/>
                  <a:gd name="T51" fmla="*/ 2 h 180"/>
                  <a:gd name="T52" fmla="*/ 5 w 185"/>
                  <a:gd name="T53" fmla="*/ 2 h 180"/>
                  <a:gd name="T54" fmla="*/ 5 w 185"/>
                  <a:gd name="T55" fmla="*/ 1 h 180"/>
                  <a:gd name="T56" fmla="*/ 5 w 185"/>
                  <a:gd name="T57" fmla="*/ 1 h 180"/>
                  <a:gd name="T58" fmla="*/ 5 w 185"/>
                  <a:gd name="T59" fmla="*/ 1 h 180"/>
                  <a:gd name="T60" fmla="*/ 5 w 185"/>
                  <a:gd name="T61" fmla="*/ 1 h 180"/>
                  <a:gd name="T62" fmla="*/ 4 w 185"/>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180"/>
                  <a:gd name="T98" fmla="*/ 185 w 185"/>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180">
                    <a:moveTo>
                      <a:pt x="155" y="16"/>
                    </a:moveTo>
                    <a:lnTo>
                      <a:pt x="54" y="1"/>
                    </a:lnTo>
                    <a:lnTo>
                      <a:pt x="51" y="0"/>
                    </a:lnTo>
                    <a:lnTo>
                      <a:pt x="47" y="0"/>
                    </a:lnTo>
                    <a:lnTo>
                      <a:pt x="41" y="1"/>
                    </a:lnTo>
                    <a:lnTo>
                      <a:pt x="38" y="3"/>
                    </a:lnTo>
                    <a:lnTo>
                      <a:pt x="33" y="4"/>
                    </a:lnTo>
                    <a:lnTo>
                      <a:pt x="32" y="6"/>
                    </a:lnTo>
                    <a:lnTo>
                      <a:pt x="29" y="7"/>
                    </a:lnTo>
                    <a:lnTo>
                      <a:pt x="26" y="10"/>
                    </a:lnTo>
                    <a:lnTo>
                      <a:pt x="23" y="13"/>
                    </a:lnTo>
                    <a:lnTo>
                      <a:pt x="21" y="16"/>
                    </a:lnTo>
                    <a:lnTo>
                      <a:pt x="18" y="18"/>
                    </a:lnTo>
                    <a:lnTo>
                      <a:pt x="18" y="21"/>
                    </a:lnTo>
                    <a:lnTo>
                      <a:pt x="17" y="25"/>
                    </a:lnTo>
                    <a:lnTo>
                      <a:pt x="15" y="28"/>
                    </a:lnTo>
                    <a:lnTo>
                      <a:pt x="14" y="31"/>
                    </a:lnTo>
                    <a:lnTo>
                      <a:pt x="2" y="126"/>
                    </a:lnTo>
                    <a:lnTo>
                      <a:pt x="0" y="129"/>
                    </a:lnTo>
                    <a:lnTo>
                      <a:pt x="0" y="134"/>
                    </a:lnTo>
                    <a:lnTo>
                      <a:pt x="2" y="140"/>
                    </a:lnTo>
                    <a:lnTo>
                      <a:pt x="3" y="144"/>
                    </a:lnTo>
                    <a:lnTo>
                      <a:pt x="5" y="147"/>
                    </a:lnTo>
                    <a:lnTo>
                      <a:pt x="6" y="150"/>
                    </a:lnTo>
                    <a:lnTo>
                      <a:pt x="8" y="152"/>
                    </a:lnTo>
                    <a:lnTo>
                      <a:pt x="9" y="155"/>
                    </a:lnTo>
                    <a:lnTo>
                      <a:pt x="12" y="158"/>
                    </a:lnTo>
                    <a:lnTo>
                      <a:pt x="15" y="161"/>
                    </a:lnTo>
                    <a:lnTo>
                      <a:pt x="18" y="162"/>
                    </a:lnTo>
                    <a:lnTo>
                      <a:pt x="21" y="164"/>
                    </a:lnTo>
                    <a:lnTo>
                      <a:pt x="24" y="164"/>
                    </a:lnTo>
                    <a:lnTo>
                      <a:pt x="27" y="165"/>
                    </a:lnTo>
                    <a:lnTo>
                      <a:pt x="32" y="167"/>
                    </a:lnTo>
                    <a:lnTo>
                      <a:pt x="131" y="180"/>
                    </a:lnTo>
                    <a:lnTo>
                      <a:pt x="134" y="180"/>
                    </a:lnTo>
                    <a:lnTo>
                      <a:pt x="138" y="180"/>
                    </a:lnTo>
                    <a:lnTo>
                      <a:pt x="144" y="179"/>
                    </a:lnTo>
                    <a:lnTo>
                      <a:pt x="149" y="179"/>
                    </a:lnTo>
                    <a:lnTo>
                      <a:pt x="152" y="177"/>
                    </a:lnTo>
                    <a:lnTo>
                      <a:pt x="155" y="176"/>
                    </a:lnTo>
                    <a:lnTo>
                      <a:pt x="158" y="174"/>
                    </a:lnTo>
                    <a:lnTo>
                      <a:pt x="159" y="171"/>
                    </a:lnTo>
                    <a:lnTo>
                      <a:pt x="162" y="168"/>
                    </a:lnTo>
                    <a:lnTo>
                      <a:pt x="165" y="167"/>
                    </a:lnTo>
                    <a:lnTo>
                      <a:pt x="167" y="164"/>
                    </a:lnTo>
                    <a:lnTo>
                      <a:pt x="168" y="161"/>
                    </a:lnTo>
                    <a:lnTo>
                      <a:pt x="170" y="158"/>
                    </a:lnTo>
                    <a:lnTo>
                      <a:pt x="170" y="153"/>
                    </a:lnTo>
                    <a:lnTo>
                      <a:pt x="171" y="150"/>
                    </a:lnTo>
                    <a:lnTo>
                      <a:pt x="185" y="55"/>
                    </a:lnTo>
                    <a:lnTo>
                      <a:pt x="185" y="52"/>
                    </a:lnTo>
                    <a:lnTo>
                      <a:pt x="185" y="48"/>
                    </a:lnTo>
                    <a:lnTo>
                      <a:pt x="184" y="42"/>
                    </a:lnTo>
                    <a:lnTo>
                      <a:pt x="184" y="39"/>
                    </a:lnTo>
                    <a:lnTo>
                      <a:pt x="182" y="34"/>
                    </a:lnTo>
                    <a:lnTo>
                      <a:pt x="180" y="31"/>
                    </a:lnTo>
                    <a:lnTo>
                      <a:pt x="177" y="28"/>
                    </a:lnTo>
                    <a:lnTo>
                      <a:pt x="176" y="27"/>
                    </a:lnTo>
                    <a:lnTo>
                      <a:pt x="173" y="24"/>
                    </a:lnTo>
                    <a:lnTo>
                      <a:pt x="170" y="22"/>
                    </a:lnTo>
                    <a:lnTo>
                      <a:pt x="168" y="19"/>
                    </a:lnTo>
                    <a:lnTo>
                      <a:pt x="164" y="18"/>
                    </a:lnTo>
                    <a:lnTo>
                      <a:pt x="161" y="16"/>
                    </a:lnTo>
                    <a:lnTo>
                      <a:pt x="158" y="16"/>
                    </a:lnTo>
                    <a:lnTo>
                      <a:pt x="155" y="16"/>
                    </a:lnTo>
                    <a:close/>
                  </a:path>
                </a:pathLst>
              </a:custGeom>
              <a:solidFill>
                <a:srgbClr val="3368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7" name="Freeform 93"/>
              <p:cNvSpPr>
                <a:spLocks noChangeAspect="1"/>
              </p:cNvSpPr>
              <p:nvPr/>
            </p:nvSpPr>
            <p:spPr bwMode="auto">
              <a:xfrm>
                <a:off x="3195" y="3119"/>
                <a:ext cx="150" cy="79"/>
              </a:xfrm>
              <a:custGeom>
                <a:avLst/>
                <a:gdLst>
                  <a:gd name="T0" fmla="*/ 2 w 299"/>
                  <a:gd name="T1" fmla="*/ 0 h 160"/>
                  <a:gd name="T2" fmla="*/ 2 w 299"/>
                  <a:gd name="T3" fmla="*/ 0 h 160"/>
                  <a:gd name="T4" fmla="*/ 2 w 299"/>
                  <a:gd name="T5" fmla="*/ 0 h 160"/>
                  <a:gd name="T6" fmla="*/ 1 w 299"/>
                  <a:gd name="T7" fmla="*/ 0 h 160"/>
                  <a:gd name="T8" fmla="*/ 1 w 299"/>
                  <a:gd name="T9" fmla="*/ 0 h 160"/>
                  <a:gd name="T10" fmla="*/ 1 w 299"/>
                  <a:gd name="T11" fmla="*/ 0 h 160"/>
                  <a:gd name="T12" fmla="*/ 1 w 299"/>
                  <a:gd name="T13" fmla="*/ 0 h 160"/>
                  <a:gd name="T14" fmla="*/ 1 w 299"/>
                  <a:gd name="T15" fmla="*/ 0 h 160"/>
                  <a:gd name="T16" fmla="*/ 1 w 299"/>
                  <a:gd name="T17" fmla="*/ 0 h 160"/>
                  <a:gd name="T18" fmla="*/ 0 w 299"/>
                  <a:gd name="T19" fmla="*/ 1 h 160"/>
                  <a:gd name="T20" fmla="*/ 0 w 299"/>
                  <a:gd name="T21" fmla="*/ 1 h 160"/>
                  <a:gd name="T22" fmla="*/ 0 w 299"/>
                  <a:gd name="T23" fmla="*/ 1 h 160"/>
                  <a:gd name="T24" fmla="*/ 1 w 299"/>
                  <a:gd name="T25" fmla="*/ 1 h 160"/>
                  <a:gd name="T26" fmla="*/ 1 w 299"/>
                  <a:gd name="T27" fmla="*/ 1 h 160"/>
                  <a:gd name="T28" fmla="*/ 1 w 299"/>
                  <a:gd name="T29" fmla="*/ 2 h 160"/>
                  <a:gd name="T30" fmla="*/ 1 w 299"/>
                  <a:gd name="T31" fmla="*/ 2 h 160"/>
                  <a:gd name="T32" fmla="*/ 1 w 299"/>
                  <a:gd name="T33" fmla="*/ 2 h 160"/>
                  <a:gd name="T34" fmla="*/ 8 w 299"/>
                  <a:gd name="T35" fmla="*/ 4 h 160"/>
                  <a:gd name="T36" fmla="*/ 9 w 299"/>
                  <a:gd name="T37" fmla="*/ 4 h 160"/>
                  <a:gd name="T38" fmla="*/ 9 w 299"/>
                  <a:gd name="T39" fmla="*/ 4 h 160"/>
                  <a:gd name="T40" fmla="*/ 9 w 299"/>
                  <a:gd name="T41" fmla="*/ 4 h 160"/>
                  <a:gd name="T42" fmla="*/ 9 w 299"/>
                  <a:gd name="T43" fmla="*/ 4 h 160"/>
                  <a:gd name="T44" fmla="*/ 9 w 299"/>
                  <a:gd name="T45" fmla="*/ 4 h 160"/>
                  <a:gd name="T46" fmla="*/ 9 w 299"/>
                  <a:gd name="T47" fmla="*/ 4 h 160"/>
                  <a:gd name="T48" fmla="*/ 10 w 299"/>
                  <a:gd name="T49" fmla="*/ 4 h 160"/>
                  <a:gd name="T50" fmla="*/ 10 w 299"/>
                  <a:gd name="T51" fmla="*/ 4 h 160"/>
                  <a:gd name="T52" fmla="*/ 10 w 299"/>
                  <a:gd name="T53" fmla="*/ 3 h 160"/>
                  <a:gd name="T54" fmla="*/ 10 w 299"/>
                  <a:gd name="T55" fmla="*/ 3 h 160"/>
                  <a:gd name="T56" fmla="*/ 10 w 299"/>
                  <a:gd name="T57" fmla="*/ 3 h 160"/>
                  <a:gd name="T58" fmla="*/ 10 w 299"/>
                  <a:gd name="T59" fmla="*/ 3 h 160"/>
                  <a:gd name="T60" fmla="*/ 10 w 299"/>
                  <a:gd name="T61" fmla="*/ 3 h 160"/>
                  <a:gd name="T62" fmla="*/ 10 w 299"/>
                  <a:gd name="T63" fmla="*/ 2 h 160"/>
                  <a:gd name="T64" fmla="*/ 9 w 299"/>
                  <a:gd name="T65" fmla="*/ 2 h 160"/>
                  <a:gd name="T66" fmla="*/ 9 w 299"/>
                  <a:gd name="T67" fmla="*/ 2 h 16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99"/>
                  <a:gd name="T103" fmla="*/ 0 h 160"/>
                  <a:gd name="T104" fmla="*/ 299 w 299"/>
                  <a:gd name="T105" fmla="*/ 160 h 16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99" h="160">
                    <a:moveTo>
                      <a:pt x="277" y="84"/>
                    </a:moveTo>
                    <a:lnTo>
                      <a:pt x="50" y="2"/>
                    </a:lnTo>
                    <a:lnTo>
                      <a:pt x="47" y="0"/>
                    </a:lnTo>
                    <a:lnTo>
                      <a:pt x="42" y="0"/>
                    </a:lnTo>
                    <a:lnTo>
                      <a:pt x="39" y="0"/>
                    </a:lnTo>
                    <a:lnTo>
                      <a:pt x="36" y="0"/>
                    </a:lnTo>
                    <a:lnTo>
                      <a:pt x="32" y="0"/>
                    </a:lnTo>
                    <a:lnTo>
                      <a:pt x="29" y="0"/>
                    </a:lnTo>
                    <a:lnTo>
                      <a:pt x="26" y="2"/>
                    </a:lnTo>
                    <a:lnTo>
                      <a:pt x="23" y="3"/>
                    </a:lnTo>
                    <a:lnTo>
                      <a:pt x="20" y="5"/>
                    </a:lnTo>
                    <a:lnTo>
                      <a:pt x="17" y="6"/>
                    </a:lnTo>
                    <a:lnTo>
                      <a:pt x="14" y="8"/>
                    </a:lnTo>
                    <a:lnTo>
                      <a:pt x="12" y="11"/>
                    </a:lnTo>
                    <a:lnTo>
                      <a:pt x="9" y="14"/>
                    </a:lnTo>
                    <a:lnTo>
                      <a:pt x="7" y="17"/>
                    </a:lnTo>
                    <a:lnTo>
                      <a:pt x="6" y="20"/>
                    </a:lnTo>
                    <a:lnTo>
                      <a:pt x="4" y="23"/>
                    </a:lnTo>
                    <a:lnTo>
                      <a:pt x="1" y="30"/>
                    </a:lnTo>
                    <a:lnTo>
                      <a:pt x="0" y="33"/>
                    </a:lnTo>
                    <a:lnTo>
                      <a:pt x="0" y="38"/>
                    </a:lnTo>
                    <a:lnTo>
                      <a:pt x="0" y="41"/>
                    </a:lnTo>
                    <a:lnTo>
                      <a:pt x="0" y="44"/>
                    </a:lnTo>
                    <a:lnTo>
                      <a:pt x="0" y="48"/>
                    </a:lnTo>
                    <a:lnTo>
                      <a:pt x="0" y="50"/>
                    </a:lnTo>
                    <a:lnTo>
                      <a:pt x="1" y="54"/>
                    </a:lnTo>
                    <a:lnTo>
                      <a:pt x="1" y="57"/>
                    </a:lnTo>
                    <a:lnTo>
                      <a:pt x="4" y="60"/>
                    </a:lnTo>
                    <a:lnTo>
                      <a:pt x="6" y="63"/>
                    </a:lnTo>
                    <a:lnTo>
                      <a:pt x="7" y="66"/>
                    </a:lnTo>
                    <a:lnTo>
                      <a:pt x="11" y="68"/>
                    </a:lnTo>
                    <a:lnTo>
                      <a:pt x="14" y="69"/>
                    </a:lnTo>
                    <a:lnTo>
                      <a:pt x="17" y="72"/>
                    </a:lnTo>
                    <a:lnTo>
                      <a:pt x="20" y="75"/>
                    </a:lnTo>
                    <a:lnTo>
                      <a:pt x="23" y="77"/>
                    </a:lnTo>
                    <a:lnTo>
                      <a:pt x="250" y="158"/>
                    </a:lnTo>
                    <a:lnTo>
                      <a:pt x="253" y="160"/>
                    </a:lnTo>
                    <a:lnTo>
                      <a:pt x="257" y="160"/>
                    </a:lnTo>
                    <a:lnTo>
                      <a:pt x="260" y="160"/>
                    </a:lnTo>
                    <a:lnTo>
                      <a:pt x="263" y="160"/>
                    </a:lnTo>
                    <a:lnTo>
                      <a:pt x="268" y="160"/>
                    </a:lnTo>
                    <a:lnTo>
                      <a:pt x="271" y="160"/>
                    </a:lnTo>
                    <a:lnTo>
                      <a:pt x="274" y="158"/>
                    </a:lnTo>
                    <a:lnTo>
                      <a:pt x="277" y="157"/>
                    </a:lnTo>
                    <a:lnTo>
                      <a:pt x="280" y="155"/>
                    </a:lnTo>
                    <a:lnTo>
                      <a:pt x="283" y="154"/>
                    </a:lnTo>
                    <a:lnTo>
                      <a:pt x="284" y="151"/>
                    </a:lnTo>
                    <a:lnTo>
                      <a:pt x="287" y="149"/>
                    </a:lnTo>
                    <a:lnTo>
                      <a:pt x="290" y="146"/>
                    </a:lnTo>
                    <a:lnTo>
                      <a:pt x="292" y="143"/>
                    </a:lnTo>
                    <a:lnTo>
                      <a:pt x="293" y="140"/>
                    </a:lnTo>
                    <a:lnTo>
                      <a:pt x="295" y="137"/>
                    </a:lnTo>
                    <a:lnTo>
                      <a:pt x="298" y="130"/>
                    </a:lnTo>
                    <a:lnTo>
                      <a:pt x="299" y="127"/>
                    </a:lnTo>
                    <a:lnTo>
                      <a:pt x="299" y="122"/>
                    </a:lnTo>
                    <a:lnTo>
                      <a:pt x="299" y="119"/>
                    </a:lnTo>
                    <a:lnTo>
                      <a:pt x="299" y="116"/>
                    </a:lnTo>
                    <a:lnTo>
                      <a:pt x="299" y="112"/>
                    </a:lnTo>
                    <a:lnTo>
                      <a:pt x="299" y="109"/>
                    </a:lnTo>
                    <a:lnTo>
                      <a:pt x="298" y="106"/>
                    </a:lnTo>
                    <a:lnTo>
                      <a:pt x="296" y="103"/>
                    </a:lnTo>
                    <a:lnTo>
                      <a:pt x="295" y="99"/>
                    </a:lnTo>
                    <a:lnTo>
                      <a:pt x="293" y="96"/>
                    </a:lnTo>
                    <a:lnTo>
                      <a:pt x="290" y="93"/>
                    </a:lnTo>
                    <a:lnTo>
                      <a:pt x="289" y="92"/>
                    </a:lnTo>
                    <a:lnTo>
                      <a:pt x="286" y="90"/>
                    </a:lnTo>
                    <a:lnTo>
                      <a:pt x="283" y="87"/>
                    </a:lnTo>
                    <a:lnTo>
                      <a:pt x="280" y="86"/>
                    </a:lnTo>
                    <a:lnTo>
                      <a:pt x="277"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8215" name="Text Box 94"/>
          <p:cNvSpPr txBox="1">
            <a:spLocks noChangeArrowheads="1"/>
          </p:cNvSpPr>
          <p:nvPr/>
        </p:nvSpPr>
        <p:spPr bwMode="auto">
          <a:xfrm>
            <a:off x="6804025" y="1484313"/>
            <a:ext cx="10414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36000" tIns="90000" bIns="90000">
            <a:spAutoFit/>
          </a:bodyPr>
          <a:lstStyle>
            <a:lvl1pPr defTabSz="7969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96925">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96925">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96925">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96925"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a:latin typeface="Arial Black" panose="020B0A04020102020204" pitchFamily="34" charset="0"/>
              </a:rPr>
              <a:t>Supplier</a:t>
            </a:r>
          </a:p>
        </p:txBody>
      </p:sp>
      <p:grpSp>
        <p:nvGrpSpPr>
          <p:cNvPr id="8216" name="Group 95"/>
          <p:cNvGrpSpPr>
            <a:grpSpLocks noChangeAspect="1"/>
          </p:cNvGrpSpPr>
          <p:nvPr/>
        </p:nvGrpSpPr>
        <p:grpSpPr bwMode="auto">
          <a:xfrm>
            <a:off x="1846263" y="765175"/>
            <a:ext cx="663575" cy="719138"/>
            <a:chOff x="4152" y="2160"/>
            <a:chExt cx="453" cy="453"/>
          </a:xfrm>
        </p:grpSpPr>
        <p:sp>
          <p:nvSpPr>
            <p:cNvPr id="8218" name="AutoShape 96"/>
            <p:cNvSpPr>
              <a:spLocks noChangeAspect="1" noChangeArrowheads="1"/>
            </p:cNvSpPr>
            <p:nvPr/>
          </p:nvSpPr>
          <p:spPr bwMode="ltGray">
            <a:xfrm>
              <a:off x="4152" y="2160"/>
              <a:ext cx="453" cy="453"/>
            </a:xfrm>
            <a:prstGeom prst="roundRect">
              <a:avLst>
                <a:gd name="adj" fmla="val 14759"/>
              </a:avLst>
            </a:prstGeom>
            <a:solidFill>
              <a:srgbClr val="F4C54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fontAlgn="base">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8219" name="Group 97"/>
            <p:cNvGrpSpPr>
              <a:grpSpLocks noChangeAspect="1"/>
            </p:cNvGrpSpPr>
            <p:nvPr/>
          </p:nvGrpSpPr>
          <p:grpSpPr bwMode="auto">
            <a:xfrm>
              <a:off x="4262" y="2220"/>
              <a:ext cx="229" cy="334"/>
              <a:chOff x="4001" y="3574"/>
              <a:chExt cx="229" cy="334"/>
            </a:xfrm>
          </p:grpSpPr>
          <p:sp>
            <p:nvSpPr>
              <p:cNvPr id="8220" name="Freeform 98"/>
              <p:cNvSpPr>
                <a:spLocks noChangeAspect="1"/>
              </p:cNvSpPr>
              <p:nvPr/>
            </p:nvSpPr>
            <p:spPr bwMode="auto">
              <a:xfrm>
                <a:off x="4138" y="3690"/>
                <a:ext cx="92" cy="218"/>
              </a:xfrm>
              <a:custGeom>
                <a:avLst/>
                <a:gdLst>
                  <a:gd name="T0" fmla="*/ 3 w 185"/>
                  <a:gd name="T1" fmla="*/ 0 h 436"/>
                  <a:gd name="T2" fmla="*/ 3 w 185"/>
                  <a:gd name="T3" fmla="*/ 0 h 436"/>
                  <a:gd name="T4" fmla="*/ 4 w 185"/>
                  <a:gd name="T5" fmla="*/ 1 h 436"/>
                  <a:gd name="T6" fmla="*/ 4 w 185"/>
                  <a:gd name="T7" fmla="*/ 1 h 436"/>
                  <a:gd name="T8" fmla="*/ 4 w 185"/>
                  <a:gd name="T9" fmla="*/ 1 h 436"/>
                  <a:gd name="T10" fmla="*/ 4 w 185"/>
                  <a:gd name="T11" fmla="*/ 1 h 436"/>
                  <a:gd name="T12" fmla="*/ 4 w 185"/>
                  <a:gd name="T13" fmla="*/ 1 h 436"/>
                  <a:gd name="T14" fmla="*/ 4 w 185"/>
                  <a:gd name="T15" fmla="*/ 1 h 436"/>
                  <a:gd name="T16" fmla="*/ 5 w 185"/>
                  <a:gd name="T17" fmla="*/ 13 h 436"/>
                  <a:gd name="T18" fmla="*/ 5 w 185"/>
                  <a:gd name="T19" fmla="*/ 13 h 436"/>
                  <a:gd name="T20" fmla="*/ 5 w 185"/>
                  <a:gd name="T21" fmla="*/ 13 h 436"/>
                  <a:gd name="T22" fmla="*/ 5 w 185"/>
                  <a:gd name="T23" fmla="*/ 13 h 436"/>
                  <a:gd name="T24" fmla="*/ 5 w 185"/>
                  <a:gd name="T25" fmla="*/ 14 h 436"/>
                  <a:gd name="T26" fmla="*/ 5 w 185"/>
                  <a:gd name="T27" fmla="*/ 14 h 436"/>
                  <a:gd name="T28" fmla="*/ 5 w 185"/>
                  <a:gd name="T29" fmla="*/ 14 h 436"/>
                  <a:gd name="T30" fmla="*/ 4 w 185"/>
                  <a:gd name="T31" fmla="*/ 14 h 436"/>
                  <a:gd name="T32" fmla="*/ 1 w 185"/>
                  <a:gd name="T33" fmla="*/ 14 h 436"/>
                  <a:gd name="T34" fmla="*/ 0 w 185"/>
                  <a:gd name="T35" fmla="*/ 14 h 436"/>
                  <a:gd name="T36" fmla="*/ 0 w 185"/>
                  <a:gd name="T37" fmla="*/ 14 h 436"/>
                  <a:gd name="T38" fmla="*/ 0 w 185"/>
                  <a:gd name="T39" fmla="*/ 14 h 436"/>
                  <a:gd name="T40" fmla="*/ 0 w 185"/>
                  <a:gd name="T41" fmla="*/ 14 h 436"/>
                  <a:gd name="T42" fmla="*/ 0 w 185"/>
                  <a:gd name="T43" fmla="*/ 14 h 436"/>
                  <a:gd name="T44" fmla="*/ 0 w 185"/>
                  <a:gd name="T45" fmla="*/ 13 h 436"/>
                  <a:gd name="T46" fmla="*/ 0 w 185"/>
                  <a:gd name="T47" fmla="*/ 13 h 436"/>
                  <a:gd name="T48" fmla="*/ 0 w 185"/>
                  <a:gd name="T49" fmla="*/ 2 h 436"/>
                  <a:gd name="T50" fmla="*/ 0 w 185"/>
                  <a:gd name="T51" fmla="*/ 2 h 436"/>
                  <a:gd name="T52" fmla="*/ 0 w 185"/>
                  <a:gd name="T53" fmla="*/ 2 h 436"/>
                  <a:gd name="T54" fmla="*/ 0 w 185"/>
                  <a:gd name="T55" fmla="*/ 2 h 436"/>
                  <a:gd name="T56" fmla="*/ 0 w 185"/>
                  <a:gd name="T57" fmla="*/ 1 h 436"/>
                  <a:gd name="T58" fmla="*/ 0 w 185"/>
                  <a:gd name="T59" fmla="*/ 1 h 436"/>
                  <a:gd name="T60" fmla="*/ 0 w 185"/>
                  <a:gd name="T61" fmla="*/ 1 h 436"/>
                  <a:gd name="T62" fmla="*/ 1 w 185"/>
                  <a:gd name="T63" fmla="*/ 1 h 4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436"/>
                  <a:gd name="T98" fmla="*/ 185 w 185"/>
                  <a:gd name="T99" fmla="*/ 436 h 4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436">
                    <a:moveTo>
                      <a:pt x="36" y="18"/>
                    </a:moveTo>
                    <a:lnTo>
                      <a:pt x="114" y="0"/>
                    </a:lnTo>
                    <a:lnTo>
                      <a:pt x="119" y="0"/>
                    </a:lnTo>
                    <a:lnTo>
                      <a:pt x="122" y="0"/>
                    </a:lnTo>
                    <a:lnTo>
                      <a:pt x="125" y="2"/>
                    </a:lnTo>
                    <a:lnTo>
                      <a:pt x="128" y="2"/>
                    </a:lnTo>
                    <a:lnTo>
                      <a:pt x="132" y="3"/>
                    </a:lnTo>
                    <a:lnTo>
                      <a:pt x="135" y="6"/>
                    </a:lnTo>
                    <a:lnTo>
                      <a:pt x="140" y="9"/>
                    </a:lnTo>
                    <a:lnTo>
                      <a:pt x="143" y="12"/>
                    </a:lnTo>
                    <a:lnTo>
                      <a:pt x="144" y="15"/>
                    </a:lnTo>
                    <a:lnTo>
                      <a:pt x="146" y="18"/>
                    </a:lnTo>
                    <a:lnTo>
                      <a:pt x="149" y="20"/>
                    </a:lnTo>
                    <a:lnTo>
                      <a:pt x="150" y="24"/>
                    </a:lnTo>
                    <a:lnTo>
                      <a:pt x="150" y="27"/>
                    </a:lnTo>
                    <a:lnTo>
                      <a:pt x="152" y="30"/>
                    </a:lnTo>
                    <a:lnTo>
                      <a:pt x="152" y="35"/>
                    </a:lnTo>
                    <a:lnTo>
                      <a:pt x="185" y="394"/>
                    </a:lnTo>
                    <a:lnTo>
                      <a:pt x="185" y="399"/>
                    </a:lnTo>
                    <a:lnTo>
                      <a:pt x="183" y="402"/>
                    </a:lnTo>
                    <a:lnTo>
                      <a:pt x="183" y="405"/>
                    </a:lnTo>
                    <a:lnTo>
                      <a:pt x="182" y="409"/>
                    </a:lnTo>
                    <a:lnTo>
                      <a:pt x="180" y="412"/>
                    </a:lnTo>
                    <a:lnTo>
                      <a:pt x="179" y="415"/>
                    </a:lnTo>
                    <a:lnTo>
                      <a:pt x="174" y="420"/>
                    </a:lnTo>
                    <a:lnTo>
                      <a:pt x="173" y="423"/>
                    </a:lnTo>
                    <a:lnTo>
                      <a:pt x="170" y="426"/>
                    </a:lnTo>
                    <a:lnTo>
                      <a:pt x="167" y="427"/>
                    </a:lnTo>
                    <a:lnTo>
                      <a:pt x="164" y="429"/>
                    </a:lnTo>
                    <a:lnTo>
                      <a:pt x="161" y="430"/>
                    </a:lnTo>
                    <a:lnTo>
                      <a:pt x="156" y="430"/>
                    </a:lnTo>
                    <a:lnTo>
                      <a:pt x="153" y="432"/>
                    </a:lnTo>
                    <a:lnTo>
                      <a:pt x="150" y="432"/>
                    </a:lnTo>
                    <a:lnTo>
                      <a:pt x="36" y="436"/>
                    </a:lnTo>
                    <a:lnTo>
                      <a:pt x="33" y="436"/>
                    </a:lnTo>
                    <a:lnTo>
                      <a:pt x="30" y="435"/>
                    </a:lnTo>
                    <a:lnTo>
                      <a:pt x="25" y="435"/>
                    </a:lnTo>
                    <a:lnTo>
                      <a:pt x="22" y="433"/>
                    </a:lnTo>
                    <a:lnTo>
                      <a:pt x="19" y="432"/>
                    </a:lnTo>
                    <a:lnTo>
                      <a:pt x="16" y="430"/>
                    </a:lnTo>
                    <a:lnTo>
                      <a:pt x="10" y="426"/>
                    </a:lnTo>
                    <a:lnTo>
                      <a:pt x="9" y="424"/>
                    </a:lnTo>
                    <a:lnTo>
                      <a:pt x="6" y="421"/>
                    </a:lnTo>
                    <a:lnTo>
                      <a:pt x="4" y="418"/>
                    </a:lnTo>
                    <a:lnTo>
                      <a:pt x="3" y="415"/>
                    </a:lnTo>
                    <a:lnTo>
                      <a:pt x="1" y="412"/>
                    </a:lnTo>
                    <a:lnTo>
                      <a:pt x="0" y="408"/>
                    </a:lnTo>
                    <a:lnTo>
                      <a:pt x="0" y="405"/>
                    </a:lnTo>
                    <a:lnTo>
                      <a:pt x="0" y="402"/>
                    </a:lnTo>
                    <a:lnTo>
                      <a:pt x="1" y="54"/>
                    </a:lnTo>
                    <a:lnTo>
                      <a:pt x="3" y="51"/>
                    </a:lnTo>
                    <a:lnTo>
                      <a:pt x="3" y="48"/>
                    </a:lnTo>
                    <a:lnTo>
                      <a:pt x="3" y="45"/>
                    </a:lnTo>
                    <a:lnTo>
                      <a:pt x="4" y="41"/>
                    </a:lnTo>
                    <a:lnTo>
                      <a:pt x="6" y="38"/>
                    </a:lnTo>
                    <a:lnTo>
                      <a:pt x="7" y="35"/>
                    </a:lnTo>
                    <a:lnTo>
                      <a:pt x="12" y="29"/>
                    </a:lnTo>
                    <a:lnTo>
                      <a:pt x="13" y="27"/>
                    </a:lnTo>
                    <a:lnTo>
                      <a:pt x="16" y="24"/>
                    </a:lnTo>
                    <a:lnTo>
                      <a:pt x="19" y="23"/>
                    </a:lnTo>
                    <a:lnTo>
                      <a:pt x="24" y="21"/>
                    </a:lnTo>
                    <a:lnTo>
                      <a:pt x="25" y="20"/>
                    </a:lnTo>
                    <a:lnTo>
                      <a:pt x="30" y="20"/>
                    </a:lnTo>
                    <a:lnTo>
                      <a:pt x="33" y="18"/>
                    </a:lnTo>
                    <a:lnTo>
                      <a:pt x="3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1" name="Freeform 99"/>
              <p:cNvSpPr>
                <a:spLocks noChangeAspect="1"/>
              </p:cNvSpPr>
              <p:nvPr/>
            </p:nvSpPr>
            <p:spPr bwMode="auto">
              <a:xfrm>
                <a:off x="4095" y="3574"/>
                <a:ext cx="117" cy="116"/>
              </a:xfrm>
              <a:custGeom>
                <a:avLst/>
                <a:gdLst>
                  <a:gd name="T0" fmla="*/ 4 w 233"/>
                  <a:gd name="T1" fmla="*/ 0 h 233"/>
                  <a:gd name="T2" fmla="*/ 5 w 233"/>
                  <a:gd name="T3" fmla="*/ 0 h 233"/>
                  <a:gd name="T4" fmla="*/ 6 w 233"/>
                  <a:gd name="T5" fmla="*/ 0 h 233"/>
                  <a:gd name="T6" fmla="*/ 6 w 233"/>
                  <a:gd name="T7" fmla="*/ 0 h 233"/>
                  <a:gd name="T8" fmla="*/ 7 w 233"/>
                  <a:gd name="T9" fmla="*/ 1 h 233"/>
                  <a:gd name="T10" fmla="*/ 7 w 233"/>
                  <a:gd name="T11" fmla="*/ 1 h 233"/>
                  <a:gd name="T12" fmla="*/ 7 w 233"/>
                  <a:gd name="T13" fmla="*/ 2 h 233"/>
                  <a:gd name="T14" fmla="*/ 8 w 233"/>
                  <a:gd name="T15" fmla="*/ 2 h 233"/>
                  <a:gd name="T16" fmla="*/ 8 w 233"/>
                  <a:gd name="T17" fmla="*/ 3 h 233"/>
                  <a:gd name="T18" fmla="*/ 8 w 233"/>
                  <a:gd name="T19" fmla="*/ 4 h 233"/>
                  <a:gd name="T20" fmla="*/ 7 w 233"/>
                  <a:gd name="T21" fmla="*/ 5 h 233"/>
                  <a:gd name="T22" fmla="*/ 7 w 233"/>
                  <a:gd name="T23" fmla="*/ 5 h 233"/>
                  <a:gd name="T24" fmla="*/ 7 w 233"/>
                  <a:gd name="T25" fmla="*/ 6 h 233"/>
                  <a:gd name="T26" fmla="*/ 6 w 233"/>
                  <a:gd name="T27" fmla="*/ 6 h 233"/>
                  <a:gd name="T28" fmla="*/ 6 w 233"/>
                  <a:gd name="T29" fmla="*/ 7 h 233"/>
                  <a:gd name="T30" fmla="*/ 5 w 233"/>
                  <a:gd name="T31" fmla="*/ 7 h 233"/>
                  <a:gd name="T32" fmla="*/ 4 w 233"/>
                  <a:gd name="T33" fmla="*/ 7 h 233"/>
                  <a:gd name="T34" fmla="*/ 3 w 233"/>
                  <a:gd name="T35" fmla="*/ 7 h 233"/>
                  <a:gd name="T36" fmla="*/ 3 w 233"/>
                  <a:gd name="T37" fmla="*/ 7 h 233"/>
                  <a:gd name="T38" fmla="*/ 2 w 233"/>
                  <a:gd name="T39" fmla="*/ 6 h 233"/>
                  <a:gd name="T40" fmla="*/ 2 w 233"/>
                  <a:gd name="T41" fmla="*/ 6 h 233"/>
                  <a:gd name="T42" fmla="*/ 1 w 233"/>
                  <a:gd name="T43" fmla="*/ 5 h 233"/>
                  <a:gd name="T44" fmla="*/ 1 w 233"/>
                  <a:gd name="T45" fmla="*/ 5 h 233"/>
                  <a:gd name="T46" fmla="*/ 1 w 233"/>
                  <a:gd name="T47" fmla="*/ 4 h 233"/>
                  <a:gd name="T48" fmla="*/ 1 w 233"/>
                  <a:gd name="T49" fmla="*/ 4 h 233"/>
                  <a:gd name="T50" fmla="*/ 1 w 233"/>
                  <a:gd name="T51" fmla="*/ 3 h 233"/>
                  <a:gd name="T52" fmla="*/ 1 w 233"/>
                  <a:gd name="T53" fmla="*/ 2 h 233"/>
                  <a:gd name="T54" fmla="*/ 1 w 233"/>
                  <a:gd name="T55" fmla="*/ 1 h 233"/>
                  <a:gd name="T56" fmla="*/ 1 w 233"/>
                  <a:gd name="T57" fmla="*/ 1 h 233"/>
                  <a:gd name="T58" fmla="*/ 2 w 233"/>
                  <a:gd name="T59" fmla="*/ 0 h 233"/>
                  <a:gd name="T60" fmla="*/ 2 w 233"/>
                  <a:gd name="T61" fmla="*/ 0 h 233"/>
                  <a:gd name="T62" fmla="*/ 3 w 233"/>
                  <a:gd name="T63" fmla="*/ 0 h 233"/>
                  <a:gd name="T64" fmla="*/ 4 w 233"/>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3"/>
                  <a:gd name="T100" fmla="*/ 0 h 233"/>
                  <a:gd name="T101" fmla="*/ 233 w 233"/>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3" h="233">
                    <a:moveTo>
                      <a:pt x="116" y="0"/>
                    </a:moveTo>
                    <a:lnTo>
                      <a:pt x="128" y="0"/>
                    </a:lnTo>
                    <a:lnTo>
                      <a:pt x="140" y="3"/>
                    </a:lnTo>
                    <a:lnTo>
                      <a:pt x="150" y="6"/>
                    </a:lnTo>
                    <a:lnTo>
                      <a:pt x="162" y="9"/>
                    </a:lnTo>
                    <a:lnTo>
                      <a:pt x="171" y="13"/>
                    </a:lnTo>
                    <a:lnTo>
                      <a:pt x="182" y="20"/>
                    </a:lnTo>
                    <a:lnTo>
                      <a:pt x="191" y="27"/>
                    </a:lnTo>
                    <a:lnTo>
                      <a:pt x="199" y="35"/>
                    </a:lnTo>
                    <a:lnTo>
                      <a:pt x="206" y="42"/>
                    </a:lnTo>
                    <a:lnTo>
                      <a:pt x="214" y="51"/>
                    </a:lnTo>
                    <a:lnTo>
                      <a:pt x="217" y="56"/>
                    </a:lnTo>
                    <a:lnTo>
                      <a:pt x="218" y="62"/>
                    </a:lnTo>
                    <a:lnTo>
                      <a:pt x="224" y="71"/>
                    </a:lnTo>
                    <a:lnTo>
                      <a:pt x="227" y="81"/>
                    </a:lnTo>
                    <a:lnTo>
                      <a:pt x="230" y="93"/>
                    </a:lnTo>
                    <a:lnTo>
                      <a:pt x="232" y="105"/>
                    </a:lnTo>
                    <a:lnTo>
                      <a:pt x="233" y="117"/>
                    </a:lnTo>
                    <a:lnTo>
                      <a:pt x="232" y="128"/>
                    </a:lnTo>
                    <a:lnTo>
                      <a:pt x="230" y="140"/>
                    </a:lnTo>
                    <a:lnTo>
                      <a:pt x="227" y="152"/>
                    </a:lnTo>
                    <a:lnTo>
                      <a:pt x="224" y="162"/>
                    </a:lnTo>
                    <a:lnTo>
                      <a:pt x="218" y="171"/>
                    </a:lnTo>
                    <a:lnTo>
                      <a:pt x="214" y="182"/>
                    </a:lnTo>
                    <a:lnTo>
                      <a:pt x="206" y="191"/>
                    </a:lnTo>
                    <a:lnTo>
                      <a:pt x="199" y="198"/>
                    </a:lnTo>
                    <a:lnTo>
                      <a:pt x="191" y="206"/>
                    </a:lnTo>
                    <a:lnTo>
                      <a:pt x="182" y="213"/>
                    </a:lnTo>
                    <a:lnTo>
                      <a:pt x="171" y="219"/>
                    </a:lnTo>
                    <a:lnTo>
                      <a:pt x="162" y="224"/>
                    </a:lnTo>
                    <a:lnTo>
                      <a:pt x="150" y="228"/>
                    </a:lnTo>
                    <a:lnTo>
                      <a:pt x="140" y="230"/>
                    </a:lnTo>
                    <a:lnTo>
                      <a:pt x="128" y="233"/>
                    </a:lnTo>
                    <a:lnTo>
                      <a:pt x="116" y="233"/>
                    </a:lnTo>
                    <a:lnTo>
                      <a:pt x="105" y="233"/>
                    </a:lnTo>
                    <a:lnTo>
                      <a:pt x="93" y="230"/>
                    </a:lnTo>
                    <a:lnTo>
                      <a:pt x="83" y="228"/>
                    </a:lnTo>
                    <a:lnTo>
                      <a:pt x="71" y="224"/>
                    </a:lnTo>
                    <a:lnTo>
                      <a:pt x="62" y="219"/>
                    </a:lnTo>
                    <a:lnTo>
                      <a:pt x="51" y="213"/>
                    </a:lnTo>
                    <a:lnTo>
                      <a:pt x="42" y="206"/>
                    </a:lnTo>
                    <a:lnTo>
                      <a:pt x="35" y="198"/>
                    </a:lnTo>
                    <a:lnTo>
                      <a:pt x="27" y="191"/>
                    </a:lnTo>
                    <a:lnTo>
                      <a:pt x="20" y="182"/>
                    </a:lnTo>
                    <a:lnTo>
                      <a:pt x="17" y="177"/>
                    </a:lnTo>
                    <a:lnTo>
                      <a:pt x="15" y="171"/>
                    </a:lnTo>
                    <a:lnTo>
                      <a:pt x="9" y="162"/>
                    </a:lnTo>
                    <a:lnTo>
                      <a:pt x="6" y="152"/>
                    </a:lnTo>
                    <a:lnTo>
                      <a:pt x="3" y="140"/>
                    </a:lnTo>
                    <a:lnTo>
                      <a:pt x="2" y="128"/>
                    </a:lnTo>
                    <a:lnTo>
                      <a:pt x="0" y="117"/>
                    </a:lnTo>
                    <a:lnTo>
                      <a:pt x="2" y="105"/>
                    </a:lnTo>
                    <a:lnTo>
                      <a:pt x="3" y="93"/>
                    </a:lnTo>
                    <a:lnTo>
                      <a:pt x="6" y="81"/>
                    </a:lnTo>
                    <a:lnTo>
                      <a:pt x="9" y="71"/>
                    </a:lnTo>
                    <a:lnTo>
                      <a:pt x="15" y="62"/>
                    </a:lnTo>
                    <a:lnTo>
                      <a:pt x="20" y="51"/>
                    </a:lnTo>
                    <a:lnTo>
                      <a:pt x="27" y="42"/>
                    </a:lnTo>
                    <a:lnTo>
                      <a:pt x="35" y="35"/>
                    </a:lnTo>
                    <a:lnTo>
                      <a:pt x="42" y="27"/>
                    </a:lnTo>
                    <a:lnTo>
                      <a:pt x="51" y="20"/>
                    </a:lnTo>
                    <a:lnTo>
                      <a:pt x="62" y="13"/>
                    </a:lnTo>
                    <a:lnTo>
                      <a:pt x="71" y="9"/>
                    </a:lnTo>
                    <a:lnTo>
                      <a:pt x="83" y="6"/>
                    </a:lnTo>
                    <a:lnTo>
                      <a:pt x="93" y="3"/>
                    </a:lnTo>
                    <a:lnTo>
                      <a:pt x="105"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2" name="Freeform 100"/>
              <p:cNvSpPr>
                <a:spLocks noChangeAspect="1"/>
              </p:cNvSpPr>
              <p:nvPr/>
            </p:nvSpPr>
            <p:spPr bwMode="auto">
              <a:xfrm>
                <a:off x="4001" y="3748"/>
                <a:ext cx="92" cy="90"/>
              </a:xfrm>
              <a:custGeom>
                <a:avLst/>
                <a:gdLst>
                  <a:gd name="T0" fmla="*/ 5 w 184"/>
                  <a:gd name="T1" fmla="*/ 0 h 180"/>
                  <a:gd name="T2" fmla="*/ 5 w 184"/>
                  <a:gd name="T3" fmla="*/ 0 h 180"/>
                  <a:gd name="T4" fmla="*/ 5 w 184"/>
                  <a:gd name="T5" fmla="*/ 1 h 180"/>
                  <a:gd name="T6" fmla="*/ 5 w 184"/>
                  <a:gd name="T7" fmla="*/ 1 h 180"/>
                  <a:gd name="T8" fmla="*/ 5 w 184"/>
                  <a:gd name="T9" fmla="*/ 1 h 180"/>
                  <a:gd name="T10" fmla="*/ 6 w 184"/>
                  <a:gd name="T11" fmla="*/ 1 h 180"/>
                  <a:gd name="T12" fmla="*/ 6 w 184"/>
                  <a:gd name="T13" fmla="*/ 1 h 180"/>
                  <a:gd name="T14" fmla="*/ 6 w 184"/>
                  <a:gd name="T15" fmla="*/ 1 h 180"/>
                  <a:gd name="T16" fmla="*/ 6 w 184"/>
                  <a:gd name="T17" fmla="*/ 4 h 180"/>
                  <a:gd name="T18" fmla="*/ 6 w 184"/>
                  <a:gd name="T19" fmla="*/ 5 h 180"/>
                  <a:gd name="T20" fmla="*/ 6 w 184"/>
                  <a:gd name="T21" fmla="*/ 5 h 180"/>
                  <a:gd name="T22" fmla="*/ 6 w 184"/>
                  <a:gd name="T23" fmla="*/ 5 h 180"/>
                  <a:gd name="T24" fmla="*/ 6 w 184"/>
                  <a:gd name="T25" fmla="*/ 5 h 180"/>
                  <a:gd name="T26" fmla="*/ 6 w 184"/>
                  <a:gd name="T27" fmla="*/ 5 h 180"/>
                  <a:gd name="T28" fmla="*/ 6 w 184"/>
                  <a:gd name="T29" fmla="*/ 6 h 180"/>
                  <a:gd name="T30" fmla="*/ 5 w 184"/>
                  <a:gd name="T31" fmla="*/ 6 h 180"/>
                  <a:gd name="T32" fmla="*/ 2 w 184"/>
                  <a:gd name="T33" fmla="*/ 6 h 180"/>
                  <a:gd name="T34" fmla="*/ 2 w 184"/>
                  <a:gd name="T35" fmla="*/ 6 h 180"/>
                  <a:gd name="T36" fmla="*/ 2 w 184"/>
                  <a:gd name="T37" fmla="*/ 6 h 180"/>
                  <a:gd name="T38" fmla="*/ 1 w 184"/>
                  <a:gd name="T39" fmla="*/ 6 h 180"/>
                  <a:gd name="T40" fmla="*/ 1 w 184"/>
                  <a:gd name="T41" fmla="*/ 6 h 180"/>
                  <a:gd name="T42" fmla="*/ 1 w 184"/>
                  <a:gd name="T43" fmla="*/ 6 h 180"/>
                  <a:gd name="T44" fmla="*/ 1 w 184"/>
                  <a:gd name="T45" fmla="*/ 5 h 180"/>
                  <a:gd name="T46" fmla="*/ 1 w 184"/>
                  <a:gd name="T47" fmla="*/ 5 h 180"/>
                  <a:gd name="T48" fmla="*/ 1 w 184"/>
                  <a:gd name="T49" fmla="*/ 2 h 180"/>
                  <a:gd name="T50" fmla="*/ 0 w 184"/>
                  <a:gd name="T51" fmla="*/ 2 h 180"/>
                  <a:gd name="T52" fmla="*/ 1 w 184"/>
                  <a:gd name="T53" fmla="*/ 2 h 180"/>
                  <a:gd name="T54" fmla="*/ 1 w 184"/>
                  <a:gd name="T55" fmla="*/ 1 h 180"/>
                  <a:gd name="T56" fmla="*/ 1 w 184"/>
                  <a:gd name="T57" fmla="*/ 1 h 180"/>
                  <a:gd name="T58" fmla="*/ 1 w 184"/>
                  <a:gd name="T59" fmla="*/ 1 h 180"/>
                  <a:gd name="T60" fmla="*/ 1 w 184"/>
                  <a:gd name="T61" fmla="*/ 1 h 180"/>
                  <a:gd name="T62" fmla="*/ 1 w 184"/>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80"/>
                  <a:gd name="T98" fmla="*/ 184 w 184"/>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80">
                    <a:moveTo>
                      <a:pt x="30" y="15"/>
                    </a:moveTo>
                    <a:lnTo>
                      <a:pt x="129" y="0"/>
                    </a:lnTo>
                    <a:lnTo>
                      <a:pt x="134" y="0"/>
                    </a:lnTo>
                    <a:lnTo>
                      <a:pt x="137" y="0"/>
                    </a:lnTo>
                    <a:lnTo>
                      <a:pt x="144" y="2"/>
                    </a:lnTo>
                    <a:lnTo>
                      <a:pt x="147" y="2"/>
                    </a:lnTo>
                    <a:lnTo>
                      <a:pt x="150" y="3"/>
                    </a:lnTo>
                    <a:lnTo>
                      <a:pt x="153" y="6"/>
                    </a:lnTo>
                    <a:lnTo>
                      <a:pt x="156" y="6"/>
                    </a:lnTo>
                    <a:lnTo>
                      <a:pt x="158" y="9"/>
                    </a:lnTo>
                    <a:lnTo>
                      <a:pt x="161" y="12"/>
                    </a:lnTo>
                    <a:lnTo>
                      <a:pt x="162" y="15"/>
                    </a:lnTo>
                    <a:lnTo>
                      <a:pt x="165" y="18"/>
                    </a:lnTo>
                    <a:lnTo>
                      <a:pt x="167" y="21"/>
                    </a:lnTo>
                    <a:lnTo>
                      <a:pt x="168" y="24"/>
                    </a:lnTo>
                    <a:lnTo>
                      <a:pt x="170" y="27"/>
                    </a:lnTo>
                    <a:lnTo>
                      <a:pt x="170" y="32"/>
                    </a:lnTo>
                    <a:lnTo>
                      <a:pt x="184" y="125"/>
                    </a:lnTo>
                    <a:lnTo>
                      <a:pt x="184" y="129"/>
                    </a:lnTo>
                    <a:lnTo>
                      <a:pt x="184" y="132"/>
                    </a:lnTo>
                    <a:lnTo>
                      <a:pt x="182" y="140"/>
                    </a:lnTo>
                    <a:lnTo>
                      <a:pt x="182" y="143"/>
                    </a:lnTo>
                    <a:lnTo>
                      <a:pt x="181" y="146"/>
                    </a:lnTo>
                    <a:lnTo>
                      <a:pt x="178" y="149"/>
                    </a:lnTo>
                    <a:lnTo>
                      <a:pt x="176" y="152"/>
                    </a:lnTo>
                    <a:lnTo>
                      <a:pt x="175" y="155"/>
                    </a:lnTo>
                    <a:lnTo>
                      <a:pt x="172" y="156"/>
                    </a:lnTo>
                    <a:lnTo>
                      <a:pt x="168" y="159"/>
                    </a:lnTo>
                    <a:lnTo>
                      <a:pt x="165" y="161"/>
                    </a:lnTo>
                    <a:lnTo>
                      <a:pt x="162" y="162"/>
                    </a:lnTo>
                    <a:lnTo>
                      <a:pt x="159" y="164"/>
                    </a:lnTo>
                    <a:lnTo>
                      <a:pt x="156" y="165"/>
                    </a:lnTo>
                    <a:lnTo>
                      <a:pt x="153" y="165"/>
                    </a:lnTo>
                    <a:lnTo>
                      <a:pt x="54" y="180"/>
                    </a:lnTo>
                    <a:lnTo>
                      <a:pt x="50" y="180"/>
                    </a:lnTo>
                    <a:lnTo>
                      <a:pt x="47" y="180"/>
                    </a:lnTo>
                    <a:lnTo>
                      <a:pt x="39" y="179"/>
                    </a:lnTo>
                    <a:lnTo>
                      <a:pt x="36" y="177"/>
                    </a:lnTo>
                    <a:lnTo>
                      <a:pt x="33" y="176"/>
                    </a:lnTo>
                    <a:lnTo>
                      <a:pt x="30" y="174"/>
                    </a:lnTo>
                    <a:lnTo>
                      <a:pt x="29" y="173"/>
                    </a:lnTo>
                    <a:lnTo>
                      <a:pt x="24" y="171"/>
                    </a:lnTo>
                    <a:lnTo>
                      <a:pt x="23" y="168"/>
                    </a:lnTo>
                    <a:lnTo>
                      <a:pt x="20" y="165"/>
                    </a:lnTo>
                    <a:lnTo>
                      <a:pt x="20" y="162"/>
                    </a:lnTo>
                    <a:lnTo>
                      <a:pt x="17" y="159"/>
                    </a:lnTo>
                    <a:lnTo>
                      <a:pt x="17" y="156"/>
                    </a:lnTo>
                    <a:lnTo>
                      <a:pt x="15" y="153"/>
                    </a:lnTo>
                    <a:lnTo>
                      <a:pt x="14" y="149"/>
                    </a:lnTo>
                    <a:lnTo>
                      <a:pt x="2" y="54"/>
                    </a:lnTo>
                    <a:lnTo>
                      <a:pt x="0" y="51"/>
                    </a:lnTo>
                    <a:lnTo>
                      <a:pt x="0" y="48"/>
                    </a:lnTo>
                    <a:lnTo>
                      <a:pt x="2" y="41"/>
                    </a:lnTo>
                    <a:lnTo>
                      <a:pt x="3" y="38"/>
                    </a:lnTo>
                    <a:lnTo>
                      <a:pt x="5" y="35"/>
                    </a:lnTo>
                    <a:lnTo>
                      <a:pt x="6" y="32"/>
                    </a:lnTo>
                    <a:lnTo>
                      <a:pt x="8" y="29"/>
                    </a:lnTo>
                    <a:lnTo>
                      <a:pt x="9" y="26"/>
                    </a:lnTo>
                    <a:lnTo>
                      <a:pt x="12" y="23"/>
                    </a:lnTo>
                    <a:lnTo>
                      <a:pt x="15" y="21"/>
                    </a:lnTo>
                    <a:lnTo>
                      <a:pt x="18" y="18"/>
                    </a:lnTo>
                    <a:lnTo>
                      <a:pt x="21" y="18"/>
                    </a:lnTo>
                    <a:lnTo>
                      <a:pt x="24" y="17"/>
                    </a:lnTo>
                    <a:lnTo>
                      <a:pt x="27" y="15"/>
                    </a:lnTo>
                    <a:lnTo>
                      <a:pt x="30" y="15"/>
                    </a:lnTo>
                    <a:close/>
                  </a:path>
                </a:pathLst>
              </a:custGeom>
              <a:solidFill>
                <a:srgbClr val="336B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3" name="Freeform 101"/>
              <p:cNvSpPr>
                <a:spLocks noChangeAspect="1"/>
              </p:cNvSpPr>
              <p:nvPr/>
            </p:nvSpPr>
            <p:spPr bwMode="auto">
              <a:xfrm>
                <a:off x="4054" y="3727"/>
                <a:ext cx="151" cy="80"/>
              </a:xfrm>
              <a:custGeom>
                <a:avLst/>
                <a:gdLst>
                  <a:gd name="T0" fmla="*/ 8 w 301"/>
                  <a:gd name="T1" fmla="*/ 0 h 161"/>
                  <a:gd name="T2" fmla="*/ 9 w 301"/>
                  <a:gd name="T3" fmla="*/ 0 h 161"/>
                  <a:gd name="T4" fmla="*/ 9 w 301"/>
                  <a:gd name="T5" fmla="*/ 0 h 161"/>
                  <a:gd name="T6" fmla="*/ 9 w 301"/>
                  <a:gd name="T7" fmla="*/ 0 h 161"/>
                  <a:gd name="T8" fmla="*/ 9 w 301"/>
                  <a:gd name="T9" fmla="*/ 0 h 161"/>
                  <a:gd name="T10" fmla="*/ 9 w 301"/>
                  <a:gd name="T11" fmla="*/ 0 h 161"/>
                  <a:gd name="T12" fmla="*/ 10 w 301"/>
                  <a:gd name="T13" fmla="*/ 0 h 161"/>
                  <a:gd name="T14" fmla="*/ 10 w 301"/>
                  <a:gd name="T15" fmla="*/ 0 h 161"/>
                  <a:gd name="T16" fmla="*/ 10 w 301"/>
                  <a:gd name="T17" fmla="*/ 0 h 161"/>
                  <a:gd name="T18" fmla="*/ 10 w 301"/>
                  <a:gd name="T19" fmla="*/ 1 h 161"/>
                  <a:gd name="T20" fmla="*/ 10 w 301"/>
                  <a:gd name="T21" fmla="*/ 1 h 161"/>
                  <a:gd name="T22" fmla="*/ 10 w 301"/>
                  <a:gd name="T23" fmla="*/ 1 h 161"/>
                  <a:gd name="T24" fmla="*/ 10 w 301"/>
                  <a:gd name="T25" fmla="*/ 1 h 161"/>
                  <a:gd name="T26" fmla="*/ 10 w 301"/>
                  <a:gd name="T27" fmla="*/ 1 h 161"/>
                  <a:gd name="T28" fmla="*/ 10 w 301"/>
                  <a:gd name="T29" fmla="*/ 2 h 161"/>
                  <a:gd name="T30" fmla="*/ 9 w 301"/>
                  <a:gd name="T31" fmla="*/ 2 h 161"/>
                  <a:gd name="T32" fmla="*/ 9 w 301"/>
                  <a:gd name="T33" fmla="*/ 2 h 161"/>
                  <a:gd name="T34" fmla="*/ 2 w 301"/>
                  <a:gd name="T35" fmla="*/ 4 h 161"/>
                  <a:gd name="T36" fmla="*/ 2 w 301"/>
                  <a:gd name="T37" fmla="*/ 5 h 161"/>
                  <a:gd name="T38" fmla="*/ 2 w 301"/>
                  <a:gd name="T39" fmla="*/ 5 h 161"/>
                  <a:gd name="T40" fmla="*/ 1 w 301"/>
                  <a:gd name="T41" fmla="*/ 4 h 161"/>
                  <a:gd name="T42" fmla="*/ 1 w 301"/>
                  <a:gd name="T43" fmla="*/ 4 h 161"/>
                  <a:gd name="T44" fmla="*/ 1 w 301"/>
                  <a:gd name="T45" fmla="*/ 4 h 161"/>
                  <a:gd name="T46" fmla="*/ 1 w 301"/>
                  <a:gd name="T47" fmla="*/ 4 h 161"/>
                  <a:gd name="T48" fmla="*/ 1 w 301"/>
                  <a:gd name="T49" fmla="*/ 4 h 161"/>
                  <a:gd name="T50" fmla="*/ 1 w 301"/>
                  <a:gd name="T51" fmla="*/ 4 h 161"/>
                  <a:gd name="T52" fmla="*/ 0 w 301"/>
                  <a:gd name="T53" fmla="*/ 3 h 161"/>
                  <a:gd name="T54" fmla="*/ 0 w 301"/>
                  <a:gd name="T55" fmla="*/ 3 h 161"/>
                  <a:gd name="T56" fmla="*/ 0 w 301"/>
                  <a:gd name="T57" fmla="*/ 3 h 161"/>
                  <a:gd name="T58" fmla="*/ 1 w 301"/>
                  <a:gd name="T59" fmla="*/ 3 h 161"/>
                  <a:gd name="T60" fmla="*/ 1 w 301"/>
                  <a:gd name="T61" fmla="*/ 3 h 161"/>
                  <a:gd name="T62" fmla="*/ 1 w 301"/>
                  <a:gd name="T63" fmla="*/ 2 h 161"/>
                  <a:gd name="T64" fmla="*/ 1 w 301"/>
                  <a:gd name="T65" fmla="*/ 2 h 161"/>
                  <a:gd name="T66" fmla="*/ 1 w 301"/>
                  <a:gd name="T67" fmla="*/ 2 h 1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161"/>
                  <a:gd name="T104" fmla="*/ 301 w 301"/>
                  <a:gd name="T105" fmla="*/ 161 h 1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161">
                    <a:moveTo>
                      <a:pt x="22" y="84"/>
                    </a:moveTo>
                    <a:lnTo>
                      <a:pt x="249" y="2"/>
                    </a:lnTo>
                    <a:lnTo>
                      <a:pt x="254" y="0"/>
                    </a:lnTo>
                    <a:lnTo>
                      <a:pt x="257" y="0"/>
                    </a:lnTo>
                    <a:lnTo>
                      <a:pt x="260" y="0"/>
                    </a:lnTo>
                    <a:lnTo>
                      <a:pt x="265" y="0"/>
                    </a:lnTo>
                    <a:lnTo>
                      <a:pt x="268" y="0"/>
                    </a:lnTo>
                    <a:lnTo>
                      <a:pt x="271" y="0"/>
                    </a:lnTo>
                    <a:lnTo>
                      <a:pt x="274" y="2"/>
                    </a:lnTo>
                    <a:lnTo>
                      <a:pt x="278" y="3"/>
                    </a:lnTo>
                    <a:lnTo>
                      <a:pt x="280" y="5"/>
                    </a:lnTo>
                    <a:lnTo>
                      <a:pt x="283" y="6"/>
                    </a:lnTo>
                    <a:lnTo>
                      <a:pt x="286" y="8"/>
                    </a:lnTo>
                    <a:lnTo>
                      <a:pt x="289" y="12"/>
                    </a:lnTo>
                    <a:lnTo>
                      <a:pt x="290" y="14"/>
                    </a:lnTo>
                    <a:lnTo>
                      <a:pt x="292" y="17"/>
                    </a:lnTo>
                    <a:lnTo>
                      <a:pt x="293" y="20"/>
                    </a:lnTo>
                    <a:lnTo>
                      <a:pt x="295" y="23"/>
                    </a:lnTo>
                    <a:lnTo>
                      <a:pt x="298" y="30"/>
                    </a:lnTo>
                    <a:lnTo>
                      <a:pt x="299" y="35"/>
                    </a:lnTo>
                    <a:lnTo>
                      <a:pt x="301" y="38"/>
                    </a:lnTo>
                    <a:lnTo>
                      <a:pt x="301" y="41"/>
                    </a:lnTo>
                    <a:lnTo>
                      <a:pt x="301" y="44"/>
                    </a:lnTo>
                    <a:lnTo>
                      <a:pt x="301" y="48"/>
                    </a:lnTo>
                    <a:lnTo>
                      <a:pt x="299" y="51"/>
                    </a:lnTo>
                    <a:lnTo>
                      <a:pt x="298" y="54"/>
                    </a:lnTo>
                    <a:lnTo>
                      <a:pt x="298" y="57"/>
                    </a:lnTo>
                    <a:lnTo>
                      <a:pt x="295" y="60"/>
                    </a:lnTo>
                    <a:lnTo>
                      <a:pt x="293" y="63"/>
                    </a:lnTo>
                    <a:lnTo>
                      <a:pt x="292" y="66"/>
                    </a:lnTo>
                    <a:lnTo>
                      <a:pt x="289" y="68"/>
                    </a:lnTo>
                    <a:lnTo>
                      <a:pt x="286" y="71"/>
                    </a:lnTo>
                    <a:lnTo>
                      <a:pt x="283" y="72"/>
                    </a:lnTo>
                    <a:lnTo>
                      <a:pt x="280" y="75"/>
                    </a:lnTo>
                    <a:lnTo>
                      <a:pt x="277" y="77"/>
                    </a:lnTo>
                    <a:lnTo>
                      <a:pt x="49" y="158"/>
                    </a:lnTo>
                    <a:lnTo>
                      <a:pt x="46" y="159"/>
                    </a:lnTo>
                    <a:lnTo>
                      <a:pt x="43" y="161"/>
                    </a:lnTo>
                    <a:lnTo>
                      <a:pt x="39" y="161"/>
                    </a:lnTo>
                    <a:lnTo>
                      <a:pt x="36" y="161"/>
                    </a:lnTo>
                    <a:lnTo>
                      <a:pt x="33" y="161"/>
                    </a:lnTo>
                    <a:lnTo>
                      <a:pt x="30" y="159"/>
                    </a:lnTo>
                    <a:lnTo>
                      <a:pt x="25" y="158"/>
                    </a:lnTo>
                    <a:lnTo>
                      <a:pt x="22" y="156"/>
                    </a:lnTo>
                    <a:lnTo>
                      <a:pt x="19" y="155"/>
                    </a:lnTo>
                    <a:lnTo>
                      <a:pt x="16" y="153"/>
                    </a:lnTo>
                    <a:lnTo>
                      <a:pt x="15" y="152"/>
                    </a:lnTo>
                    <a:lnTo>
                      <a:pt x="12" y="149"/>
                    </a:lnTo>
                    <a:lnTo>
                      <a:pt x="10" y="146"/>
                    </a:lnTo>
                    <a:lnTo>
                      <a:pt x="7" y="143"/>
                    </a:lnTo>
                    <a:lnTo>
                      <a:pt x="6" y="141"/>
                    </a:lnTo>
                    <a:lnTo>
                      <a:pt x="4" y="137"/>
                    </a:lnTo>
                    <a:lnTo>
                      <a:pt x="3" y="129"/>
                    </a:lnTo>
                    <a:lnTo>
                      <a:pt x="0" y="126"/>
                    </a:lnTo>
                    <a:lnTo>
                      <a:pt x="0" y="123"/>
                    </a:lnTo>
                    <a:lnTo>
                      <a:pt x="0" y="119"/>
                    </a:lnTo>
                    <a:lnTo>
                      <a:pt x="0" y="116"/>
                    </a:lnTo>
                    <a:lnTo>
                      <a:pt x="0" y="113"/>
                    </a:lnTo>
                    <a:lnTo>
                      <a:pt x="0" y="108"/>
                    </a:lnTo>
                    <a:lnTo>
                      <a:pt x="3" y="105"/>
                    </a:lnTo>
                    <a:lnTo>
                      <a:pt x="3" y="102"/>
                    </a:lnTo>
                    <a:lnTo>
                      <a:pt x="4" y="99"/>
                    </a:lnTo>
                    <a:lnTo>
                      <a:pt x="7" y="96"/>
                    </a:lnTo>
                    <a:lnTo>
                      <a:pt x="9" y="93"/>
                    </a:lnTo>
                    <a:lnTo>
                      <a:pt x="12" y="92"/>
                    </a:lnTo>
                    <a:lnTo>
                      <a:pt x="13" y="90"/>
                    </a:lnTo>
                    <a:lnTo>
                      <a:pt x="16" y="87"/>
                    </a:lnTo>
                    <a:lnTo>
                      <a:pt x="19" y="86"/>
                    </a:lnTo>
                    <a:lnTo>
                      <a:pt x="2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4" name="Freeform 102"/>
              <p:cNvSpPr>
                <a:spLocks noChangeAspect="1"/>
              </p:cNvSpPr>
              <p:nvPr/>
            </p:nvSpPr>
            <p:spPr bwMode="auto">
              <a:xfrm>
                <a:off x="4138" y="3690"/>
                <a:ext cx="92" cy="218"/>
              </a:xfrm>
              <a:custGeom>
                <a:avLst/>
                <a:gdLst>
                  <a:gd name="T0" fmla="*/ 3 w 185"/>
                  <a:gd name="T1" fmla="*/ 0 h 436"/>
                  <a:gd name="T2" fmla="*/ 3 w 185"/>
                  <a:gd name="T3" fmla="*/ 0 h 436"/>
                  <a:gd name="T4" fmla="*/ 4 w 185"/>
                  <a:gd name="T5" fmla="*/ 1 h 436"/>
                  <a:gd name="T6" fmla="*/ 4 w 185"/>
                  <a:gd name="T7" fmla="*/ 1 h 436"/>
                  <a:gd name="T8" fmla="*/ 4 w 185"/>
                  <a:gd name="T9" fmla="*/ 1 h 436"/>
                  <a:gd name="T10" fmla="*/ 4 w 185"/>
                  <a:gd name="T11" fmla="*/ 1 h 436"/>
                  <a:gd name="T12" fmla="*/ 4 w 185"/>
                  <a:gd name="T13" fmla="*/ 1 h 436"/>
                  <a:gd name="T14" fmla="*/ 4 w 185"/>
                  <a:gd name="T15" fmla="*/ 1 h 436"/>
                  <a:gd name="T16" fmla="*/ 5 w 185"/>
                  <a:gd name="T17" fmla="*/ 13 h 436"/>
                  <a:gd name="T18" fmla="*/ 5 w 185"/>
                  <a:gd name="T19" fmla="*/ 13 h 436"/>
                  <a:gd name="T20" fmla="*/ 5 w 185"/>
                  <a:gd name="T21" fmla="*/ 13 h 436"/>
                  <a:gd name="T22" fmla="*/ 5 w 185"/>
                  <a:gd name="T23" fmla="*/ 13 h 436"/>
                  <a:gd name="T24" fmla="*/ 5 w 185"/>
                  <a:gd name="T25" fmla="*/ 14 h 436"/>
                  <a:gd name="T26" fmla="*/ 5 w 185"/>
                  <a:gd name="T27" fmla="*/ 14 h 436"/>
                  <a:gd name="T28" fmla="*/ 5 w 185"/>
                  <a:gd name="T29" fmla="*/ 14 h 436"/>
                  <a:gd name="T30" fmla="*/ 4 w 185"/>
                  <a:gd name="T31" fmla="*/ 14 h 436"/>
                  <a:gd name="T32" fmla="*/ 1 w 185"/>
                  <a:gd name="T33" fmla="*/ 14 h 436"/>
                  <a:gd name="T34" fmla="*/ 0 w 185"/>
                  <a:gd name="T35" fmla="*/ 14 h 436"/>
                  <a:gd name="T36" fmla="*/ 0 w 185"/>
                  <a:gd name="T37" fmla="*/ 14 h 436"/>
                  <a:gd name="T38" fmla="*/ 0 w 185"/>
                  <a:gd name="T39" fmla="*/ 14 h 436"/>
                  <a:gd name="T40" fmla="*/ 0 w 185"/>
                  <a:gd name="T41" fmla="*/ 14 h 436"/>
                  <a:gd name="T42" fmla="*/ 0 w 185"/>
                  <a:gd name="T43" fmla="*/ 14 h 436"/>
                  <a:gd name="T44" fmla="*/ 0 w 185"/>
                  <a:gd name="T45" fmla="*/ 13 h 436"/>
                  <a:gd name="T46" fmla="*/ 0 w 185"/>
                  <a:gd name="T47" fmla="*/ 13 h 436"/>
                  <a:gd name="T48" fmla="*/ 0 w 185"/>
                  <a:gd name="T49" fmla="*/ 2 h 436"/>
                  <a:gd name="T50" fmla="*/ 0 w 185"/>
                  <a:gd name="T51" fmla="*/ 2 h 436"/>
                  <a:gd name="T52" fmla="*/ 0 w 185"/>
                  <a:gd name="T53" fmla="*/ 2 h 436"/>
                  <a:gd name="T54" fmla="*/ 0 w 185"/>
                  <a:gd name="T55" fmla="*/ 2 h 436"/>
                  <a:gd name="T56" fmla="*/ 0 w 185"/>
                  <a:gd name="T57" fmla="*/ 1 h 436"/>
                  <a:gd name="T58" fmla="*/ 0 w 185"/>
                  <a:gd name="T59" fmla="*/ 1 h 436"/>
                  <a:gd name="T60" fmla="*/ 0 w 185"/>
                  <a:gd name="T61" fmla="*/ 1 h 436"/>
                  <a:gd name="T62" fmla="*/ 1 w 185"/>
                  <a:gd name="T63" fmla="*/ 1 h 4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5"/>
                  <a:gd name="T97" fmla="*/ 0 h 436"/>
                  <a:gd name="T98" fmla="*/ 185 w 185"/>
                  <a:gd name="T99" fmla="*/ 436 h 4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5" h="436">
                    <a:moveTo>
                      <a:pt x="36" y="18"/>
                    </a:moveTo>
                    <a:lnTo>
                      <a:pt x="114" y="0"/>
                    </a:lnTo>
                    <a:lnTo>
                      <a:pt x="119" y="0"/>
                    </a:lnTo>
                    <a:lnTo>
                      <a:pt x="122" y="0"/>
                    </a:lnTo>
                    <a:lnTo>
                      <a:pt x="125" y="2"/>
                    </a:lnTo>
                    <a:lnTo>
                      <a:pt x="128" y="2"/>
                    </a:lnTo>
                    <a:lnTo>
                      <a:pt x="132" y="3"/>
                    </a:lnTo>
                    <a:lnTo>
                      <a:pt x="135" y="6"/>
                    </a:lnTo>
                    <a:lnTo>
                      <a:pt x="140" y="9"/>
                    </a:lnTo>
                    <a:lnTo>
                      <a:pt x="143" y="12"/>
                    </a:lnTo>
                    <a:lnTo>
                      <a:pt x="144" y="15"/>
                    </a:lnTo>
                    <a:lnTo>
                      <a:pt x="146" y="18"/>
                    </a:lnTo>
                    <a:lnTo>
                      <a:pt x="149" y="20"/>
                    </a:lnTo>
                    <a:lnTo>
                      <a:pt x="150" y="24"/>
                    </a:lnTo>
                    <a:lnTo>
                      <a:pt x="150" y="27"/>
                    </a:lnTo>
                    <a:lnTo>
                      <a:pt x="152" y="30"/>
                    </a:lnTo>
                    <a:lnTo>
                      <a:pt x="152" y="35"/>
                    </a:lnTo>
                    <a:lnTo>
                      <a:pt x="185" y="394"/>
                    </a:lnTo>
                    <a:lnTo>
                      <a:pt x="185" y="399"/>
                    </a:lnTo>
                    <a:lnTo>
                      <a:pt x="183" y="402"/>
                    </a:lnTo>
                    <a:lnTo>
                      <a:pt x="183" y="405"/>
                    </a:lnTo>
                    <a:lnTo>
                      <a:pt x="182" y="409"/>
                    </a:lnTo>
                    <a:lnTo>
                      <a:pt x="180" y="412"/>
                    </a:lnTo>
                    <a:lnTo>
                      <a:pt x="179" y="415"/>
                    </a:lnTo>
                    <a:lnTo>
                      <a:pt x="174" y="420"/>
                    </a:lnTo>
                    <a:lnTo>
                      <a:pt x="173" y="423"/>
                    </a:lnTo>
                    <a:lnTo>
                      <a:pt x="170" y="426"/>
                    </a:lnTo>
                    <a:lnTo>
                      <a:pt x="167" y="427"/>
                    </a:lnTo>
                    <a:lnTo>
                      <a:pt x="164" y="429"/>
                    </a:lnTo>
                    <a:lnTo>
                      <a:pt x="161" y="430"/>
                    </a:lnTo>
                    <a:lnTo>
                      <a:pt x="156" y="430"/>
                    </a:lnTo>
                    <a:lnTo>
                      <a:pt x="153" y="432"/>
                    </a:lnTo>
                    <a:lnTo>
                      <a:pt x="150" y="432"/>
                    </a:lnTo>
                    <a:lnTo>
                      <a:pt x="36" y="436"/>
                    </a:lnTo>
                    <a:lnTo>
                      <a:pt x="33" y="436"/>
                    </a:lnTo>
                    <a:lnTo>
                      <a:pt x="30" y="435"/>
                    </a:lnTo>
                    <a:lnTo>
                      <a:pt x="25" y="435"/>
                    </a:lnTo>
                    <a:lnTo>
                      <a:pt x="22" y="433"/>
                    </a:lnTo>
                    <a:lnTo>
                      <a:pt x="19" y="432"/>
                    </a:lnTo>
                    <a:lnTo>
                      <a:pt x="16" y="430"/>
                    </a:lnTo>
                    <a:lnTo>
                      <a:pt x="10" y="426"/>
                    </a:lnTo>
                    <a:lnTo>
                      <a:pt x="9" y="424"/>
                    </a:lnTo>
                    <a:lnTo>
                      <a:pt x="6" y="421"/>
                    </a:lnTo>
                    <a:lnTo>
                      <a:pt x="4" y="418"/>
                    </a:lnTo>
                    <a:lnTo>
                      <a:pt x="3" y="415"/>
                    </a:lnTo>
                    <a:lnTo>
                      <a:pt x="1" y="412"/>
                    </a:lnTo>
                    <a:lnTo>
                      <a:pt x="0" y="408"/>
                    </a:lnTo>
                    <a:lnTo>
                      <a:pt x="0" y="405"/>
                    </a:lnTo>
                    <a:lnTo>
                      <a:pt x="0" y="402"/>
                    </a:lnTo>
                    <a:lnTo>
                      <a:pt x="1" y="54"/>
                    </a:lnTo>
                    <a:lnTo>
                      <a:pt x="3" y="51"/>
                    </a:lnTo>
                    <a:lnTo>
                      <a:pt x="3" y="48"/>
                    </a:lnTo>
                    <a:lnTo>
                      <a:pt x="3" y="45"/>
                    </a:lnTo>
                    <a:lnTo>
                      <a:pt x="4" y="41"/>
                    </a:lnTo>
                    <a:lnTo>
                      <a:pt x="6" y="38"/>
                    </a:lnTo>
                    <a:lnTo>
                      <a:pt x="7" y="35"/>
                    </a:lnTo>
                    <a:lnTo>
                      <a:pt x="12" y="29"/>
                    </a:lnTo>
                    <a:lnTo>
                      <a:pt x="13" y="27"/>
                    </a:lnTo>
                    <a:lnTo>
                      <a:pt x="16" y="24"/>
                    </a:lnTo>
                    <a:lnTo>
                      <a:pt x="19" y="23"/>
                    </a:lnTo>
                    <a:lnTo>
                      <a:pt x="24" y="21"/>
                    </a:lnTo>
                    <a:lnTo>
                      <a:pt x="25" y="20"/>
                    </a:lnTo>
                    <a:lnTo>
                      <a:pt x="30" y="20"/>
                    </a:lnTo>
                    <a:lnTo>
                      <a:pt x="33" y="18"/>
                    </a:lnTo>
                    <a:lnTo>
                      <a:pt x="3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5" name="Freeform 103"/>
              <p:cNvSpPr>
                <a:spLocks noChangeAspect="1"/>
              </p:cNvSpPr>
              <p:nvPr/>
            </p:nvSpPr>
            <p:spPr bwMode="auto">
              <a:xfrm>
                <a:off x="4095" y="3574"/>
                <a:ext cx="117" cy="116"/>
              </a:xfrm>
              <a:custGeom>
                <a:avLst/>
                <a:gdLst>
                  <a:gd name="T0" fmla="*/ 4 w 233"/>
                  <a:gd name="T1" fmla="*/ 0 h 233"/>
                  <a:gd name="T2" fmla="*/ 5 w 233"/>
                  <a:gd name="T3" fmla="*/ 0 h 233"/>
                  <a:gd name="T4" fmla="*/ 6 w 233"/>
                  <a:gd name="T5" fmla="*/ 0 h 233"/>
                  <a:gd name="T6" fmla="*/ 6 w 233"/>
                  <a:gd name="T7" fmla="*/ 0 h 233"/>
                  <a:gd name="T8" fmla="*/ 7 w 233"/>
                  <a:gd name="T9" fmla="*/ 1 h 233"/>
                  <a:gd name="T10" fmla="*/ 7 w 233"/>
                  <a:gd name="T11" fmla="*/ 1 h 233"/>
                  <a:gd name="T12" fmla="*/ 7 w 233"/>
                  <a:gd name="T13" fmla="*/ 2 h 233"/>
                  <a:gd name="T14" fmla="*/ 8 w 233"/>
                  <a:gd name="T15" fmla="*/ 2 h 233"/>
                  <a:gd name="T16" fmla="*/ 8 w 233"/>
                  <a:gd name="T17" fmla="*/ 3 h 233"/>
                  <a:gd name="T18" fmla="*/ 8 w 233"/>
                  <a:gd name="T19" fmla="*/ 4 h 233"/>
                  <a:gd name="T20" fmla="*/ 7 w 233"/>
                  <a:gd name="T21" fmla="*/ 5 h 233"/>
                  <a:gd name="T22" fmla="*/ 7 w 233"/>
                  <a:gd name="T23" fmla="*/ 5 h 233"/>
                  <a:gd name="T24" fmla="*/ 7 w 233"/>
                  <a:gd name="T25" fmla="*/ 6 h 233"/>
                  <a:gd name="T26" fmla="*/ 6 w 233"/>
                  <a:gd name="T27" fmla="*/ 6 h 233"/>
                  <a:gd name="T28" fmla="*/ 6 w 233"/>
                  <a:gd name="T29" fmla="*/ 7 h 233"/>
                  <a:gd name="T30" fmla="*/ 5 w 233"/>
                  <a:gd name="T31" fmla="*/ 7 h 233"/>
                  <a:gd name="T32" fmla="*/ 4 w 233"/>
                  <a:gd name="T33" fmla="*/ 7 h 233"/>
                  <a:gd name="T34" fmla="*/ 3 w 233"/>
                  <a:gd name="T35" fmla="*/ 7 h 233"/>
                  <a:gd name="T36" fmla="*/ 3 w 233"/>
                  <a:gd name="T37" fmla="*/ 7 h 233"/>
                  <a:gd name="T38" fmla="*/ 2 w 233"/>
                  <a:gd name="T39" fmla="*/ 6 h 233"/>
                  <a:gd name="T40" fmla="*/ 2 w 233"/>
                  <a:gd name="T41" fmla="*/ 6 h 233"/>
                  <a:gd name="T42" fmla="*/ 1 w 233"/>
                  <a:gd name="T43" fmla="*/ 5 h 233"/>
                  <a:gd name="T44" fmla="*/ 1 w 233"/>
                  <a:gd name="T45" fmla="*/ 5 h 233"/>
                  <a:gd name="T46" fmla="*/ 1 w 233"/>
                  <a:gd name="T47" fmla="*/ 4 h 233"/>
                  <a:gd name="T48" fmla="*/ 1 w 233"/>
                  <a:gd name="T49" fmla="*/ 4 h 233"/>
                  <a:gd name="T50" fmla="*/ 1 w 233"/>
                  <a:gd name="T51" fmla="*/ 3 h 233"/>
                  <a:gd name="T52" fmla="*/ 1 w 233"/>
                  <a:gd name="T53" fmla="*/ 2 h 233"/>
                  <a:gd name="T54" fmla="*/ 1 w 233"/>
                  <a:gd name="T55" fmla="*/ 1 h 233"/>
                  <a:gd name="T56" fmla="*/ 1 w 233"/>
                  <a:gd name="T57" fmla="*/ 1 h 233"/>
                  <a:gd name="T58" fmla="*/ 2 w 233"/>
                  <a:gd name="T59" fmla="*/ 0 h 233"/>
                  <a:gd name="T60" fmla="*/ 2 w 233"/>
                  <a:gd name="T61" fmla="*/ 0 h 233"/>
                  <a:gd name="T62" fmla="*/ 3 w 233"/>
                  <a:gd name="T63" fmla="*/ 0 h 233"/>
                  <a:gd name="T64" fmla="*/ 4 w 233"/>
                  <a:gd name="T65" fmla="*/ 0 h 23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3"/>
                  <a:gd name="T100" fmla="*/ 0 h 233"/>
                  <a:gd name="T101" fmla="*/ 233 w 233"/>
                  <a:gd name="T102" fmla="*/ 233 h 23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3" h="233">
                    <a:moveTo>
                      <a:pt x="116" y="0"/>
                    </a:moveTo>
                    <a:lnTo>
                      <a:pt x="128" y="0"/>
                    </a:lnTo>
                    <a:lnTo>
                      <a:pt x="140" y="3"/>
                    </a:lnTo>
                    <a:lnTo>
                      <a:pt x="150" y="6"/>
                    </a:lnTo>
                    <a:lnTo>
                      <a:pt x="162" y="9"/>
                    </a:lnTo>
                    <a:lnTo>
                      <a:pt x="171" y="13"/>
                    </a:lnTo>
                    <a:lnTo>
                      <a:pt x="182" y="20"/>
                    </a:lnTo>
                    <a:lnTo>
                      <a:pt x="191" y="27"/>
                    </a:lnTo>
                    <a:lnTo>
                      <a:pt x="199" y="35"/>
                    </a:lnTo>
                    <a:lnTo>
                      <a:pt x="206" y="42"/>
                    </a:lnTo>
                    <a:lnTo>
                      <a:pt x="214" y="51"/>
                    </a:lnTo>
                    <a:lnTo>
                      <a:pt x="217" y="56"/>
                    </a:lnTo>
                    <a:lnTo>
                      <a:pt x="218" y="62"/>
                    </a:lnTo>
                    <a:lnTo>
                      <a:pt x="224" y="71"/>
                    </a:lnTo>
                    <a:lnTo>
                      <a:pt x="227" y="81"/>
                    </a:lnTo>
                    <a:lnTo>
                      <a:pt x="230" y="93"/>
                    </a:lnTo>
                    <a:lnTo>
                      <a:pt x="232" y="105"/>
                    </a:lnTo>
                    <a:lnTo>
                      <a:pt x="233" y="117"/>
                    </a:lnTo>
                    <a:lnTo>
                      <a:pt x="232" y="128"/>
                    </a:lnTo>
                    <a:lnTo>
                      <a:pt x="230" y="140"/>
                    </a:lnTo>
                    <a:lnTo>
                      <a:pt x="227" y="152"/>
                    </a:lnTo>
                    <a:lnTo>
                      <a:pt x="224" y="162"/>
                    </a:lnTo>
                    <a:lnTo>
                      <a:pt x="218" y="171"/>
                    </a:lnTo>
                    <a:lnTo>
                      <a:pt x="214" y="182"/>
                    </a:lnTo>
                    <a:lnTo>
                      <a:pt x="206" y="191"/>
                    </a:lnTo>
                    <a:lnTo>
                      <a:pt x="199" y="198"/>
                    </a:lnTo>
                    <a:lnTo>
                      <a:pt x="191" y="206"/>
                    </a:lnTo>
                    <a:lnTo>
                      <a:pt x="182" y="213"/>
                    </a:lnTo>
                    <a:lnTo>
                      <a:pt x="171" y="219"/>
                    </a:lnTo>
                    <a:lnTo>
                      <a:pt x="162" y="224"/>
                    </a:lnTo>
                    <a:lnTo>
                      <a:pt x="150" y="228"/>
                    </a:lnTo>
                    <a:lnTo>
                      <a:pt x="140" y="230"/>
                    </a:lnTo>
                    <a:lnTo>
                      <a:pt x="128" y="233"/>
                    </a:lnTo>
                    <a:lnTo>
                      <a:pt x="116" y="233"/>
                    </a:lnTo>
                    <a:lnTo>
                      <a:pt x="105" y="233"/>
                    </a:lnTo>
                    <a:lnTo>
                      <a:pt x="93" y="230"/>
                    </a:lnTo>
                    <a:lnTo>
                      <a:pt x="83" y="228"/>
                    </a:lnTo>
                    <a:lnTo>
                      <a:pt x="71" y="224"/>
                    </a:lnTo>
                    <a:lnTo>
                      <a:pt x="62" y="219"/>
                    </a:lnTo>
                    <a:lnTo>
                      <a:pt x="51" y="213"/>
                    </a:lnTo>
                    <a:lnTo>
                      <a:pt x="42" y="206"/>
                    </a:lnTo>
                    <a:lnTo>
                      <a:pt x="35" y="198"/>
                    </a:lnTo>
                    <a:lnTo>
                      <a:pt x="27" y="191"/>
                    </a:lnTo>
                    <a:lnTo>
                      <a:pt x="20" y="182"/>
                    </a:lnTo>
                    <a:lnTo>
                      <a:pt x="17" y="177"/>
                    </a:lnTo>
                    <a:lnTo>
                      <a:pt x="15" y="171"/>
                    </a:lnTo>
                    <a:lnTo>
                      <a:pt x="9" y="162"/>
                    </a:lnTo>
                    <a:lnTo>
                      <a:pt x="6" y="152"/>
                    </a:lnTo>
                    <a:lnTo>
                      <a:pt x="3" y="140"/>
                    </a:lnTo>
                    <a:lnTo>
                      <a:pt x="2" y="128"/>
                    </a:lnTo>
                    <a:lnTo>
                      <a:pt x="0" y="117"/>
                    </a:lnTo>
                    <a:lnTo>
                      <a:pt x="2" y="105"/>
                    </a:lnTo>
                    <a:lnTo>
                      <a:pt x="3" y="93"/>
                    </a:lnTo>
                    <a:lnTo>
                      <a:pt x="6" y="81"/>
                    </a:lnTo>
                    <a:lnTo>
                      <a:pt x="9" y="71"/>
                    </a:lnTo>
                    <a:lnTo>
                      <a:pt x="15" y="62"/>
                    </a:lnTo>
                    <a:lnTo>
                      <a:pt x="20" y="51"/>
                    </a:lnTo>
                    <a:lnTo>
                      <a:pt x="27" y="42"/>
                    </a:lnTo>
                    <a:lnTo>
                      <a:pt x="35" y="35"/>
                    </a:lnTo>
                    <a:lnTo>
                      <a:pt x="42" y="27"/>
                    </a:lnTo>
                    <a:lnTo>
                      <a:pt x="51" y="20"/>
                    </a:lnTo>
                    <a:lnTo>
                      <a:pt x="62" y="13"/>
                    </a:lnTo>
                    <a:lnTo>
                      <a:pt x="71" y="9"/>
                    </a:lnTo>
                    <a:lnTo>
                      <a:pt x="83" y="6"/>
                    </a:lnTo>
                    <a:lnTo>
                      <a:pt x="93" y="3"/>
                    </a:lnTo>
                    <a:lnTo>
                      <a:pt x="105" y="0"/>
                    </a:lnTo>
                    <a:lnTo>
                      <a:pt x="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6" name="Freeform 104"/>
              <p:cNvSpPr>
                <a:spLocks noChangeAspect="1"/>
              </p:cNvSpPr>
              <p:nvPr/>
            </p:nvSpPr>
            <p:spPr bwMode="auto">
              <a:xfrm>
                <a:off x="4001" y="3748"/>
                <a:ext cx="92" cy="90"/>
              </a:xfrm>
              <a:custGeom>
                <a:avLst/>
                <a:gdLst>
                  <a:gd name="T0" fmla="*/ 5 w 184"/>
                  <a:gd name="T1" fmla="*/ 0 h 180"/>
                  <a:gd name="T2" fmla="*/ 5 w 184"/>
                  <a:gd name="T3" fmla="*/ 0 h 180"/>
                  <a:gd name="T4" fmla="*/ 5 w 184"/>
                  <a:gd name="T5" fmla="*/ 1 h 180"/>
                  <a:gd name="T6" fmla="*/ 5 w 184"/>
                  <a:gd name="T7" fmla="*/ 1 h 180"/>
                  <a:gd name="T8" fmla="*/ 5 w 184"/>
                  <a:gd name="T9" fmla="*/ 1 h 180"/>
                  <a:gd name="T10" fmla="*/ 6 w 184"/>
                  <a:gd name="T11" fmla="*/ 1 h 180"/>
                  <a:gd name="T12" fmla="*/ 6 w 184"/>
                  <a:gd name="T13" fmla="*/ 1 h 180"/>
                  <a:gd name="T14" fmla="*/ 6 w 184"/>
                  <a:gd name="T15" fmla="*/ 1 h 180"/>
                  <a:gd name="T16" fmla="*/ 6 w 184"/>
                  <a:gd name="T17" fmla="*/ 4 h 180"/>
                  <a:gd name="T18" fmla="*/ 6 w 184"/>
                  <a:gd name="T19" fmla="*/ 5 h 180"/>
                  <a:gd name="T20" fmla="*/ 6 w 184"/>
                  <a:gd name="T21" fmla="*/ 5 h 180"/>
                  <a:gd name="T22" fmla="*/ 6 w 184"/>
                  <a:gd name="T23" fmla="*/ 5 h 180"/>
                  <a:gd name="T24" fmla="*/ 6 w 184"/>
                  <a:gd name="T25" fmla="*/ 5 h 180"/>
                  <a:gd name="T26" fmla="*/ 6 w 184"/>
                  <a:gd name="T27" fmla="*/ 5 h 180"/>
                  <a:gd name="T28" fmla="*/ 6 w 184"/>
                  <a:gd name="T29" fmla="*/ 6 h 180"/>
                  <a:gd name="T30" fmla="*/ 5 w 184"/>
                  <a:gd name="T31" fmla="*/ 6 h 180"/>
                  <a:gd name="T32" fmla="*/ 2 w 184"/>
                  <a:gd name="T33" fmla="*/ 6 h 180"/>
                  <a:gd name="T34" fmla="*/ 2 w 184"/>
                  <a:gd name="T35" fmla="*/ 6 h 180"/>
                  <a:gd name="T36" fmla="*/ 2 w 184"/>
                  <a:gd name="T37" fmla="*/ 6 h 180"/>
                  <a:gd name="T38" fmla="*/ 1 w 184"/>
                  <a:gd name="T39" fmla="*/ 6 h 180"/>
                  <a:gd name="T40" fmla="*/ 1 w 184"/>
                  <a:gd name="T41" fmla="*/ 6 h 180"/>
                  <a:gd name="T42" fmla="*/ 1 w 184"/>
                  <a:gd name="T43" fmla="*/ 6 h 180"/>
                  <a:gd name="T44" fmla="*/ 1 w 184"/>
                  <a:gd name="T45" fmla="*/ 5 h 180"/>
                  <a:gd name="T46" fmla="*/ 1 w 184"/>
                  <a:gd name="T47" fmla="*/ 5 h 180"/>
                  <a:gd name="T48" fmla="*/ 1 w 184"/>
                  <a:gd name="T49" fmla="*/ 2 h 180"/>
                  <a:gd name="T50" fmla="*/ 0 w 184"/>
                  <a:gd name="T51" fmla="*/ 2 h 180"/>
                  <a:gd name="T52" fmla="*/ 1 w 184"/>
                  <a:gd name="T53" fmla="*/ 2 h 180"/>
                  <a:gd name="T54" fmla="*/ 1 w 184"/>
                  <a:gd name="T55" fmla="*/ 1 h 180"/>
                  <a:gd name="T56" fmla="*/ 1 w 184"/>
                  <a:gd name="T57" fmla="*/ 1 h 180"/>
                  <a:gd name="T58" fmla="*/ 1 w 184"/>
                  <a:gd name="T59" fmla="*/ 1 h 180"/>
                  <a:gd name="T60" fmla="*/ 1 w 184"/>
                  <a:gd name="T61" fmla="*/ 1 h 180"/>
                  <a:gd name="T62" fmla="*/ 1 w 184"/>
                  <a:gd name="T63" fmla="*/ 1 h 18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80"/>
                  <a:gd name="T98" fmla="*/ 184 w 184"/>
                  <a:gd name="T99" fmla="*/ 180 h 18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80">
                    <a:moveTo>
                      <a:pt x="30" y="15"/>
                    </a:moveTo>
                    <a:lnTo>
                      <a:pt x="129" y="0"/>
                    </a:lnTo>
                    <a:lnTo>
                      <a:pt x="134" y="0"/>
                    </a:lnTo>
                    <a:lnTo>
                      <a:pt x="137" y="0"/>
                    </a:lnTo>
                    <a:lnTo>
                      <a:pt x="144" y="2"/>
                    </a:lnTo>
                    <a:lnTo>
                      <a:pt x="147" y="2"/>
                    </a:lnTo>
                    <a:lnTo>
                      <a:pt x="150" y="3"/>
                    </a:lnTo>
                    <a:lnTo>
                      <a:pt x="153" y="6"/>
                    </a:lnTo>
                    <a:lnTo>
                      <a:pt x="156" y="6"/>
                    </a:lnTo>
                    <a:lnTo>
                      <a:pt x="158" y="9"/>
                    </a:lnTo>
                    <a:lnTo>
                      <a:pt x="161" y="12"/>
                    </a:lnTo>
                    <a:lnTo>
                      <a:pt x="162" y="15"/>
                    </a:lnTo>
                    <a:lnTo>
                      <a:pt x="165" y="18"/>
                    </a:lnTo>
                    <a:lnTo>
                      <a:pt x="167" y="21"/>
                    </a:lnTo>
                    <a:lnTo>
                      <a:pt x="168" y="24"/>
                    </a:lnTo>
                    <a:lnTo>
                      <a:pt x="170" y="27"/>
                    </a:lnTo>
                    <a:lnTo>
                      <a:pt x="170" y="32"/>
                    </a:lnTo>
                    <a:lnTo>
                      <a:pt x="184" y="125"/>
                    </a:lnTo>
                    <a:lnTo>
                      <a:pt x="184" y="129"/>
                    </a:lnTo>
                    <a:lnTo>
                      <a:pt x="184" y="132"/>
                    </a:lnTo>
                    <a:lnTo>
                      <a:pt x="182" y="140"/>
                    </a:lnTo>
                    <a:lnTo>
                      <a:pt x="182" y="143"/>
                    </a:lnTo>
                    <a:lnTo>
                      <a:pt x="181" y="146"/>
                    </a:lnTo>
                    <a:lnTo>
                      <a:pt x="178" y="149"/>
                    </a:lnTo>
                    <a:lnTo>
                      <a:pt x="176" y="152"/>
                    </a:lnTo>
                    <a:lnTo>
                      <a:pt x="175" y="155"/>
                    </a:lnTo>
                    <a:lnTo>
                      <a:pt x="172" y="156"/>
                    </a:lnTo>
                    <a:lnTo>
                      <a:pt x="168" y="159"/>
                    </a:lnTo>
                    <a:lnTo>
                      <a:pt x="165" y="161"/>
                    </a:lnTo>
                    <a:lnTo>
                      <a:pt x="162" y="162"/>
                    </a:lnTo>
                    <a:lnTo>
                      <a:pt x="159" y="164"/>
                    </a:lnTo>
                    <a:lnTo>
                      <a:pt x="156" y="165"/>
                    </a:lnTo>
                    <a:lnTo>
                      <a:pt x="153" y="165"/>
                    </a:lnTo>
                    <a:lnTo>
                      <a:pt x="54" y="180"/>
                    </a:lnTo>
                    <a:lnTo>
                      <a:pt x="50" y="180"/>
                    </a:lnTo>
                    <a:lnTo>
                      <a:pt x="47" y="180"/>
                    </a:lnTo>
                    <a:lnTo>
                      <a:pt x="39" y="179"/>
                    </a:lnTo>
                    <a:lnTo>
                      <a:pt x="36" y="177"/>
                    </a:lnTo>
                    <a:lnTo>
                      <a:pt x="33" y="176"/>
                    </a:lnTo>
                    <a:lnTo>
                      <a:pt x="30" y="174"/>
                    </a:lnTo>
                    <a:lnTo>
                      <a:pt x="29" y="173"/>
                    </a:lnTo>
                    <a:lnTo>
                      <a:pt x="24" y="171"/>
                    </a:lnTo>
                    <a:lnTo>
                      <a:pt x="23" y="168"/>
                    </a:lnTo>
                    <a:lnTo>
                      <a:pt x="20" y="165"/>
                    </a:lnTo>
                    <a:lnTo>
                      <a:pt x="20" y="162"/>
                    </a:lnTo>
                    <a:lnTo>
                      <a:pt x="17" y="159"/>
                    </a:lnTo>
                    <a:lnTo>
                      <a:pt x="17" y="156"/>
                    </a:lnTo>
                    <a:lnTo>
                      <a:pt x="15" y="153"/>
                    </a:lnTo>
                    <a:lnTo>
                      <a:pt x="14" y="149"/>
                    </a:lnTo>
                    <a:lnTo>
                      <a:pt x="2" y="54"/>
                    </a:lnTo>
                    <a:lnTo>
                      <a:pt x="0" y="51"/>
                    </a:lnTo>
                    <a:lnTo>
                      <a:pt x="0" y="48"/>
                    </a:lnTo>
                    <a:lnTo>
                      <a:pt x="2" y="41"/>
                    </a:lnTo>
                    <a:lnTo>
                      <a:pt x="3" y="38"/>
                    </a:lnTo>
                    <a:lnTo>
                      <a:pt x="5" y="35"/>
                    </a:lnTo>
                    <a:lnTo>
                      <a:pt x="6" y="32"/>
                    </a:lnTo>
                    <a:lnTo>
                      <a:pt x="8" y="29"/>
                    </a:lnTo>
                    <a:lnTo>
                      <a:pt x="9" y="26"/>
                    </a:lnTo>
                    <a:lnTo>
                      <a:pt x="12" y="23"/>
                    </a:lnTo>
                    <a:lnTo>
                      <a:pt x="15" y="21"/>
                    </a:lnTo>
                    <a:lnTo>
                      <a:pt x="18" y="18"/>
                    </a:lnTo>
                    <a:lnTo>
                      <a:pt x="21" y="18"/>
                    </a:lnTo>
                    <a:lnTo>
                      <a:pt x="24" y="17"/>
                    </a:lnTo>
                    <a:lnTo>
                      <a:pt x="27" y="15"/>
                    </a:lnTo>
                    <a:lnTo>
                      <a:pt x="30" y="15"/>
                    </a:lnTo>
                    <a:close/>
                  </a:path>
                </a:pathLst>
              </a:custGeom>
              <a:solidFill>
                <a:srgbClr val="336B8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27" name="Freeform 105"/>
              <p:cNvSpPr>
                <a:spLocks noChangeAspect="1"/>
              </p:cNvSpPr>
              <p:nvPr/>
            </p:nvSpPr>
            <p:spPr bwMode="auto">
              <a:xfrm>
                <a:off x="4054" y="3727"/>
                <a:ext cx="151" cy="80"/>
              </a:xfrm>
              <a:custGeom>
                <a:avLst/>
                <a:gdLst>
                  <a:gd name="T0" fmla="*/ 8 w 301"/>
                  <a:gd name="T1" fmla="*/ 0 h 161"/>
                  <a:gd name="T2" fmla="*/ 9 w 301"/>
                  <a:gd name="T3" fmla="*/ 0 h 161"/>
                  <a:gd name="T4" fmla="*/ 9 w 301"/>
                  <a:gd name="T5" fmla="*/ 0 h 161"/>
                  <a:gd name="T6" fmla="*/ 9 w 301"/>
                  <a:gd name="T7" fmla="*/ 0 h 161"/>
                  <a:gd name="T8" fmla="*/ 9 w 301"/>
                  <a:gd name="T9" fmla="*/ 0 h 161"/>
                  <a:gd name="T10" fmla="*/ 9 w 301"/>
                  <a:gd name="T11" fmla="*/ 0 h 161"/>
                  <a:gd name="T12" fmla="*/ 10 w 301"/>
                  <a:gd name="T13" fmla="*/ 0 h 161"/>
                  <a:gd name="T14" fmla="*/ 10 w 301"/>
                  <a:gd name="T15" fmla="*/ 0 h 161"/>
                  <a:gd name="T16" fmla="*/ 10 w 301"/>
                  <a:gd name="T17" fmla="*/ 0 h 161"/>
                  <a:gd name="T18" fmla="*/ 10 w 301"/>
                  <a:gd name="T19" fmla="*/ 1 h 161"/>
                  <a:gd name="T20" fmla="*/ 10 w 301"/>
                  <a:gd name="T21" fmla="*/ 1 h 161"/>
                  <a:gd name="T22" fmla="*/ 10 w 301"/>
                  <a:gd name="T23" fmla="*/ 1 h 161"/>
                  <a:gd name="T24" fmla="*/ 10 w 301"/>
                  <a:gd name="T25" fmla="*/ 1 h 161"/>
                  <a:gd name="T26" fmla="*/ 10 w 301"/>
                  <a:gd name="T27" fmla="*/ 1 h 161"/>
                  <a:gd name="T28" fmla="*/ 10 w 301"/>
                  <a:gd name="T29" fmla="*/ 2 h 161"/>
                  <a:gd name="T30" fmla="*/ 9 w 301"/>
                  <a:gd name="T31" fmla="*/ 2 h 161"/>
                  <a:gd name="T32" fmla="*/ 9 w 301"/>
                  <a:gd name="T33" fmla="*/ 2 h 161"/>
                  <a:gd name="T34" fmla="*/ 2 w 301"/>
                  <a:gd name="T35" fmla="*/ 4 h 161"/>
                  <a:gd name="T36" fmla="*/ 2 w 301"/>
                  <a:gd name="T37" fmla="*/ 5 h 161"/>
                  <a:gd name="T38" fmla="*/ 2 w 301"/>
                  <a:gd name="T39" fmla="*/ 5 h 161"/>
                  <a:gd name="T40" fmla="*/ 1 w 301"/>
                  <a:gd name="T41" fmla="*/ 4 h 161"/>
                  <a:gd name="T42" fmla="*/ 1 w 301"/>
                  <a:gd name="T43" fmla="*/ 4 h 161"/>
                  <a:gd name="T44" fmla="*/ 1 w 301"/>
                  <a:gd name="T45" fmla="*/ 4 h 161"/>
                  <a:gd name="T46" fmla="*/ 1 w 301"/>
                  <a:gd name="T47" fmla="*/ 4 h 161"/>
                  <a:gd name="T48" fmla="*/ 1 w 301"/>
                  <a:gd name="T49" fmla="*/ 4 h 161"/>
                  <a:gd name="T50" fmla="*/ 1 w 301"/>
                  <a:gd name="T51" fmla="*/ 4 h 161"/>
                  <a:gd name="T52" fmla="*/ 0 w 301"/>
                  <a:gd name="T53" fmla="*/ 3 h 161"/>
                  <a:gd name="T54" fmla="*/ 0 w 301"/>
                  <a:gd name="T55" fmla="*/ 3 h 161"/>
                  <a:gd name="T56" fmla="*/ 0 w 301"/>
                  <a:gd name="T57" fmla="*/ 3 h 161"/>
                  <a:gd name="T58" fmla="*/ 1 w 301"/>
                  <a:gd name="T59" fmla="*/ 3 h 161"/>
                  <a:gd name="T60" fmla="*/ 1 w 301"/>
                  <a:gd name="T61" fmla="*/ 3 h 161"/>
                  <a:gd name="T62" fmla="*/ 1 w 301"/>
                  <a:gd name="T63" fmla="*/ 2 h 161"/>
                  <a:gd name="T64" fmla="*/ 1 w 301"/>
                  <a:gd name="T65" fmla="*/ 2 h 161"/>
                  <a:gd name="T66" fmla="*/ 1 w 301"/>
                  <a:gd name="T67" fmla="*/ 2 h 1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01"/>
                  <a:gd name="T103" fmla="*/ 0 h 161"/>
                  <a:gd name="T104" fmla="*/ 301 w 301"/>
                  <a:gd name="T105" fmla="*/ 161 h 16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01" h="161">
                    <a:moveTo>
                      <a:pt x="22" y="84"/>
                    </a:moveTo>
                    <a:lnTo>
                      <a:pt x="249" y="2"/>
                    </a:lnTo>
                    <a:lnTo>
                      <a:pt x="254" y="0"/>
                    </a:lnTo>
                    <a:lnTo>
                      <a:pt x="257" y="0"/>
                    </a:lnTo>
                    <a:lnTo>
                      <a:pt x="260" y="0"/>
                    </a:lnTo>
                    <a:lnTo>
                      <a:pt x="265" y="0"/>
                    </a:lnTo>
                    <a:lnTo>
                      <a:pt x="268" y="0"/>
                    </a:lnTo>
                    <a:lnTo>
                      <a:pt x="271" y="0"/>
                    </a:lnTo>
                    <a:lnTo>
                      <a:pt x="274" y="2"/>
                    </a:lnTo>
                    <a:lnTo>
                      <a:pt x="278" y="3"/>
                    </a:lnTo>
                    <a:lnTo>
                      <a:pt x="280" y="5"/>
                    </a:lnTo>
                    <a:lnTo>
                      <a:pt x="283" y="6"/>
                    </a:lnTo>
                    <a:lnTo>
                      <a:pt x="286" y="8"/>
                    </a:lnTo>
                    <a:lnTo>
                      <a:pt x="289" y="12"/>
                    </a:lnTo>
                    <a:lnTo>
                      <a:pt x="290" y="14"/>
                    </a:lnTo>
                    <a:lnTo>
                      <a:pt x="292" y="17"/>
                    </a:lnTo>
                    <a:lnTo>
                      <a:pt x="293" y="20"/>
                    </a:lnTo>
                    <a:lnTo>
                      <a:pt x="295" y="23"/>
                    </a:lnTo>
                    <a:lnTo>
                      <a:pt x="298" y="30"/>
                    </a:lnTo>
                    <a:lnTo>
                      <a:pt x="299" y="35"/>
                    </a:lnTo>
                    <a:lnTo>
                      <a:pt x="301" y="38"/>
                    </a:lnTo>
                    <a:lnTo>
                      <a:pt x="301" y="41"/>
                    </a:lnTo>
                    <a:lnTo>
                      <a:pt x="301" y="44"/>
                    </a:lnTo>
                    <a:lnTo>
                      <a:pt x="301" y="48"/>
                    </a:lnTo>
                    <a:lnTo>
                      <a:pt x="299" y="51"/>
                    </a:lnTo>
                    <a:lnTo>
                      <a:pt x="298" y="54"/>
                    </a:lnTo>
                    <a:lnTo>
                      <a:pt x="298" y="57"/>
                    </a:lnTo>
                    <a:lnTo>
                      <a:pt x="295" y="60"/>
                    </a:lnTo>
                    <a:lnTo>
                      <a:pt x="293" y="63"/>
                    </a:lnTo>
                    <a:lnTo>
                      <a:pt x="292" y="66"/>
                    </a:lnTo>
                    <a:lnTo>
                      <a:pt x="289" y="68"/>
                    </a:lnTo>
                    <a:lnTo>
                      <a:pt x="286" y="71"/>
                    </a:lnTo>
                    <a:lnTo>
                      <a:pt x="283" y="72"/>
                    </a:lnTo>
                    <a:lnTo>
                      <a:pt x="280" y="75"/>
                    </a:lnTo>
                    <a:lnTo>
                      <a:pt x="277" y="77"/>
                    </a:lnTo>
                    <a:lnTo>
                      <a:pt x="49" y="158"/>
                    </a:lnTo>
                    <a:lnTo>
                      <a:pt x="46" y="159"/>
                    </a:lnTo>
                    <a:lnTo>
                      <a:pt x="43" y="161"/>
                    </a:lnTo>
                    <a:lnTo>
                      <a:pt x="39" y="161"/>
                    </a:lnTo>
                    <a:lnTo>
                      <a:pt x="36" y="161"/>
                    </a:lnTo>
                    <a:lnTo>
                      <a:pt x="33" y="161"/>
                    </a:lnTo>
                    <a:lnTo>
                      <a:pt x="30" y="159"/>
                    </a:lnTo>
                    <a:lnTo>
                      <a:pt x="25" y="158"/>
                    </a:lnTo>
                    <a:lnTo>
                      <a:pt x="22" y="156"/>
                    </a:lnTo>
                    <a:lnTo>
                      <a:pt x="19" y="155"/>
                    </a:lnTo>
                    <a:lnTo>
                      <a:pt x="16" y="153"/>
                    </a:lnTo>
                    <a:lnTo>
                      <a:pt x="15" y="152"/>
                    </a:lnTo>
                    <a:lnTo>
                      <a:pt x="12" y="149"/>
                    </a:lnTo>
                    <a:lnTo>
                      <a:pt x="10" y="146"/>
                    </a:lnTo>
                    <a:lnTo>
                      <a:pt x="7" y="143"/>
                    </a:lnTo>
                    <a:lnTo>
                      <a:pt x="6" y="141"/>
                    </a:lnTo>
                    <a:lnTo>
                      <a:pt x="4" y="137"/>
                    </a:lnTo>
                    <a:lnTo>
                      <a:pt x="3" y="129"/>
                    </a:lnTo>
                    <a:lnTo>
                      <a:pt x="0" y="126"/>
                    </a:lnTo>
                    <a:lnTo>
                      <a:pt x="0" y="123"/>
                    </a:lnTo>
                    <a:lnTo>
                      <a:pt x="0" y="119"/>
                    </a:lnTo>
                    <a:lnTo>
                      <a:pt x="0" y="116"/>
                    </a:lnTo>
                    <a:lnTo>
                      <a:pt x="0" y="113"/>
                    </a:lnTo>
                    <a:lnTo>
                      <a:pt x="0" y="108"/>
                    </a:lnTo>
                    <a:lnTo>
                      <a:pt x="3" y="105"/>
                    </a:lnTo>
                    <a:lnTo>
                      <a:pt x="3" y="102"/>
                    </a:lnTo>
                    <a:lnTo>
                      <a:pt x="4" y="99"/>
                    </a:lnTo>
                    <a:lnTo>
                      <a:pt x="7" y="96"/>
                    </a:lnTo>
                    <a:lnTo>
                      <a:pt x="9" y="93"/>
                    </a:lnTo>
                    <a:lnTo>
                      <a:pt x="12" y="92"/>
                    </a:lnTo>
                    <a:lnTo>
                      <a:pt x="13" y="90"/>
                    </a:lnTo>
                    <a:lnTo>
                      <a:pt x="16" y="87"/>
                    </a:lnTo>
                    <a:lnTo>
                      <a:pt x="19" y="86"/>
                    </a:lnTo>
                    <a:lnTo>
                      <a:pt x="22" y="8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Tree>
    <p:extLst>
      <p:ext uri="{BB962C8B-B14F-4D97-AF65-F5344CB8AC3E}">
        <p14:creationId xmlns:p14="http://schemas.microsoft.com/office/powerpoint/2010/main" val="12494161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1"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fill="hold"/>
                                        <p:tgtEl>
                                          <p:spTgt spid="27"/>
                                        </p:tgtEl>
                                        <p:attrNameLst>
                                          <p:attrName>ppt_x</p:attrName>
                                        </p:attrNameLst>
                                      </p:cBhvr>
                                      <p:tavLst>
                                        <p:tav tm="0">
                                          <p:val>
                                            <p:strVal val="#ppt_x"/>
                                          </p:val>
                                        </p:tav>
                                        <p:tav tm="100000">
                                          <p:val>
                                            <p:strVal val="#ppt_x"/>
                                          </p:val>
                                        </p:tav>
                                      </p:tavLst>
                                    </p:anim>
                                    <p:anim calcmode="lin" valueType="num">
                                      <p:cBhvr additive="base">
                                        <p:cTn id="24"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anim calcmode="lin" valueType="num">
                                      <p:cBhvr additive="base">
                                        <p:cTn id="29" dur="500" fill="hold"/>
                                        <p:tgtEl>
                                          <p:spTgt spid="30"/>
                                        </p:tgtEl>
                                        <p:attrNameLst>
                                          <p:attrName>ppt_x</p:attrName>
                                        </p:attrNameLst>
                                      </p:cBhvr>
                                      <p:tavLst>
                                        <p:tav tm="0">
                                          <p:val>
                                            <p:strVal val="#ppt_x"/>
                                          </p:val>
                                        </p:tav>
                                        <p:tav tm="100000">
                                          <p:val>
                                            <p:strVal val="#ppt_x"/>
                                          </p:val>
                                        </p:tav>
                                      </p:tavLst>
                                    </p:anim>
                                    <p:anim calcmode="lin" valueType="num">
                                      <p:cBhvr additive="base">
                                        <p:cTn id="30"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box(in)">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12"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additive="base">
                                        <p:cTn id="46" dur="500" fill="hold"/>
                                        <p:tgtEl>
                                          <p:spTgt spid="20"/>
                                        </p:tgtEl>
                                        <p:attrNameLst>
                                          <p:attrName>ppt_x</p:attrName>
                                        </p:attrNameLst>
                                      </p:cBhvr>
                                      <p:tavLst>
                                        <p:tav tm="0">
                                          <p:val>
                                            <p:strVal val="0-#ppt_w/2"/>
                                          </p:val>
                                        </p:tav>
                                        <p:tav tm="100000">
                                          <p:val>
                                            <p:strVal val="#ppt_x"/>
                                          </p:val>
                                        </p:tav>
                                      </p:tavLst>
                                    </p:anim>
                                    <p:anim calcmode="lin" valueType="num">
                                      <p:cBhvr additive="base">
                                        <p:cTn id="4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48" fill="hold" nodeType="clickPar">
                      <p:stCondLst>
                        <p:cond delay="indefinite"/>
                      </p:stCondLst>
                      <p:childTnLst>
                        <p:par>
                          <p:cTn id="49" fill="hold" nodeType="withGroup">
                            <p:stCondLst>
                              <p:cond delay="0"/>
                            </p:stCondLst>
                            <p:childTnLst>
                              <p:par>
                                <p:cTn id="50" presetID="2" presetClass="entr" presetSubtype="4"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ppt_x"/>
                                          </p:val>
                                        </p:tav>
                                        <p:tav tm="100000">
                                          <p:val>
                                            <p:strVal val="#ppt_x"/>
                                          </p:val>
                                        </p:tav>
                                      </p:tavLst>
                                    </p:anim>
                                    <p:anim calcmode="lin" valueType="num">
                                      <p:cBhvr additive="base">
                                        <p:cTn id="5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2" presetClass="entr" presetSubtype="1"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ppt_x"/>
                                          </p:val>
                                        </p:tav>
                                        <p:tav tm="100000">
                                          <p:val>
                                            <p:strVal val="#ppt_x"/>
                                          </p:val>
                                        </p:tav>
                                      </p:tavLst>
                                    </p:anim>
                                    <p:anim calcmode="lin" valueType="num">
                                      <p:cBhvr additive="base">
                                        <p:cTn id="59"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60" fill="hold" nodeType="clickPar">
                      <p:stCondLst>
                        <p:cond delay="indefinite"/>
                      </p:stCondLst>
                      <p:childTnLst>
                        <p:par>
                          <p:cTn id="61" fill="hold" nodeType="withGroup">
                            <p:stCondLst>
                              <p:cond delay="0"/>
                            </p:stCondLst>
                            <p:childTnLst>
                              <p:par>
                                <p:cTn id="62" presetID="2" presetClass="entr" presetSubtype="3" fill="hold" nodeType="clickEffect">
                                  <p:stCondLst>
                                    <p:cond delay="0"/>
                                  </p:stCondLst>
                                  <p:childTnLst>
                                    <p:set>
                                      <p:cBhvr>
                                        <p:cTn id="63" dur="1" fill="hold">
                                          <p:stCondLst>
                                            <p:cond delay="0"/>
                                          </p:stCondLst>
                                        </p:cTn>
                                        <p:tgtEl>
                                          <p:spTgt spid="23"/>
                                        </p:tgtEl>
                                        <p:attrNameLst>
                                          <p:attrName>style.visibility</p:attrName>
                                        </p:attrNameLst>
                                      </p:cBhvr>
                                      <p:to>
                                        <p:strVal val="visible"/>
                                      </p:to>
                                    </p:set>
                                    <p:anim calcmode="lin" valueType="num">
                                      <p:cBhvr additive="base">
                                        <p:cTn id="64" dur="500" fill="hold"/>
                                        <p:tgtEl>
                                          <p:spTgt spid="23"/>
                                        </p:tgtEl>
                                        <p:attrNameLst>
                                          <p:attrName>ppt_x</p:attrName>
                                        </p:attrNameLst>
                                      </p:cBhvr>
                                      <p:tavLst>
                                        <p:tav tm="0">
                                          <p:val>
                                            <p:strVal val="1+#ppt_w/2"/>
                                          </p:val>
                                        </p:tav>
                                        <p:tav tm="100000">
                                          <p:val>
                                            <p:strVal val="#ppt_x"/>
                                          </p:val>
                                        </p:tav>
                                      </p:tavLst>
                                    </p:anim>
                                    <p:anim calcmode="lin" valueType="num">
                                      <p:cBhvr additive="base">
                                        <p:cTn id="65" dur="500" fill="hold"/>
                                        <p:tgtEl>
                                          <p:spTgt spid="23"/>
                                        </p:tgtEl>
                                        <p:attrNameLst>
                                          <p:attrName>ppt_y</p:attrName>
                                        </p:attrNameLst>
                                      </p:cBhvr>
                                      <p:tavLst>
                                        <p:tav tm="0">
                                          <p:val>
                                            <p:strVal val="0-#ppt_h/2"/>
                                          </p:val>
                                        </p:tav>
                                        <p:tav tm="100000">
                                          <p:val>
                                            <p:strVal val="#ppt_y"/>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8" fill="hold" nodeType="clickEffect">
                                  <p:stCondLst>
                                    <p:cond delay="0"/>
                                  </p:stCondLst>
                                  <p:childTnLst>
                                    <p:set>
                                      <p:cBhvr>
                                        <p:cTn id="69" dur="1" fill="hold">
                                          <p:stCondLst>
                                            <p:cond delay="0"/>
                                          </p:stCondLst>
                                        </p:cTn>
                                        <p:tgtEl>
                                          <p:spTgt spid="33"/>
                                        </p:tgtEl>
                                        <p:attrNameLst>
                                          <p:attrName>style.visibility</p:attrName>
                                        </p:attrNameLst>
                                      </p:cBhvr>
                                      <p:to>
                                        <p:strVal val="visible"/>
                                      </p:to>
                                    </p:set>
                                    <p:anim calcmode="lin" valueType="num">
                                      <p:cBhvr additive="base">
                                        <p:cTn id="70" dur="500" fill="hold"/>
                                        <p:tgtEl>
                                          <p:spTgt spid="33"/>
                                        </p:tgtEl>
                                        <p:attrNameLst>
                                          <p:attrName>ppt_x</p:attrName>
                                        </p:attrNameLst>
                                      </p:cBhvr>
                                      <p:tavLst>
                                        <p:tav tm="0">
                                          <p:val>
                                            <p:strVal val="0-#ppt_w/2"/>
                                          </p:val>
                                        </p:tav>
                                        <p:tav tm="100000">
                                          <p:val>
                                            <p:strVal val="#ppt_x"/>
                                          </p:val>
                                        </p:tav>
                                      </p:tavLst>
                                    </p:anim>
                                    <p:anim calcmode="lin" valueType="num">
                                      <p:cBhvr additive="base">
                                        <p:cTn id="71"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box(in)">
                                      <p:cBhvr>
                                        <p:cTn id="76" dur="500"/>
                                        <p:tgtEl>
                                          <p:spTgt spid="1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39"/>
                                        </p:tgtEl>
                                        <p:attrNameLst>
                                          <p:attrName>style.visibility</p:attrName>
                                        </p:attrNameLst>
                                      </p:cBhvr>
                                      <p:to>
                                        <p:strVal val="visible"/>
                                      </p:to>
                                    </p:set>
                                    <p:anim calcmode="lin" valueType="num">
                                      <p:cBhvr additive="base">
                                        <p:cTn id="81" dur="500" fill="hold"/>
                                        <p:tgtEl>
                                          <p:spTgt spid="39"/>
                                        </p:tgtEl>
                                        <p:attrNameLst>
                                          <p:attrName>ppt_x</p:attrName>
                                        </p:attrNameLst>
                                      </p:cBhvr>
                                      <p:tavLst>
                                        <p:tav tm="0">
                                          <p:val>
                                            <p:strVal val="#ppt_x"/>
                                          </p:val>
                                        </p:tav>
                                        <p:tav tm="100000">
                                          <p:val>
                                            <p:strVal val="#ppt_x"/>
                                          </p:val>
                                        </p:tav>
                                      </p:tavLst>
                                    </p:anim>
                                    <p:anim calcmode="lin" valueType="num">
                                      <p:cBhvr additive="base">
                                        <p:cTn id="82"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2" presetClass="entr" presetSubtype="1" fill="hold" grpId="0" nodeType="clickEffect">
                                  <p:stCondLst>
                                    <p:cond delay="0"/>
                                  </p:stCondLst>
                                  <p:childTnLst>
                                    <p:set>
                                      <p:cBhvr>
                                        <p:cTn id="86" dur="1" fill="hold">
                                          <p:stCondLst>
                                            <p:cond delay="0"/>
                                          </p:stCondLst>
                                        </p:cTn>
                                        <p:tgtEl>
                                          <p:spTgt spid="40"/>
                                        </p:tgtEl>
                                        <p:attrNameLst>
                                          <p:attrName>style.visibility</p:attrName>
                                        </p:attrNameLst>
                                      </p:cBhvr>
                                      <p:to>
                                        <p:strVal val="visible"/>
                                      </p:to>
                                    </p:set>
                                    <p:anim calcmode="lin" valueType="num">
                                      <p:cBhvr additive="base">
                                        <p:cTn id="87" dur="500" fill="hold"/>
                                        <p:tgtEl>
                                          <p:spTgt spid="40"/>
                                        </p:tgtEl>
                                        <p:attrNameLst>
                                          <p:attrName>ppt_x</p:attrName>
                                        </p:attrNameLst>
                                      </p:cBhvr>
                                      <p:tavLst>
                                        <p:tav tm="0">
                                          <p:val>
                                            <p:strVal val="#ppt_x"/>
                                          </p:val>
                                        </p:tav>
                                        <p:tav tm="100000">
                                          <p:val>
                                            <p:strVal val="#ppt_x"/>
                                          </p:val>
                                        </p:tav>
                                      </p:tavLst>
                                    </p:anim>
                                    <p:anim calcmode="lin" valueType="num">
                                      <p:cBhvr additive="base">
                                        <p:cTn id="88" dur="500" fill="hold"/>
                                        <p:tgtEl>
                                          <p:spTgt spid="40"/>
                                        </p:tgtEl>
                                        <p:attrNameLst>
                                          <p:attrName>ppt_y</p:attrName>
                                        </p:attrNameLst>
                                      </p:cBhvr>
                                      <p:tavLst>
                                        <p:tav tm="0">
                                          <p:val>
                                            <p:strVal val="0-#ppt_h/2"/>
                                          </p:val>
                                        </p:tav>
                                        <p:tav tm="100000">
                                          <p:val>
                                            <p:strVal val="#ppt_y"/>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 presetClass="entr" presetSubtype="3" fill="hold" nodeType="clickEffect">
                                  <p:stCondLst>
                                    <p:cond delay="0"/>
                                  </p:stCondLst>
                                  <p:childTnLst>
                                    <p:set>
                                      <p:cBhvr>
                                        <p:cTn id="92" dur="1" fill="hold">
                                          <p:stCondLst>
                                            <p:cond delay="0"/>
                                          </p:stCondLst>
                                        </p:cTn>
                                        <p:tgtEl>
                                          <p:spTgt spid="41"/>
                                        </p:tgtEl>
                                        <p:attrNameLst>
                                          <p:attrName>style.visibility</p:attrName>
                                        </p:attrNameLst>
                                      </p:cBhvr>
                                      <p:to>
                                        <p:strVal val="visible"/>
                                      </p:to>
                                    </p:set>
                                    <p:anim calcmode="lin" valueType="num">
                                      <p:cBhvr additive="base">
                                        <p:cTn id="93" dur="500" fill="hold"/>
                                        <p:tgtEl>
                                          <p:spTgt spid="41"/>
                                        </p:tgtEl>
                                        <p:attrNameLst>
                                          <p:attrName>ppt_x</p:attrName>
                                        </p:attrNameLst>
                                      </p:cBhvr>
                                      <p:tavLst>
                                        <p:tav tm="0">
                                          <p:val>
                                            <p:strVal val="1+#ppt_w/2"/>
                                          </p:val>
                                        </p:tav>
                                        <p:tav tm="100000">
                                          <p:val>
                                            <p:strVal val="#ppt_x"/>
                                          </p:val>
                                        </p:tav>
                                      </p:tavLst>
                                    </p:anim>
                                    <p:anim calcmode="lin" valueType="num">
                                      <p:cBhvr additive="base">
                                        <p:cTn id="94" dur="500" fill="hold"/>
                                        <p:tgtEl>
                                          <p:spTgt spid="41"/>
                                        </p:tgtEl>
                                        <p:attrNameLst>
                                          <p:attrName>ppt_y</p:attrName>
                                        </p:attrNameLst>
                                      </p:cBhvr>
                                      <p:tavLst>
                                        <p:tav tm="0">
                                          <p:val>
                                            <p:strVal val="0-#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8" fill="hold" grpId="0" nodeType="clickEffect" nodePh="1">
                                  <p:stCondLst>
                                    <p:cond delay="0"/>
                                  </p:stCondLst>
                                  <p:endCondLst>
                                    <p:cond evt="begin" delay="0">
                                      <p:tn val="97"/>
                                    </p:cond>
                                  </p:end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00" fill="hold"/>
                                        <p:tgtEl>
                                          <p:spTgt spid="26"/>
                                        </p:tgtEl>
                                        <p:attrNameLst>
                                          <p:attrName>ppt_x</p:attrName>
                                        </p:attrNameLst>
                                      </p:cBhvr>
                                      <p:tavLst>
                                        <p:tav tm="0">
                                          <p:val>
                                            <p:strVal val="0-#ppt_w/2"/>
                                          </p:val>
                                        </p:tav>
                                        <p:tav tm="100000">
                                          <p:val>
                                            <p:strVal val="#ppt_x"/>
                                          </p:val>
                                        </p:tav>
                                      </p:tavLst>
                                    </p:anim>
                                    <p:anim calcmode="lin" valueType="num">
                                      <p:cBhvr additive="base">
                                        <p:cTn id="10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 presetClass="entr" presetSubtype="8" fill="hold" nodeType="clickEffect">
                                  <p:stCondLst>
                                    <p:cond delay="0"/>
                                  </p:stCondLst>
                                  <p:childTnLst>
                                    <p:set>
                                      <p:cBhvr>
                                        <p:cTn id="104" dur="1" fill="hold">
                                          <p:stCondLst>
                                            <p:cond delay="0"/>
                                          </p:stCondLst>
                                        </p:cTn>
                                        <p:tgtEl>
                                          <p:spTgt spid="44"/>
                                        </p:tgtEl>
                                        <p:attrNameLst>
                                          <p:attrName>style.visibility</p:attrName>
                                        </p:attrNameLst>
                                      </p:cBhvr>
                                      <p:to>
                                        <p:strVal val="visible"/>
                                      </p:to>
                                    </p:set>
                                    <p:anim calcmode="lin" valueType="num">
                                      <p:cBhvr additive="base">
                                        <p:cTn id="105" dur="500" fill="hold"/>
                                        <p:tgtEl>
                                          <p:spTgt spid="44"/>
                                        </p:tgtEl>
                                        <p:attrNameLst>
                                          <p:attrName>ppt_x</p:attrName>
                                        </p:attrNameLst>
                                      </p:cBhvr>
                                      <p:tavLst>
                                        <p:tav tm="0">
                                          <p:val>
                                            <p:strVal val="0-#ppt_w/2"/>
                                          </p:val>
                                        </p:tav>
                                        <p:tav tm="100000">
                                          <p:val>
                                            <p:strVal val="#ppt_x"/>
                                          </p:val>
                                        </p:tav>
                                      </p:tavLst>
                                    </p:anim>
                                    <p:anim calcmode="lin" valueType="num">
                                      <p:cBhvr additive="base">
                                        <p:cTn id="106"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2" fill="hold" nodeType="clickEffect">
                                  <p:stCondLst>
                                    <p:cond delay="0"/>
                                  </p:stCondLst>
                                  <p:childTnLst>
                                    <p:set>
                                      <p:cBhvr>
                                        <p:cTn id="110" dur="1" fill="hold">
                                          <p:stCondLst>
                                            <p:cond delay="0"/>
                                          </p:stCondLst>
                                        </p:cTn>
                                        <p:tgtEl>
                                          <p:spTgt spid="36"/>
                                        </p:tgtEl>
                                        <p:attrNameLst>
                                          <p:attrName>style.visibility</p:attrName>
                                        </p:attrNameLst>
                                      </p:cBhvr>
                                      <p:to>
                                        <p:strVal val="visible"/>
                                      </p:to>
                                    </p:set>
                                    <p:anim calcmode="lin" valueType="num">
                                      <p:cBhvr additive="base">
                                        <p:cTn id="111" dur="500" fill="hold"/>
                                        <p:tgtEl>
                                          <p:spTgt spid="36"/>
                                        </p:tgtEl>
                                        <p:attrNameLst>
                                          <p:attrName>ppt_x</p:attrName>
                                        </p:attrNameLst>
                                      </p:cBhvr>
                                      <p:tavLst>
                                        <p:tav tm="0">
                                          <p:val>
                                            <p:strVal val="1+#ppt_w/2"/>
                                          </p:val>
                                        </p:tav>
                                        <p:tav tm="100000">
                                          <p:val>
                                            <p:strVal val="#ppt_x"/>
                                          </p:val>
                                        </p:tav>
                                      </p:tavLst>
                                    </p:anim>
                                    <p:anim calcmode="lin" valueType="num">
                                      <p:cBhvr additive="base">
                                        <p:cTn id="112"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5" grpId="0" animBg="1" autoUpdateAnimBg="0"/>
      <p:bldP spid="6" grpId="0" animBg="1" autoUpdateAnimBg="0"/>
      <p:bldP spid="19" grpId="0" animBg="1" autoUpdateAnimBg="0"/>
      <p:bldP spid="26" grpId="0" autoUpdateAnimBg="0"/>
      <p:bldP spid="39" grpId="0" animBg="1"/>
      <p:bldP spid="4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dirty="0">
                <a:solidFill>
                  <a:schemeClr val="tx1">
                    <a:lumMod val="65000"/>
                    <a:lumOff val="35000"/>
                  </a:schemeClr>
                </a:solidFill>
                <a:effectLst>
                  <a:outerShdw blurRad="63500" algn="ctr" rotWithShape="0">
                    <a:prstClr val="black">
                      <a:alpha val="14000"/>
                    </a:prstClr>
                  </a:outerShdw>
                </a:effectLst>
              </a:rPr>
              <a:t>SOA Approach</a:t>
            </a:r>
          </a:p>
        </p:txBody>
      </p:sp>
      <p:sp>
        <p:nvSpPr>
          <p:cNvPr id="9219" name="Content Placeholder 2"/>
          <p:cNvSpPr>
            <a:spLocks noGrp="1"/>
          </p:cNvSpPr>
          <p:nvPr>
            <p:ph idx="1"/>
          </p:nvPr>
        </p:nvSpPr>
        <p:spPr/>
        <p:txBody>
          <a:bodyPr/>
          <a:lstStyle/>
          <a:p>
            <a:endParaRPr lang="en-US" altLang="en-US" smtClean="0"/>
          </a:p>
        </p:txBody>
      </p:sp>
      <p:pic>
        <p:nvPicPr>
          <p:cNvPr id="9220" name="Content Placeholder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3973513"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3354388"/>
            <a:ext cx="411480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396689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dirty="0">
                <a:solidFill>
                  <a:schemeClr val="tx1">
                    <a:lumMod val="65000"/>
                    <a:lumOff val="35000"/>
                  </a:schemeClr>
                </a:solidFill>
                <a:effectLst>
                  <a:outerShdw blurRad="63500" algn="ctr" rotWithShape="0">
                    <a:prstClr val="black">
                      <a:alpha val="14000"/>
                    </a:prstClr>
                  </a:outerShdw>
                </a:effectLst>
              </a:rPr>
              <a:t>SOA Approach</a:t>
            </a:r>
            <a:endParaRPr lang="en-US" dirty="0"/>
          </a:p>
        </p:txBody>
      </p:sp>
      <p:sp>
        <p:nvSpPr>
          <p:cNvPr id="4" name="Rounded Rectangle 3"/>
          <p:cNvSpPr/>
          <p:nvPr/>
        </p:nvSpPr>
        <p:spPr>
          <a:xfrm>
            <a:off x="1295400" y="4648200"/>
            <a:ext cx="5257800" cy="914400"/>
          </a:xfrm>
          <a:prstGeom prst="roundRect">
            <a:avLst/>
          </a:prstGeom>
          <a:solidFill>
            <a:schemeClr val="accent1">
              <a:alpha val="1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ounded Rectangle 4"/>
          <p:cNvSpPr/>
          <p:nvPr/>
        </p:nvSpPr>
        <p:spPr>
          <a:xfrm>
            <a:off x="2514600" y="2438400"/>
            <a:ext cx="1066800" cy="685800"/>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Service 1</a:t>
            </a:r>
          </a:p>
        </p:txBody>
      </p:sp>
      <p:sp>
        <p:nvSpPr>
          <p:cNvPr id="6" name="Rounded Rectangle 5"/>
          <p:cNvSpPr/>
          <p:nvPr/>
        </p:nvSpPr>
        <p:spPr>
          <a:xfrm>
            <a:off x="3581400" y="2438400"/>
            <a:ext cx="1066800" cy="685800"/>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Service 2</a:t>
            </a:r>
          </a:p>
        </p:txBody>
      </p:sp>
      <p:sp>
        <p:nvSpPr>
          <p:cNvPr id="7" name="Rounded Rectangle 6"/>
          <p:cNvSpPr/>
          <p:nvPr/>
        </p:nvSpPr>
        <p:spPr>
          <a:xfrm>
            <a:off x="4648200" y="2438400"/>
            <a:ext cx="1066800" cy="685800"/>
          </a:xfrm>
          <a:prstGeom prst="roundRect">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Service N</a:t>
            </a:r>
          </a:p>
        </p:txBody>
      </p:sp>
      <p:sp>
        <p:nvSpPr>
          <p:cNvPr id="8" name="Rounded Rectangle 7"/>
          <p:cNvSpPr/>
          <p:nvPr/>
        </p:nvSpPr>
        <p:spPr>
          <a:xfrm>
            <a:off x="5867400" y="2438400"/>
            <a:ext cx="1066800" cy="685800"/>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Auth</a:t>
            </a:r>
          </a:p>
          <a:p>
            <a:pPr algn="ctr" eaLnBrk="1" fontAlgn="auto" hangingPunct="1">
              <a:spcBef>
                <a:spcPts val="0"/>
              </a:spcBef>
              <a:spcAft>
                <a:spcPts val="0"/>
              </a:spcAft>
              <a:defRPr/>
            </a:pPr>
            <a:r>
              <a:rPr lang="en-US" b="1" dirty="0">
                <a:solidFill>
                  <a:schemeClr val="tx1"/>
                </a:solidFill>
              </a:rPr>
              <a:t>Service</a:t>
            </a:r>
          </a:p>
        </p:txBody>
      </p:sp>
      <p:sp>
        <p:nvSpPr>
          <p:cNvPr id="9" name="Rounded Rectangle 8"/>
          <p:cNvSpPr/>
          <p:nvPr/>
        </p:nvSpPr>
        <p:spPr>
          <a:xfrm>
            <a:off x="1447800" y="3124200"/>
            <a:ext cx="7543800" cy="609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t>Service Exposure</a:t>
            </a:r>
          </a:p>
        </p:txBody>
      </p:sp>
      <p:sp>
        <p:nvSpPr>
          <p:cNvPr id="10" name="Rounded Rectangle 9"/>
          <p:cNvSpPr/>
          <p:nvPr/>
        </p:nvSpPr>
        <p:spPr>
          <a:xfrm>
            <a:off x="381000" y="2438400"/>
            <a:ext cx="10668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t>Service </a:t>
            </a:r>
          </a:p>
          <a:p>
            <a:pPr algn="ctr" eaLnBrk="1" fontAlgn="auto" hangingPunct="1">
              <a:spcBef>
                <a:spcPts val="0"/>
              </a:spcBef>
              <a:spcAft>
                <a:spcPts val="0"/>
              </a:spcAft>
              <a:defRPr/>
            </a:pPr>
            <a:r>
              <a:rPr lang="en-US" dirty="0"/>
              <a:t>Registry</a:t>
            </a:r>
          </a:p>
          <a:p>
            <a:pPr algn="ctr" eaLnBrk="1" fontAlgn="auto" hangingPunct="1">
              <a:spcBef>
                <a:spcPts val="0"/>
              </a:spcBef>
              <a:spcAft>
                <a:spcPts val="0"/>
              </a:spcAft>
              <a:defRPr/>
            </a:pPr>
            <a:r>
              <a:rPr lang="en-US" dirty="0"/>
              <a:t>(UDDI)</a:t>
            </a:r>
          </a:p>
        </p:txBody>
      </p:sp>
      <p:sp>
        <p:nvSpPr>
          <p:cNvPr id="11" name="Rounded Rectangle 10"/>
          <p:cNvSpPr/>
          <p:nvPr/>
        </p:nvSpPr>
        <p:spPr>
          <a:xfrm>
            <a:off x="7086600" y="2438400"/>
            <a:ext cx="1066800" cy="68580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Trans.</a:t>
            </a:r>
          </a:p>
          <a:p>
            <a:pPr algn="ctr" eaLnBrk="1" fontAlgn="auto" hangingPunct="1">
              <a:spcBef>
                <a:spcPts val="0"/>
              </a:spcBef>
              <a:spcAft>
                <a:spcPts val="0"/>
              </a:spcAft>
              <a:defRPr/>
            </a:pPr>
            <a:r>
              <a:rPr lang="en-US" b="1" dirty="0">
                <a:solidFill>
                  <a:schemeClr val="tx1"/>
                </a:solidFill>
              </a:rPr>
              <a:t>Engine</a:t>
            </a:r>
          </a:p>
        </p:txBody>
      </p:sp>
      <p:sp>
        <p:nvSpPr>
          <p:cNvPr id="12" name="Oval 11"/>
          <p:cNvSpPr/>
          <p:nvPr/>
        </p:nvSpPr>
        <p:spPr>
          <a:xfrm>
            <a:off x="2286000" y="4876800"/>
            <a:ext cx="533400" cy="533400"/>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3" name="Oval 12"/>
          <p:cNvSpPr/>
          <p:nvPr/>
        </p:nvSpPr>
        <p:spPr>
          <a:xfrm>
            <a:off x="2971800" y="4876800"/>
            <a:ext cx="533400" cy="533400"/>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4" name="Oval 13"/>
          <p:cNvSpPr/>
          <p:nvPr/>
        </p:nvSpPr>
        <p:spPr>
          <a:xfrm>
            <a:off x="3657600" y="4876800"/>
            <a:ext cx="533400" cy="533400"/>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5" name="Oval 14"/>
          <p:cNvSpPr/>
          <p:nvPr/>
        </p:nvSpPr>
        <p:spPr>
          <a:xfrm>
            <a:off x="4343400" y="4876800"/>
            <a:ext cx="533400" cy="53340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6" name="Oval 15"/>
          <p:cNvSpPr/>
          <p:nvPr/>
        </p:nvSpPr>
        <p:spPr>
          <a:xfrm>
            <a:off x="5029200" y="4876800"/>
            <a:ext cx="533400" cy="533400"/>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7" name="Oval 16"/>
          <p:cNvSpPr/>
          <p:nvPr/>
        </p:nvSpPr>
        <p:spPr>
          <a:xfrm>
            <a:off x="5257800" y="4876800"/>
            <a:ext cx="533400" cy="533400"/>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8" name="Oval 17"/>
          <p:cNvSpPr/>
          <p:nvPr/>
        </p:nvSpPr>
        <p:spPr>
          <a:xfrm>
            <a:off x="5562600" y="4876800"/>
            <a:ext cx="533400" cy="533400"/>
          </a:xfrm>
          <a:prstGeom prst="ellipse">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sp>
        <p:nvSpPr>
          <p:cNvPr id="19" name="Rounded Rectangle 18"/>
          <p:cNvSpPr/>
          <p:nvPr/>
        </p:nvSpPr>
        <p:spPr>
          <a:xfrm>
            <a:off x="1447800" y="2438400"/>
            <a:ext cx="1066800" cy="685800"/>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b="1" dirty="0">
                <a:solidFill>
                  <a:schemeClr val="tx1"/>
                </a:solidFill>
              </a:rPr>
              <a:t>CRM</a:t>
            </a:r>
          </a:p>
          <a:p>
            <a:pPr algn="ctr" eaLnBrk="1" fontAlgn="auto" hangingPunct="1">
              <a:spcBef>
                <a:spcPts val="0"/>
              </a:spcBef>
              <a:spcAft>
                <a:spcPts val="0"/>
              </a:spcAft>
              <a:defRPr/>
            </a:pPr>
            <a:r>
              <a:rPr lang="en-US" b="1" dirty="0">
                <a:solidFill>
                  <a:schemeClr val="tx1"/>
                </a:solidFill>
              </a:rPr>
              <a:t>Profile</a:t>
            </a:r>
          </a:p>
        </p:txBody>
      </p:sp>
      <p:sp>
        <p:nvSpPr>
          <p:cNvPr id="20" name="Oval 19"/>
          <p:cNvSpPr/>
          <p:nvPr/>
        </p:nvSpPr>
        <p:spPr>
          <a:xfrm>
            <a:off x="1600200" y="4876800"/>
            <a:ext cx="533400" cy="533400"/>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1" dirty="0">
              <a:solidFill>
                <a:schemeClr val="tx1"/>
              </a:solidFill>
            </a:endParaRPr>
          </a:p>
        </p:txBody>
      </p:sp>
      <p:cxnSp>
        <p:nvCxnSpPr>
          <p:cNvPr id="21" name="Straight Arrow Connector 20"/>
          <p:cNvCxnSpPr>
            <a:stCxn id="20" idx="0"/>
          </p:cNvCxnSpPr>
          <p:nvPr/>
        </p:nvCxnSpPr>
        <p:spPr>
          <a:xfrm rot="5400000" flipH="1" flipV="1">
            <a:off x="933450" y="3905250"/>
            <a:ext cx="1905000" cy="381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rot="5400000" flipH="1" flipV="1">
            <a:off x="1676400" y="3810000"/>
            <a:ext cx="19812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rot="5400000" flipH="1" flipV="1">
            <a:off x="2628900" y="3543300"/>
            <a:ext cx="2057400" cy="7620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Straight Arrow Connector 23"/>
          <p:cNvCxnSpPr/>
          <p:nvPr/>
        </p:nvCxnSpPr>
        <p:spPr>
          <a:xfrm rot="5400000" flipH="1" flipV="1">
            <a:off x="3962400" y="2819400"/>
            <a:ext cx="2057400" cy="2057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5" name="Straight Arrow Connector 24"/>
          <p:cNvCxnSpPr/>
          <p:nvPr/>
        </p:nvCxnSpPr>
        <p:spPr>
          <a:xfrm flipV="1">
            <a:off x="4648200" y="2971800"/>
            <a:ext cx="2667000" cy="2057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6" name="Straight Arrow Connector 25"/>
          <p:cNvCxnSpPr/>
          <p:nvPr/>
        </p:nvCxnSpPr>
        <p:spPr>
          <a:xfrm rot="5400000" flipH="1" flipV="1">
            <a:off x="4876800" y="3657600"/>
            <a:ext cx="1905000" cy="5334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7" name="TextBox 33"/>
          <p:cNvSpPr txBox="1">
            <a:spLocks noChangeArrowheads="1"/>
          </p:cNvSpPr>
          <p:nvPr/>
        </p:nvSpPr>
        <p:spPr bwMode="auto">
          <a:xfrm>
            <a:off x="1219200" y="5562600"/>
            <a:ext cx="6553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fontAlgn="auto" hangingPunct="1">
              <a:spcBef>
                <a:spcPts val="0"/>
              </a:spcBef>
              <a:spcAft>
                <a:spcPts val="0"/>
              </a:spcAft>
              <a:defRPr/>
            </a:pPr>
            <a:r>
              <a:rPr lang="en-US" altLang="en-US" dirty="0" smtClean="0">
                <a:latin typeface="+mn-lt"/>
              </a:rPr>
              <a:t>Set of Atomic Services</a:t>
            </a:r>
            <a:endParaRPr lang="en-US" altLang="en-US" dirty="0">
              <a:latin typeface="+mn-lt"/>
            </a:endParaRPr>
          </a:p>
        </p:txBody>
      </p:sp>
    </p:spTree>
    <p:extLst>
      <p:ext uri="{BB962C8B-B14F-4D97-AF65-F5344CB8AC3E}">
        <p14:creationId xmlns:p14="http://schemas.microsoft.com/office/powerpoint/2010/main" val="26358201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rtlCol="0">
            <a:normAutofit/>
          </a:bodyPr>
          <a:lstStyle/>
          <a:p>
            <a:pPr fontAlgn="auto">
              <a:spcAft>
                <a:spcPts val="0"/>
              </a:spcAft>
              <a:defRPr/>
            </a:pPr>
            <a:r>
              <a:rPr lang="en-US" altLang="en-US" b="1" dirty="0">
                <a:solidFill>
                  <a:schemeClr val="tx1">
                    <a:lumMod val="65000"/>
                    <a:lumOff val="35000"/>
                  </a:schemeClr>
                </a:solidFill>
                <a:effectLst>
                  <a:outerShdw blurRad="63500" algn="ctr" rotWithShape="0">
                    <a:prstClr val="black">
                      <a:alpha val="14000"/>
                    </a:prstClr>
                  </a:outerShdw>
                </a:effectLst>
              </a:rPr>
              <a:t>Service-Oriented Architecture 1(2)</a:t>
            </a:r>
            <a:endParaRPr lang="en-US"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152400" y="990600"/>
            <a:ext cx="8991600" cy="4191000"/>
          </a:xfrm>
        </p:spPr>
        <p:txBody>
          <a:bodyPr rtlCol="0">
            <a:noAutofit/>
          </a:bodyPr>
          <a:lstStyle/>
          <a:p>
            <a:pPr fontAlgn="auto">
              <a:spcAft>
                <a:spcPts val="0"/>
              </a:spcAft>
              <a:defRPr/>
            </a:pPr>
            <a:r>
              <a:rPr lang="en-US" sz="2400" dirty="0">
                <a:latin typeface="+mj-lt"/>
              </a:rPr>
              <a:t>A </a:t>
            </a:r>
            <a:r>
              <a:rPr lang="en-US" sz="2400" dirty="0" smtClean="0">
                <a:latin typeface="+mj-lt"/>
              </a:rPr>
              <a:t>SOA </a:t>
            </a:r>
            <a:r>
              <a:rPr lang="en-US" sz="2400" dirty="0">
                <a:latin typeface="+mj-lt"/>
              </a:rPr>
              <a:t>is a group of </a:t>
            </a:r>
            <a:r>
              <a:rPr lang="en-US" sz="3600" dirty="0">
                <a:solidFill>
                  <a:srgbClr val="1D04DA"/>
                </a:solidFill>
                <a:latin typeface="+mj-lt"/>
              </a:rPr>
              <a:t>services</a:t>
            </a:r>
            <a:r>
              <a:rPr lang="en-US" sz="2400" dirty="0">
                <a:latin typeface="+mj-lt"/>
              </a:rPr>
              <a:t> that communicate with each other</a:t>
            </a:r>
            <a:r>
              <a:rPr lang="en-US" sz="2400" dirty="0" smtClean="0">
                <a:latin typeface="+mj-lt"/>
              </a:rPr>
              <a:t>.</a:t>
            </a:r>
          </a:p>
          <a:p>
            <a:pPr fontAlgn="auto">
              <a:spcAft>
                <a:spcPts val="0"/>
              </a:spcAft>
              <a:defRPr/>
            </a:pPr>
            <a:r>
              <a:rPr lang="en-US" sz="2400" dirty="0" smtClean="0">
                <a:latin typeface="+mj-lt"/>
              </a:rPr>
              <a:t>SOA </a:t>
            </a:r>
            <a:r>
              <a:rPr lang="en-US" sz="2400" dirty="0">
                <a:latin typeface="+mj-lt"/>
              </a:rPr>
              <a:t>provides methods for systems development and integration where systems package functionality as </a:t>
            </a:r>
            <a:r>
              <a:rPr lang="en-US" sz="3600" dirty="0">
                <a:solidFill>
                  <a:srgbClr val="1D04DA"/>
                </a:solidFill>
                <a:latin typeface="+mj-lt"/>
              </a:rPr>
              <a:t>interoperable</a:t>
            </a:r>
            <a:r>
              <a:rPr lang="en-US" sz="2400" dirty="0">
                <a:latin typeface="+mj-lt"/>
              </a:rPr>
              <a:t> services</a:t>
            </a:r>
            <a:r>
              <a:rPr lang="en-US" sz="2400" dirty="0" smtClean="0">
                <a:latin typeface="+mj-lt"/>
              </a:rPr>
              <a:t>.</a:t>
            </a:r>
          </a:p>
          <a:p>
            <a:pPr fontAlgn="auto">
              <a:spcAft>
                <a:spcPts val="0"/>
              </a:spcAft>
              <a:defRPr/>
            </a:pPr>
            <a:r>
              <a:rPr lang="en-US" sz="2400" dirty="0" smtClean="0">
                <a:latin typeface="+mj-lt"/>
              </a:rPr>
              <a:t>SOA </a:t>
            </a:r>
            <a:r>
              <a:rPr lang="en-US" sz="2400" dirty="0">
                <a:latin typeface="+mj-lt"/>
              </a:rPr>
              <a:t>separates functions into distinct units, or services, which developers make accessible over a network in order that users can </a:t>
            </a:r>
            <a:r>
              <a:rPr lang="en-US" sz="3600" dirty="0">
                <a:solidFill>
                  <a:srgbClr val="1D04DA"/>
                </a:solidFill>
                <a:latin typeface="+mj-lt"/>
              </a:rPr>
              <a:t>combine and reuse </a:t>
            </a:r>
            <a:r>
              <a:rPr lang="en-US" sz="2400" dirty="0">
                <a:latin typeface="+mj-lt"/>
              </a:rPr>
              <a:t>them in the production of applications</a:t>
            </a:r>
            <a:r>
              <a:rPr lang="en-US" sz="2400" dirty="0" smtClean="0">
                <a:latin typeface="+mj-lt"/>
              </a:rPr>
              <a:t>.</a:t>
            </a:r>
            <a:endParaRPr lang="en-US" sz="2400" dirty="0">
              <a:latin typeface="+mj-lt"/>
            </a:endParaRPr>
          </a:p>
          <a:p>
            <a:pPr fontAlgn="auto">
              <a:spcAft>
                <a:spcPts val="0"/>
              </a:spcAft>
              <a:defRPr/>
            </a:pPr>
            <a:r>
              <a:rPr lang="en-US" sz="2400" dirty="0" smtClean="0">
                <a:latin typeface="+mj-lt"/>
              </a:rPr>
              <a:t>SOA </a:t>
            </a:r>
            <a:r>
              <a:rPr lang="en-US" sz="2400" dirty="0">
                <a:latin typeface="+mj-lt"/>
              </a:rPr>
              <a:t>builds applications out of software services. Services comprise </a:t>
            </a:r>
            <a:r>
              <a:rPr lang="en-US" sz="3600" dirty="0">
                <a:solidFill>
                  <a:srgbClr val="1D04DA"/>
                </a:solidFill>
                <a:latin typeface="+mj-lt"/>
              </a:rPr>
              <a:t>intrinsically unassociated, loosely coupled units </a:t>
            </a:r>
            <a:r>
              <a:rPr lang="en-US" sz="2400" dirty="0">
                <a:latin typeface="+mj-lt"/>
              </a:rPr>
              <a:t>of functionality that have no calls to each other embedded in them.</a:t>
            </a:r>
          </a:p>
          <a:p>
            <a:pPr fontAlgn="auto">
              <a:spcAft>
                <a:spcPts val="0"/>
              </a:spcAft>
              <a:defRPr/>
            </a:pPr>
            <a:endParaRPr lang="en-US" sz="2400" dirty="0">
              <a:latin typeface="+mj-lt"/>
            </a:endParaRPr>
          </a:p>
        </p:txBody>
      </p:sp>
    </p:spTree>
    <p:extLst>
      <p:ext uri="{BB962C8B-B14F-4D97-AF65-F5344CB8AC3E}">
        <p14:creationId xmlns:p14="http://schemas.microsoft.com/office/powerpoint/2010/main" val="27334237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827" y="381000"/>
            <a:ext cx="8229600" cy="1143000"/>
          </a:xfrm>
        </p:spPr>
        <p:txBody>
          <a:bodyPr rtlCol="0">
            <a:normAutofit/>
          </a:bodyPr>
          <a:lstStyle/>
          <a:p>
            <a:pPr fontAlgn="auto">
              <a:spcAft>
                <a:spcPts val="0"/>
              </a:spcAft>
              <a:defRPr/>
            </a:pPr>
            <a:r>
              <a:rPr lang="en-US" altLang="en-US" b="1" dirty="0">
                <a:solidFill>
                  <a:schemeClr val="tx1">
                    <a:lumMod val="65000"/>
                    <a:lumOff val="35000"/>
                  </a:schemeClr>
                </a:solidFill>
                <a:effectLst>
                  <a:outerShdw blurRad="63500" algn="ctr" rotWithShape="0">
                    <a:prstClr val="black">
                      <a:alpha val="14000"/>
                    </a:prstClr>
                  </a:outerShdw>
                </a:effectLst>
              </a:rPr>
              <a:t>Service-Oriented Architecture 1(2)</a:t>
            </a:r>
            <a:endParaRPr lang="en-US" b="1" dirty="0">
              <a:solidFill>
                <a:schemeClr val="tx1">
                  <a:lumMod val="65000"/>
                  <a:lumOff val="35000"/>
                </a:schemeClr>
              </a:solidFill>
              <a:effectLst>
                <a:outerShdw blurRad="63500" algn="ctr" rotWithShape="0">
                  <a:prstClr val="black">
                    <a:alpha val="14000"/>
                  </a:prstClr>
                </a:outerShdw>
              </a:effectLst>
            </a:endParaRPr>
          </a:p>
        </p:txBody>
      </p:sp>
      <p:sp>
        <p:nvSpPr>
          <p:cNvPr id="12291" name="Content Placeholder 2"/>
          <p:cNvSpPr>
            <a:spLocks noGrp="1"/>
          </p:cNvSpPr>
          <p:nvPr>
            <p:ph idx="1"/>
          </p:nvPr>
        </p:nvSpPr>
        <p:spPr>
          <a:xfrm>
            <a:off x="457200" y="1371600"/>
            <a:ext cx="8458200" cy="5181600"/>
          </a:xfrm>
        </p:spPr>
        <p:txBody>
          <a:bodyPr>
            <a:noAutofit/>
          </a:bodyPr>
          <a:lstStyle/>
          <a:p>
            <a:pPr algn="just"/>
            <a:r>
              <a:rPr lang="en-US" altLang="en-US" dirty="0" smtClean="0"/>
              <a:t>Underlying and enabling all of this requires metadata in sufficient detail to describe not only the </a:t>
            </a:r>
            <a:r>
              <a:rPr lang="en-US" altLang="en-US" sz="4400" dirty="0" smtClean="0">
                <a:solidFill>
                  <a:srgbClr val="1D04DA"/>
                </a:solidFill>
              </a:rPr>
              <a:t>characteristics of these services</a:t>
            </a:r>
            <a:r>
              <a:rPr lang="en-US" altLang="en-US" dirty="0" smtClean="0"/>
              <a:t>, but also the </a:t>
            </a:r>
            <a:r>
              <a:rPr lang="en-US" altLang="en-US" sz="4400" dirty="0" smtClean="0">
                <a:solidFill>
                  <a:srgbClr val="1D04DA"/>
                </a:solidFill>
              </a:rPr>
              <a:t>data</a:t>
            </a:r>
            <a:r>
              <a:rPr lang="en-US" altLang="en-US" dirty="0" smtClean="0"/>
              <a:t> that drives them. </a:t>
            </a:r>
          </a:p>
          <a:p>
            <a:pPr algn="just"/>
            <a:r>
              <a:rPr lang="en-US" altLang="en-US" dirty="0" smtClean="0"/>
              <a:t>Programmers have made extensive use of XML in SOA to structure data that they wrap. </a:t>
            </a:r>
          </a:p>
          <a:p>
            <a:pPr algn="just"/>
            <a:r>
              <a:rPr lang="en-US" altLang="en-US" dirty="0" smtClean="0"/>
              <a:t>WSDL typically describe the services themselves</a:t>
            </a:r>
          </a:p>
          <a:p>
            <a:pPr algn="just"/>
            <a:r>
              <a:rPr lang="en-US" altLang="en-US" dirty="0" smtClean="0"/>
              <a:t>SOAP describes the communication protocols.</a:t>
            </a:r>
          </a:p>
          <a:p>
            <a:endParaRPr lang="en-US" altLang="en-US" sz="4800" dirty="0" smtClean="0"/>
          </a:p>
        </p:txBody>
      </p:sp>
    </p:spTree>
    <p:extLst>
      <p:ext uri="{BB962C8B-B14F-4D97-AF65-F5344CB8AC3E}">
        <p14:creationId xmlns:p14="http://schemas.microsoft.com/office/powerpoint/2010/main" val="19849134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just" fontAlgn="auto">
              <a:spcAft>
                <a:spcPts val="0"/>
              </a:spcAft>
              <a:defRPr/>
            </a:pPr>
            <a:r>
              <a:rPr lang="en-US" altLang="en-US" sz="4000" b="1" dirty="0">
                <a:solidFill>
                  <a:schemeClr val="tx1">
                    <a:lumMod val="65000"/>
                    <a:lumOff val="35000"/>
                  </a:schemeClr>
                </a:solidFill>
                <a:effectLst>
                  <a:outerShdw blurRad="63500" algn="ctr" rotWithShape="0">
                    <a:prstClr val="black">
                      <a:alpha val="14000"/>
                    </a:prstClr>
                  </a:outerShdw>
                </a:effectLst>
              </a:rPr>
              <a:t>Importance of Service-Oriented Architecture</a:t>
            </a:r>
            <a:endParaRPr lang="en-US" sz="4000"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rtlCol="0">
            <a:noAutofit/>
          </a:bodyPr>
          <a:lstStyle/>
          <a:p>
            <a:pPr algn="just" fontAlgn="auto">
              <a:lnSpc>
                <a:spcPct val="90000"/>
              </a:lnSpc>
              <a:spcAft>
                <a:spcPts val="0"/>
              </a:spcAft>
              <a:defRPr/>
            </a:pPr>
            <a:endParaRPr lang="en-US" altLang="en-US" sz="2800" dirty="0" smtClean="0"/>
          </a:p>
          <a:p>
            <a:pPr algn="just" fontAlgn="auto">
              <a:lnSpc>
                <a:spcPct val="90000"/>
              </a:lnSpc>
              <a:spcAft>
                <a:spcPts val="0"/>
              </a:spcAft>
              <a:defRPr/>
            </a:pPr>
            <a:r>
              <a:rPr lang="en-US" altLang="en-US" sz="2800" dirty="0" smtClean="0"/>
              <a:t>Web </a:t>
            </a:r>
            <a:r>
              <a:rPr lang="en-US" altLang="en-US" sz="2800" dirty="0"/>
              <a:t>services technology has now advanced so that functionalities available in ERPs and various other systems can easily be published into intranets and internet for remote execution using SOAP, WSDL and UDDI.</a:t>
            </a:r>
          </a:p>
          <a:p>
            <a:pPr algn="just" fontAlgn="auto">
              <a:lnSpc>
                <a:spcPct val="90000"/>
              </a:lnSpc>
              <a:spcAft>
                <a:spcPts val="0"/>
              </a:spcAft>
              <a:defRPr/>
            </a:pPr>
            <a:r>
              <a:rPr lang="en-US" altLang="en-US" sz="2800" dirty="0" smtClean="0"/>
              <a:t>SOA</a:t>
            </a:r>
            <a:r>
              <a:rPr lang="en-US" altLang="en-US" sz="2800" dirty="0"/>
              <a:t>, now brings web services implemented using BPM tools.</a:t>
            </a:r>
          </a:p>
          <a:p>
            <a:pPr algn="just" fontAlgn="auto">
              <a:lnSpc>
                <a:spcPct val="90000"/>
              </a:lnSpc>
              <a:spcAft>
                <a:spcPts val="0"/>
              </a:spcAft>
              <a:defRPr/>
            </a:pPr>
            <a:r>
              <a:rPr lang="en-US" altLang="en-US" sz="2800" dirty="0" smtClean="0"/>
              <a:t>It </a:t>
            </a:r>
            <a:r>
              <a:rPr lang="en-US" altLang="en-US" sz="2800" dirty="0"/>
              <a:t>makes it possible to automate invocation of web services according to business rules.</a:t>
            </a:r>
          </a:p>
          <a:p>
            <a:pPr fontAlgn="auto">
              <a:spcAft>
                <a:spcPts val="0"/>
              </a:spcAft>
              <a:defRPr/>
            </a:pPr>
            <a:endParaRPr lang="en-US" sz="4000" dirty="0"/>
          </a:p>
        </p:txBody>
      </p:sp>
    </p:spTree>
    <p:extLst>
      <p:ext uri="{BB962C8B-B14F-4D97-AF65-F5344CB8AC3E}">
        <p14:creationId xmlns:p14="http://schemas.microsoft.com/office/powerpoint/2010/main" val="62787495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4810"/>
            <a:ext cx="8229600" cy="1143000"/>
          </a:xfrm>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Traditional Systems Development vs. SOA</a:t>
            </a:r>
            <a:endParaRPr lang="en-US" sz="3600" b="1" dirty="0">
              <a:solidFill>
                <a:schemeClr val="tx1">
                  <a:lumMod val="65000"/>
                  <a:lumOff val="35000"/>
                </a:schemeClr>
              </a:solidFill>
              <a:effectLst>
                <a:outerShdw blurRad="63500" algn="ctr" rotWithShape="0">
                  <a:prstClr val="black">
                    <a:alpha val="14000"/>
                  </a:prstClr>
                </a:outerShdw>
              </a:effectLst>
            </a:endParaRPr>
          </a:p>
        </p:txBody>
      </p:sp>
      <p:sp>
        <p:nvSpPr>
          <p:cNvPr id="14339" name="Content Placeholder 2"/>
          <p:cNvSpPr>
            <a:spLocks noGrp="1"/>
          </p:cNvSpPr>
          <p:nvPr>
            <p:ph idx="1"/>
          </p:nvPr>
        </p:nvSpPr>
        <p:spPr>
          <a:xfrm>
            <a:off x="190500" y="1524000"/>
            <a:ext cx="8763000" cy="4221163"/>
          </a:xfrm>
        </p:spPr>
        <p:txBody>
          <a:bodyPr>
            <a:noAutofit/>
          </a:bodyPr>
          <a:lstStyle/>
          <a:p>
            <a:pPr algn="just"/>
            <a:r>
              <a:rPr lang="en-US" altLang="en-US" sz="2800" dirty="0" smtClean="0">
                <a:solidFill>
                  <a:srgbClr val="000000"/>
                </a:solidFill>
              </a:rPr>
              <a:t>Traditional systems development focused on creating, workflow diagrams, systems flowcharts, process models and then coded in a programming language by hand, manually tested and deployed.</a:t>
            </a:r>
          </a:p>
          <a:p>
            <a:pPr algn="just"/>
            <a:r>
              <a:rPr lang="en-US" altLang="en-US" sz="2800" dirty="0" smtClean="0">
                <a:solidFill>
                  <a:srgbClr val="000000"/>
                </a:solidFill>
              </a:rPr>
              <a:t>SOA with BPM tools eliminates manual coding and testing. Diagrams are created and then tested for correctness using simulation methods. Verified diagrams are then used to automatically generate XML based BPM language code.</a:t>
            </a:r>
          </a:p>
          <a:p>
            <a:pPr algn="just"/>
            <a:r>
              <a:rPr lang="en-US" altLang="en-US" sz="2800" dirty="0" smtClean="0">
                <a:solidFill>
                  <a:srgbClr val="000000"/>
                </a:solidFill>
              </a:rPr>
              <a:t>The SOA approach with BPM tools make it very easy to change logic and rules.</a:t>
            </a:r>
          </a:p>
          <a:p>
            <a:endParaRPr lang="en-US" altLang="en-US" sz="4400" dirty="0" smtClean="0"/>
          </a:p>
        </p:txBody>
      </p:sp>
    </p:spTree>
    <p:extLst>
      <p:ext uri="{BB962C8B-B14F-4D97-AF65-F5344CB8AC3E}">
        <p14:creationId xmlns:p14="http://schemas.microsoft.com/office/powerpoint/2010/main" val="1220156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dirty="0">
                <a:solidFill>
                  <a:schemeClr val="tx1">
                    <a:lumMod val="65000"/>
                    <a:lumOff val="35000"/>
                  </a:schemeClr>
                </a:solidFill>
                <a:effectLst>
                  <a:outerShdw blurRad="63500" algn="ctr" rotWithShape="0">
                    <a:prstClr val="black">
                      <a:alpha val="14000"/>
                    </a:prstClr>
                  </a:outerShdw>
                </a:effectLst>
              </a:rPr>
              <a:t>Traditional Systems Development vs. SOA</a:t>
            </a:r>
            <a:endParaRPr lang="en-US" sz="3600" dirty="0">
              <a:solidFill>
                <a:schemeClr val="tx1">
                  <a:lumMod val="65000"/>
                  <a:lumOff val="35000"/>
                </a:schemeClr>
              </a:solidFill>
              <a:effectLst>
                <a:outerShdw blurRad="63500" algn="ctr" rotWithShape="0">
                  <a:prstClr val="black">
                    <a:alpha val="14000"/>
                  </a:prstClr>
                </a:outerShdw>
              </a:effectLst>
            </a:endParaRPr>
          </a:p>
        </p:txBody>
      </p:sp>
      <p:pic>
        <p:nvPicPr>
          <p:cNvPr id="15363" name="Picture 4" descr="3tier_to_so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57338"/>
            <a:ext cx="8229600" cy="53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65427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Service Orchestration vs. Service Choreography</a:t>
            </a:r>
            <a:endParaRPr lang="en-US" sz="3600"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457200" y="1600200"/>
            <a:ext cx="5391150" cy="5257800"/>
          </a:xfrm>
        </p:spPr>
        <p:txBody>
          <a:bodyPr rtlCol="0">
            <a:normAutofit fontScale="70000" lnSpcReduction="20000"/>
          </a:bodyPr>
          <a:lstStyle/>
          <a:p>
            <a:pPr fontAlgn="auto">
              <a:spcAft>
                <a:spcPts val="0"/>
              </a:spcAft>
              <a:defRPr/>
            </a:pPr>
            <a:endParaRPr lang="en-US" altLang="en-US" dirty="0" smtClean="0"/>
          </a:p>
          <a:p>
            <a:pPr fontAlgn="auto">
              <a:spcAft>
                <a:spcPts val="0"/>
              </a:spcAft>
              <a:defRPr/>
            </a:pPr>
            <a:r>
              <a:rPr lang="en-US" altLang="en-US" dirty="0" smtClean="0"/>
              <a:t>Orchestration </a:t>
            </a:r>
            <a:endParaRPr lang="en-US" altLang="en-US" dirty="0"/>
          </a:p>
          <a:p>
            <a:pPr lvl="1" algn="just" fontAlgn="auto">
              <a:spcAft>
                <a:spcPts val="0"/>
              </a:spcAft>
              <a:defRPr/>
            </a:pPr>
            <a:r>
              <a:rPr lang="en-US" altLang="en-US" dirty="0" smtClean="0"/>
              <a:t>Orchestration </a:t>
            </a:r>
            <a:r>
              <a:rPr lang="en-US" altLang="en-US" dirty="0"/>
              <a:t>or arrangement is the study and practice of arranging music for an orchestra or musical ensemble</a:t>
            </a:r>
            <a:r>
              <a:rPr lang="en-US" altLang="en-US" dirty="0" smtClean="0"/>
              <a:t>.</a:t>
            </a:r>
          </a:p>
          <a:p>
            <a:pPr marL="457200" lvl="1" indent="0" algn="just" fontAlgn="auto">
              <a:spcAft>
                <a:spcPts val="0"/>
              </a:spcAft>
              <a:buFont typeface="Arial" panose="020B0604020202020204" pitchFamily="34" charset="0"/>
              <a:buNone/>
              <a:defRPr/>
            </a:pPr>
            <a:r>
              <a:rPr lang="en-US" altLang="en-US" dirty="0" smtClean="0"/>
              <a:t> </a:t>
            </a:r>
          </a:p>
          <a:p>
            <a:pPr lvl="1" algn="just" fontAlgn="auto">
              <a:spcAft>
                <a:spcPts val="0"/>
              </a:spcAft>
              <a:defRPr/>
            </a:pPr>
            <a:r>
              <a:rPr lang="en-US" altLang="en-US" sz="2700" dirty="0"/>
              <a:t>In practical terms it consists of deciding which instruments should play which notes in a piece of music.</a:t>
            </a:r>
          </a:p>
          <a:p>
            <a:pPr fontAlgn="auto">
              <a:spcAft>
                <a:spcPts val="0"/>
              </a:spcAft>
              <a:defRPr/>
            </a:pPr>
            <a:endParaRPr lang="en-US" altLang="en-US" dirty="0" smtClean="0"/>
          </a:p>
          <a:p>
            <a:pPr fontAlgn="auto">
              <a:spcAft>
                <a:spcPts val="0"/>
              </a:spcAft>
              <a:defRPr/>
            </a:pPr>
            <a:endParaRPr lang="en-US" altLang="en-US" dirty="0"/>
          </a:p>
          <a:p>
            <a:pPr fontAlgn="auto">
              <a:spcAft>
                <a:spcPts val="0"/>
              </a:spcAft>
              <a:defRPr/>
            </a:pPr>
            <a:r>
              <a:rPr lang="en-US" altLang="en-US" dirty="0"/>
              <a:t>Choreography </a:t>
            </a:r>
            <a:endParaRPr lang="en-US" altLang="en-US" dirty="0" smtClean="0"/>
          </a:p>
          <a:p>
            <a:pPr lvl="1" algn="just" fontAlgn="auto">
              <a:spcAft>
                <a:spcPts val="0"/>
              </a:spcAft>
              <a:defRPr/>
            </a:pPr>
            <a:r>
              <a:rPr lang="en-US" altLang="en-US" dirty="0" smtClean="0"/>
              <a:t>The </a:t>
            </a:r>
            <a:r>
              <a:rPr lang="en-US" altLang="en-US" dirty="0"/>
              <a:t>arrangement and movement of performers onstage; though the term customarily applies to dancers, it is also used to denote the orchestrated movement of actors, especially in stage combat</a:t>
            </a:r>
          </a:p>
          <a:p>
            <a:pPr fontAlgn="auto">
              <a:spcAft>
                <a:spcPts val="0"/>
              </a:spcAft>
              <a:defRPr/>
            </a:pPr>
            <a:endParaRPr lang="en-US" dirty="0"/>
          </a:p>
        </p:txBody>
      </p:sp>
      <p:pic>
        <p:nvPicPr>
          <p:cNvPr id="1638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49937" y="4308475"/>
            <a:ext cx="3065463"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48350" y="2012950"/>
            <a:ext cx="30670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12910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Service Orchestration vs. Service Choreography</a:t>
            </a:r>
            <a:endParaRPr lang="en-US" sz="3600"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a:xfrm>
            <a:off x="457200" y="1905000"/>
            <a:ext cx="8534400" cy="4800600"/>
          </a:xfrm>
        </p:spPr>
        <p:txBody>
          <a:bodyPr rtlCol="0">
            <a:normAutofit/>
          </a:bodyPr>
          <a:lstStyle/>
          <a:p>
            <a:pPr fontAlgn="auto">
              <a:lnSpc>
                <a:spcPct val="80000"/>
              </a:lnSpc>
              <a:spcAft>
                <a:spcPts val="0"/>
              </a:spcAft>
              <a:defRPr/>
            </a:pPr>
            <a:endParaRPr lang="en-US" altLang="en-US" sz="2200" b="1" dirty="0" smtClean="0"/>
          </a:p>
          <a:p>
            <a:pPr fontAlgn="auto">
              <a:lnSpc>
                <a:spcPct val="80000"/>
              </a:lnSpc>
              <a:spcAft>
                <a:spcPts val="0"/>
              </a:spcAft>
              <a:defRPr/>
            </a:pPr>
            <a:r>
              <a:rPr lang="en-US" altLang="en-US" sz="2200" b="1" dirty="0" smtClean="0"/>
              <a:t>Orchestration </a:t>
            </a:r>
            <a:r>
              <a:rPr lang="en-US" altLang="en-US" sz="2200" b="1" dirty="0"/>
              <a:t>== Executable Process</a:t>
            </a:r>
          </a:p>
          <a:p>
            <a:pPr fontAlgn="auto">
              <a:lnSpc>
                <a:spcPct val="80000"/>
              </a:lnSpc>
              <a:spcAft>
                <a:spcPts val="0"/>
              </a:spcAft>
              <a:defRPr/>
            </a:pPr>
            <a:endParaRPr lang="en-US" altLang="en-US" sz="2600" dirty="0"/>
          </a:p>
          <a:p>
            <a:pPr lvl="1" algn="just" fontAlgn="auto">
              <a:lnSpc>
                <a:spcPct val="80000"/>
              </a:lnSpc>
              <a:spcAft>
                <a:spcPts val="0"/>
              </a:spcAft>
              <a:defRPr/>
            </a:pPr>
            <a:r>
              <a:rPr lang="en-US" altLang="en-US" sz="1800" dirty="0"/>
              <a:t>Web Service Orchestration relates to the execution of specific business processes. </a:t>
            </a:r>
          </a:p>
          <a:p>
            <a:pPr algn="just" fontAlgn="auto">
              <a:lnSpc>
                <a:spcPct val="80000"/>
              </a:lnSpc>
              <a:spcAft>
                <a:spcPts val="0"/>
              </a:spcAft>
              <a:defRPr/>
            </a:pPr>
            <a:endParaRPr lang="en-US" altLang="en-US" sz="1800" dirty="0"/>
          </a:p>
          <a:p>
            <a:pPr lvl="1" algn="just" fontAlgn="auto">
              <a:lnSpc>
                <a:spcPct val="80000"/>
              </a:lnSpc>
              <a:spcAft>
                <a:spcPts val="0"/>
              </a:spcAft>
              <a:defRPr/>
            </a:pPr>
            <a:r>
              <a:rPr lang="en-US" altLang="en-US" sz="1800" dirty="0"/>
              <a:t>WS-BPEL is a language for defining processes that can be executed on an orchestration engine.</a:t>
            </a:r>
          </a:p>
          <a:p>
            <a:pPr fontAlgn="auto">
              <a:lnSpc>
                <a:spcPct val="80000"/>
              </a:lnSpc>
              <a:spcAft>
                <a:spcPts val="0"/>
              </a:spcAft>
              <a:defRPr/>
            </a:pPr>
            <a:endParaRPr lang="en-US" altLang="en-US" sz="2600" dirty="0"/>
          </a:p>
          <a:p>
            <a:pPr fontAlgn="auto">
              <a:lnSpc>
                <a:spcPct val="80000"/>
              </a:lnSpc>
              <a:spcAft>
                <a:spcPts val="0"/>
              </a:spcAft>
              <a:defRPr/>
            </a:pPr>
            <a:r>
              <a:rPr lang="en-US" altLang="en-US" sz="2200" b="1" dirty="0"/>
              <a:t>Choreography == Multi-party Collaboration</a:t>
            </a:r>
          </a:p>
          <a:p>
            <a:pPr fontAlgn="auto">
              <a:lnSpc>
                <a:spcPct val="80000"/>
              </a:lnSpc>
              <a:spcAft>
                <a:spcPts val="0"/>
              </a:spcAft>
              <a:defRPr/>
            </a:pPr>
            <a:endParaRPr lang="en-US" altLang="en-US" sz="2600" dirty="0"/>
          </a:p>
          <a:p>
            <a:pPr lvl="1" algn="just" fontAlgn="auto">
              <a:lnSpc>
                <a:spcPct val="80000"/>
              </a:lnSpc>
              <a:spcAft>
                <a:spcPts val="0"/>
              </a:spcAft>
              <a:defRPr/>
            </a:pPr>
            <a:r>
              <a:rPr lang="en-US" altLang="en-US" sz="1800" dirty="0"/>
              <a:t>Web Service Choreography relates to describing externally observable interactions between web services. </a:t>
            </a:r>
          </a:p>
          <a:p>
            <a:pPr fontAlgn="auto">
              <a:lnSpc>
                <a:spcPct val="80000"/>
              </a:lnSpc>
              <a:spcAft>
                <a:spcPts val="0"/>
              </a:spcAft>
              <a:defRPr/>
            </a:pPr>
            <a:endParaRPr lang="en-US" altLang="en-US" sz="1800" dirty="0"/>
          </a:p>
          <a:p>
            <a:pPr lvl="1" algn="just" fontAlgn="auto">
              <a:lnSpc>
                <a:spcPct val="80000"/>
              </a:lnSpc>
              <a:spcAft>
                <a:spcPts val="0"/>
              </a:spcAft>
              <a:defRPr/>
            </a:pPr>
            <a:r>
              <a:rPr lang="en-US" altLang="en-US" sz="1800" dirty="0"/>
              <a:t>WS-CDL is a language for describing multi-party contracts and is somewhat like an extension of WSDL: WSDL describes web services interfaces, WS-CDL describes collaborations between web services. </a:t>
            </a:r>
          </a:p>
          <a:p>
            <a:pPr fontAlgn="auto">
              <a:spcAft>
                <a:spcPts val="0"/>
              </a:spcAft>
              <a:defRPr/>
            </a:pPr>
            <a:endParaRPr lang="en-US" dirty="0"/>
          </a:p>
        </p:txBody>
      </p:sp>
    </p:spTree>
    <p:extLst>
      <p:ext uri="{BB962C8B-B14F-4D97-AF65-F5344CB8AC3E}">
        <p14:creationId xmlns:p14="http://schemas.microsoft.com/office/powerpoint/2010/main" val="59968396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Web Service Business Process Execution Language (WS-BPEL)</a:t>
            </a:r>
            <a:endParaRPr lang="en-US" sz="3600" b="1" dirty="0">
              <a:solidFill>
                <a:schemeClr val="tx1">
                  <a:lumMod val="65000"/>
                  <a:lumOff val="35000"/>
                </a:schemeClr>
              </a:solidFill>
              <a:effectLst>
                <a:outerShdw blurRad="63500" algn="ctr" rotWithShape="0">
                  <a:prstClr val="black">
                    <a:alpha val="14000"/>
                  </a:prstClr>
                </a:outerShdw>
              </a:effectLst>
            </a:endParaRPr>
          </a:p>
        </p:txBody>
      </p:sp>
      <p:sp>
        <p:nvSpPr>
          <p:cNvPr id="18435" name="Content Placeholder 2"/>
          <p:cNvSpPr>
            <a:spLocks noGrp="1"/>
          </p:cNvSpPr>
          <p:nvPr>
            <p:ph idx="1"/>
          </p:nvPr>
        </p:nvSpPr>
        <p:spPr/>
        <p:txBody>
          <a:bodyPr>
            <a:noAutofit/>
          </a:bodyPr>
          <a:lstStyle/>
          <a:p>
            <a:pPr algn="just"/>
            <a:endParaRPr lang="en-US" altLang="en-US" sz="2800" dirty="0" smtClean="0"/>
          </a:p>
          <a:p>
            <a:pPr algn="just"/>
            <a:r>
              <a:rPr lang="en-US" altLang="en-US" sz="2800" dirty="0" smtClean="0"/>
              <a:t>WS-BPEL is an OASIS standard for service orchestration.</a:t>
            </a:r>
          </a:p>
          <a:p>
            <a:pPr algn="just"/>
            <a:r>
              <a:rPr lang="en-US" altLang="en-US" sz="2800" dirty="0" smtClean="0">
                <a:solidFill>
                  <a:srgbClr val="000000"/>
                </a:solidFill>
              </a:rPr>
              <a:t>BPEL is a comprehensive workflow definition execution language specified in XML.</a:t>
            </a:r>
          </a:p>
          <a:p>
            <a:pPr algn="just"/>
            <a:r>
              <a:rPr lang="en-US" altLang="en-US" sz="2800" dirty="0" smtClean="0">
                <a:solidFill>
                  <a:srgbClr val="000000"/>
                </a:solidFill>
              </a:rPr>
              <a:t>It can be thought of as a programming language but is more likely to be automatically generated from workflow diagrams.</a:t>
            </a:r>
          </a:p>
          <a:p>
            <a:pPr algn="just"/>
            <a:endParaRPr lang="en-US" altLang="en-US" sz="4000" dirty="0" smtClean="0"/>
          </a:p>
        </p:txBody>
      </p:sp>
    </p:spTree>
    <p:extLst>
      <p:ext uri="{BB962C8B-B14F-4D97-AF65-F5344CB8AC3E}">
        <p14:creationId xmlns:p14="http://schemas.microsoft.com/office/powerpoint/2010/main" val="84946008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algn="l" fontAlgn="auto">
              <a:spcAft>
                <a:spcPts val="0"/>
              </a:spcAft>
              <a:defRPr/>
            </a:pPr>
            <a:r>
              <a:rPr lang="en-US" altLang="en-US" sz="3600" b="1" dirty="0">
                <a:solidFill>
                  <a:schemeClr val="tx1">
                    <a:lumMod val="65000"/>
                    <a:lumOff val="35000"/>
                  </a:schemeClr>
                </a:solidFill>
                <a:effectLst>
                  <a:outerShdw blurRad="63500" algn="ctr" rotWithShape="0">
                    <a:prstClr val="black">
                      <a:alpha val="14000"/>
                    </a:prstClr>
                  </a:outerShdw>
                </a:effectLst>
              </a:rPr>
              <a:t>Web Service Business Process Execution Language (WS-BPEL)</a:t>
            </a:r>
            <a:endParaRPr lang="en-US" sz="3600" b="1" dirty="0">
              <a:solidFill>
                <a:schemeClr val="tx1">
                  <a:lumMod val="65000"/>
                  <a:lumOff val="35000"/>
                </a:schemeClr>
              </a:solidFill>
              <a:effectLst>
                <a:outerShdw blurRad="63500" algn="ctr" rotWithShape="0">
                  <a:prstClr val="black">
                    <a:alpha val="14000"/>
                  </a:prstClr>
                </a:outerShdw>
              </a:effectLst>
            </a:endParaRPr>
          </a:p>
        </p:txBody>
      </p:sp>
      <p:pic>
        <p:nvPicPr>
          <p:cNvPr id="19459" name="Picture 6" descr="bpel_proces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47800" y="1676400"/>
            <a:ext cx="5943600" cy="4683125"/>
          </a:xfrm>
          <a:noFill/>
        </p:spPr>
      </p:pic>
    </p:spTree>
    <p:extLst>
      <p:ext uri="{BB962C8B-B14F-4D97-AF65-F5344CB8AC3E}">
        <p14:creationId xmlns:p14="http://schemas.microsoft.com/office/powerpoint/2010/main" val="11646624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altLang="en-US" sz="4000" b="1" dirty="0">
                <a:solidFill>
                  <a:schemeClr val="tx1">
                    <a:lumMod val="65000"/>
                    <a:lumOff val="35000"/>
                  </a:schemeClr>
                </a:solidFill>
                <a:effectLst>
                  <a:outerShdw blurRad="63500" algn="ctr" rotWithShape="0">
                    <a:prstClr val="black">
                      <a:alpha val="14000"/>
                    </a:prstClr>
                  </a:outerShdw>
                </a:effectLst>
              </a:rPr>
              <a:t>BPEL Commands</a:t>
            </a:r>
            <a:endParaRPr lang="en-US" sz="4000" b="1" dirty="0">
              <a:solidFill>
                <a:schemeClr val="tx1">
                  <a:lumMod val="65000"/>
                  <a:lumOff val="35000"/>
                </a:schemeClr>
              </a:solidFill>
              <a:effectLst>
                <a:outerShdw blurRad="63500" algn="ctr" rotWithShape="0">
                  <a:prstClr val="black">
                    <a:alpha val="14000"/>
                  </a:prstClr>
                </a:outerShdw>
              </a:effectLst>
            </a:endParaRPr>
          </a:p>
        </p:txBody>
      </p:sp>
      <p:sp>
        <p:nvSpPr>
          <p:cNvPr id="3" name="Content Placeholder 2"/>
          <p:cNvSpPr>
            <a:spLocks noGrp="1"/>
          </p:cNvSpPr>
          <p:nvPr>
            <p:ph idx="1"/>
          </p:nvPr>
        </p:nvSpPr>
        <p:spPr/>
        <p:txBody>
          <a:bodyPr rtlCol="0">
            <a:normAutofit lnSpcReduction="10000"/>
          </a:bodyPr>
          <a:lstStyle/>
          <a:p>
            <a:pPr marL="419100" indent="-419100" fontAlgn="auto">
              <a:spcAft>
                <a:spcPts val="0"/>
              </a:spcAft>
              <a:defRPr/>
            </a:pPr>
            <a:r>
              <a:rPr lang="en-US" altLang="en-US" sz="2000" dirty="0">
                <a:solidFill>
                  <a:srgbClr val="000000"/>
                </a:solidFill>
              </a:rPr>
              <a:t>Following are some commands of BPEL.</a:t>
            </a:r>
          </a:p>
          <a:p>
            <a:pPr marL="838200" lvl="1" indent="-381000" fontAlgn="auto">
              <a:spcAft>
                <a:spcPts val="0"/>
              </a:spcAft>
              <a:defRPr/>
            </a:pPr>
            <a:r>
              <a:rPr lang="en-US" altLang="en-US" sz="1800" dirty="0">
                <a:solidFill>
                  <a:srgbClr val="000000"/>
                </a:solidFill>
              </a:rPr>
              <a:t>Invoke an operation of a web service. </a:t>
            </a:r>
            <a:r>
              <a:rPr lang="en-US" altLang="en-US" sz="1800" dirty="0">
                <a:solidFill>
                  <a:srgbClr val="1D04DA"/>
                </a:solidFill>
              </a:rPr>
              <a:t>&lt;invoke&gt;</a:t>
            </a:r>
            <a:r>
              <a:rPr lang="en-US" altLang="en-US" sz="1800" dirty="0">
                <a:solidFill>
                  <a:srgbClr val="000000"/>
                </a:solidFill>
              </a:rPr>
              <a:t>	</a:t>
            </a:r>
          </a:p>
          <a:p>
            <a:pPr marL="838200" lvl="1" indent="-381000" fontAlgn="auto">
              <a:spcAft>
                <a:spcPts val="0"/>
              </a:spcAft>
              <a:defRPr/>
            </a:pPr>
            <a:r>
              <a:rPr lang="en-US" altLang="en-US" sz="1800" dirty="0">
                <a:solidFill>
                  <a:srgbClr val="000000"/>
                </a:solidFill>
              </a:rPr>
              <a:t>Wait for an external message. </a:t>
            </a:r>
            <a:r>
              <a:rPr lang="en-US" altLang="en-US" sz="1800" dirty="0">
                <a:solidFill>
                  <a:srgbClr val="1D04DA"/>
                </a:solidFill>
              </a:rPr>
              <a:t>&lt;receive&gt;</a:t>
            </a:r>
          </a:p>
          <a:p>
            <a:pPr marL="838200" lvl="1" indent="-381000" fontAlgn="auto">
              <a:spcAft>
                <a:spcPts val="0"/>
              </a:spcAft>
              <a:defRPr/>
            </a:pPr>
            <a:r>
              <a:rPr lang="en-US" altLang="en-US" sz="1800" dirty="0">
                <a:solidFill>
                  <a:srgbClr val="000000"/>
                </a:solidFill>
              </a:rPr>
              <a:t>Generate a response for input. </a:t>
            </a:r>
            <a:r>
              <a:rPr lang="en-US" altLang="en-US" sz="1800" dirty="0">
                <a:solidFill>
                  <a:srgbClr val="1D04DA"/>
                </a:solidFill>
              </a:rPr>
              <a:t>&lt;reply&gt;</a:t>
            </a:r>
          </a:p>
          <a:p>
            <a:pPr marL="838200" lvl="1" indent="-381000" fontAlgn="auto">
              <a:spcAft>
                <a:spcPts val="0"/>
              </a:spcAft>
              <a:defRPr/>
            </a:pPr>
            <a:r>
              <a:rPr lang="en-US" altLang="en-US" sz="1800" dirty="0">
                <a:solidFill>
                  <a:srgbClr val="000000"/>
                </a:solidFill>
              </a:rPr>
              <a:t>Wait for some time. </a:t>
            </a:r>
            <a:r>
              <a:rPr lang="en-US" altLang="en-US" sz="1800" dirty="0">
                <a:solidFill>
                  <a:srgbClr val="1D04DA"/>
                </a:solidFill>
              </a:rPr>
              <a:t>&lt;wait&gt;</a:t>
            </a:r>
          </a:p>
          <a:p>
            <a:pPr marL="838200" lvl="1" indent="-381000" fontAlgn="auto">
              <a:spcAft>
                <a:spcPts val="0"/>
              </a:spcAft>
              <a:defRPr/>
            </a:pPr>
            <a:r>
              <a:rPr lang="en-US" altLang="en-US" sz="1800" dirty="0">
                <a:solidFill>
                  <a:srgbClr val="000000"/>
                </a:solidFill>
              </a:rPr>
              <a:t>Copy data between locations. </a:t>
            </a:r>
            <a:r>
              <a:rPr lang="en-US" altLang="en-US" sz="1800" dirty="0">
                <a:solidFill>
                  <a:srgbClr val="1D04DA"/>
                </a:solidFill>
              </a:rPr>
              <a:t>&lt;assign&gt;</a:t>
            </a:r>
          </a:p>
          <a:p>
            <a:pPr marL="838200" lvl="1" indent="-381000" fontAlgn="auto">
              <a:spcAft>
                <a:spcPts val="0"/>
              </a:spcAft>
              <a:defRPr/>
            </a:pPr>
            <a:r>
              <a:rPr lang="en-US" altLang="en-US" sz="1800" dirty="0">
                <a:solidFill>
                  <a:srgbClr val="000000"/>
                </a:solidFill>
              </a:rPr>
              <a:t>Indicate that an error occurred or something went wrong. </a:t>
            </a:r>
            <a:r>
              <a:rPr lang="en-US" altLang="en-US" sz="1800" dirty="0">
                <a:solidFill>
                  <a:srgbClr val="1D04DA"/>
                </a:solidFill>
              </a:rPr>
              <a:t>&lt;throw&gt;</a:t>
            </a:r>
          </a:p>
          <a:p>
            <a:pPr marL="838200" lvl="1" indent="-381000" fontAlgn="auto">
              <a:spcAft>
                <a:spcPts val="0"/>
              </a:spcAft>
              <a:defRPr/>
            </a:pPr>
            <a:r>
              <a:rPr lang="en-US" altLang="en-US" sz="1800" dirty="0">
                <a:solidFill>
                  <a:srgbClr val="000000"/>
                </a:solidFill>
              </a:rPr>
              <a:t>Terminate the entire service instance. </a:t>
            </a:r>
            <a:r>
              <a:rPr lang="en-US" altLang="en-US" sz="1800" dirty="0">
                <a:solidFill>
                  <a:srgbClr val="1D04DA"/>
                </a:solidFill>
              </a:rPr>
              <a:t>&lt;terminate&gt;</a:t>
            </a:r>
          </a:p>
          <a:p>
            <a:pPr marL="838200" lvl="1" indent="-381000" fontAlgn="auto">
              <a:spcAft>
                <a:spcPts val="0"/>
              </a:spcAft>
              <a:defRPr/>
            </a:pPr>
            <a:r>
              <a:rPr lang="en-US" altLang="en-US" sz="1800" dirty="0">
                <a:solidFill>
                  <a:srgbClr val="000000"/>
                </a:solidFill>
              </a:rPr>
              <a:t>Define a sequence of steps. </a:t>
            </a:r>
            <a:r>
              <a:rPr lang="en-US" altLang="en-US" sz="1800" dirty="0">
                <a:solidFill>
                  <a:srgbClr val="1D04DA"/>
                </a:solidFill>
              </a:rPr>
              <a:t>&lt;sequence&gt;</a:t>
            </a:r>
          </a:p>
          <a:p>
            <a:pPr marL="838200" lvl="1" indent="-381000" fontAlgn="auto">
              <a:spcAft>
                <a:spcPts val="0"/>
              </a:spcAft>
              <a:defRPr/>
            </a:pPr>
            <a:r>
              <a:rPr lang="en-US" altLang="en-US" sz="1800" dirty="0">
                <a:solidFill>
                  <a:srgbClr val="000000"/>
                </a:solidFill>
              </a:rPr>
              <a:t>Branch using a case statement. </a:t>
            </a:r>
            <a:r>
              <a:rPr lang="en-US" altLang="en-US" sz="1800" dirty="0">
                <a:solidFill>
                  <a:srgbClr val="1D04DA"/>
                </a:solidFill>
              </a:rPr>
              <a:t>&lt;switch&gt;</a:t>
            </a:r>
          </a:p>
          <a:p>
            <a:pPr marL="838200" lvl="1" indent="-381000" fontAlgn="auto">
              <a:spcAft>
                <a:spcPts val="0"/>
              </a:spcAft>
              <a:defRPr/>
            </a:pPr>
            <a:r>
              <a:rPr lang="en-US" altLang="en-US" sz="1800" dirty="0">
                <a:solidFill>
                  <a:srgbClr val="000000"/>
                </a:solidFill>
              </a:rPr>
              <a:t>Define a loop. </a:t>
            </a:r>
            <a:r>
              <a:rPr lang="en-US" altLang="en-US" sz="1800" dirty="0">
                <a:solidFill>
                  <a:srgbClr val="1D04DA"/>
                </a:solidFill>
              </a:rPr>
              <a:t>&lt;while&gt;</a:t>
            </a:r>
          </a:p>
          <a:p>
            <a:pPr marL="838200" lvl="1" indent="-381000" fontAlgn="auto">
              <a:spcAft>
                <a:spcPts val="0"/>
              </a:spcAft>
              <a:defRPr/>
            </a:pPr>
            <a:r>
              <a:rPr lang="en-US" altLang="en-US" sz="1800" dirty="0">
                <a:solidFill>
                  <a:srgbClr val="000000"/>
                </a:solidFill>
              </a:rPr>
              <a:t>Execute one alternative. </a:t>
            </a:r>
            <a:r>
              <a:rPr lang="en-US" altLang="en-US" sz="1800" dirty="0">
                <a:solidFill>
                  <a:srgbClr val="1D04DA"/>
                </a:solidFill>
              </a:rPr>
              <a:t>&lt;pick&gt;</a:t>
            </a:r>
          </a:p>
          <a:p>
            <a:pPr marL="838200" lvl="1" indent="-381000" fontAlgn="auto">
              <a:spcAft>
                <a:spcPts val="0"/>
              </a:spcAft>
              <a:defRPr/>
            </a:pPr>
            <a:r>
              <a:rPr lang="en-US" altLang="en-US" sz="1800" dirty="0">
                <a:solidFill>
                  <a:srgbClr val="000000"/>
                </a:solidFill>
              </a:rPr>
              <a:t>Execute in parallel. </a:t>
            </a:r>
            <a:r>
              <a:rPr lang="en-US" altLang="en-US" sz="1800" dirty="0">
                <a:solidFill>
                  <a:srgbClr val="1D04DA"/>
                </a:solidFill>
              </a:rPr>
              <a:t>&lt;flow&gt;</a:t>
            </a:r>
          </a:p>
          <a:p>
            <a:pPr fontAlgn="auto">
              <a:spcAft>
                <a:spcPts val="0"/>
              </a:spcAft>
              <a:defRPr/>
            </a:pPr>
            <a:endParaRPr lang="en-US" dirty="0"/>
          </a:p>
        </p:txBody>
      </p:sp>
    </p:spTree>
    <p:extLst>
      <p:ext uri="{BB962C8B-B14F-4D97-AF65-F5344CB8AC3E}">
        <p14:creationId xmlns:p14="http://schemas.microsoft.com/office/powerpoint/2010/main" val="35045968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09600"/>
            <a:ext cx="8839200" cy="1143000"/>
          </a:xfrm>
        </p:spPr>
        <p:txBody>
          <a:bodyPr rtlCol="0">
            <a:noAutofit/>
          </a:bodyPr>
          <a:lstStyle/>
          <a:p>
            <a:pPr algn="l" fontAlgn="auto">
              <a:spcAft>
                <a:spcPts val="0"/>
              </a:spcAft>
              <a:defRPr/>
            </a:pPr>
            <a:r>
              <a:rPr lang="en-US" altLang="en-US" sz="4000" b="1" dirty="0">
                <a:solidFill>
                  <a:schemeClr val="tx1">
                    <a:lumMod val="65000"/>
                    <a:lumOff val="35000"/>
                  </a:schemeClr>
                </a:solidFill>
                <a:effectLst>
                  <a:outerShdw blurRad="63500" algn="ctr" rotWithShape="0">
                    <a:prstClr val="black">
                      <a:alpha val="14000"/>
                    </a:prstClr>
                  </a:outerShdw>
                </a:effectLst>
              </a:rPr>
              <a:t>Business Process Management Notation</a:t>
            </a:r>
            <a:endParaRPr lang="en-US" sz="4000" b="1" dirty="0">
              <a:solidFill>
                <a:schemeClr val="tx1">
                  <a:lumMod val="65000"/>
                  <a:lumOff val="35000"/>
                </a:schemeClr>
              </a:solidFill>
              <a:effectLst>
                <a:outerShdw blurRad="63500" algn="ctr" rotWithShape="0">
                  <a:prstClr val="black">
                    <a:alpha val="14000"/>
                  </a:prstClr>
                </a:outerShdw>
              </a:effectLst>
            </a:endParaRPr>
          </a:p>
        </p:txBody>
      </p:sp>
      <p:pic>
        <p:nvPicPr>
          <p:cNvPr id="21507" name="Picture 4" descr="bpmn_element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5800" y="1676400"/>
            <a:ext cx="6781800" cy="4802188"/>
          </a:xfrm>
          <a:noFill/>
        </p:spPr>
      </p:pic>
    </p:spTree>
    <p:extLst>
      <p:ext uri="{BB962C8B-B14F-4D97-AF65-F5344CB8AC3E}">
        <p14:creationId xmlns:p14="http://schemas.microsoft.com/office/powerpoint/2010/main" val="10353500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altLang="en-US" b="1" dirty="0">
                <a:solidFill>
                  <a:schemeClr val="tx1">
                    <a:lumMod val="65000"/>
                    <a:lumOff val="35000"/>
                  </a:schemeClr>
                </a:solidFill>
                <a:effectLst>
                  <a:outerShdw blurRad="63500" algn="ctr" rotWithShape="0">
                    <a:prstClr val="black">
                      <a:alpha val="14000"/>
                    </a:prstClr>
                  </a:outerShdw>
                </a:effectLst>
              </a:rPr>
              <a:t>Enterprise Service Bus (ESB</a:t>
            </a:r>
            <a:r>
              <a:rPr lang="en-US" altLang="en-US" b="1" dirty="0" smtClean="0">
                <a:solidFill>
                  <a:schemeClr val="tx1">
                    <a:lumMod val="65000"/>
                    <a:lumOff val="35000"/>
                  </a:schemeClr>
                </a:solidFill>
                <a:effectLst>
                  <a:outerShdw blurRad="63500" algn="ctr" rotWithShape="0">
                    <a:prstClr val="black">
                      <a:alpha val="14000"/>
                    </a:prstClr>
                  </a:outerShdw>
                </a:effectLst>
              </a:rPr>
              <a:t>)</a:t>
            </a:r>
            <a:endParaRPr lang="en-US" b="1" dirty="0"/>
          </a:p>
        </p:txBody>
      </p:sp>
      <p:sp>
        <p:nvSpPr>
          <p:cNvPr id="22531" name="Content Placeholder 2"/>
          <p:cNvSpPr>
            <a:spLocks noGrp="1"/>
          </p:cNvSpPr>
          <p:nvPr>
            <p:ph idx="1"/>
          </p:nvPr>
        </p:nvSpPr>
        <p:spPr/>
        <p:txBody>
          <a:bodyPr/>
          <a:lstStyle/>
          <a:p>
            <a:pPr algn="just"/>
            <a:r>
              <a:rPr lang="en-US" altLang="en-US" sz="2000" smtClean="0"/>
              <a:t>In computing, an </a:t>
            </a:r>
            <a:r>
              <a:rPr lang="en-US" altLang="en-US" sz="2000" smtClean="0">
                <a:solidFill>
                  <a:srgbClr val="1D04DA"/>
                </a:solidFill>
              </a:rPr>
              <a:t>enterprise service bus </a:t>
            </a:r>
            <a:r>
              <a:rPr lang="en-US" altLang="en-US" sz="2000" smtClean="0"/>
              <a:t>(ESB) consists of a </a:t>
            </a:r>
            <a:r>
              <a:rPr lang="en-US" altLang="en-US" sz="2000" smtClean="0">
                <a:solidFill>
                  <a:srgbClr val="1D04DA"/>
                </a:solidFill>
              </a:rPr>
              <a:t>software architecture construct</a:t>
            </a:r>
            <a:r>
              <a:rPr lang="en-US" altLang="en-US" sz="2000" smtClean="0"/>
              <a:t> which provides </a:t>
            </a:r>
            <a:r>
              <a:rPr lang="en-US" altLang="en-US" sz="2000" smtClean="0">
                <a:solidFill>
                  <a:srgbClr val="1D04DA"/>
                </a:solidFill>
              </a:rPr>
              <a:t>fundamental services</a:t>
            </a:r>
            <a:r>
              <a:rPr lang="en-US" altLang="en-US" sz="2000" smtClean="0"/>
              <a:t> for complex architectures via an </a:t>
            </a:r>
            <a:r>
              <a:rPr lang="en-US" altLang="en-US" sz="2000" smtClean="0">
                <a:solidFill>
                  <a:srgbClr val="1D04DA"/>
                </a:solidFill>
              </a:rPr>
              <a:t>event-driven and standards-based  </a:t>
            </a:r>
            <a:r>
              <a:rPr lang="en-US" altLang="en-US" sz="2000" smtClean="0"/>
              <a:t>(the bus) - Wikipedia </a:t>
            </a:r>
          </a:p>
          <a:p>
            <a:endParaRPr lang="en-US" altLang="en-US" smtClean="0"/>
          </a:p>
        </p:txBody>
      </p:sp>
      <p:pic>
        <p:nvPicPr>
          <p:cNvPr id="22532" name="Picture 4" descr="bpel_process_in_esb_contex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971800"/>
            <a:ext cx="6192838"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18255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lgn="l" fontAlgn="auto">
              <a:spcAft>
                <a:spcPts val="0"/>
              </a:spcAft>
              <a:defRPr/>
            </a:pPr>
            <a:r>
              <a:rPr lang="en-US" altLang="en-US" b="1" dirty="0">
                <a:solidFill>
                  <a:schemeClr val="tx1">
                    <a:lumMod val="65000"/>
                    <a:lumOff val="35000"/>
                  </a:schemeClr>
                </a:solidFill>
                <a:effectLst>
                  <a:outerShdw blurRad="63500" algn="ctr" rotWithShape="0">
                    <a:prstClr val="black">
                      <a:alpha val="14000"/>
                    </a:prstClr>
                  </a:outerShdw>
                </a:effectLst>
              </a:rPr>
              <a:t>Enterprise Service Bus (ESB)</a:t>
            </a:r>
            <a:endParaRPr lang="en-US" b="1" dirty="0">
              <a:solidFill>
                <a:schemeClr val="tx1">
                  <a:lumMod val="65000"/>
                  <a:lumOff val="35000"/>
                </a:schemeClr>
              </a:solidFill>
              <a:effectLst>
                <a:outerShdw blurRad="63500" algn="ctr" rotWithShape="0">
                  <a:prstClr val="black">
                    <a:alpha val="14000"/>
                  </a:prstClr>
                </a:outerShdw>
              </a:effectLst>
            </a:endParaRPr>
          </a:p>
        </p:txBody>
      </p:sp>
      <p:sp>
        <p:nvSpPr>
          <p:cNvPr id="23555" name="Content Placeholder 2"/>
          <p:cNvSpPr>
            <a:spLocks noGrp="1"/>
          </p:cNvSpPr>
          <p:nvPr>
            <p:ph idx="1"/>
          </p:nvPr>
        </p:nvSpPr>
        <p:spPr>
          <a:xfrm>
            <a:off x="152400" y="1905000"/>
            <a:ext cx="8839200" cy="4221163"/>
          </a:xfrm>
        </p:spPr>
        <p:txBody>
          <a:bodyPr>
            <a:noAutofit/>
          </a:bodyPr>
          <a:lstStyle/>
          <a:p>
            <a:pPr algn="just"/>
            <a:r>
              <a:rPr lang="en-US" altLang="en-US" sz="2800" dirty="0" smtClean="0"/>
              <a:t>The idea of an ESB is that many components can connect in a standardized way and then communicate over the bus with any other component.</a:t>
            </a:r>
          </a:p>
          <a:p>
            <a:pPr algn="just"/>
            <a:r>
              <a:rPr lang="en-US" altLang="en-US" sz="2800" dirty="0" smtClean="0"/>
              <a:t>Standardized (usually WSDL/XML based) messages are exchanged on that bus. </a:t>
            </a:r>
          </a:p>
          <a:p>
            <a:pPr algn="just"/>
            <a:r>
              <a:rPr lang="en-US" altLang="en-US" sz="2800" dirty="0" smtClean="0"/>
              <a:t>Set of adapters act as gateways between a protocol like e.g. SOAP over HTTP, email, FTP and RMI  </a:t>
            </a:r>
          </a:p>
          <a:p>
            <a:endParaRPr lang="en-US" altLang="en-US" sz="4000" dirty="0" smtClean="0"/>
          </a:p>
        </p:txBody>
      </p:sp>
    </p:spTree>
    <p:extLst>
      <p:ext uri="{BB962C8B-B14F-4D97-AF65-F5344CB8AC3E}">
        <p14:creationId xmlns:p14="http://schemas.microsoft.com/office/powerpoint/2010/main" val="260079818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auto">
              <a:spcAft>
                <a:spcPts val="0"/>
              </a:spcAft>
              <a:defRPr/>
            </a:pPr>
            <a:r>
              <a:rPr lang="en-US" dirty="0" smtClean="0">
                <a:solidFill>
                  <a:schemeClr val="accent1">
                    <a:satMod val="150000"/>
                  </a:schemeClr>
                </a:solidFill>
              </a:rPr>
              <a:t>Reference</a:t>
            </a:r>
            <a:endParaRPr lang="en-US" dirty="0">
              <a:solidFill>
                <a:schemeClr val="accent1">
                  <a:satMod val="150000"/>
                </a:schemeClr>
              </a:solidFill>
            </a:endParaRPr>
          </a:p>
        </p:txBody>
      </p:sp>
      <p:sp>
        <p:nvSpPr>
          <p:cNvPr id="50179" name="Content Placeholder 2"/>
          <p:cNvSpPr>
            <a:spLocks noGrp="1"/>
          </p:cNvSpPr>
          <p:nvPr>
            <p:ph idx="1"/>
          </p:nvPr>
        </p:nvSpPr>
        <p:spPr>
          <a:xfrm>
            <a:off x="457200" y="1774825"/>
            <a:ext cx="8229600" cy="3787775"/>
          </a:xfrm>
        </p:spPr>
        <p:txBody>
          <a:bodyPr/>
          <a:lstStyle/>
          <a:p>
            <a:pPr algn="just">
              <a:buFont typeface="Wingdings 2" pitchFamily="18" charset="2"/>
              <a:buNone/>
            </a:pPr>
            <a:r>
              <a:rPr lang="en-US" dirty="0" smtClean="0"/>
              <a:t>[1]	</a:t>
            </a:r>
            <a:r>
              <a:rPr lang="en-US" i="1" dirty="0" smtClean="0"/>
              <a:t>SOA: Principles of Service Design</a:t>
            </a:r>
            <a:r>
              <a:rPr lang="en-US" dirty="0" smtClean="0"/>
              <a:t>, Thomas </a:t>
            </a:r>
            <a:r>
              <a:rPr lang="en-US" dirty="0" err="1" smtClean="0"/>
              <a:t>Erl</a:t>
            </a:r>
            <a:r>
              <a:rPr lang="en-US" dirty="0" smtClean="0"/>
              <a:t>, Prentice Hall</a:t>
            </a:r>
          </a:p>
          <a:p>
            <a:pPr algn="just">
              <a:buFont typeface="Wingdings 2" pitchFamily="18" charset="2"/>
              <a:buNone/>
            </a:pPr>
            <a:r>
              <a:rPr lang="en-US" dirty="0" smtClean="0"/>
              <a:t>[2] 	</a:t>
            </a:r>
            <a:r>
              <a:rPr lang="en-US" i="1" dirty="0" smtClean="0"/>
              <a:t>Introduction to Service oriented computing</a:t>
            </a:r>
            <a:r>
              <a:rPr lang="en-US" dirty="0" smtClean="0"/>
              <a:t>, </a:t>
            </a:r>
            <a:r>
              <a:rPr lang="en-US" dirty="0" err="1" smtClean="0"/>
              <a:t>W.T.Tsai</a:t>
            </a:r>
            <a:r>
              <a:rPr lang="en-US" dirty="0" smtClean="0"/>
              <a:t> &amp; </a:t>
            </a:r>
            <a:r>
              <a:rPr lang="en-US" dirty="0" err="1" smtClean="0"/>
              <a:t>Yinong</a:t>
            </a:r>
            <a:r>
              <a:rPr lang="en-US" dirty="0" smtClean="0"/>
              <a:t> Chen</a:t>
            </a:r>
          </a:p>
          <a:p>
            <a:pPr algn="just">
              <a:buFont typeface="Wingdings 2" pitchFamily="18" charset="2"/>
              <a:buNone/>
            </a:pPr>
            <a:r>
              <a:rPr lang="en-US" dirty="0" smtClean="0"/>
              <a:t>[3]  	</a:t>
            </a:r>
            <a:r>
              <a:rPr lang="en-US" i="1" dirty="0" smtClean="0"/>
              <a:t>Service oriented computing: Key concepts and principles</a:t>
            </a:r>
            <a:r>
              <a:rPr lang="en-US" dirty="0" smtClean="0"/>
              <a:t>, Michael N. </a:t>
            </a:r>
            <a:r>
              <a:rPr lang="en-US" dirty="0" err="1" smtClean="0"/>
              <a:t>Huhns</a:t>
            </a:r>
            <a:r>
              <a:rPr lang="en-US" dirty="0" smtClean="0"/>
              <a:t> &amp; </a:t>
            </a:r>
            <a:r>
              <a:rPr lang="en-US" dirty="0" err="1" smtClean="0"/>
              <a:t>Munindar</a:t>
            </a:r>
            <a:r>
              <a:rPr lang="en-US" dirty="0" smtClean="0"/>
              <a:t> </a:t>
            </a:r>
            <a:r>
              <a:rPr lang="en-US" dirty="0" err="1" smtClean="0"/>
              <a:t>P.Singh</a:t>
            </a:r>
            <a:endParaRPr lang="en-US" dirty="0" smtClean="0"/>
          </a:p>
          <a:p>
            <a:pPr algn="just">
              <a:buFont typeface="Wingdings 2" pitchFamily="18" charset="2"/>
              <a:buNone/>
            </a:pPr>
            <a:endParaRPr lang="en-US" dirty="0" smtClean="0"/>
          </a:p>
        </p:txBody>
      </p:sp>
      <p:sp>
        <p:nvSpPr>
          <p:cNvPr id="4" name="Slide Number Placeholder 3"/>
          <p:cNvSpPr>
            <a:spLocks noGrp="1"/>
          </p:cNvSpPr>
          <p:nvPr>
            <p:ph type="sldNum" sz="quarter" idx="12"/>
          </p:nvPr>
        </p:nvSpPr>
        <p:spPr/>
        <p:txBody>
          <a:bodyPr/>
          <a:lstStyle/>
          <a:p>
            <a:pPr>
              <a:defRPr/>
            </a:pPr>
            <a:fld id="{FAC0E9DF-2A77-40F6-A513-609DAEE44BDF}" type="slidenum">
              <a:rPr lang="en-US"/>
              <a:pPr>
                <a:defRPr/>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fontAlgn="auto">
              <a:spcAft>
                <a:spcPts val="0"/>
              </a:spcAft>
              <a:defRPr/>
            </a:pPr>
            <a:r>
              <a:rPr lang="en-US" dirty="0" smtClean="0">
                <a:solidFill>
                  <a:schemeClr val="accent1">
                    <a:satMod val="150000"/>
                  </a:schemeClr>
                </a:solidFill>
              </a:rPr>
              <a:t>Question &amp; Answer</a:t>
            </a:r>
            <a:endParaRPr lang="en-US" dirty="0">
              <a:solidFill>
                <a:schemeClr val="accent1">
                  <a:satMod val="150000"/>
                </a:schemeClr>
              </a:solidFill>
            </a:endParaRPr>
          </a:p>
        </p:txBody>
      </p:sp>
      <p:sp>
        <p:nvSpPr>
          <p:cNvPr id="5" name="Content Placeholder 4"/>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DEE3DFC5-0CA4-4A65-AEFD-CDA23B21B1A7}" type="slidenum">
              <a:rPr lang="en-US"/>
              <a:pPr>
                <a:defRPr/>
              </a:pPr>
              <a:t>40</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647</TotalTime>
  <Words>1973</Words>
  <Application>Microsoft Office PowerPoint</Application>
  <PresentationFormat>On-screen Show (4:3)</PresentationFormat>
  <Paragraphs>274</Paragraphs>
  <Slides>40</Slides>
  <Notes>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9" baseType="lpstr">
      <vt:lpstr>Arial</vt:lpstr>
      <vt:lpstr>Arial Black</vt:lpstr>
      <vt:lpstr>Calibri</vt:lpstr>
      <vt:lpstr>Iskoola Pota</vt:lpstr>
      <vt:lpstr>Times New Roman</vt:lpstr>
      <vt:lpstr>Wingdings</vt:lpstr>
      <vt:lpstr>Wingdings 2</vt:lpstr>
      <vt:lpstr>HNDIT</vt:lpstr>
      <vt:lpstr>Clip</vt:lpstr>
      <vt:lpstr>IT4101 Enterprise Architecture </vt:lpstr>
      <vt:lpstr>Module Data</vt:lpstr>
      <vt:lpstr>Module Aims &amp; objectives </vt:lpstr>
      <vt:lpstr>Learning Outcomes</vt:lpstr>
      <vt:lpstr>Outline Syllabus </vt:lpstr>
      <vt:lpstr>Assessment and Weighting</vt:lpstr>
      <vt:lpstr>Prescribed Text</vt:lpstr>
      <vt:lpstr>1. Introduction To Distributed Computing Paradigm And Service-oriented Computing Paradigm  </vt:lpstr>
      <vt:lpstr>Computing paradigms</vt:lpstr>
      <vt:lpstr>Computing paradigms , Cont’</vt:lpstr>
      <vt:lpstr>Imperative computing</vt:lpstr>
      <vt:lpstr>Procedural computing</vt:lpstr>
      <vt:lpstr>Object-Oriented Computing (OOC)</vt:lpstr>
      <vt:lpstr>Service-Oriented Computing (SOC)</vt:lpstr>
      <vt:lpstr>Service-Oriented Computing (SOC) ,Cont’</vt:lpstr>
      <vt:lpstr>SOC-Definition</vt:lpstr>
      <vt:lpstr>Innovation</vt:lpstr>
      <vt:lpstr>Object oriented vs Service oriented</vt:lpstr>
      <vt:lpstr>Who is using SOC?</vt:lpstr>
      <vt:lpstr>SOC Elements</vt:lpstr>
      <vt:lpstr>Service Oriented Architecture - Definition</vt:lpstr>
      <vt:lpstr>Business Process</vt:lpstr>
      <vt:lpstr>PowerPoint Presentation</vt:lpstr>
      <vt:lpstr>SOA Approach</vt:lpstr>
      <vt:lpstr>SOA Approach</vt:lpstr>
      <vt:lpstr>Service-Oriented Architecture 1(2)</vt:lpstr>
      <vt:lpstr>Service-Oriented Architecture 1(2)</vt:lpstr>
      <vt:lpstr>Importance of Service-Oriented Architecture</vt:lpstr>
      <vt:lpstr>Traditional Systems Development vs. SOA</vt:lpstr>
      <vt:lpstr>Traditional Systems Development vs. SOA</vt:lpstr>
      <vt:lpstr>Service Orchestration vs. Service Choreography</vt:lpstr>
      <vt:lpstr>Service Orchestration vs. Service Choreography</vt:lpstr>
      <vt:lpstr>Web Service Business Process Execution Language (WS-BPEL)</vt:lpstr>
      <vt:lpstr>Web Service Business Process Execution Language (WS-BPEL)</vt:lpstr>
      <vt:lpstr>BPEL Commands</vt:lpstr>
      <vt:lpstr>Business Process Management Notation</vt:lpstr>
      <vt:lpstr>Enterprise Service Bus (ESB)</vt:lpstr>
      <vt:lpstr>Enterprise Service Bus (ESB)</vt:lpstr>
      <vt:lpstr>Reference</vt:lpstr>
      <vt:lpstr>Question &amp;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IT4101 Multi-tiered application development</dc:title>
  <dc:creator>User</dc:creator>
  <cp:lastModifiedBy>Ewis</cp:lastModifiedBy>
  <cp:revision>41</cp:revision>
  <dcterms:created xsi:type="dcterms:W3CDTF">2012-08-01T05:29:21Z</dcterms:created>
  <dcterms:modified xsi:type="dcterms:W3CDTF">2021-08-17T11:44:08Z</dcterms:modified>
</cp:coreProperties>
</file>