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3" r:id="rId7"/>
    <p:sldId id="265" r:id="rId8"/>
    <p:sldId id="264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24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36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87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3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21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37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7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69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7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78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50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1A22C-9D95-42EB-967F-A6C77B31642E}" type="datetimeFigureOut">
              <a:rPr lang="en-GB" smtClean="0"/>
              <a:t>02/11/2021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6696D-994C-457F-9E28-09B91A894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35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Java and J2EE | Difference Betwe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23" y="0"/>
            <a:ext cx="7245084" cy="638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57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8781" y="849458"/>
            <a:ext cx="946019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are the two ways of multitasking in Java?</a:t>
            </a:r>
          </a:p>
          <a:p>
            <a:pPr algn="just"/>
            <a:endParaRPr lang="en-GB" sz="2800" b="1" i="0" dirty="0" smtClean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GB" sz="2800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There are two types of multitasking:</a:t>
            </a:r>
          </a:p>
          <a:p>
            <a:pPr algn="just"/>
            <a:endParaRPr lang="en-GB" sz="2800" b="1" i="0" dirty="0" smtClean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Pre-emptive multitasking. In pre-emptive multitasking, the operating system decides how to allocate CPU time slices to each program. ...</a:t>
            </a:r>
          </a:p>
          <a:p>
            <a:pPr algn="just"/>
            <a:endParaRPr lang="en-GB" sz="2800" b="1" i="0" dirty="0" smtClean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800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Cooperative multitasking. In cooperative multitasking, each program controls how much CPU time it needs.</a:t>
            </a:r>
            <a:endParaRPr lang="en-GB" sz="2800" b="1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86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8699" y="148537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An application server is 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server that hosts applications</a:t>
            </a:r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... An application server framework provides both facilities to create web applications and a server environment to run them. An application server framework contains a comprehensive service layer model.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1928501" y="385256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is application server examples?</a:t>
            </a:r>
          </a:p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Among the popular application server platforms are 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J2EE, </a:t>
            </a:r>
            <a:r>
              <a:rPr lang="en-GB" b="1" i="0" dirty="0" err="1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WebLogic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Glassfish, </a:t>
            </a:r>
            <a:r>
              <a:rPr lang="en-GB" b="1" i="0" dirty="0" err="1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JBoss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Enterprise Application Platform</a:t>
            </a:r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Apache Tomcat, and Apache Geronimo, to name but a few.</a:t>
            </a:r>
            <a:endParaRPr lang="en-GB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13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6489" y="1396389"/>
            <a:ext cx="886483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are advantages of web services?</a:t>
            </a:r>
          </a:p>
          <a:p>
            <a:pPr algn="just"/>
            <a:endParaRPr lang="en-GB" sz="2800" b="1" i="0" dirty="0" smtClean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GB" sz="2800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Web services use SOAP over HTTP protocol, so you can use your existing low-cost internet for implementing web services. This solution is much less costly compared to proprietary solutions like EDI/B2B. Besides SOAP over HTTP, web services can also be implemented on other reliable transport mechanisms like FTP.</a:t>
            </a:r>
            <a:endParaRPr lang="en-GB" sz="2800" b="1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54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96190" y="1270255"/>
            <a:ext cx="4628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what are the categories of enterprise Java Bean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There are three types of enterprise beans, 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entity beans, session beans, and message-driven beans</a:t>
            </a:r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All beans reside in Enterprise JavaBeans (EJB) containers, which provide an interface between the beans and the application server on which they reside.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050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is meant by web development frameworks?</a:t>
            </a:r>
          </a:p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web development framework is 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set of resources and tools for software developers to build and manage web applications, web services and websites</a:t>
            </a:r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... A web development framework can be built upon a pre-defined infrastructure such as the Linux, Apache, MySQL and PHP (LAMP) stack.</a:t>
            </a:r>
            <a:endParaRPr lang="en-GB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83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46348" y="186139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-MVC is an architectural pattern consisting of </a:t>
            </a:r>
            <a:r>
              <a:rPr lang="en-GB" b="1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three parts: Model, View, Controller</a:t>
            </a:r>
            <a:r>
              <a:rPr lang="en-GB" b="0" i="0" dirty="0" smtClean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Model: Handles data logic. View: It displays the information from the model to the user. Controller: It controls the data flow into a model object and updates the view whenever data changes.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2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00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28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34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2021-11-02T04:52:58Z</dcterms:created>
  <dcterms:modified xsi:type="dcterms:W3CDTF">2021-11-02T05:06:20Z</dcterms:modified>
</cp:coreProperties>
</file>