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1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Example Stateless Session EJB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4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project : </a:t>
            </a:r>
            <a:r>
              <a:rPr lang="en-US" dirty="0" smtClean="0"/>
              <a:t>java </a:t>
            </a:r>
            <a:r>
              <a:rPr lang="en-US" dirty="0" err="1" smtClean="0"/>
              <a:t>jee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3242" t="13506" r="28920" b="59799"/>
          <a:stretch/>
        </p:blipFill>
        <p:spPr>
          <a:xfrm>
            <a:off x="278968" y="2402238"/>
            <a:ext cx="5641383" cy="19527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4512" t="19650" r="26695" b="65519"/>
          <a:stretch/>
        </p:blipFill>
        <p:spPr>
          <a:xfrm>
            <a:off x="3874577" y="4963307"/>
            <a:ext cx="5734373" cy="108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0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form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67750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    &lt;head&gt;</a:t>
            </a:r>
          </a:p>
          <a:p>
            <a:pPr marL="0" indent="0">
              <a:buNone/>
            </a:pPr>
            <a:r>
              <a:rPr lang="en-US" dirty="0"/>
              <a:t>        &lt;title&gt;TODO supply a title&lt;/title&gt;</a:t>
            </a:r>
          </a:p>
          <a:p>
            <a:pPr marL="0" indent="0">
              <a:buNone/>
            </a:pPr>
            <a:r>
              <a:rPr lang="en-US" dirty="0"/>
              <a:t>        &lt;meta charset="UTF-8"&gt;</a:t>
            </a:r>
          </a:p>
          <a:p>
            <a:pPr marL="0" indent="0">
              <a:buNone/>
            </a:pPr>
            <a:r>
              <a:rPr lang="en-US" dirty="0"/>
              <a:t>        &lt;meta name="viewport" content="width=device-width, initial-scale=1.0"&gt;</a:t>
            </a:r>
          </a:p>
          <a:p>
            <a:pPr marL="0" indent="0">
              <a:buNone/>
            </a:pPr>
            <a:r>
              <a:rPr lang="en-US" dirty="0"/>
              <a:t>    &lt;/head&gt;</a:t>
            </a:r>
          </a:p>
          <a:p>
            <a:pPr marL="0" indent="0">
              <a:buNone/>
            </a:pPr>
            <a:r>
              <a:rPr lang="en-US" dirty="0"/>
              <a:t>    &lt;body&gt;</a:t>
            </a:r>
          </a:p>
          <a:p>
            <a:pPr marL="0" indent="0">
              <a:buNone/>
            </a:pPr>
            <a:r>
              <a:rPr lang="en-US" dirty="0"/>
              <a:t>        &lt;form action="</a:t>
            </a:r>
            <a:r>
              <a:rPr lang="en-US" dirty="0" err="1"/>
              <a:t>cal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            num1 &lt;input type="text" name="N1"&gt;&lt;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num</a:t>
            </a:r>
            <a:r>
              <a:rPr lang="en-US" dirty="0"/>
              <a:t> 2 &lt;input type="text" name="N2"&gt;&lt;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         &lt;input type="submit"&gt;</a:t>
            </a:r>
          </a:p>
          <a:p>
            <a:pPr marL="0" indent="0">
              <a:buNone/>
            </a:pPr>
            <a:r>
              <a:rPr lang="en-US" dirty="0"/>
              <a:t>        &lt;/form&gt;</a:t>
            </a:r>
          </a:p>
          <a:p>
            <a:pPr marL="0" indent="0">
              <a:buNone/>
            </a:pPr>
            <a:r>
              <a:rPr lang="en-US" dirty="0"/>
              <a:t>    &lt;/body&gt;</a:t>
            </a:r>
          </a:p>
          <a:p>
            <a:r>
              <a:rPr lang="en-US" dirty="0"/>
              <a:t>&lt;/html&gt;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89" t="26006" r="73252" b="21451"/>
          <a:stretch/>
        </p:blipFill>
        <p:spPr>
          <a:xfrm>
            <a:off x="7711018" y="520684"/>
            <a:ext cx="4083193" cy="617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429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bean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216" y="2924415"/>
            <a:ext cx="11029615" cy="367830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1200" dirty="0"/>
              <a:t>package </a:t>
            </a:r>
            <a:r>
              <a:rPr lang="en-US" sz="11200" dirty="0" err="1"/>
              <a:t>cal</a:t>
            </a:r>
            <a:r>
              <a:rPr lang="en-US" sz="11200" dirty="0"/>
              <a:t>;</a:t>
            </a:r>
          </a:p>
          <a:p>
            <a:pPr marL="0" indent="0">
              <a:buNone/>
            </a:pPr>
            <a:r>
              <a:rPr lang="en-US" sz="11200" dirty="0" smtClean="0"/>
              <a:t>import </a:t>
            </a:r>
            <a:r>
              <a:rPr lang="en-US" sz="11200" dirty="0" err="1"/>
              <a:t>javax.ejb.Stateless</a:t>
            </a:r>
            <a:r>
              <a:rPr lang="en-US" sz="11200" dirty="0"/>
              <a:t>;</a:t>
            </a:r>
          </a:p>
          <a:p>
            <a:pPr marL="0" indent="0">
              <a:buNone/>
            </a:pPr>
            <a:r>
              <a:rPr lang="en-US" sz="11200" dirty="0" smtClean="0"/>
              <a:t>@</a:t>
            </a:r>
            <a:r>
              <a:rPr lang="en-US" sz="11200" dirty="0"/>
              <a:t>Stateless</a:t>
            </a:r>
          </a:p>
          <a:p>
            <a:pPr marL="0" indent="0">
              <a:buNone/>
            </a:pPr>
            <a:r>
              <a:rPr lang="en-US" sz="11200" dirty="0"/>
              <a:t>public class Calculator implements </a:t>
            </a:r>
            <a:r>
              <a:rPr lang="en-US" sz="11200" dirty="0" err="1"/>
              <a:t>CalculatorLocal</a:t>
            </a:r>
            <a:r>
              <a:rPr lang="en-US" sz="11200" dirty="0"/>
              <a:t> {</a:t>
            </a:r>
          </a:p>
          <a:p>
            <a:pPr marL="0" indent="0">
              <a:buNone/>
            </a:pPr>
            <a:r>
              <a:rPr lang="en-US" sz="11200" dirty="0" smtClean="0"/>
              <a:t>        </a:t>
            </a:r>
            <a:r>
              <a:rPr lang="en-US" sz="11200" dirty="0"/>
              <a:t>@Override </a:t>
            </a:r>
          </a:p>
          <a:p>
            <a:pPr marL="0" indent="0">
              <a:buNone/>
            </a:pPr>
            <a:r>
              <a:rPr lang="en-US" sz="11200" dirty="0"/>
              <a:t>    public </a:t>
            </a:r>
            <a:r>
              <a:rPr lang="en-US" sz="11200" dirty="0" err="1"/>
              <a:t>int</a:t>
            </a:r>
            <a:r>
              <a:rPr lang="en-US" sz="11200" dirty="0"/>
              <a:t> add(</a:t>
            </a:r>
            <a:r>
              <a:rPr lang="en-US" sz="11200" dirty="0" err="1"/>
              <a:t>int</a:t>
            </a:r>
            <a:r>
              <a:rPr lang="en-US" sz="11200" dirty="0"/>
              <a:t> n1, </a:t>
            </a:r>
            <a:r>
              <a:rPr lang="en-US" sz="11200" dirty="0" err="1"/>
              <a:t>int</a:t>
            </a:r>
            <a:r>
              <a:rPr lang="en-US" sz="11200" dirty="0"/>
              <a:t> n2){</a:t>
            </a:r>
          </a:p>
          <a:p>
            <a:pPr marL="0" indent="0">
              <a:buNone/>
            </a:pPr>
            <a:r>
              <a:rPr lang="en-US" sz="11200" dirty="0"/>
              <a:t>        </a:t>
            </a:r>
            <a:r>
              <a:rPr lang="en-US" sz="11200" dirty="0" err="1"/>
              <a:t>int</a:t>
            </a:r>
            <a:r>
              <a:rPr lang="en-US" sz="11200" dirty="0"/>
              <a:t> a;</a:t>
            </a:r>
          </a:p>
          <a:p>
            <a:pPr marL="0" indent="0">
              <a:buNone/>
            </a:pPr>
            <a:r>
              <a:rPr lang="en-US" sz="11200" dirty="0"/>
              <a:t>        a=n1+n2;</a:t>
            </a:r>
          </a:p>
          <a:p>
            <a:pPr marL="0" indent="0">
              <a:buNone/>
            </a:pPr>
            <a:r>
              <a:rPr lang="en-US" sz="11200" dirty="0"/>
              <a:t>        return a;</a:t>
            </a:r>
          </a:p>
          <a:p>
            <a:pPr marL="0" indent="0">
              <a:buNone/>
            </a:pPr>
            <a:r>
              <a:rPr lang="en-US" sz="11200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165" t="27278" r="53390" b="57892"/>
          <a:stretch/>
        </p:blipFill>
        <p:spPr>
          <a:xfrm>
            <a:off x="7178293" y="702156"/>
            <a:ext cx="4432515" cy="10848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-742" t="24311" r="78178" b="24418"/>
          <a:stretch/>
        </p:blipFill>
        <p:spPr>
          <a:xfrm>
            <a:off x="9546957" y="2603716"/>
            <a:ext cx="2200759" cy="375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72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Update local file  also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169" y="2397472"/>
            <a:ext cx="11029615" cy="3678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package </a:t>
            </a:r>
            <a:r>
              <a:rPr lang="en-US" sz="2800" dirty="0" err="1"/>
              <a:t>cal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 smtClean="0"/>
              <a:t>import </a:t>
            </a:r>
            <a:r>
              <a:rPr lang="en-US" sz="2800" dirty="0" err="1"/>
              <a:t>javax.ejb.Local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 smtClean="0"/>
              <a:t>@</a:t>
            </a:r>
            <a:r>
              <a:rPr lang="en-US" sz="2800" dirty="0"/>
              <a:t>Local</a:t>
            </a:r>
          </a:p>
          <a:p>
            <a:pPr marL="0" indent="0">
              <a:buNone/>
            </a:pPr>
            <a:r>
              <a:rPr lang="en-US" sz="2800" dirty="0"/>
              <a:t>public interface </a:t>
            </a:r>
            <a:r>
              <a:rPr lang="en-US" sz="2800" dirty="0" err="1"/>
              <a:t>CalculatorLocal</a:t>
            </a:r>
            <a:r>
              <a:rPr lang="en-US" sz="2800" dirty="0"/>
              <a:t> {</a:t>
            </a:r>
          </a:p>
          <a:p>
            <a:pPr marL="0" indent="0">
              <a:buNone/>
            </a:pPr>
            <a:r>
              <a:rPr lang="en-US" sz="2800" dirty="0"/>
              <a:t>    public </a:t>
            </a:r>
            <a:r>
              <a:rPr lang="en-US" sz="2800" dirty="0" err="1"/>
              <a:t>int</a:t>
            </a:r>
            <a:r>
              <a:rPr lang="en-US" sz="2800" dirty="0"/>
              <a:t> add(</a:t>
            </a:r>
            <a:r>
              <a:rPr lang="en-US" sz="2800" dirty="0" err="1"/>
              <a:t>int</a:t>
            </a:r>
            <a:r>
              <a:rPr lang="en-US" sz="2800" dirty="0"/>
              <a:t> n1, </a:t>
            </a:r>
            <a:r>
              <a:rPr lang="en-US" sz="2800" dirty="0" err="1"/>
              <a:t>int</a:t>
            </a:r>
            <a:r>
              <a:rPr lang="en-US" sz="2800" dirty="0"/>
              <a:t> n2); 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12" t="24735" r="75636" b="27807"/>
          <a:stretch/>
        </p:blipFill>
        <p:spPr>
          <a:xfrm>
            <a:off x="8635133" y="2717788"/>
            <a:ext cx="2355743" cy="347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33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547173"/>
            <a:ext cx="11029616" cy="1013800"/>
          </a:xfrm>
        </p:spPr>
        <p:txBody>
          <a:bodyPr/>
          <a:lstStyle/>
          <a:p>
            <a:r>
              <a:rPr lang="en-US" dirty="0" smtClean="0"/>
              <a:t>Crate servlet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62" y="2186754"/>
            <a:ext cx="6044339" cy="45302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cal.CalculatorLocal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java.io.IOException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java.io.PrintWriter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javax.ejb.EJB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javax.servlet.ServletException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javax.servlet.annotation.WebServlet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javax.servlet.http.HttpServlet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javax.servlet.http.HttpServletRequest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javax.servlet.http.HttpServletResponse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smtClean="0"/>
              <a:t>@</a:t>
            </a:r>
            <a:r>
              <a:rPr lang="en-US" dirty="0" err="1"/>
              <a:t>WebServlet</a:t>
            </a:r>
            <a:r>
              <a:rPr lang="en-US" dirty="0"/>
              <a:t>(</a:t>
            </a:r>
            <a:r>
              <a:rPr lang="en-US" dirty="0" err="1"/>
              <a:t>urlPatterns</a:t>
            </a:r>
            <a:r>
              <a:rPr lang="en-US" dirty="0"/>
              <a:t> = {"/</a:t>
            </a:r>
            <a:r>
              <a:rPr lang="en-US" dirty="0" err="1"/>
              <a:t>cal</a:t>
            </a:r>
            <a:r>
              <a:rPr lang="en-US" dirty="0"/>
              <a:t>"})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cal</a:t>
            </a:r>
            <a:r>
              <a:rPr lang="en-US" dirty="0"/>
              <a:t> extends </a:t>
            </a:r>
            <a:r>
              <a:rPr lang="en-US" dirty="0" err="1"/>
              <a:t>HttpServlet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   @EJB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   private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CalculatorLocal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calculator;</a:t>
            </a:r>
          </a:p>
          <a:p>
            <a:pPr marL="0" indent="0">
              <a:buNone/>
            </a:pPr>
            <a:r>
              <a:rPr lang="en-US" dirty="0"/>
              <a:t>    </a:t>
            </a:r>
            <a:endParaRPr lang="en-US" sz="700" dirty="0"/>
          </a:p>
        </p:txBody>
      </p:sp>
      <p:sp>
        <p:nvSpPr>
          <p:cNvPr id="4" name="Rectangle 3"/>
          <p:cNvSpPr/>
          <p:nvPr/>
        </p:nvSpPr>
        <p:spPr>
          <a:xfrm>
            <a:off x="4566833" y="171595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protected void </a:t>
            </a:r>
            <a:r>
              <a:rPr lang="en-US" dirty="0" err="1"/>
              <a:t>processRequest</a:t>
            </a:r>
            <a:r>
              <a:rPr lang="en-US" dirty="0"/>
              <a:t>(</a:t>
            </a:r>
            <a:r>
              <a:rPr lang="en-US" dirty="0" err="1"/>
              <a:t>HttpServletRequest</a:t>
            </a:r>
            <a:r>
              <a:rPr lang="en-US" dirty="0"/>
              <a:t> request, </a:t>
            </a:r>
            <a:r>
              <a:rPr lang="en-US" dirty="0" err="1"/>
              <a:t>HttpServletResponse</a:t>
            </a:r>
            <a:r>
              <a:rPr lang="en-US" dirty="0"/>
              <a:t> response)</a:t>
            </a:r>
          </a:p>
          <a:p>
            <a:r>
              <a:rPr lang="en-US" dirty="0"/>
              <a:t>            throws </a:t>
            </a:r>
            <a:r>
              <a:rPr lang="en-US" dirty="0" err="1"/>
              <a:t>ServletException</a:t>
            </a:r>
            <a:r>
              <a:rPr lang="en-US" dirty="0"/>
              <a:t>, </a:t>
            </a:r>
            <a:r>
              <a:rPr lang="en-US" dirty="0" err="1"/>
              <a:t>IOException</a:t>
            </a:r>
            <a:r>
              <a:rPr lang="en-US" dirty="0"/>
              <a:t> {</a:t>
            </a:r>
          </a:p>
          <a:p>
            <a:r>
              <a:rPr lang="en-US" dirty="0"/>
              <a:t>        </a:t>
            </a:r>
            <a:r>
              <a:rPr lang="en-US" dirty="0" err="1"/>
              <a:t>response.setContentType</a:t>
            </a:r>
            <a:r>
              <a:rPr lang="en-US" dirty="0"/>
              <a:t>("text/</a:t>
            </a:r>
            <a:r>
              <a:rPr lang="en-US" dirty="0" err="1"/>
              <a:t>html;charset</a:t>
            </a:r>
            <a:r>
              <a:rPr lang="en-US" dirty="0"/>
              <a:t>=UTF-8");</a:t>
            </a:r>
          </a:p>
          <a:p>
            <a:r>
              <a:rPr lang="en-US" dirty="0"/>
              <a:t>         </a:t>
            </a:r>
            <a:r>
              <a:rPr lang="en-US" dirty="0" err="1"/>
              <a:t>int</a:t>
            </a:r>
            <a:r>
              <a:rPr lang="en-US" dirty="0"/>
              <a:t> n1=</a:t>
            </a:r>
            <a:r>
              <a:rPr lang="en-US" dirty="0" err="1"/>
              <a:t>Integer.parseInt</a:t>
            </a:r>
            <a:r>
              <a:rPr lang="en-US" dirty="0"/>
              <a:t>(</a:t>
            </a:r>
            <a:r>
              <a:rPr lang="en-US" dirty="0" err="1"/>
              <a:t>request.getParameter</a:t>
            </a:r>
            <a:r>
              <a:rPr lang="en-US" dirty="0"/>
              <a:t>("N1"));</a:t>
            </a:r>
          </a:p>
          <a:p>
            <a:r>
              <a:rPr lang="en-US" dirty="0"/>
              <a:t>         </a:t>
            </a:r>
            <a:r>
              <a:rPr lang="en-US" dirty="0" err="1"/>
              <a:t>int</a:t>
            </a:r>
            <a:r>
              <a:rPr lang="en-US" dirty="0"/>
              <a:t> n2=</a:t>
            </a:r>
            <a:r>
              <a:rPr lang="en-US" dirty="0" err="1"/>
              <a:t>Integer.parseInt</a:t>
            </a:r>
            <a:r>
              <a:rPr lang="en-US" dirty="0"/>
              <a:t>(</a:t>
            </a:r>
            <a:r>
              <a:rPr lang="en-US" dirty="0" err="1"/>
              <a:t>request.getParameter</a:t>
            </a:r>
            <a:r>
              <a:rPr lang="en-US" dirty="0"/>
              <a:t>("N2"));</a:t>
            </a:r>
          </a:p>
          <a:p>
            <a:r>
              <a:rPr lang="en-US" dirty="0"/>
              <a:t>    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969789" y="3385493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try (</a:t>
            </a:r>
            <a:r>
              <a:rPr lang="en-US" dirty="0" err="1"/>
              <a:t>PrintWriter</a:t>
            </a:r>
            <a:r>
              <a:rPr lang="en-US" dirty="0"/>
              <a:t> out = </a:t>
            </a:r>
            <a:r>
              <a:rPr lang="en-US" dirty="0" err="1"/>
              <a:t>response.getWriter</a:t>
            </a:r>
            <a:r>
              <a:rPr lang="en-US" dirty="0"/>
              <a:t>()) {</a:t>
            </a:r>
          </a:p>
          <a:p>
            <a:r>
              <a:rPr lang="en-US" dirty="0" err="1"/>
              <a:t>out.println</a:t>
            </a:r>
            <a:r>
              <a:rPr lang="en-US" dirty="0"/>
              <a:t>("&lt;!DOCTYPE html&gt;");</a:t>
            </a:r>
          </a:p>
          <a:p>
            <a:r>
              <a:rPr lang="en-US" dirty="0"/>
              <a:t>            </a:t>
            </a:r>
            <a:r>
              <a:rPr lang="en-US" dirty="0" err="1"/>
              <a:t>out.println</a:t>
            </a:r>
            <a:r>
              <a:rPr lang="en-US" dirty="0"/>
              <a:t>("&lt;html&gt;");</a:t>
            </a:r>
          </a:p>
          <a:p>
            <a:r>
              <a:rPr lang="en-US" dirty="0"/>
              <a:t>            </a:t>
            </a:r>
            <a:r>
              <a:rPr lang="en-US" dirty="0" err="1"/>
              <a:t>out.println</a:t>
            </a:r>
            <a:r>
              <a:rPr lang="en-US" dirty="0"/>
              <a:t>("&lt;head&gt;");</a:t>
            </a:r>
          </a:p>
          <a:p>
            <a:r>
              <a:rPr lang="en-US" dirty="0"/>
              <a:t>            </a:t>
            </a:r>
            <a:r>
              <a:rPr lang="en-US" dirty="0" err="1"/>
              <a:t>out.println</a:t>
            </a:r>
            <a:r>
              <a:rPr lang="en-US" dirty="0"/>
              <a:t>("&lt;title&gt;Servlet </a:t>
            </a:r>
            <a:r>
              <a:rPr lang="en-US" dirty="0" err="1"/>
              <a:t>cal</a:t>
            </a:r>
            <a:r>
              <a:rPr lang="en-US" dirty="0"/>
              <a:t>&lt;/title&gt;");            </a:t>
            </a:r>
          </a:p>
          <a:p>
            <a:r>
              <a:rPr lang="en-US" dirty="0"/>
              <a:t>            </a:t>
            </a:r>
            <a:r>
              <a:rPr lang="en-US" dirty="0" err="1"/>
              <a:t>out.println</a:t>
            </a:r>
            <a:r>
              <a:rPr lang="en-US" dirty="0"/>
              <a:t>("&lt;/head&gt;");</a:t>
            </a:r>
          </a:p>
          <a:p>
            <a:r>
              <a:rPr lang="en-US" dirty="0"/>
              <a:t>            </a:t>
            </a:r>
            <a:r>
              <a:rPr lang="en-US" dirty="0" err="1"/>
              <a:t>out.println</a:t>
            </a:r>
            <a:r>
              <a:rPr lang="en-US" dirty="0"/>
              <a:t>("&lt;body&gt;");</a:t>
            </a:r>
          </a:p>
          <a:p>
            <a:r>
              <a:rPr lang="en-US" dirty="0"/>
              <a:t>            </a:t>
            </a:r>
            <a:r>
              <a:rPr lang="en-US" dirty="0" err="1"/>
              <a:t>out.println</a:t>
            </a:r>
            <a:r>
              <a:rPr lang="en-US" dirty="0"/>
              <a:t>("&lt;h1&gt;</a:t>
            </a:r>
            <a:r>
              <a:rPr lang="en-US" dirty="0" err="1"/>
              <a:t>Addtion</a:t>
            </a:r>
            <a:r>
              <a:rPr lang="en-US" dirty="0"/>
              <a:t> of 2 numbers= " +</a:t>
            </a:r>
            <a:r>
              <a:rPr lang="en-US" dirty="0" err="1"/>
              <a:t>calculator.add</a:t>
            </a:r>
            <a:r>
              <a:rPr lang="en-US" dirty="0"/>
              <a:t>(n1,n2) + "&lt;/h1&gt;");</a:t>
            </a:r>
          </a:p>
          <a:p>
            <a:r>
              <a:rPr lang="en-US" dirty="0"/>
              <a:t>            </a:t>
            </a:r>
            <a:r>
              <a:rPr lang="en-US" dirty="0" err="1"/>
              <a:t>out.println</a:t>
            </a:r>
            <a:r>
              <a:rPr lang="en-US" dirty="0"/>
              <a:t>("&lt;/body&gt;");</a:t>
            </a:r>
          </a:p>
          <a:p>
            <a:r>
              <a:rPr lang="en-US" dirty="0"/>
              <a:t>            </a:t>
            </a:r>
            <a:r>
              <a:rPr lang="en-US" dirty="0" err="1"/>
              <a:t>out.println</a:t>
            </a:r>
            <a:r>
              <a:rPr lang="en-US" dirty="0"/>
              <a:t>("&lt;/html&gt;");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-265" t="25584" r="77701" b="22722"/>
          <a:stretch/>
        </p:blipFill>
        <p:spPr>
          <a:xfrm>
            <a:off x="10104896" y="3076413"/>
            <a:ext cx="2200760" cy="378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64801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11</TotalTime>
  <Words>332</Words>
  <Application>Microsoft Office PowerPoint</Application>
  <PresentationFormat>Widescreen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Gill Sans MT</vt:lpstr>
      <vt:lpstr>Wingdings 2</vt:lpstr>
      <vt:lpstr>Dividend</vt:lpstr>
      <vt:lpstr>Example Stateless Session EJB</vt:lpstr>
      <vt:lpstr>Create new project : java jee</vt:lpstr>
      <vt:lpstr>Create form </vt:lpstr>
      <vt:lpstr>Create bean</vt:lpstr>
      <vt:lpstr>Update local file  also</vt:lpstr>
      <vt:lpstr>Crate servlet page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Stateless Session EJB</dc:title>
  <dc:creator>Admin</dc:creator>
  <cp:lastModifiedBy>Admin</cp:lastModifiedBy>
  <cp:revision>5</cp:revision>
  <dcterms:created xsi:type="dcterms:W3CDTF">2018-02-02T07:32:22Z</dcterms:created>
  <dcterms:modified xsi:type="dcterms:W3CDTF">2018-02-02T07:43:55Z</dcterms:modified>
</cp:coreProperties>
</file>