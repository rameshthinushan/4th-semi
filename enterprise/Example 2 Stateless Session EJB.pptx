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3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Example Stateless Session EJB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02</a:t>
            </a:r>
            <a:br>
              <a:rPr lang="en-US" dirty="0" smtClean="0"/>
            </a:br>
            <a:r>
              <a:rPr lang="en-US" dirty="0" smtClean="0"/>
              <a:t>index.html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395065" cy="467750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  &lt;head&gt;</a:t>
            </a:r>
          </a:p>
          <a:p>
            <a:pPr marL="0" indent="0">
              <a:buNone/>
            </a:pPr>
            <a:r>
              <a:rPr lang="en-US" dirty="0"/>
              <a:t>        &lt;title&gt;TODO supply a title&lt;/title&gt;</a:t>
            </a:r>
          </a:p>
          <a:p>
            <a:pPr marL="0" indent="0">
              <a:buNone/>
            </a:pPr>
            <a:r>
              <a:rPr lang="en-US" dirty="0"/>
              <a:t>        &lt;meta charset="UTF-8"&gt;</a:t>
            </a:r>
          </a:p>
          <a:p>
            <a:pPr marL="0" indent="0">
              <a:buNone/>
            </a:pPr>
            <a:r>
              <a:rPr lang="en-US" dirty="0"/>
              <a:t>        &lt;meta name="viewport" content="width=device-width, initial-scale=1.0"&gt;</a:t>
            </a:r>
          </a:p>
          <a:p>
            <a:pPr marL="0" indent="0">
              <a:buNone/>
            </a:pPr>
            <a:r>
              <a:rPr lang="en-US" dirty="0"/>
              <a:t>    &lt;/head&gt;</a:t>
            </a:r>
          </a:p>
          <a:p>
            <a:pPr marL="0" indent="0">
              <a:buNone/>
            </a:pPr>
            <a:r>
              <a:rPr lang="en-US" dirty="0"/>
              <a:t>    &lt;body&gt;</a:t>
            </a:r>
          </a:p>
          <a:p>
            <a:pPr marL="0" indent="0">
              <a:buNone/>
            </a:pPr>
            <a:r>
              <a:rPr lang="en-US" dirty="0"/>
              <a:t>        &lt;FONT SIZE= 10 &gt;  &lt;B&gt; Calculate Interest &lt;/B&gt; &lt;/FONT&gt;</a:t>
            </a:r>
          </a:p>
          <a:p>
            <a:pPr marL="0" indent="0">
              <a:buNone/>
            </a:pPr>
            <a:r>
              <a:rPr lang="en-US" dirty="0"/>
              <a:t>	&lt;FORM ACTION = "</a:t>
            </a:r>
            <a:r>
              <a:rPr lang="en-US" dirty="0" err="1"/>
              <a:t>LoanServlet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 &lt;TABLE&gt;</a:t>
            </a:r>
          </a:p>
          <a:p>
            <a:pPr marL="0" indent="0">
              <a:buNone/>
            </a:pPr>
            <a:r>
              <a:rPr lang="en-US" dirty="0"/>
              <a:t>	&lt;TR&gt;</a:t>
            </a:r>
          </a:p>
          <a:p>
            <a:pPr marL="0" indent="0">
              <a:buNone/>
            </a:pPr>
            <a:r>
              <a:rPr lang="en-US" dirty="0"/>
              <a:t>	&lt;TD&gt;  RATE &lt;/TD&gt; &lt;TD&gt; &lt;INPUT TYPE = TEXT NAME = "rate"&gt; &lt;/TD&gt; </a:t>
            </a:r>
          </a:p>
          <a:p>
            <a:pPr marL="0" indent="0">
              <a:buNone/>
            </a:pPr>
            <a:r>
              <a:rPr lang="en-US" dirty="0"/>
              <a:t>	&lt;/TR&gt;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651170" y="2013857"/>
            <a:ext cx="5540829" cy="4539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	&lt;TR&gt;</a:t>
            </a:r>
          </a:p>
          <a:p>
            <a:pPr marL="0" indent="0">
              <a:buNone/>
            </a:pPr>
            <a:r>
              <a:rPr lang="en-US" dirty="0" smtClean="0"/>
              <a:t>	&lt;TD&gt;  TIME &lt;/TD&gt; &lt;TD&gt; &lt;INPUT TYPE = TEXT NAME = "time"&gt; &lt;/TD&gt;</a:t>
            </a:r>
          </a:p>
          <a:p>
            <a:pPr marL="0" indent="0">
              <a:buNone/>
            </a:pPr>
            <a:r>
              <a:rPr lang="en-US" dirty="0" smtClean="0"/>
              <a:t>	&lt;/TR&gt;</a:t>
            </a:r>
          </a:p>
          <a:p>
            <a:pPr marL="0" indent="0">
              <a:buNone/>
            </a:pPr>
            <a:r>
              <a:rPr lang="en-US" dirty="0" smtClean="0"/>
              <a:t>	&lt;TR&gt;</a:t>
            </a:r>
          </a:p>
          <a:p>
            <a:pPr marL="0" indent="0">
              <a:buNone/>
            </a:pPr>
            <a:r>
              <a:rPr lang="en-US" dirty="0" smtClean="0"/>
              <a:t>	&lt;TD&gt;  AMOUNT &lt;/TD&gt; &lt;TD&gt;  &lt;INPUT TYPE = TEXT NAME = "amount"&gt; &lt;/TD&gt; </a:t>
            </a:r>
          </a:p>
          <a:p>
            <a:pPr marL="0" indent="0">
              <a:buNone/>
            </a:pPr>
            <a:r>
              <a:rPr lang="en-US" dirty="0" smtClean="0"/>
              <a:t>	&lt;/TR&gt;</a:t>
            </a:r>
          </a:p>
          <a:p>
            <a:pPr marL="0" indent="0">
              <a:buNone/>
            </a:pPr>
            <a:r>
              <a:rPr lang="en-US" dirty="0" smtClean="0"/>
              <a:t>	&lt;TR&gt;</a:t>
            </a:r>
          </a:p>
          <a:p>
            <a:pPr marL="0" indent="0">
              <a:buNone/>
            </a:pPr>
            <a:r>
              <a:rPr lang="en-US" dirty="0" smtClean="0"/>
              <a:t>	&lt;TD&gt; &lt;INPUT TYPE = SUBMIT VALUE = "Calculate"&gt; &lt;/TD&gt; </a:t>
            </a:r>
          </a:p>
          <a:p>
            <a:pPr marL="0" indent="0">
              <a:buNone/>
            </a:pPr>
            <a:r>
              <a:rPr lang="en-US" dirty="0" smtClean="0"/>
              <a:t>	&lt;/TR&gt;</a:t>
            </a:r>
          </a:p>
          <a:p>
            <a:pPr marL="0" indent="0">
              <a:buNone/>
            </a:pPr>
            <a:r>
              <a:rPr lang="en-US" dirty="0" smtClean="0"/>
              <a:t>    &lt;/TABLE&gt;</a:t>
            </a:r>
          </a:p>
          <a:p>
            <a:pPr marL="0" indent="0">
              <a:buNone/>
            </a:pPr>
            <a:r>
              <a:rPr lang="en-US" dirty="0" smtClean="0"/>
              <a:t>	&lt;/FORM&gt;</a:t>
            </a:r>
          </a:p>
          <a:p>
            <a:pPr marL="0" indent="0">
              <a:buNone/>
            </a:pPr>
            <a:r>
              <a:rPr lang="en-US" dirty="0" smtClean="0"/>
              <a:t>    &lt;/body&gt;</a:t>
            </a:r>
          </a:p>
          <a:p>
            <a:pPr marL="0" indent="0">
              <a:buNone/>
            </a:pPr>
            <a:r>
              <a:rPr lang="en-US" dirty="0" smtClean="0"/>
              <a:t>&lt;/html&gt;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8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LoanBean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javax.ejb.Stateless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  @</a:t>
            </a:r>
            <a:r>
              <a:rPr lang="en-US" dirty="0"/>
              <a:t>Stateless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LoanBean</a:t>
            </a:r>
            <a:r>
              <a:rPr lang="en-US" dirty="0"/>
              <a:t> implements </a:t>
            </a:r>
            <a:r>
              <a:rPr lang="en-US" dirty="0" err="1"/>
              <a:t>LoanBeanLocal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public float </a:t>
            </a:r>
            <a:r>
              <a:rPr lang="en-US" dirty="0" err="1"/>
              <a:t>calculateInterest</a:t>
            </a:r>
            <a:r>
              <a:rPr lang="en-US" dirty="0"/>
              <a:t>(float rate, float time, float amount)  { </a:t>
            </a:r>
          </a:p>
          <a:p>
            <a:pPr marL="0" indent="0">
              <a:buNone/>
            </a:pPr>
            <a:r>
              <a:rPr lang="en-US" dirty="0"/>
              <a:t>       float interest = time * amount * (rate / 100); </a:t>
            </a:r>
          </a:p>
          <a:p>
            <a:pPr marL="0" indent="0">
              <a:buNone/>
            </a:pPr>
            <a:r>
              <a:rPr lang="en-US" dirty="0"/>
              <a:t>       return interest;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558" t="594" r="74777" b="55952"/>
          <a:stretch/>
        </p:blipFill>
        <p:spPr>
          <a:xfrm>
            <a:off x="8046720" y="2014697"/>
            <a:ext cx="3190701" cy="403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56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LoanBeanLocal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package Loan;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javax.ejb.Local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@</a:t>
            </a:r>
            <a:r>
              <a:rPr lang="en-US" dirty="0"/>
              <a:t>Local</a:t>
            </a:r>
          </a:p>
          <a:p>
            <a:pPr marL="0" indent="0">
              <a:buNone/>
            </a:pPr>
            <a:r>
              <a:rPr lang="en-US" dirty="0"/>
              <a:t>public interface </a:t>
            </a:r>
            <a:r>
              <a:rPr lang="en-US" dirty="0" err="1"/>
              <a:t>LoanBeanLocal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float </a:t>
            </a:r>
            <a:r>
              <a:rPr lang="en-US" dirty="0" err="1"/>
              <a:t>calculateInterest</a:t>
            </a:r>
            <a:r>
              <a:rPr lang="en-US" dirty="0"/>
              <a:t>(float rate, float time, float amount);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72955" b="69602"/>
          <a:stretch/>
        </p:blipFill>
        <p:spPr>
          <a:xfrm>
            <a:off x="7970840" y="2180497"/>
            <a:ext cx="3500723" cy="295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2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LoanServlet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7485" y="3179697"/>
            <a:ext cx="7634515" cy="3678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 smtClean="0"/>
              <a:t>protected </a:t>
            </a:r>
            <a:r>
              <a:rPr lang="en-US" sz="1400" dirty="0"/>
              <a:t>void </a:t>
            </a:r>
            <a:r>
              <a:rPr lang="en-US" sz="1400" dirty="0" err="1"/>
              <a:t>processRequest</a:t>
            </a:r>
            <a:r>
              <a:rPr lang="en-US" sz="1400" dirty="0"/>
              <a:t>(</a:t>
            </a:r>
            <a:r>
              <a:rPr lang="en-US" sz="1400" dirty="0" err="1"/>
              <a:t>HttpServletRequest</a:t>
            </a:r>
            <a:r>
              <a:rPr lang="en-US" sz="1400" dirty="0"/>
              <a:t> request, </a:t>
            </a:r>
            <a:r>
              <a:rPr lang="en-US" sz="1400" dirty="0" err="1"/>
              <a:t>HttpServletResponse</a:t>
            </a:r>
            <a:r>
              <a:rPr lang="en-US" sz="1400" dirty="0"/>
              <a:t> response)</a:t>
            </a:r>
          </a:p>
          <a:p>
            <a:pPr marL="0" indent="0">
              <a:buNone/>
            </a:pPr>
            <a:r>
              <a:rPr lang="en-US" sz="1400" dirty="0"/>
              <a:t>            throws </a:t>
            </a:r>
            <a:r>
              <a:rPr lang="en-US" sz="1400" dirty="0" err="1"/>
              <a:t>ServletException</a:t>
            </a:r>
            <a:r>
              <a:rPr lang="en-US" sz="1400" dirty="0"/>
              <a:t>, </a:t>
            </a:r>
            <a:r>
              <a:rPr lang="en-US" sz="1400" dirty="0" err="1"/>
              <a:t>IOException</a:t>
            </a:r>
            <a:r>
              <a:rPr lang="en-US" sz="1400" dirty="0"/>
              <a:t> {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response.setContentType</a:t>
            </a:r>
            <a:r>
              <a:rPr lang="en-US" sz="1400" dirty="0"/>
              <a:t>("text/</a:t>
            </a:r>
            <a:r>
              <a:rPr lang="en-US" sz="1400" dirty="0" err="1"/>
              <a:t>html;charset</a:t>
            </a:r>
            <a:r>
              <a:rPr lang="en-US" sz="1400" dirty="0"/>
              <a:t>=UTF-8");</a:t>
            </a:r>
          </a:p>
          <a:p>
            <a:pPr marL="0" indent="0">
              <a:buNone/>
            </a:pPr>
            <a:r>
              <a:rPr lang="en-US" sz="1400" dirty="0"/>
              <a:t>        try (</a:t>
            </a:r>
            <a:r>
              <a:rPr lang="en-US" sz="1400" dirty="0" err="1"/>
              <a:t>PrintWriter</a:t>
            </a:r>
            <a:r>
              <a:rPr lang="en-US" sz="1400" dirty="0"/>
              <a:t> out = </a:t>
            </a:r>
            <a:r>
              <a:rPr lang="en-US" sz="1400" dirty="0" err="1"/>
              <a:t>response.getWriter</a:t>
            </a:r>
            <a:r>
              <a:rPr lang="en-US" sz="1400" dirty="0"/>
              <a:t>()) {</a:t>
            </a:r>
          </a:p>
          <a:p>
            <a:pPr marL="0" indent="0">
              <a:buNone/>
            </a:pPr>
            <a:r>
              <a:rPr lang="en-US" sz="1400" dirty="0"/>
              <a:t>         float rate=</a:t>
            </a:r>
            <a:r>
              <a:rPr lang="en-US" sz="1400" dirty="0" err="1"/>
              <a:t>Float.valueOf</a:t>
            </a:r>
            <a:r>
              <a:rPr lang="en-US" sz="1400" dirty="0"/>
              <a:t>(</a:t>
            </a:r>
            <a:r>
              <a:rPr lang="en-US" sz="1400" dirty="0" err="1"/>
              <a:t>request.getParameter</a:t>
            </a:r>
            <a:r>
              <a:rPr lang="en-US" sz="1400" dirty="0"/>
              <a:t>("rate")).</a:t>
            </a:r>
            <a:r>
              <a:rPr lang="en-US" sz="1400" dirty="0" err="1"/>
              <a:t>floatValue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dirty="0"/>
              <a:t>         float time=</a:t>
            </a:r>
            <a:r>
              <a:rPr lang="en-US" sz="1400" dirty="0" err="1"/>
              <a:t>Float.valueOf</a:t>
            </a:r>
            <a:r>
              <a:rPr lang="en-US" sz="1400" dirty="0"/>
              <a:t>(</a:t>
            </a:r>
            <a:r>
              <a:rPr lang="en-US" sz="1400" dirty="0" err="1"/>
              <a:t>request.getParameter</a:t>
            </a:r>
            <a:r>
              <a:rPr lang="en-US" sz="1400" dirty="0"/>
              <a:t>("time")).</a:t>
            </a:r>
            <a:r>
              <a:rPr lang="en-US" sz="1400" dirty="0" err="1"/>
              <a:t>floatValue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dirty="0"/>
              <a:t>        </a:t>
            </a:r>
            <a:r>
              <a:rPr lang="en-US" sz="1400" dirty="0" smtClean="0"/>
              <a:t>float </a:t>
            </a:r>
            <a:r>
              <a:rPr lang="en-US" sz="1400" dirty="0"/>
              <a:t>amount=</a:t>
            </a:r>
            <a:r>
              <a:rPr lang="en-US" sz="1400" dirty="0" err="1"/>
              <a:t>Float.valueOf</a:t>
            </a:r>
            <a:r>
              <a:rPr lang="en-US" sz="1400" dirty="0"/>
              <a:t>(</a:t>
            </a:r>
            <a:r>
              <a:rPr lang="en-US" sz="1400" dirty="0" err="1"/>
              <a:t>request.getParameter</a:t>
            </a:r>
            <a:r>
              <a:rPr lang="en-US" sz="1400" dirty="0"/>
              <a:t>("amount")).</a:t>
            </a:r>
            <a:r>
              <a:rPr lang="en-US" sz="1400" dirty="0" err="1"/>
              <a:t>floatValue</a:t>
            </a:r>
            <a:r>
              <a:rPr lang="en-US" sz="1400" dirty="0" smtClean="0"/>
              <a:t>();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           </a:t>
            </a:r>
            <a:r>
              <a:rPr lang="en-US" sz="1400" dirty="0" err="1"/>
              <a:t>out.println</a:t>
            </a:r>
            <a:r>
              <a:rPr lang="en-US" sz="1400" dirty="0"/>
              <a:t>("&lt;!DOCTYPE html&gt;");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out.println</a:t>
            </a:r>
            <a:r>
              <a:rPr lang="en-US" sz="1400" dirty="0"/>
              <a:t>("&lt;html&gt;");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out.println</a:t>
            </a:r>
            <a:r>
              <a:rPr lang="en-US" sz="1400" dirty="0"/>
              <a:t>("&lt;head&gt;");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out.println</a:t>
            </a:r>
            <a:r>
              <a:rPr lang="en-US" sz="1400" dirty="0"/>
              <a:t>("&lt;title&gt;Servlet </a:t>
            </a:r>
            <a:r>
              <a:rPr lang="en-US" sz="1400" dirty="0" err="1"/>
              <a:t>LoanServlet</a:t>
            </a:r>
            <a:r>
              <a:rPr lang="en-US" sz="1400" dirty="0"/>
              <a:t>&lt;/title&gt;");            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out.println</a:t>
            </a:r>
            <a:r>
              <a:rPr lang="en-US" sz="1400" dirty="0"/>
              <a:t>("&lt;/head&gt;");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out.println</a:t>
            </a:r>
            <a:r>
              <a:rPr lang="en-US" sz="1400" dirty="0"/>
              <a:t>("&lt;body&gt;");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out.println</a:t>
            </a:r>
            <a:r>
              <a:rPr lang="en-US" sz="1400" dirty="0"/>
              <a:t>("&lt;h1&gt;"+ </a:t>
            </a:r>
            <a:r>
              <a:rPr lang="en-US" sz="1400" dirty="0" err="1"/>
              <a:t>LBean.calculateInterest</a:t>
            </a:r>
            <a:r>
              <a:rPr lang="en-US" sz="1400" dirty="0"/>
              <a:t>(</a:t>
            </a:r>
            <a:r>
              <a:rPr lang="en-US" sz="1400" dirty="0" err="1"/>
              <a:t>rate,time,amount</a:t>
            </a:r>
            <a:r>
              <a:rPr lang="en-US" sz="1400" dirty="0"/>
              <a:t>) + "&lt;/h1&gt;");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out.println</a:t>
            </a:r>
            <a:r>
              <a:rPr lang="en-US" sz="1400" dirty="0"/>
              <a:t>("&lt;/body&gt;");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out.println</a:t>
            </a:r>
            <a:r>
              <a:rPr lang="en-US" sz="1400" dirty="0"/>
              <a:t>("&lt;/html&gt;");</a:t>
            </a:r>
          </a:p>
          <a:p>
            <a:pPr marL="0" indent="0">
              <a:buNone/>
            </a:pPr>
            <a:r>
              <a:rPr lang="en-US" sz="1400" dirty="0"/>
              <a:t>        }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dirty="0" smtClean="0"/>
              <a:t>}</a:t>
            </a:r>
            <a:endParaRPr lang="en-US" sz="1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47362" y="1900977"/>
            <a:ext cx="4527837" cy="52110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dirty="0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Loan.LoanBeanLocal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java.io.IOException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java.io.PrintWriter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javax.ejb.EJB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javax.servlet.ServletException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javax.servlet.annotation.WebServlet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javax.servlet.http.HttpServlet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javax.servlet.http.HttpServletRequest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javax.servlet.http.HttpServletResponse</a:t>
            </a:r>
            <a:r>
              <a:rPr lang="en-US" dirty="0" smtClean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/>
              <a:t>@</a:t>
            </a:r>
            <a:r>
              <a:rPr lang="en-US" dirty="0" err="1" smtClean="0"/>
              <a:t>WebServlet</a:t>
            </a:r>
            <a:r>
              <a:rPr lang="en-US" dirty="0" smtClean="0"/>
              <a:t>(</a:t>
            </a:r>
            <a:r>
              <a:rPr lang="en-US" dirty="0" err="1" smtClean="0"/>
              <a:t>urlPatterns</a:t>
            </a:r>
            <a:r>
              <a:rPr lang="en-US" dirty="0" smtClean="0"/>
              <a:t> = {"/</a:t>
            </a:r>
            <a:r>
              <a:rPr lang="en-US" dirty="0" err="1" smtClean="0"/>
              <a:t>LoanServlet</a:t>
            </a:r>
            <a:r>
              <a:rPr lang="en-US" dirty="0" smtClean="0"/>
              <a:t>"})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LoanServlet</a:t>
            </a:r>
            <a:r>
              <a:rPr lang="en-US" dirty="0"/>
              <a:t> extends </a:t>
            </a:r>
            <a:r>
              <a:rPr lang="en-US" dirty="0" err="1"/>
              <a:t>HttpServlet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@EJB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LoanBeanLocal</a:t>
            </a:r>
            <a:r>
              <a:rPr lang="en-US" dirty="0"/>
              <a:t> </a:t>
            </a:r>
            <a:r>
              <a:rPr lang="en-US" dirty="0" err="1"/>
              <a:t>LBean</a:t>
            </a:r>
            <a:r>
              <a:rPr lang="en-US" dirty="0"/>
              <a:t>;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149" t="8680" r="74256" b="61557"/>
          <a:stretch/>
        </p:blipFill>
        <p:spPr>
          <a:xfrm>
            <a:off x="9797143" y="4506488"/>
            <a:ext cx="2525485" cy="217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03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@Stateless</a:t>
            </a:r>
          </a:p>
          <a:p>
            <a:r>
              <a:rPr lang="en-US" dirty="0"/>
              <a:t>public class </a:t>
            </a:r>
            <a:r>
              <a:rPr lang="en-US" dirty="0" err="1"/>
              <a:t>CalculatorBean</a:t>
            </a:r>
            <a:r>
              <a:rPr lang="en-US" dirty="0"/>
              <a:t> {</a:t>
            </a:r>
          </a:p>
          <a:p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add(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 {</a:t>
            </a:r>
          </a:p>
          <a:p>
            <a:r>
              <a:rPr lang="en-US" dirty="0"/>
              <a:t>        return a + b;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subtract(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 {</a:t>
            </a:r>
          </a:p>
          <a:p>
            <a:r>
              <a:rPr lang="en-US" dirty="0"/>
              <a:t>        return a - b;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multiply(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 {</a:t>
            </a:r>
          </a:p>
          <a:p>
            <a:r>
              <a:rPr lang="en-US" dirty="0"/>
              <a:t>        return a * b;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divide(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 {</a:t>
            </a:r>
          </a:p>
          <a:p>
            <a:r>
              <a:rPr lang="en-US" dirty="0"/>
              <a:t>        return a / b;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public </a:t>
            </a:r>
            <a:r>
              <a:rPr lang="en-US" dirty="0" err="1"/>
              <a:t>int</a:t>
            </a:r>
            <a:r>
              <a:rPr lang="en-US" dirty="0"/>
              <a:t> remainder(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 {</a:t>
            </a:r>
          </a:p>
          <a:p>
            <a:r>
              <a:rPr lang="en-US" dirty="0"/>
              <a:t>        return a % b;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1746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72</TotalTime>
  <Words>396</Words>
  <Application>Microsoft Office PowerPoint</Application>
  <PresentationFormat>Widescreen</PresentationFormat>
  <Paragraphs>98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Gill Sans MT</vt:lpstr>
      <vt:lpstr>Wingdings 2</vt:lpstr>
      <vt:lpstr>Dividend</vt:lpstr>
      <vt:lpstr>Example Stateless Session EJB</vt:lpstr>
      <vt:lpstr>Example 02 index.html</vt:lpstr>
      <vt:lpstr>LoanBean</vt:lpstr>
      <vt:lpstr>LoanBeanLocal</vt:lpstr>
      <vt:lpstr>LoanServlet</vt:lpstr>
      <vt:lpstr>Example 03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Stateless Session EJB</dc:title>
  <dc:creator>Admin</dc:creator>
  <cp:lastModifiedBy>Admin</cp:lastModifiedBy>
  <cp:revision>10</cp:revision>
  <dcterms:created xsi:type="dcterms:W3CDTF">2018-02-02T07:32:22Z</dcterms:created>
  <dcterms:modified xsi:type="dcterms:W3CDTF">2019-02-23T06:16:27Z</dcterms:modified>
</cp:coreProperties>
</file>