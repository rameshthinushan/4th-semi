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3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JDBC</a:t>
            </a:r>
            <a:br>
              <a:rPr lang="en-US" dirty="0" smtClean="0"/>
            </a:br>
            <a:r>
              <a:rPr lang="en-US" sz="5300" dirty="0" smtClean="0"/>
              <a:t>JAVA DABASE CONNECTIVITY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87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Six Steps to Using </a:t>
            </a:r>
            <a:r>
              <a:rPr lang="en-US" b="1" dirty="0" smtClean="0"/>
              <a:t>JDBC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+mj-lt"/>
              <a:buAutoNum type="arabicPeriod"/>
            </a:pPr>
            <a:r>
              <a:rPr lang="en-US" dirty="0" smtClean="0"/>
              <a:t>Load </a:t>
            </a:r>
            <a:r>
              <a:rPr lang="en-US" dirty="0"/>
              <a:t>the JDBC Driver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Establish the Database Connection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Create a Statement Object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Execute a Query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Process the Results</a:t>
            </a:r>
          </a:p>
          <a:p>
            <a:pPr lvl="0">
              <a:buFont typeface="+mj-lt"/>
              <a:buAutoNum type="arabicPeriod"/>
            </a:pPr>
            <a:r>
              <a:rPr lang="en-US" dirty="0"/>
              <a:t>Close the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1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smtClean="0"/>
              <a:t>1. Loading </a:t>
            </a:r>
            <a:r>
              <a:rPr lang="en-US" b="1" dirty="0"/>
              <a:t>the JDBC Driver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To </a:t>
            </a:r>
            <a:r>
              <a:rPr lang="en-US" dirty="0"/>
              <a:t>use a JDBC driver, you must load the driver via the </a:t>
            </a:r>
            <a:r>
              <a:rPr lang="en-US" dirty="0" err="1"/>
              <a:t>Class.forName</a:t>
            </a:r>
            <a:r>
              <a:rPr lang="en-US" dirty="0"/>
              <a:t>() method.</a:t>
            </a:r>
          </a:p>
          <a:p>
            <a:pPr lvl="0"/>
            <a:r>
              <a:rPr lang="en-US" dirty="0"/>
              <a:t>In general, the code looks like this:</a:t>
            </a:r>
          </a:p>
          <a:p>
            <a:r>
              <a:rPr lang="en-US" dirty="0"/>
              <a:t>			</a:t>
            </a:r>
            <a:r>
              <a:rPr lang="en-US" b="1" dirty="0" err="1"/>
              <a:t>Class.forName</a:t>
            </a:r>
            <a:r>
              <a:rPr lang="en-US" b="1" dirty="0"/>
              <a:t>("</a:t>
            </a:r>
            <a:r>
              <a:rPr lang="en-US" b="1" dirty="0" err="1"/>
              <a:t>jdbc.DriverXYZ</a:t>
            </a:r>
            <a:r>
              <a:rPr lang="en-US" b="1" dirty="0"/>
              <a:t>"); 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jbdc.DriverXYZ</a:t>
            </a:r>
            <a:r>
              <a:rPr lang="en-US" dirty="0"/>
              <a:t> is the JDBC Driver you want to load.</a:t>
            </a:r>
          </a:p>
          <a:p>
            <a:endParaRPr lang="en-US" dirty="0" smtClean="0"/>
          </a:p>
          <a:p>
            <a:r>
              <a:rPr lang="en-US" dirty="0" smtClean="0"/>
              <a:t>FOR MYSQL DB:</a:t>
            </a:r>
          </a:p>
          <a:p>
            <a:pPr marL="400050" lvl="1" indent="0">
              <a:buNone/>
            </a:pPr>
            <a:r>
              <a:rPr lang="en-US" sz="2600" b="1" dirty="0" err="1">
                <a:solidFill>
                  <a:schemeClr val="bg2">
                    <a:lumMod val="50000"/>
                  </a:schemeClr>
                </a:solidFill>
              </a:rPr>
              <a:t>Class.forName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("</a:t>
            </a:r>
            <a:r>
              <a:rPr lang="en-US" sz="2600" b="1" dirty="0" err="1">
                <a:solidFill>
                  <a:schemeClr val="bg2">
                    <a:lumMod val="50000"/>
                  </a:schemeClr>
                </a:solidFill>
              </a:rPr>
              <a:t>com.mysql.jdbc.Driver</a:t>
            </a:r>
            <a:r>
              <a:rPr lang="en-US" sz="2600" b="1" dirty="0">
                <a:solidFill>
                  <a:schemeClr val="bg2">
                    <a:lumMod val="50000"/>
                  </a:schemeClr>
                </a:solidFill>
              </a:rPr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398535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2)	Establish the Connection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534" y="1751307"/>
            <a:ext cx="12424475" cy="530042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Once </a:t>
            </a:r>
            <a:r>
              <a:rPr lang="en-US" sz="2400" dirty="0"/>
              <a:t>you have loaded your JDBC driver, the next step is to establish a database connection.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following line of code illustrates the basic idea:</a:t>
            </a:r>
          </a:p>
          <a:p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</a:rPr>
              <a:t>Connection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con =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DriverManager.getConnection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url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, "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myLogin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", "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myPassword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");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-258009" y="4919008"/>
            <a:ext cx="112101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	  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</a:rPr>
              <a:t>final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String DB_URL = "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jdbc:mysql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://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localhost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/exam";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      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</a:rPr>
              <a:t>final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String USER = "root";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      final String Pass = "";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      </a:t>
            </a:r>
          </a:p>
          <a:p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</a:rPr>
              <a:t>	Connection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conn =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DriverManager.getConnection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DB_URL,USER,Pass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);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1543" y="3656687"/>
            <a:ext cx="923227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URL has the following format:  </a:t>
            </a:r>
            <a:r>
              <a:rPr lang="en-US" b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jdbc:subprotocol:subname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lvl="1"/>
            <a:r>
              <a:rPr lang="en-US" b="1" i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JDBC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indicates that this is a JDBC Connection.</a:t>
            </a:r>
          </a:p>
          <a:p>
            <a:pPr lvl="1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en-US" b="1" i="1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subprotocol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identifies the driver you want to use.</a:t>
            </a:r>
          </a:p>
          <a:p>
            <a:pPr lvl="1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en-US" b="1" i="1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subname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identifies the database name/location.</a:t>
            </a:r>
          </a:p>
        </p:txBody>
      </p:sp>
    </p:spTree>
    <p:extLst>
      <p:ext uri="{BB962C8B-B14F-4D97-AF65-F5344CB8AC3E}">
        <p14:creationId xmlns:p14="http://schemas.microsoft.com/office/powerpoint/2010/main" val="38955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3)  Create a Statement Object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864" y="2133600"/>
            <a:ext cx="10264748" cy="4724400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The </a:t>
            </a:r>
            <a:r>
              <a:rPr lang="en-US" sz="2400" dirty="0"/>
              <a:t>JDBC Statement object sends SQL statements to the database.</a:t>
            </a:r>
          </a:p>
          <a:p>
            <a:pPr lvl="0"/>
            <a:r>
              <a:rPr lang="en-US" sz="2400" dirty="0"/>
              <a:t>Statement objects are created from active Connection objects.</a:t>
            </a:r>
          </a:p>
          <a:p>
            <a:pPr lvl="0"/>
            <a:r>
              <a:rPr lang="en-US" sz="2400" dirty="0"/>
              <a:t>For example</a:t>
            </a:r>
            <a:r>
              <a:rPr lang="en-US" sz="2400" dirty="0" smtClean="0"/>
              <a:t>:</a:t>
            </a:r>
          </a:p>
          <a:p>
            <a:pPr lvl="0"/>
            <a:endParaRPr lang="en-US" sz="2400" dirty="0"/>
          </a:p>
          <a:p>
            <a:pPr marL="457200" lvl="1" indent="0">
              <a:buNone/>
            </a:pP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Statement </a:t>
            </a:r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stmt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 = </a:t>
            </a:r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con.createStatement</a:t>
            </a:r>
            <a:r>
              <a:rPr lang="en-US" sz="2800" b="1" dirty="0" smtClean="0">
                <a:solidFill>
                  <a:schemeClr val="bg2">
                    <a:lumMod val="50000"/>
                  </a:schemeClr>
                </a:solidFill>
              </a:rPr>
              <a:t>();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US" sz="2400" dirty="0"/>
              <a:t>With a Statement object, you can issue SQL calls directly to the database.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919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4)  Execute a Query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930" y="1699646"/>
            <a:ext cx="11607704" cy="4406685"/>
          </a:xfrm>
        </p:spPr>
        <p:txBody>
          <a:bodyPr>
            <a:noAutofit/>
          </a:bodyPr>
          <a:lstStyle/>
          <a:p>
            <a:pPr lvl="0"/>
            <a:r>
              <a:rPr lang="en-US" sz="2400" b="1" dirty="0" err="1" smtClean="0"/>
              <a:t>executeQuery</a:t>
            </a:r>
            <a:r>
              <a:rPr lang="en-US" sz="2400" dirty="0"/>
              <a:t>() </a:t>
            </a:r>
          </a:p>
          <a:p>
            <a:pPr lvl="1"/>
            <a:r>
              <a:rPr lang="en-US" sz="2000" dirty="0"/>
              <a:t>Executes the SQL query and returns the data in a table (</a:t>
            </a:r>
            <a:r>
              <a:rPr lang="en-US" sz="2000" dirty="0" err="1"/>
              <a:t>ResultSet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The resulting table may be empty but never null </a:t>
            </a:r>
          </a:p>
          <a:p>
            <a:pPr marL="0" indent="0">
              <a:buNone/>
            </a:pPr>
            <a:r>
              <a:rPr lang="en-US" sz="2400" b="1" dirty="0" err="1"/>
              <a:t>ResultSet</a:t>
            </a:r>
            <a:r>
              <a:rPr lang="en-US" sz="2400" b="1" dirty="0"/>
              <a:t> results =  </a:t>
            </a:r>
            <a:r>
              <a:rPr lang="en-US" sz="2400" b="1" dirty="0" err="1"/>
              <a:t>stmt.executeQuery</a:t>
            </a:r>
            <a:r>
              <a:rPr lang="en-US" sz="2400" b="1" dirty="0"/>
              <a:t>("SELECT a, b FROM </a:t>
            </a:r>
            <a:r>
              <a:rPr lang="en-US" sz="2400" b="1" dirty="0" err="1"/>
              <a:t>tableName</a:t>
            </a:r>
            <a:r>
              <a:rPr lang="en-US" sz="2400" b="1" dirty="0"/>
              <a:t>");</a:t>
            </a:r>
            <a:endParaRPr lang="en-US" sz="2400" dirty="0"/>
          </a:p>
          <a:p>
            <a:pPr lvl="0"/>
            <a:r>
              <a:rPr lang="en-US" sz="2400" b="1" dirty="0" err="1"/>
              <a:t>executeUpdate</a:t>
            </a:r>
            <a:r>
              <a:rPr lang="en-US" sz="2400" dirty="0"/>
              <a:t>() </a:t>
            </a:r>
          </a:p>
          <a:p>
            <a:pPr lvl="1"/>
            <a:r>
              <a:rPr lang="en-US" sz="2000" dirty="0"/>
              <a:t>Used to execute for INSERT, UPDATE, or DELETE SQL statements </a:t>
            </a:r>
          </a:p>
          <a:p>
            <a:pPr lvl="1"/>
            <a:r>
              <a:rPr lang="en-US" sz="2000" dirty="0"/>
              <a:t>The return is the number of rows that were affected in the database</a:t>
            </a:r>
          </a:p>
          <a:p>
            <a:pPr lvl="1"/>
            <a:r>
              <a:rPr lang="en-US" sz="2000" dirty="0"/>
              <a:t>Supports Data Definition Language (DDL) statements CREATE TABLE, DROP TABLE and ALTER TABLE </a:t>
            </a:r>
          </a:p>
        </p:txBody>
      </p:sp>
    </p:spTree>
    <p:extLst>
      <p:ext uri="{BB962C8B-B14F-4D97-AF65-F5344CB8AC3E}">
        <p14:creationId xmlns:p14="http://schemas.microsoft.com/office/powerpoint/2010/main" val="71616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" y="291465"/>
            <a:ext cx="589788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java.sql</a:t>
            </a:r>
            <a:r>
              <a:rPr lang="en-US" dirty="0"/>
              <a:t>.*;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CreateCoffees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 {</a:t>
            </a:r>
          </a:p>
          <a:p>
            <a:pPr marL="0" indent="0">
              <a:buNone/>
            </a:pPr>
            <a:r>
              <a:rPr lang="en-US" dirty="0"/>
              <a:t>        String </a:t>
            </a:r>
            <a:r>
              <a:rPr lang="en-US" dirty="0" err="1"/>
              <a:t>url</a:t>
            </a:r>
            <a:r>
              <a:rPr lang="en-US" dirty="0"/>
              <a:t> = </a:t>
            </a:r>
            <a:r>
              <a:rPr lang="en-US" dirty="0" smtClean="0"/>
              <a:t>“…………………………..";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Connection con;</a:t>
            </a:r>
          </a:p>
          <a:p>
            <a:pPr marL="0" indent="0">
              <a:buNone/>
            </a:pPr>
            <a:r>
              <a:rPr lang="en-US" dirty="0"/>
              <a:t>        String </a:t>
            </a:r>
            <a:r>
              <a:rPr lang="en-US" dirty="0" err="1"/>
              <a:t>createString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createString</a:t>
            </a:r>
            <a:r>
              <a:rPr lang="en-US" dirty="0"/>
              <a:t> = "create table </a:t>
            </a:r>
            <a:r>
              <a:rPr lang="en-US" dirty="0" smtClean="0"/>
              <a:t>student" </a:t>
            </a:r>
            <a:r>
              <a:rPr lang="en-US" dirty="0"/>
              <a:t>+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smtClean="0"/>
              <a:t>"(</a:t>
            </a:r>
            <a:r>
              <a:rPr lang="en-US" dirty="0" err="1" smtClean="0"/>
              <a:t>stName</a:t>
            </a:r>
            <a:r>
              <a:rPr lang="en-US" dirty="0" smtClean="0"/>
              <a:t> VARCHAR(32</a:t>
            </a:r>
            <a:r>
              <a:rPr lang="en-US" dirty="0"/>
              <a:t>), " +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smtClean="0"/>
              <a:t>“</a:t>
            </a:r>
            <a:r>
              <a:rPr lang="en-US" dirty="0" err="1" smtClean="0"/>
              <a:t>St_ID</a:t>
            </a:r>
            <a:r>
              <a:rPr lang="en-US" dirty="0" smtClean="0"/>
              <a:t> </a:t>
            </a:r>
            <a:r>
              <a:rPr lang="en-US" dirty="0"/>
              <a:t>INTEGER, " +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smtClean="0"/>
              <a:t>“Fee FLOAT</a:t>
            </a:r>
            <a:r>
              <a:rPr lang="en-US" dirty="0"/>
              <a:t>, " +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smtClean="0"/>
              <a:t>“year INTEGER</a:t>
            </a:r>
            <a:r>
              <a:rPr lang="en-US" dirty="0"/>
              <a:t>, " +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smtClean="0"/>
              <a:t>“</a:t>
            </a:r>
            <a:r>
              <a:rPr lang="en-US" dirty="0" err="1" smtClean="0"/>
              <a:t>tel</a:t>
            </a:r>
            <a:r>
              <a:rPr lang="en-US" dirty="0" smtClean="0"/>
              <a:t> INTEGER</a:t>
            </a:r>
            <a:r>
              <a:rPr lang="en-US" dirty="0"/>
              <a:t>)";</a:t>
            </a:r>
          </a:p>
          <a:p>
            <a:pPr marL="0" indent="0">
              <a:buNone/>
            </a:pPr>
            <a:r>
              <a:rPr lang="en-US" dirty="0"/>
              <a:t>        Statement </a:t>
            </a:r>
            <a:r>
              <a:rPr lang="en-US" dirty="0" err="1"/>
              <a:t>stmt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0" y="291465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try {</a:t>
            </a:r>
          </a:p>
          <a:p>
            <a:r>
              <a:rPr lang="en-US" dirty="0"/>
              <a:t>            </a:t>
            </a: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sun.jdbc.odbc.JdbcOdbcDriver</a:t>
            </a:r>
            <a:r>
              <a:rPr lang="en-US" dirty="0"/>
              <a:t>");</a:t>
            </a:r>
          </a:p>
          <a:p>
            <a:r>
              <a:rPr lang="en-US" dirty="0"/>
              <a:t>        } catch(</a:t>
            </a:r>
            <a:r>
              <a:rPr lang="en-US" dirty="0" err="1"/>
              <a:t>java.lang.ClassNotFoundException</a:t>
            </a:r>
            <a:r>
              <a:rPr lang="en-US" dirty="0"/>
              <a:t> e)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System.err.print</a:t>
            </a:r>
            <a:r>
              <a:rPr lang="en-US" dirty="0"/>
              <a:t>("</a:t>
            </a:r>
            <a:r>
              <a:rPr lang="en-US" dirty="0" err="1"/>
              <a:t>ClassNotFoundException</a:t>
            </a:r>
            <a:r>
              <a:rPr lang="en-US" dirty="0"/>
              <a:t>: ");</a:t>
            </a:r>
          </a:p>
          <a:p>
            <a:r>
              <a:rPr lang="en-US" dirty="0"/>
              <a:t>            </a:t>
            </a:r>
            <a:r>
              <a:rPr lang="en-US" dirty="0" err="1"/>
              <a:t>System.err.println</a:t>
            </a:r>
            <a:r>
              <a:rPr lang="en-US" dirty="0"/>
              <a:t>(</a:t>
            </a:r>
            <a:r>
              <a:rPr lang="en-US" dirty="0" err="1"/>
              <a:t>e.getMessage</a:t>
            </a:r>
            <a:r>
              <a:rPr lang="en-US" dirty="0"/>
              <a:t>());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        try {</a:t>
            </a:r>
          </a:p>
          <a:p>
            <a:r>
              <a:rPr lang="en-US" dirty="0" smtClean="0"/>
              <a:t> </a:t>
            </a:r>
            <a:r>
              <a:rPr lang="en-US" dirty="0"/>
              <a:t>con = </a:t>
            </a:r>
            <a:r>
              <a:rPr lang="en-US" dirty="0" err="1" smtClean="0"/>
              <a:t>DriverManager.getConnection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, “root”, “”);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stmt</a:t>
            </a:r>
            <a:r>
              <a:rPr lang="en-US" dirty="0"/>
              <a:t> = </a:t>
            </a:r>
            <a:r>
              <a:rPr lang="en-US" dirty="0" err="1"/>
              <a:t>con.createStatement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stmt.executeUpdate</a:t>
            </a:r>
            <a:r>
              <a:rPr lang="en-US" dirty="0"/>
              <a:t>(</a:t>
            </a:r>
            <a:r>
              <a:rPr lang="en-US" dirty="0" err="1"/>
              <a:t>createString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stmt.close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con.close</a:t>
            </a:r>
            <a:r>
              <a:rPr lang="en-US" dirty="0"/>
              <a:t>();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        } catch(</a:t>
            </a:r>
            <a:r>
              <a:rPr lang="en-US" dirty="0" err="1"/>
              <a:t>SQLException</a:t>
            </a:r>
            <a:r>
              <a:rPr lang="en-US" dirty="0"/>
              <a:t> ex)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System.err.println</a:t>
            </a:r>
            <a:r>
              <a:rPr lang="en-US" dirty="0"/>
              <a:t>("</a:t>
            </a:r>
            <a:r>
              <a:rPr lang="en-US" dirty="0" err="1"/>
              <a:t>SQLException</a:t>
            </a:r>
            <a:r>
              <a:rPr lang="en-US" dirty="0"/>
              <a:t>: " + </a:t>
            </a:r>
            <a:r>
              <a:rPr lang="en-US" dirty="0" err="1"/>
              <a:t>ex.getMessage</a:t>
            </a:r>
            <a:r>
              <a:rPr lang="en-US" dirty="0"/>
              <a:t>());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7888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shop </a:t>
            </a:r>
            <a:r>
              <a:rPr lang="en-US" dirty="0" err="1" smtClean="0"/>
              <a:t>db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item(</a:t>
            </a:r>
            <a:r>
              <a:rPr lang="en-US" dirty="0" err="1" smtClean="0"/>
              <a:t>ItID</a:t>
            </a:r>
            <a:r>
              <a:rPr lang="en-US" dirty="0" smtClean="0"/>
              <a:t>, </a:t>
            </a:r>
            <a:r>
              <a:rPr lang="en-US" dirty="0" err="1" smtClean="0"/>
              <a:t>Itname,unit</a:t>
            </a:r>
            <a:r>
              <a:rPr lang="en-US" dirty="0" smtClean="0"/>
              <a:t>, price, ROL)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1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420" y="0"/>
            <a:ext cx="5083444" cy="5610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import </a:t>
            </a:r>
            <a:r>
              <a:rPr lang="en-US" sz="1600" dirty="0" err="1"/>
              <a:t>java.sql</a:t>
            </a:r>
            <a:r>
              <a:rPr lang="en-US" sz="1600" dirty="0"/>
              <a:t>.*;</a:t>
            </a:r>
          </a:p>
          <a:p>
            <a:pPr marL="0" indent="0">
              <a:buNone/>
            </a:pPr>
            <a:r>
              <a:rPr lang="en-US" sz="1600" dirty="0" smtClean="0"/>
              <a:t>public </a:t>
            </a:r>
            <a:r>
              <a:rPr lang="en-US" sz="1600" dirty="0"/>
              <a:t>class </a:t>
            </a:r>
            <a:r>
              <a:rPr lang="en-US" sz="1600" dirty="0" err="1" smtClean="0"/>
              <a:t>InsertData</a:t>
            </a:r>
            <a:r>
              <a:rPr lang="en-US" sz="1600" dirty="0" smtClean="0"/>
              <a:t>{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public </a:t>
            </a:r>
            <a:r>
              <a:rPr lang="en-US" sz="1600" dirty="0"/>
              <a:t>static void main(String </a:t>
            </a:r>
            <a:r>
              <a:rPr lang="en-US" sz="1600" dirty="0" err="1"/>
              <a:t>args</a:t>
            </a:r>
            <a:r>
              <a:rPr lang="en-US" sz="1600" dirty="0"/>
              <a:t>[]) throws </a:t>
            </a:r>
            <a:r>
              <a:rPr lang="en-US" sz="1600" dirty="0" err="1"/>
              <a:t>SQLException</a:t>
            </a:r>
            <a:r>
              <a:rPr lang="en-US" sz="1600" dirty="0"/>
              <a:t> {</a:t>
            </a:r>
          </a:p>
          <a:p>
            <a:pPr marL="0" indent="0">
              <a:buNone/>
            </a:pPr>
            <a:r>
              <a:rPr lang="en-US" sz="1600" dirty="0" err="1" smtClean="0"/>
              <a:t>System.out.println</a:t>
            </a:r>
            <a:r>
              <a:rPr lang="en-US" sz="1600" dirty="0" smtClean="0"/>
              <a:t> </a:t>
            </a:r>
            <a:r>
              <a:rPr lang="en-US" sz="1600" dirty="0"/>
              <a:t>("Adding </a:t>
            </a:r>
            <a:r>
              <a:rPr lang="en-US" sz="1600" dirty="0" smtClean="0"/>
              <a:t>Data</a:t>
            </a:r>
            <a:r>
              <a:rPr lang="en-US" sz="1600" dirty="0"/>
              <a:t>");</a:t>
            </a:r>
          </a:p>
          <a:p>
            <a:pPr marL="0" indent="0">
              <a:buNone/>
            </a:pPr>
            <a:r>
              <a:rPr lang="en-US" sz="1600" dirty="0" smtClean="0"/>
              <a:t>String </a:t>
            </a:r>
            <a:r>
              <a:rPr lang="en-US" sz="1600" dirty="0" err="1"/>
              <a:t>url</a:t>
            </a:r>
            <a:r>
              <a:rPr lang="en-US" sz="1600" dirty="0"/>
              <a:t> = </a:t>
            </a:r>
            <a:r>
              <a:rPr lang="en-US" sz="1600" dirty="0" smtClean="0"/>
              <a:t>“…………………………";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Connection </a:t>
            </a:r>
            <a:r>
              <a:rPr lang="en-US" sz="1600" dirty="0"/>
              <a:t>con;</a:t>
            </a:r>
          </a:p>
          <a:p>
            <a:pPr marL="0" indent="0">
              <a:buNone/>
            </a:pPr>
            <a:r>
              <a:rPr lang="en-US" sz="1600" dirty="0" smtClean="0"/>
              <a:t>Statement </a:t>
            </a:r>
            <a:r>
              <a:rPr lang="en-US" sz="1600" dirty="0" err="1"/>
              <a:t>stmt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            try {</a:t>
            </a:r>
          </a:p>
          <a:p>
            <a:pPr marL="0" indent="0">
              <a:buNone/>
            </a:pPr>
            <a:r>
              <a:rPr lang="en-US" sz="1600" dirty="0"/>
              <a:t>                        </a:t>
            </a:r>
            <a:r>
              <a:rPr lang="en-US" sz="1600" dirty="0" err="1"/>
              <a:t>Class.forName</a:t>
            </a:r>
            <a:r>
              <a:rPr lang="en-US" sz="1600" dirty="0" smtClean="0"/>
              <a:t>(“………………");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     } catch(</a:t>
            </a:r>
            <a:r>
              <a:rPr lang="en-US" sz="1600" dirty="0" err="1"/>
              <a:t>java.lang.ClassNotFoundException</a:t>
            </a:r>
            <a:r>
              <a:rPr lang="en-US" sz="1600" dirty="0"/>
              <a:t> e) </a:t>
            </a:r>
            <a:r>
              <a:rPr lang="en-US" sz="1600" dirty="0" smtClean="0"/>
              <a:t>{                     </a:t>
            </a:r>
            <a:r>
              <a:rPr lang="en-US" sz="1600" dirty="0" err="1"/>
              <a:t>System.err.print</a:t>
            </a:r>
            <a:r>
              <a:rPr lang="en-US" sz="1600" dirty="0"/>
              <a:t>("</a:t>
            </a:r>
            <a:r>
              <a:rPr lang="en-US" sz="1600" dirty="0" err="1"/>
              <a:t>ClassNotFoundException</a:t>
            </a:r>
            <a:r>
              <a:rPr lang="en-US" sz="1600" dirty="0"/>
              <a:t>: ");</a:t>
            </a:r>
          </a:p>
          <a:p>
            <a:pPr marL="0" indent="0">
              <a:buNone/>
            </a:pPr>
            <a:r>
              <a:rPr lang="en-US" sz="1600" dirty="0"/>
              <a:t>  </a:t>
            </a:r>
            <a:r>
              <a:rPr lang="en-US" sz="1600" dirty="0" err="1" smtClean="0"/>
              <a:t>System.err.println</a:t>
            </a:r>
            <a:r>
              <a:rPr lang="en-US" sz="1600" dirty="0" smtClean="0"/>
              <a:t>(</a:t>
            </a:r>
            <a:r>
              <a:rPr lang="en-US" sz="1600" dirty="0" err="1" smtClean="0"/>
              <a:t>e.getMessage</a:t>
            </a:r>
            <a:r>
              <a:rPr lang="en-US" sz="1600" dirty="0"/>
              <a:t>());</a:t>
            </a:r>
          </a:p>
          <a:p>
            <a:pPr marL="0" indent="0">
              <a:buNone/>
            </a:pPr>
            <a:r>
              <a:rPr lang="en-US" sz="1600" dirty="0"/>
              <a:t>                }</a:t>
            </a:r>
          </a:p>
          <a:p>
            <a:pPr marL="0" indent="0">
              <a:buNone/>
            </a:pPr>
            <a:r>
              <a:rPr lang="en-US" sz="1600" dirty="0"/>
              <a:t> 		try {</a:t>
            </a:r>
          </a:p>
          <a:p>
            <a:pPr marL="0" indent="0">
              <a:buNone/>
            </a:pPr>
            <a:r>
              <a:rPr lang="en-US" sz="1600" dirty="0" smtClean="0"/>
              <a:t>con </a:t>
            </a:r>
            <a:r>
              <a:rPr lang="en-US" sz="1600" dirty="0"/>
              <a:t>= </a:t>
            </a:r>
            <a:r>
              <a:rPr lang="en-US" sz="1600" dirty="0" err="1"/>
              <a:t>DriverManager.getConnection</a:t>
            </a:r>
            <a:r>
              <a:rPr lang="en-US" sz="1600" dirty="0"/>
              <a:t>(</a:t>
            </a:r>
            <a:r>
              <a:rPr lang="en-US" sz="1600" dirty="0" err="1"/>
              <a:t>url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333640" y="0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stmt</a:t>
            </a:r>
            <a:r>
              <a:rPr lang="en-US" dirty="0"/>
              <a:t> = </a:t>
            </a:r>
            <a:r>
              <a:rPr lang="en-US" dirty="0" err="1"/>
              <a:t>con.createStatement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 smtClean="0"/>
              <a:t>stmt.executeUpdate</a:t>
            </a:r>
            <a:r>
              <a:rPr lang="en-US" dirty="0" smtClean="0"/>
              <a:t> </a:t>
            </a:r>
            <a:r>
              <a:rPr lang="en-US" dirty="0"/>
              <a:t>("INSERT INTO </a:t>
            </a:r>
            <a:r>
              <a:rPr lang="en-US" dirty="0" smtClean="0"/>
              <a:t>…………" </a:t>
            </a:r>
            <a:r>
              <a:rPr lang="en-US" dirty="0"/>
              <a:t>+</a:t>
            </a:r>
          </a:p>
          <a:p>
            <a:r>
              <a:rPr lang="en-US" dirty="0"/>
              <a:t>                                 "VALUES</a:t>
            </a:r>
            <a:r>
              <a:rPr lang="en-US" dirty="0" smtClean="0"/>
              <a:t>(…………………………)")  </a:t>
            </a:r>
            <a:r>
              <a:rPr lang="en-US" dirty="0" err="1"/>
              <a:t>stmt.executeUpdate</a:t>
            </a:r>
            <a:r>
              <a:rPr lang="en-US" dirty="0"/>
              <a:t> ("INSERT INTO </a:t>
            </a:r>
            <a:r>
              <a:rPr lang="en-US" dirty="0" smtClean="0"/>
              <a:t>…………" </a:t>
            </a:r>
            <a:r>
              <a:rPr lang="en-US" dirty="0"/>
              <a:t>+</a:t>
            </a:r>
          </a:p>
          <a:p>
            <a:r>
              <a:rPr lang="en-US" dirty="0"/>
              <a:t>                                "VALUES</a:t>
            </a:r>
            <a:r>
              <a:rPr lang="en-US" dirty="0" smtClean="0"/>
              <a:t>(…………………….);</a:t>
            </a:r>
          </a:p>
          <a:p>
            <a:r>
              <a:rPr lang="en-US" dirty="0" err="1" smtClean="0"/>
              <a:t>stmt.close</a:t>
            </a:r>
            <a:r>
              <a:rPr lang="en-US" dirty="0" smtClean="0"/>
              <a:t>(); </a:t>
            </a:r>
          </a:p>
          <a:p>
            <a:r>
              <a:rPr lang="en-US" dirty="0" err="1" smtClean="0"/>
              <a:t>con.close</a:t>
            </a:r>
            <a:r>
              <a:rPr lang="en-US" dirty="0"/>
              <a:t>();</a:t>
            </a:r>
          </a:p>
          <a:p>
            <a:r>
              <a:rPr lang="en-US" dirty="0" err="1" smtClean="0"/>
              <a:t>System.out.println</a:t>
            </a:r>
            <a:r>
              <a:rPr lang="en-US" dirty="0" smtClean="0"/>
              <a:t> </a:t>
            </a:r>
            <a:r>
              <a:rPr lang="en-US" dirty="0"/>
              <a:t>("Done");</a:t>
            </a:r>
          </a:p>
          <a:p>
            <a:r>
              <a:rPr lang="en-US" dirty="0"/>
              <a:t>              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} catch(</a:t>
            </a:r>
            <a:r>
              <a:rPr lang="en-US" dirty="0" err="1"/>
              <a:t>SQLException</a:t>
            </a:r>
            <a:r>
              <a:rPr lang="en-US" dirty="0"/>
              <a:t> ex) {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System.err.println</a:t>
            </a:r>
            <a:r>
              <a:rPr lang="en-US" dirty="0"/>
              <a:t>("-----</a:t>
            </a:r>
            <a:r>
              <a:rPr lang="en-US" dirty="0" err="1"/>
              <a:t>SQLException</a:t>
            </a:r>
            <a:r>
              <a:rPr lang="en-US" dirty="0"/>
              <a:t>-----");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System.err.println</a:t>
            </a:r>
            <a:r>
              <a:rPr lang="en-US" dirty="0"/>
              <a:t>("</a:t>
            </a:r>
            <a:r>
              <a:rPr lang="en-US" dirty="0" err="1"/>
              <a:t>SQLState</a:t>
            </a:r>
            <a:r>
              <a:rPr lang="en-US" dirty="0"/>
              <a:t>:  " + </a:t>
            </a:r>
            <a:r>
              <a:rPr lang="en-US" dirty="0" err="1"/>
              <a:t>ex.getSQLState</a:t>
            </a:r>
            <a:r>
              <a:rPr lang="en-US" dirty="0"/>
              <a:t>());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System.err.println</a:t>
            </a:r>
            <a:r>
              <a:rPr lang="en-US" dirty="0"/>
              <a:t>("Message:  " + </a:t>
            </a:r>
            <a:r>
              <a:rPr lang="en-US" dirty="0" err="1"/>
              <a:t>ex.getMessage</a:t>
            </a:r>
            <a:r>
              <a:rPr lang="en-US" dirty="0"/>
              <a:t>());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System.err.println</a:t>
            </a:r>
            <a:r>
              <a:rPr lang="en-US" dirty="0"/>
              <a:t>("Vendor:  " + </a:t>
            </a:r>
            <a:r>
              <a:rPr lang="en-US" dirty="0" err="1"/>
              <a:t>ex.getErrorCode</a:t>
            </a:r>
            <a:r>
              <a:rPr lang="en-US" dirty="0"/>
              <a:t>());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369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5 records </a:t>
            </a:r>
            <a:r>
              <a:rPr lang="en-US" smtClean="0"/>
              <a:t>for Item </a:t>
            </a:r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152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</TotalTime>
  <Words>439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JDBC JAVA DABASE CONNECTIVITY</vt:lpstr>
      <vt:lpstr>Six Steps to Using JDBC</vt:lpstr>
      <vt:lpstr>1. Loading the JDBC Driver </vt:lpstr>
      <vt:lpstr>2) Establish the Connection </vt:lpstr>
      <vt:lpstr>3)  Create a Statement Object </vt:lpstr>
      <vt:lpstr>4)  Execute a Query </vt:lpstr>
      <vt:lpstr>PowerPoint Presentation</vt:lpstr>
      <vt:lpstr>Create shop db item(ItID, Itname,unit, price, ROL)</vt:lpstr>
      <vt:lpstr>PowerPoint Presentation</vt:lpstr>
      <vt:lpstr>Insert 5 records for Item table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JAVA DABASE CONNECTIVITY</dc:title>
  <dc:creator>Admin</dc:creator>
  <cp:lastModifiedBy>Admin</cp:lastModifiedBy>
  <cp:revision>9</cp:revision>
  <dcterms:created xsi:type="dcterms:W3CDTF">2018-12-18T08:40:39Z</dcterms:created>
  <dcterms:modified xsi:type="dcterms:W3CDTF">2019-01-05T06:30:52Z</dcterms:modified>
</cp:coreProperties>
</file>