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5FC65D-0061-4463-8576-0CD8BA4B94AB}" type="datetimeFigureOut">
              <a:rPr lang="en-US" smtClean="0"/>
              <a:t>1/26/2019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645A0-01F8-40E6-9C40-688A11EF7AC7}" type="slidenum">
              <a:rPr lang="en-US" smtClean="0"/>
              <a:t>‹#›</a:t>
            </a:fld>
            <a:endParaRPr lang="en-US"/>
          </a:p>
        </p:txBody>
      </p:sp>
    </p:spTree>
    <p:extLst>
      <p:ext uri="{BB962C8B-B14F-4D97-AF65-F5344CB8AC3E}">
        <p14:creationId xmlns:p14="http://schemas.microsoft.com/office/powerpoint/2010/main" val="3886815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latin typeface="Arial" charset="0"/>
              </a:rPr>
              <a:t>When you create a WSDL binding that maps a </a:t>
            </a:r>
            <a:r>
              <a:rPr lang="en-US" altLang="en-US" dirty="0" err="1" smtClean="0">
                <a:latin typeface="Arial" charset="0"/>
              </a:rPr>
              <a:t>portType's</a:t>
            </a:r>
            <a:r>
              <a:rPr lang="en-US" altLang="en-US" dirty="0" smtClean="0">
                <a:latin typeface="Arial" charset="0"/>
              </a:rPr>
              <a:t> operations to SOAP messages sent over HTTP, you have to specify whether the SOAP messages contain literal or encoded instances of the schema constructs the operations use. If you choose "literal," you are saying that the XML Schema constructs your WSDL definitions refer to are concrete specifications of what will appear in your SOAP message bodies. If you choose "encoded," you are saying that the XML Schema constructs your WSDL definitions refer to are abstract specifications of what will appear in your SOAP message bodies; these can be made concrete by applying the rules defined by SOAP encoding. (The WSDL specification allows other encoding schemes as well, but alternatives are rarely if ever used.) </a:t>
            </a:r>
          </a:p>
          <a:p>
            <a:endParaRPr lang="en-US" dirty="0"/>
          </a:p>
        </p:txBody>
      </p:sp>
      <p:sp>
        <p:nvSpPr>
          <p:cNvPr id="4" name="Slide Number Placeholder 3"/>
          <p:cNvSpPr>
            <a:spLocks noGrp="1"/>
          </p:cNvSpPr>
          <p:nvPr>
            <p:ph type="sldNum" sz="quarter" idx="10"/>
          </p:nvPr>
        </p:nvSpPr>
        <p:spPr/>
        <p:txBody>
          <a:bodyPr/>
          <a:lstStyle/>
          <a:p>
            <a:fld id="{AEC313EF-AEF9-415B-AF7E-2E459D18F9CD}" type="slidenum">
              <a:rPr lang="en-US" smtClean="0"/>
              <a:pPr/>
              <a:t>16</a:t>
            </a:fld>
            <a:endParaRPr lang="en-US"/>
          </a:p>
        </p:txBody>
      </p:sp>
    </p:spTree>
    <p:extLst>
      <p:ext uri="{BB962C8B-B14F-4D97-AF65-F5344CB8AC3E}">
        <p14:creationId xmlns:p14="http://schemas.microsoft.com/office/powerpoint/2010/main" val="3538620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FAC03F5-AA0B-4F67-AB17-409CF36F3948}" type="datetimeFigureOut">
              <a:rPr lang="en-US" smtClean="0"/>
              <a:t>1/26/2019</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4" y="2133600"/>
            <a:ext cx="12216984"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393909" y="4800600"/>
            <a:ext cx="11594892"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304800" y="2247902"/>
            <a:ext cx="51816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53020226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9842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AC03F5-AA0B-4F67-AB17-409CF36F3948}" type="datetimeFigureOut">
              <a:rPr lang="en-US" smtClean="0"/>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316527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FAC03F5-AA0B-4F67-AB17-409CF36F3948}" type="datetimeFigureOut">
              <a:rPr lang="en-US" smtClean="0"/>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16278797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AC03F5-AA0B-4F67-AB17-409CF36F3948}" type="datetimeFigureOut">
              <a:rPr lang="en-US" smtClean="0"/>
              <a:t>1/26/2019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231136448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AC03F5-AA0B-4F67-AB17-409CF36F3948}" type="datetimeFigureOut">
              <a:rPr lang="en-US" smtClean="0"/>
              <a:t>1/26/2019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28124483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AC03F5-AA0B-4F67-AB17-409CF36F3948}" type="datetimeFigureOut">
              <a:rPr lang="en-US" smtClean="0"/>
              <a:t>1/26/2019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88357176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AC03F5-AA0B-4F67-AB17-409CF36F3948}" type="datetimeFigureOut">
              <a:rPr lang="en-US" smtClean="0"/>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2659919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AC03F5-AA0B-4F67-AB17-409CF36F3948}" type="datetimeFigureOut">
              <a:rPr lang="en-US" smtClean="0"/>
              <a:t>1/26/2019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50488317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6918267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85897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66700"/>
            <a:ext cx="10363200" cy="11049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380067" y="1676400"/>
            <a:ext cx="505036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633634" y="1676400"/>
            <a:ext cx="505036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a:xfrm>
            <a:off x="9144000" y="6172200"/>
            <a:ext cx="2540000" cy="457200"/>
          </a:xfrm>
        </p:spPr>
        <p:txBody>
          <a:bodyPr/>
          <a:lstStyle>
            <a:lvl1pPr>
              <a:defRPr/>
            </a:lvl1pPr>
          </a:lstStyle>
          <a:p>
            <a:fld id="{6D15873A-8358-41F3-9BC1-FFA574356FCA}" type="slidenum">
              <a:rPr lang="en-US" smtClean="0"/>
              <a:t>‹#›</a:t>
            </a:fld>
            <a:endParaRPr lang="en-US"/>
          </a:p>
        </p:txBody>
      </p:sp>
    </p:spTree>
    <p:extLst>
      <p:ext uri="{BB962C8B-B14F-4D97-AF65-F5344CB8AC3E}">
        <p14:creationId xmlns:p14="http://schemas.microsoft.com/office/powerpoint/2010/main" val="1328556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905000"/>
            <a:ext cx="109728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AC03F5-AA0B-4F67-AB17-409CF36F3948}" type="datetimeFigureOut">
              <a:rPr lang="en-US" smtClean="0"/>
              <a:t>1/26/2019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15873A-8358-41F3-9BC1-FFA574356FCA}" type="slidenum">
              <a:rPr lang="en-US" smtClean="0"/>
              <a:t>‹#›</a:t>
            </a:fld>
            <a:endParaRPr lang="en-US"/>
          </a:p>
        </p:txBody>
      </p:sp>
      <p:pic>
        <p:nvPicPr>
          <p:cNvPr id="8" name="Picture 2" descr="C:\Users\Dell PC\Desktop\template2.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789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mailto:@PU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HEAD"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PathParam"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localhost:8080/HelloRESTEasy-1.0-"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mailto:@PUT" TargetMode="External"/><Relationship Id="rId2" Type="http://schemas.openxmlformats.org/officeDocument/2006/relationships/hyperlink" Target="mailto:@POST"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mailto:@HEAD" TargetMode="External"/><Relationship Id="rId2" Type="http://schemas.openxmlformats.org/officeDocument/2006/relationships/hyperlink" Target="mailto:@DELETE"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mailto:@Produces" TargetMode="External"/><Relationship Id="rId2" Type="http://schemas.openxmlformats.org/officeDocument/2006/relationships/hyperlink" Target="mailto:@Consumes"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Produces"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mailto:@Produces"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HNDIT 2411 Lecture </a:t>
            </a:r>
            <a:r>
              <a:rPr lang="en-US" dirty="0" smtClean="0"/>
              <a:t>11</a:t>
            </a:r>
            <a:endParaRPr lang="en-US" dirty="0"/>
          </a:p>
        </p:txBody>
      </p:sp>
      <p:sp>
        <p:nvSpPr>
          <p:cNvPr id="2" name="Title 1"/>
          <p:cNvSpPr>
            <a:spLocks noGrp="1"/>
          </p:cNvSpPr>
          <p:nvPr>
            <p:ph type="ctrTitle"/>
          </p:nvPr>
        </p:nvSpPr>
        <p:spPr/>
        <p:txBody>
          <a:bodyPr>
            <a:normAutofit fontScale="90000"/>
          </a:bodyPr>
          <a:lstStyle/>
          <a:p>
            <a:r>
              <a:rPr lang="en-US" b="1" dirty="0">
                <a:effectLst>
                  <a:outerShdw blurRad="63500" algn="ctr" rotWithShape="0">
                    <a:prstClr val="black">
                      <a:alpha val="14000"/>
                    </a:prstClr>
                  </a:outerShdw>
                </a:effectLst>
              </a:rPr>
              <a:t>Introduction to SOAP, WSDL &amp; Web Services</a:t>
            </a:r>
            <a:endParaRPr lang="en-US" b="1" dirty="0"/>
          </a:p>
        </p:txBody>
      </p:sp>
      <p:pic>
        <p:nvPicPr>
          <p:cNvPr id="4"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6428" y="4800600"/>
            <a:ext cx="1956159" cy="1853619"/>
          </a:xfrm>
          <a:prstGeom prst="rect">
            <a:avLst/>
          </a:prstGeom>
        </p:spPr>
      </p:pic>
    </p:spTree>
    <p:extLst>
      <p:ext uri="{BB962C8B-B14F-4D97-AF65-F5344CB8AC3E}">
        <p14:creationId xmlns:p14="http://schemas.microsoft.com/office/powerpoint/2010/main" val="3490679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W</a:t>
            </a:r>
            <a:r>
              <a:rPr lang="en-US" dirty="0" smtClean="0">
                <a:solidFill>
                  <a:schemeClr val="tx1">
                    <a:lumMod val="65000"/>
                    <a:lumOff val="35000"/>
                  </a:schemeClr>
                </a:solidFill>
                <a:effectLst>
                  <a:outerShdw blurRad="63500" algn="ctr" rotWithShape="0">
                    <a:prstClr val="black">
                      <a:alpha val="14000"/>
                    </a:prstClr>
                  </a:outerShdw>
                </a:effectLst>
              </a:rPr>
              <a:t>hat is SOAP</a:t>
            </a:r>
            <a:endParaRPr lang="en-US" dirty="0"/>
          </a:p>
        </p:txBody>
      </p:sp>
      <p:sp>
        <p:nvSpPr>
          <p:cNvPr id="3" name="Content Placeholder 2"/>
          <p:cNvSpPr>
            <a:spLocks noGrp="1"/>
          </p:cNvSpPr>
          <p:nvPr>
            <p:ph idx="1"/>
          </p:nvPr>
        </p:nvSpPr>
        <p:spPr>
          <a:xfrm>
            <a:off x="514082" y="1439215"/>
            <a:ext cx="11282966" cy="4525963"/>
          </a:xfrm>
        </p:spPr>
        <p:txBody>
          <a:bodyPr>
            <a:noAutofit/>
          </a:bodyPr>
          <a:lstStyle/>
          <a:p>
            <a:pPr algn="just">
              <a:lnSpc>
                <a:spcPct val="80000"/>
              </a:lnSpc>
            </a:pPr>
            <a:r>
              <a:rPr lang="en-US" altLang="en-US" sz="2400" dirty="0"/>
              <a:t>RPC is an obvious and popular paradigm for implementing the client-server model of distributed computing. </a:t>
            </a:r>
          </a:p>
          <a:p>
            <a:pPr algn="just">
              <a:lnSpc>
                <a:spcPct val="80000"/>
              </a:lnSpc>
            </a:pPr>
            <a:endParaRPr lang="en-US" altLang="en-US" sz="2400" dirty="0"/>
          </a:p>
          <a:p>
            <a:pPr algn="just">
              <a:lnSpc>
                <a:spcPct val="80000"/>
              </a:lnSpc>
            </a:pPr>
            <a:r>
              <a:rPr lang="en-US" altLang="en-US" sz="2400" dirty="0"/>
              <a:t>Different RPC protocols exist today.</a:t>
            </a:r>
          </a:p>
          <a:p>
            <a:pPr lvl="1" algn="just">
              <a:lnSpc>
                <a:spcPct val="80000"/>
              </a:lnSpc>
            </a:pPr>
            <a:r>
              <a:rPr lang="en-US" altLang="en-US" dirty="0"/>
              <a:t>Sun RPC, DCE/RPC, DCOM, CORBA</a:t>
            </a:r>
          </a:p>
          <a:p>
            <a:pPr lvl="1" algn="just">
              <a:lnSpc>
                <a:spcPct val="80000"/>
              </a:lnSpc>
              <a:buFont typeface="Webdings" pitchFamily="18" charset="2"/>
              <a:buNone/>
            </a:pPr>
            <a:endParaRPr lang="en-US" altLang="en-US" dirty="0"/>
          </a:p>
          <a:p>
            <a:pPr algn="just">
              <a:lnSpc>
                <a:spcPct val="80000"/>
              </a:lnSpc>
            </a:pPr>
            <a:r>
              <a:rPr lang="en-US" altLang="en-US" sz="2400" dirty="0"/>
              <a:t>Most of the RPC protocols are too low level and certainly not compatible among each other (gateways are needed)</a:t>
            </a:r>
          </a:p>
          <a:p>
            <a:pPr algn="just">
              <a:lnSpc>
                <a:spcPct val="80000"/>
              </a:lnSpc>
            </a:pPr>
            <a:endParaRPr lang="en-US" altLang="en-US" sz="2400" dirty="0"/>
          </a:p>
          <a:p>
            <a:pPr algn="just">
              <a:lnSpc>
                <a:spcPct val="80000"/>
              </a:lnSpc>
            </a:pPr>
            <a:r>
              <a:rPr lang="en-US" altLang="en-US" sz="2400" dirty="0"/>
              <a:t>Since RPC represents a compatibility and security problems, firewalls and proxy servers will normally block this kind of traffic. </a:t>
            </a:r>
          </a:p>
          <a:p>
            <a:pPr algn="just">
              <a:lnSpc>
                <a:spcPct val="80000"/>
              </a:lnSpc>
            </a:pPr>
            <a:endParaRPr lang="en-US" altLang="en-US" sz="2400" dirty="0"/>
          </a:p>
          <a:p>
            <a:pPr algn="just">
              <a:lnSpc>
                <a:spcPct val="80000"/>
              </a:lnSpc>
            </a:pPr>
            <a:r>
              <a:rPr lang="en-US" altLang="en-US" sz="2400" dirty="0"/>
              <a:t>To address this problem, XML was used to define SOAP. </a:t>
            </a:r>
          </a:p>
          <a:p>
            <a:pPr algn="just">
              <a:lnSpc>
                <a:spcPct val="80000"/>
              </a:lnSpc>
            </a:pPr>
            <a:endParaRPr lang="en-US" altLang="en-US" sz="2400" dirty="0"/>
          </a:p>
          <a:p>
            <a:pPr algn="just">
              <a:lnSpc>
                <a:spcPct val="80000"/>
              </a:lnSpc>
            </a:pPr>
            <a:r>
              <a:rPr lang="en-US" altLang="en-US" sz="2400" dirty="0"/>
              <a:t>Soap  uses HTTP/SMTP as the communication protocol</a:t>
            </a:r>
          </a:p>
          <a:p>
            <a:pPr algn="just"/>
            <a:endParaRPr lang="en-US" sz="4000" dirty="0"/>
          </a:p>
        </p:txBody>
      </p:sp>
    </p:spTree>
    <p:extLst>
      <p:ext uri="{BB962C8B-B14F-4D97-AF65-F5344CB8AC3E}">
        <p14:creationId xmlns:p14="http://schemas.microsoft.com/office/powerpoint/2010/main" val="25901063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50" y="91226"/>
            <a:ext cx="8229600" cy="1143000"/>
          </a:xfrm>
        </p:spPr>
        <p:txBody>
          <a:bodyPr/>
          <a:lstStyle/>
          <a:p>
            <a:pPr algn="l"/>
            <a:r>
              <a:rPr lang="en-US" dirty="0" smtClean="0">
                <a:solidFill>
                  <a:schemeClr val="tx1">
                    <a:lumMod val="65000"/>
                    <a:lumOff val="35000"/>
                  </a:schemeClr>
                </a:solidFill>
                <a:effectLst>
                  <a:outerShdw blurRad="63500" algn="ctr" rotWithShape="0">
                    <a:prstClr val="black">
                      <a:alpha val="14000"/>
                    </a:prstClr>
                  </a:outerShdw>
                </a:effectLst>
              </a:rPr>
              <a:t>Why is </a:t>
            </a:r>
            <a:r>
              <a:rPr lang="en-US" dirty="0">
                <a:solidFill>
                  <a:schemeClr val="tx1">
                    <a:lumMod val="65000"/>
                    <a:lumOff val="35000"/>
                  </a:schemeClr>
                </a:solidFill>
                <a:effectLst>
                  <a:outerShdw blurRad="63500" algn="ctr" rotWithShape="0">
                    <a:prstClr val="black">
                      <a:alpha val="14000"/>
                    </a:prstClr>
                  </a:outerShdw>
                </a:effectLst>
              </a:rPr>
              <a:t>SOAP</a:t>
            </a:r>
            <a:endParaRPr lang="en-US" dirty="0"/>
          </a:p>
        </p:txBody>
      </p:sp>
      <p:sp>
        <p:nvSpPr>
          <p:cNvPr id="3" name="Content Placeholder 2"/>
          <p:cNvSpPr>
            <a:spLocks noGrp="1"/>
          </p:cNvSpPr>
          <p:nvPr>
            <p:ph idx="1"/>
          </p:nvPr>
        </p:nvSpPr>
        <p:spPr>
          <a:xfrm>
            <a:off x="503349" y="1066800"/>
            <a:ext cx="11422487" cy="3657600"/>
          </a:xfrm>
        </p:spPr>
        <p:txBody>
          <a:bodyPr>
            <a:noAutofit/>
          </a:bodyPr>
          <a:lstStyle/>
          <a:p>
            <a:pPr algn="just">
              <a:lnSpc>
                <a:spcPct val="90000"/>
              </a:lnSpc>
            </a:pPr>
            <a:r>
              <a:rPr lang="en-US" altLang="en-US" sz="2400" dirty="0"/>
              <a:t>XML-based protocol for exchanging information between applications</a:t>
            </a:r>
          </a:p>
          <a:p>
            <a:pPr algn="just">
              <a:lnSpc>
                <a:spcPct val="90000"/>
              </a:lnSpc>
            </a:pPr>
            <a:r>
              <a:rPr lang="en-US" altLang="en-US" sz="2400" dirty="0"/>
              <a:t>Primary focus of SOAP is Remote Procedure Calls transported via HTTP</a:t>
            </a:r>
          </a:p>
          <a:p>
            <a:pPr algn="just">
              <a:lnSpc>
                <a:spcPct val="90000"/>
              </a:lnSpc>
            </a:pPr>
            <a:r>
              <a:rPr lang="en-US" altLang="en-US" sz="2400" dirty="0"/>
              <a:t>Similar to DCOM, CORBA, and Java RMI, the main difference is that SOAP messages are written entirely in XML</a:t>
            </a:r>
          </a:p>
          <a:p>
            <a:pPr algn="just">
              <a:lnSpc>
                <a:spcPct val="90000"/>
              </a:lnSpc>
            </a:pPr>
            <a:r>
              <a:rPr lang="en-US" altLang="en-US" sz="2400" dirty="0"/>
              <a:t>SOAP is therefore uniquely platform and language independent</a:t>
            </a:r>
          </a:p>
          <a:p>
            <a:pPr algn="just">
              <a:lnSpc>
                <a:spcPct val="90000"/>
              </a:lnSpc>
            </a:pPr>
            <a:r>
              <a:rPr lang="en-US" altLang="en-US" sz="2400" dirty="0"/>
              <a:t>For example, a SOAP Java client running on Linux or a Perl client running on Solaris can connect to a Microsoft SOAP server running on Windows 2000</a:t>
            </a:r>
          </a:p>
          <a:p>
            <a:pPr algn="just"/>
            <a:endParaRPr lang="en-US" dirty="0"/>
          </a:p>
          <a:p>
            <a:pPr algn="just"/>
            <a:endParaRPr lang="en-US" dirty="0"/>
          </a:p>
        </p:txBody>
      </p:sp>
      <p:pic>
        <p:nvPicPr>
          <p:cNvPr id="4" name="Picture 7" descr="So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616243" y="4724400"/>
            <a:ext cx="4152900" cy="2057400"/>
          </a:xfrm>
          <a:prstGeom prst="rect">
            <a:avLst/>
          </a:prstGeom>
        </p:spPr>
      </p:pic>
    </p:spTree>
    <p:extLst>
      <p:ext uri="{BB962C8B-B14F-4D97-AF65-F5344CB8AC3E}">
        <p14:creationId xmlns:p14="http://schemas.microsoft.com/office/powerpoint/2010/main" val="3686716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991" y="248992"/>
            <a:ext cx="10972800" cy="1143000"/>
          </a:xfrm>
        </p:spPr>
        <p:txBody>
          <a:bodyPr>
            <a:normAutofit/>
          </a:bodyPr>
          <a:lstStyle/>
          <a:p>
            <a:pPr algn="l"/>
            <a:r>
              <a:rPr lang="en-US" dirty="0">
                <a:solidFill>
                  <a:schemeClr val="tx1">
                    <a:lumMod val="65000"/>
                    <a:lumOff val="35000"/>
                  </a:schemeClr>
                </a:solidFill>
                <a:effectLst>
                  <a:outerShdw blurRad="63500" algn="ctr" rotWithShape="0">
                    <a:prstClr val="black">
                      <a:alpha val="14000"/>
                    </a:prstClr>
                  </a:outerShdw>
                </a:effectLst>
              </a:rPr>
              <a:t>How SOAP works</a:t>
            </a:r>
          </a:p>
        </p:txBody>
      </p:sp>
      <p:sp>
        <p:nvSpPr>
          <p:cNvPr id="3" name="Content Placeholder 2"/>
          <p:cNvSpPr>
            <a:spLocks noGrp="1"/>
          </p:cNvSpPr>
          <p:nvPr>
            <p:ph idx="1"/>
          </p:nvPr>
        </p:nvSpPr>
        <p:spPr>
          <a:xfrm>
            <a:off x="538765" y="1258911"/>
            <a:ext cx="11219645" cy="4987343"/>
          </a:xfrm>
        </p:spPr>
        <p:txBody>
          <a:bodyPr>
            <a:normAutofit/>
          </a:bodyPr>
          <a:lstStyle/>
          <a:p>
            <a:pPr>
              <a:lnSpc>
                <a:spcPct val="90000"/>
              </a:lnSpc>
            </a:pPr>
            <a:r>
              <a:rPr lang="en-US" altLang="en-US" sz="2400" dirty="0"/>
              <a:t>RPC Using HTTP</a:t>
            </a:r>
          </a:p>
          <a:p>
            <a:pPr>
              <a:lnSpc>
                <a:spcPct val="90000"/>
              </a:lnSpc>
            </a:pPr>
            <a:endParaRPr lang="en-US" altLang="en-US" dirty="0"/>
          </a:p>
          <a:p>
            <a:pPr lvl="1">
              <a:lnSpc>
                <a:spcPct val="90000"/>
              </a:lnSpc>
            </a:pPr>
            <a:r>
              <a:rPr lang="en-US" altLang="en-US" dirty="0"/>
              <a:t>At the Client </a:t>
            </a:r>
          </a:p>
          <a:p>
            <a:pPr lvl="2">
              <a:lnSpc>
                <a:spcPct val="90000"/>
              </a:lnSpc>
            </a:pPr>
            <a:r>
              <a:rPr lang="en-US" altLang="en-US" dirty="0"/>
              <a:t> Turns the RPC call into a XML document</a:t>
            </a:r>
          </a:p>
          <a:p>
            <a:pPr lvl="1">
              <a:lnSpc>
                <a:spcPct val="90000"/>
              </a:lnSpc>
            </a:pPr>
            <a:r>
              <a:rPr lang="en-US" altLang="en-US" dirty="0"/>
              <a:t>Transports the XML data over HTTP (or SMTP) (Client to Server)</a:t>
            </a:r>
          </a:p>
          <a:p>
            <a:pPr lvl="1">
              <a:lnSpc>
                <a:spcPct val="90000"/>
              </a:lnSpc>
            </a:pPr>
            <a:r>
              <a:rPr lang="en-US" altLang="en-US" dirty="0"/>
              <a:t>At the Server </a:t>
            </a:r>
          </a:p>
          <a:p>
            <a:pPr lvl="2">
              <a:lnSpc>
                <a:spcPct val="90000"/>
              </a:lnSpc>
            </a:pPr>
            <a:r>
              <a:rPr lang="en-US" altLang="en-US" dirty="0"/>
              <a:t>Turns the XML document into a procedure call</a:t>
            </a:r>
          </a:p>
          <a:p>
            <a:pPr lvl="2">
              <a:lnSpc>
                <a:spcPct val="90000"/>
              </a:lnSpc>
            </a:pPr>
            <a:r>
              <a:rPr lang="en-US" altLang="en-US" dirty="0"/>
              <a:t>Turns the procedure’s response into a XML document</a:t>
            </a:r>
          </a:p>
          <a:p>
            <a:pPr lvl="1">
              <a:lnSpc>
                <a:spcPct val="90000"/>
              </a:lnSpc>
            </a:pPr>
            <a:r>
              <a:rPr lang="en-US" altLang="en-US" dirty="0"/>
              <a:t>Transports the XML data over HTTP (or SMTP) (Server to Client)</a:t>
            </a:r>
          </a:p>
          <a:p>
            <a:pPr lvl="1">
              <a:lnSpc>
                <a:spcPct val="90000"/>
              </a:lnSpc>
            </a:pPr>
            <a:r>
              <a:rPr lang="en-US" altLang="en-US" dirty="0"/>
              <a:t>At the Client</a:t>
            </a:r>
          </a:p>
          <a:p>
            <a:pPr lvl="2">
              <a:lnSpc>
                <a:spcPct val="90000"/>
              </a:lnSpc>
            </a:pPr>
            <a:r>
              <a:rPr lang="en-US" altLang="en-US" dirty="0"/>
              <a:t>Turns the XML data into the response to the RPC</a:t>
            </a:r>
          </a:p>
          <a:p>
            <a:endParaRPr lang="en-US" sz="4000" dirty="0"/>
          </a:p>
        </p:txBody>
      </p:sp>
    </p:spTree>
    <p:extLst>
      <p:ext uri="{BB962C8B-B14F-4D97-AF65-F5344CB8AC3E}">
        <p14:creationId xmlns:p14="http://schemas.microsoft.com/office/powerpoint/2010/main" val="3612757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085" y="261871"/>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Structure of a SOAP Message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193183" y="1308279"/>
            <a:ext cx="9234152" cy="5401614"/>
          </a:xfrm>
        </p:spPr>
        <p:txBody>
          <a:bodyPr>
            <a:noAutofit/>
          </a:bodyPr>
          <a:lstStyle/>
          <a:p>
            <a:pPr algn="just">
              <a:lnSpc>
                <a:spcPct val="90000"/>
              </a:lnSpc>
            </a:pPr>
            <a:r>
              <a:rPr lang="en-US" altLang="en-US" sz="2400" dirty="0"/>
              <a:t>SOAP is based on message exchanges.</a:t>
            </a:r>
          </a:p>
          <a:p>
            <a:pPr algn="just">
              <a:lnSpc>
                <a:spcPct val="90000"/>
              </a:lnSpc>
            </a:pPr>
            <a:endParaRPr lang="en-US" altLang="en-US" sz="2400" dirty="0"/>
          </a:p>
          <a:p>
            <a:pPr algn="just">
              <a:lnSpc>
                <a:spcPct val="90000"/>
              </a:lnSpc>
            </a:pPr>
            <a:r>
              <a:rPr lang="en-US" altLang="en-US" sz="2400" dirty="0"/>
              <a:t>Messages are seen as envelopes where the application encloses the data to be sent.</a:t>
            </a:r>
          </a:p>
          <a:p>
            <a:pPr algn="just">
              <a:lnSpc>
                <a:spcPct val="90000"/>
              </a:lnSpc>
            </a:pPr>
            <a:endParaRPr lang="en-US" altLang="en-US" sz="2400" dirty="0"/>
          </a:p>
          <a:p>
            <a:pPr algn="just">
              <a:lnSpc>
                <a:spcPct val="90000"/>
              </a:lnSpc>
            </a:pPr>
            <a:r>
              <a:rPr lang="en-US" altLang="en-US" sz="2400" dirty="0"/>
              <a:t>A message has two main parts; header and  body, which both can be divided into blocks.</a:t>
            </a:r>
          </a:p>
          <a:p>
            <a:pPr algn="just">
              <a:lnSpc>
                <a:spcPct val="90000"/>
              </a:lnSpc>
            </a:pPr>
            <a:endParaRPr lang="en-US" altLang="en-US" sz="2400" dirty="0"/>
          </a:p>
          <a:p>
            <a:pPr algn="just">
              <a:lnSpc>
                <a:spcPct val="90000"/>
              </a:lnSpc>
            </a:pPr>
            <a:r>
              <a:rPr lang="en-US" altLang="en-US" sz="2400" dirty="0"/>
              <a:t>SOAP does not specify what to do in the body, it only states that the header is optional and the body is mandatory.</a:t>
            </a:r>
          </a:p>
          <a:p>
            <a:pPr algn="just">
              <a:lnSpc>
                <a:spcPct val="90000"/>
              </a:lnSpc>
            </a:pPr>
            <a:endParaRPr lang="en-US" altLang="en-US" sz="2400" dirty="0"/>
          </a:p>
          <a:p>
            <a:pPr algn="just">
              <a:lnSpc>
                <a:spcPct val="90000"/>
              </a:lnSpc>
            </a:pPr>
            <a:r>
              <a:rPr lang="en-US" altLang="en-US" sz="2400" dirty="0"/>
              <a:t>The use of header and body, however, is implicit. The body is for application level data. The header is for infrastructure level data.</a:t>
            </a:r>
          </a:p>
          <a:p>
            <a:endParaRPr lang="en-US" sz="36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427334" y="833371"/>
            <a:ext cx="2738529" cy="4408330"/>
          </a:xfrm>
          <a:prstGeom prst="rect">
            <a:avLst/>
          </a:prstGeom>
          <a:noFill/>
        </p:spPr>
      </p:pic>
    </p:spTree>
    <p:extLst>
      <p:ext uri="{BB962C8B-B14F-4D97-AF65-F5344CB8AC3E}">
        <p14:creationId xmlns:p14="http://schemas.microsoft.com/office/powerpoint/2010/main" val="3225116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SOAP Header</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normAutofit/>
          </a:bodyPr>
          <a:lstStyle/>
          <a:p>
            <a:pPr algn="just">
              <a:lnSpc>
                <a:spcPct val="150000"/>
              </a:lnSpc>
              <a:defRPr/>
            </a:pPr>
            <a:r>
              <a:rPr lang="en-US" sz="2800" dirty="0"/>
              <a:t>The header is intended as a generic place holder for information that is not necessarily application dependent (the application may not even be aware that a header was attached to the message).</a:t>
            </a:r>
          </a:p>
          <a:p>
            <a:pPr algn="just">
              <a:lnSpc>
                <a:spcPct val="150000"/>
              </a:lnSpc>
              <a:defRPr/>
            </a:pPr>
            <a:r>
              <a:rPr lang="en-US" sz="2800" dirty="0"/>
              <a:t>Typical uses of the header are: coordination information, identifiers (for, e.g.: transactions) and security information (e.g.: certificates)</a:t>
            </a:r>
          </a:p>
          <a:p>
            <a:pPr>
              <a:lnSpc>
                <a:spcPct val="150000"/>
              </a:lnSpc>
            </a:pPr>
            <a:endParaRPr lang="en-US" sz="4000" dirty="0"/>
          </a:p>
        </p:txBody>
      </p:sp>
    </p:spTree>
    <p:extLst>
      <p:ext uri="{BB962C8B-B14F-4D97-AF65-F5344CB8AC3E}">
        <p14:creationId xmlns:p14="http://schemas.microsoft.com/office/powerpoint/2010/main" val="26329756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34" y="274749"/>
            <a:ext cx="10972800" cy="1143000"/>
          </a:xfrm>
        </p:spPr>
        <p:txBody>
          <a:bodyPr/>
          <a:lstStyle/>
          <a:p>
            <a:pPr algn="l"/>
            <a:r>
              <a:rPr lang="en-US" altLang="en-US" dirty="0"/>
              <a:t>SOAP Body</a:t>
            </a:r>
            <a:endParaRPr lang="en-US" dirty="0"/>
          </a:p>
        </p:txBody>
      </p:sp>
      <p:sp>
        <p:nvSpPr>
          <p:cNvPr id="3" name="Content Placeholder 2"/>
          <p:cNvSpPr>
            <a:spLocks noGrp="1"/>
          </p:cNvSpPr>
          <p:nvPr>
            <p:ph idx="1"/>
          </p:nvPr>
        </p:nvSpPr>
        <p:spPr>
          <a:xfrm>
            <a:off x="474372" y="1646237"/>
            <a:ext cx="5308242" cy="5211763"/>
          </a:xfrm>
        </p:spPr>
        <p:txBody>
          <a:bodyPr>
            <a:normAutofit/>
          </a:bodyPr>
          <a:lstStyle/>
          <a:p>
            <a:pPr algn="just"/>
            <a:r>
              <a:rPr lang="en-US" altLang="en-US" sz="2800" dirty="0"/>
              <a:t>The body is intended for the application specific data contained in the message.</a:t>
            </a:r>
          </a:p>
          <a:p>
            <a:pPr algn="just"/>
            <a:r>
              <a:rPr lang="en-US" altLang="en-US" sz="2800" dirty="0"/>
              <a:t>Also it may contain a Fault entry Section (for reporting errors in processing a SOAP message)</a:t>
            </a:r>
          </a:p>
          <a:p>
            <a:endParaRPr lang="en-US" sz="40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2767" y="1523063"/>
            <a:ext cx="6319234" cy="449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1641603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845" y="339144"/>
            <a:ext cx="10972800" cy="1143000"/>
          </a:xfrm>
        </p:spPr>
        <p:txBody>
          <a:bodyPr/>
          <a:lstStyle/>
          <a:p>
            <a:r>
              <a:rPr lang="en-US" dirty="0" smtClean="0"/>
              <a:t>Introduction to WSDL</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056" y="1181100"/>
            <a:ext cx="4953000" cy="6018415"/>
          </a:xfrm>
        </p:spPr>
      </p:pic>
    </p:spTree>
    <p:extLst>
      <p:ext uri="{BB962C8B-B14F-4D97-AF65-F5344CB8AC3E}">
        <p14:creationId xmlns:p14="http://schemas.microsoft.com/office/powerpoint/2010/main" val="21957054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WSDL?</a:t>
            </a:r>
            <a:endParaRPr lang="en-US" dirty="0"/>
          </a:p>
        </p:txBody>
      </p:sp>
      <p:sp>
        <p:nvSpPr>
          <p:cNvPr id="3" name="Content Placeholder 2"/>
          <p:cNvSpPr>
            <a:spLocks noGrp="1"/>
          </p:cNvSpPr>
          <p:nvPr>
            <p:ph idx="1"/>
          </p:nvPr>
        </p:nvSpPr>
        <p:spPr/>
        <p:txBody>
          <a:bodyPr>
            <a:normAutofit/>
          </a:bodyPr>
          <a:lstStyle/>
          <a:p>
            <a:pPr>
              <a:lnSpc>
                <a:spcPct val="150000"/>
              </a:lnSpc>
            </a:pPr>
            <a:r>
              <a:rPr lang="en-US" altLang="en-US" sz="2400" dirty="0"/>
              <a:t>WSDL stands for Web Services Description Language </a:t>
            </a:r>
          </a:p>
          <a:p>
            <a:pPr>
              <a:lnSpc>
                <a:spcPct val="150000"/>
              </a:lnSpc>
            </a:pPr>
            <a:r>
              <a:rPr lang="en-US" altLang="en-US" sz="2400" dirty="0"/>
              <a:t> WSDL is as XML document </a:t>
            </a:r>
          </a:p>
          <a:p>
            <a:pPr>
              <a:lnSpc>
                <a:spcPct val="150000"/>
              </a:lnSpc>
            </a:pPr>
            <a:r>
              <a:rPr lang="en-US" altLang="en-US" sz="2400" dirty="0"/>
              <a:t>WSDL is used to describe Web services </a:t>
            </a:r>
          </a:p>
          <a:p>
            <a:pPr lvl="1">
              <a:lnSpc>
                <a:spcPct val="150000"/>
              </a:lnSpc>
            </a:pPr>
            <a:r>
              <a:rPr lang="en-US" altLang="en-US" dirty="0"/>
              <a:t>It specifies the location of the service and the operations (or methods) the service exposes </a:t>
            </a:r>
          </a:p>
          <a:p>
            <a:pPr>
              <a:lnSpc>
                <a:spcPct val="150000"/>
              </a:lnSpc>
            </a:pPr>
            <a:r>
              <a:rPr lang="en-US" altLang="en-US" sz="2400" dirty="0"/>
              <a:t>WSDL is also used to locate Web services </a:t>
            </a:r>
          </a:p>
          <a:p>
            <a:pPr>
              <a:lnSpc>
                <a:spcPct val="150000"/>
              </a:lnSpc>
            </a:pPr>
            <a:endParaRPr lang="en-US" sz="3600" dirty="0"/>
          </a:p>
        </p:txBody>
      </p:sp>
    </p:spTree>
    <p:extLst>
      <p:ext uri="{BB962C8B-B14F-4D97-AF65-F5344CB8AC3E}">
        <p14:creationId xmlns:p14="http://schemas.microsoft.com/office/powerpoint/2010/main" val="1444789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258652"/>
            <a:ext cx="10972800" cy="1143000"/>
          </a:xfrm>
        </p:spPr>
        <p:txBody>
          <a:bodyPr/>
          <a:lstStyle/>
          <a:p>
            <a:r>
              <a:rPr lang="en-US" altLang="en-US" dirty="0"/>
              <a:t>The WSDL Document Structure </a:t>
            </a:r>
            <a:endParaRPr lang="en-US" dirty="0"/>
          </a:p>
        </p:txBody>
      </p:sp>
      <p:sp>
        <p:nvSpPr>
          <p:cNvPr id="3" name="Content Placeholder 2"/>
          <p:cNvSpPr>
            <a:spLocks noGrp="1"/>
          </p:cNvSpPr>
          <p:nvPr>
            <p:ph idx="1"/>
          </p:nvPr>
        </p:nvSpPr>
        <p:spPr>
          <a:xfrm>
            <a:off x="1195588" y="1401652"/>
            <a:ext cx="9931757" cy="5059363"/>
          </a:xfrm>
        </p:spPr>
        <p:txBody>
          <a:bodyPr>
            <a:normAutofit/>
          </a:bodyPr>
          <a:lstStyle/>
          <a:p>
            <a:r>
              <a:rPr lang="en-US" altLang="en-US" sz="2400" dirty="0"/>
              <a:t>A WSDL document describes a web service using these major elements: </a:t>
            </a:r>
          </a:p>
          <a:p>
            <a:endParaRPr lang="en-US" altLang="en-US" sz="2400" dirty="0"/>
          </a:p>
          <a:p>
            <a:endParaRPr lang="en-US" sz="3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64228" y="1981200"/>
            <a:ext cx="81534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24935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Types </a:t>
            </a:r>
            <a:endParaRPr lang="en-US" dirty="0"/>
          </a:p>
        </p:txBody>
      </p:sp>
      <p:sp>
        <p:nvSpPr>
          <p:cNvPr id="3" name="Content Placeholder 2"/>
          <p:cNvSpPr>
            <a:spLocks noGrp="1"/>
          </p:cNvSpPr>
          <p:nvPr>
            <p:ph idx="1"/>
          </p:nvPr>
        </p:nvSpPr>
        <p:spPr/>
        <p:txBody>
          <a:bodyPr/>
          <a:lstStyle/>
          <a:p>
            <a:r>
              <a:rPr lang="en-US" altLang="en-US" sz="2400" dirty="0"/>
              <a:t>The </a:t>
            </a:r>
            <a:r>
              <a:rPr lang="en-US" altLang="en-US" sz="2400" b="1" dirty="0"/>
              <a:t>&lt;types&gt;</a:t>
            </a:r>
            <a:r>
              <a:rPr lang="en-US" altLang="en-US" sz="2400" dirty="0"/>
              <a:t> element defines the data types that are used by the web service. </a:t>
            </a:r>
          </a:p>
          <a:p>
            <a:endParaRPr lang="en-US" altLang="en-US" sz="2400" dirty="0"/>
          </a:p>
          <a:p>
            <a:r>
              <a:rPr lang="en-US" altLang="en-US" sz="2400" dirty="0"/>
              <a:t>For maximum platform neutrality, WSDL uses XML Schema syntax to define data types. </a:t>
            </a:r>
          </a:p>
          <a:p>
            <a:endParaRPr lang="en-US" sz="3600" dirty="0"/>
          </a:p>
        </p:txBody>
      </p:sp>
    </p:spTree>
    <p:extLst>
      <p:ext uri="{BB962C8B-B14F-4D97-AF65-F5344CB8AC3E}">
        <p14:creationId xmlns:p14="http://schemas.microsoft.com/office/powerpoint/2010/main" val="4118307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Messages </a:t>
            </a:r>
            <a:endParaRPr lang="en-US" dirty="0"/>
          </a:p>
        </p:txBody>
      </p:sp>
      <p:sp>
        <p:nvSpPr>
          <p:cNvPr id="3" name="Content Placeholder 2"/>
          <p:cNvSpPr>
            <a:spLocks noGrp="1"/>
          </p:cNvSpPr>
          <p:nvPr>
            <p:ph idx="1"/>
          </p:nvPr>
        </p:nvSpPr>
        <p:spPr/>
        <p:txBody>
          <a:bodyPr>
            <a:normAutofit/>
          </a:bodyPr>
          <a:lstStyle/>
          <a:p>
            <a:pPr algn="just"/>
            <a:r>
              <a:rPr lang="en-US" altLang="en-US" sz="2400" dirty="0"/>
              <a:t>The </a:t>
            </a:r>
            <a:r>
              <a:rPr lang="en-US" altLang="en-US" sz="2400" b="1" dirty="0"/>
              <a:t>&lt;message&gt;</a:t>
            </a:r>
            <a:r>
              <a:rPr lang="en-US" altLang="en-US" sz="2400" dirty="0"/>
              <a:t> element defines the data elements of an operation. </a:t>
            </a:r>
          </a:p>
          <a:p>
            <a:pPr algn="just"/>
            <a:endParaRPr lang="en-US" altLang="en-US" sz="2400" dirty="0"/>
          </a:p>
          <a:p>
            <a:pPr>
              <a:buFont typeface="Wingdings" pitchFamily="2" charset="2"/>
              <a:buNone/>
            </a:pPr>
            <a:r>
              <a:rPr lang="en-US" altLang="en-US" sz="2400" dirty="0"/>
              <a:t>	&lt;message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	&lt;/message&gt;</a:t>
            </a:r>
          </a:p>
          <a:p>
            <a:pPr algn="just">
              <a:buFont typeface="Wingdings" pitchFamily="2" charset="2"/>
              <a:buNone/>
            </a:pPr>
            <a:endParaRPr lang="en-US" altLang="en-US" sz="2400" dirty="0"/>
          </a:p>
          <a:p>
            <a:pPr algn="just"/>
            <a:r>
              <a:rPr lang="en-US" altLang="en-US" sz="2400" dirty="0"/>
              <a:t>Each message can consist of one or more parts. The parts can be compared to the parameters of a function call in a traditional programming language. </a:t>
            </a:r>
          </a:p>
          <a:p>
            <a:pPr algn="just"/>
            <a:endParaRPr lang="en-US" sz="3600" dirty="0"/>
          </a:p>
        </p:txBody>
      </p:sp>
    </p:spTree>
    <p:extLst>
      <p:ext uri="{BB962C8B-B14F-4D97-AF65-F5344CB8AC3E}">
        <p14:creationId xmlns:p14="http://schemas.microsoft.com/office/powerpoint/2010/main" val="4266058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1870"/>
            <a:ext cx="10972800" cy="1143000"/>
          </a:xfrm>
        </p:spPr>
        <p:txBody>
          <a:bodyPr/>
          <a:lstStyle/>
          <a:p>
            <a:r>
              <a:rPr lang="en-US" altLang="en-US" dirty="0"/>
              <a:t>WSDL Port</a:t>
            </a:r>
            <a:endParaRPr lang="en-US" dirty="0"/>
          </a:p>
        </p:txBody>
      </p:sp>
      <p:sp>
        <p:nvSpPr>
          <p:cNvPr id="3" name="Content Placeholder 2"/>
          <p:cNvSpPr>
            <a:spLocks noGrp="1"/>
          </p:cNvSpPr>
          <p:nvPr>
            <p:ph idx="1"/>
          </p:nvPr>
        </p:nvSpPr>
        <p:spPr>
          <a:xfrm>
            <a:off x="128789" y="911179"/>
            <a:ext cx="11822805" cy="4983163"/>
          </a:xfrm>
        </p:spPr>
        <p:txBody>
          <a:bodyPr>
            <a:noAutofit/>
          </a:bodyPr>
          <a:lstStyle/>
          <a:p>
            <a:pPr algn="just">
              <a:lnSpc>
                <a:spcPct val="150000"/>
              </a:lnSpc>
            </a:pPr>
            <a:r>
              <a:rPr lang="en-US" altLang="en-US" dirty="0"/>
              <a:t>A WSDL port describes the interfaces (legal operations) exposed by a web service.</a:t>
            </a:r>
          </a:p>
          <a:p>
            <a:pPr algn="just">
              <a:lnSpc>
                <a:spcPct val="150000"/>
              </a:lnSpc>
            </a:pPr>
            <a:r>
              <a:rPr lang="en-US" altLang="en-US" dirty="0"/>
              <a:t>It defines </a:t>
            </a:r>
            <a:r>
              <a:rPr lang="en-US" altLang="en-US" b="1" dirty="0"/>
              <a:t>a web service</a:t>
            </a:r>
            <a:r>
              <a:rPr lang="en-US" altLang="en-US" dirty="0"/>
              <a:t>, the </a:t>
            </a:r>
            <a:r>
              <a:rPr lang="en-US" altLang="en-US" b="1" dirty="0"/>
              <a:t>operations</a:t>
            </a:r>
            <a:r>
              <a:rPr lang="en-US" altLang="en-US" dirty="0"/>
              <a:t> that can be performed, and the </a:t>
            </a:r>
            <a:r>
              <a:rPr lang="en-US" altLang="en-US" b="1" dirty="0"/>
              <a:t>messages</a:t>
            </a:r>
            <a:r>
              <a:rPr lang="en-US" altLang="en-US" dirty="0"/>
              <a:t> that are involved. </a:t>
            </a:r>
          </a:p>
          <a:p>
            <a:pPr>
              <a:lnSpc>
                <a:spcPct val="150000"/>
              </a:lnSpc>
            </a:pPr>
            <a:r>
              <a:rPr lang="en-US" altLang="en-US" dirty="0"/>
              <a:t>Operation Types </a:t>
            </a:r>
          </a:p>
          <a:p>
            <a:pPr lvl="1">
              <a:lnSpc>
                <a:spcPct val="150000"/>
              </a:lnSpc>
            </a:pPr>
            <a:r>
              <a:rPr lang="en-US" altLang="en-US" sz="2000" dirty="0"/>
              <a:t>One-way</a:t>
            </a:r>
          </a:p>
          <a:p>
            <a:pPr lvl="1">
              <a:lnSpc>
                <a:spcPct val="150000"/>
              </a:lnSpc>
            </a:pPr>
            <a:r>
              <a:rPr lang="en-US" altLang="en-US" sz="2000" dirty="0"/>
              <a:t>Request-response 	</a:t>
            </a:r>
          </a:p>
          <a:p>
            <a:pPr lvl="1">
              <a:lnSpc>
                <a:spcPct val="150000"/>
              </a:lnSpc>
            </a:pPr>
            <a:r>
              <a:rPr lang="en-US" altLang="en-US" sz="2000" dirty="0"/>
              <a:t>Solicit-response </a:t>
            </a:r>
          </a:p>
          <a:p>
            <a:pPr lvl="1">
              <a:lnSpc>
                <a:spcPct val="150000"/>
              </a:lnSpc>
            </a:pPr>
            <a:r>
              <a:rPr lang="en-US" altLang="en-US" sz="2000" dirty="0"/>
              <a:t>Notification </a:t>
            </a:r>
          </a:p>
        </p:txBody>
      </p:sp>
    </p:spTree>
    <p:extLst>
      <p:ext uri="{BB962C8B-B14F-4D97-AF65-F5344CB8AC3E}">
        <p14:creationId xmlns:p14="http://schemas.microsoft.com/office/powerpoint/2010/main" val="28563395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One-Way Operation </a:t>
            </a:r>
            <a:endParaRPr lang="en-US" dirty="0"/>
          </a:p>
        </p:txBody>
      </p:sp>
      <p:sp>
        <p:nvSpPr>
          <p:cNvPr id="3" name="Content Placeholder 2"/>
          <p:cNvSpPr>
            <a:spLocks noGrp="1"/>
          </p:cNvSpPr>
          <p:nvPr>
            <p:ph idx="1"/>
          </p:nvPr>
        </p:nvSpPr>
        <p:spPr/>
        <p:txBody>
          <a:bodyPr>
            <a:normAutofit/>
          </a:bodyPr>
          <a:lstStyle/>
          <a:p>
            <a:pPr>
              <a:buFont typeface="Wingdings" pitchFamily="2" charset="2"/>
              <a:buNone/>
            </a:pPr>
            <a:r>
              <a:rPr lang="en-US" altLang="en-US" sz="2400" dirty="0"/>
              <a:t>&lt;message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&lt;/message&gt;</a:t>
            </a:r>
          </a:p>
          <a:p>
            <a:pPr>
              <a:buFont typeface="Wingdings" pitchFamily="2" charset="2"/>
              <a:buNone/>
            </a:pPr>
            <a:endParaRPr lang="en-US" altLang="en-US" sz="2400" dirty="0"/>
          </a:p>
          <a:p>
            <a:pPr>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setTerm</a:t>
            </a:r>
            <a:r>
              <a:rPr lang="en-US" altLang="en-US" sz="2400" dirty="0"/>
              <a:t>"&gt;</a:t>
            </a:r>
            <a:br>
              <a:rPr lang="en-US" altLang="en-US" sz="2400" dirty="0"/>
            </a:br>
            <a:r>
              <a:rPr lang="en-US" altLang="en-US" sz="2400" dirty="0"/>
              <a:t>    &lt;input name="</a:t>
            </a:r>
            <a:r>
              <a:rPr lang="en-US" altLang="en-US" sz="2400" dirty="0" err="1"/>
              <a:t>newTerm</a:t>
            </a:r>
            <a:r>
              <a:rPr lang="en-US" altLang="en-US" sz="2400" dirty="0"/>
              <a:t>" message="</a:t>
            </a:r>
            <a:r>
              <a:rPr lang="en-US" altLang="en-US" sz="2400" dirty="0" err="1"/>
              <a:t>newTermValues</a:t>
            </a:r>
            <a:r>
              <a:rPr lang="en-US" altLang="en-US" sz="2400" dirty="0"/>
              <a:t>"/&gt;</a:t>
            </a:r>
            <a:br>
              <a:rPr lang="en-US" altLang="en-US" sz="2400" dirty="0"/>
            </a:br>
            <a:r>
              <a:rPr lang="en-US" altLang="en-US" sz="2400" dirty="0"/>
              <a:t>  &lt;/operation&gt;</a:t>
            </a:r>
          </a:p>
          <a:p>
            <a:pPr>
              <a:buFont typeface="Wingdings" pitchFamily="2" charset="2"/>
              <a:buNone/>
            </a:pPr>
            <a:r>
              <a:rPr lang="en-US" altLang="en-US" sz="2400" dirty="0"/>
              <a:t>&lt;/</a:t>
            </a:r>
            <a:r>
              <a:rPr lang="en-US" altLang="en-US" sz="2400" dirty="0" err="1"/>
              <a:t>portType</a:t>
            </a:r>
            <a:r>
              <a:rPr lang="en-US" altLang="en-US" sz="2400" dirty="0"/>
              <a:t> &gt; </a:t>
            </a:r>
          </a:p>
          <a:p>
            <a:endParaRPr lang="en-US" sz="4000" dirty="0"/>
          </a:p>
        </p:txBody>
      </p:sp>
    </p:spTree>
    <p:extLst>
      <p:ext uri="{BB962C8B-B14F-4D97-AF65-F5344CB8AC3E}">
        <p14:creationId xmlns:p14="http://schemas.microsoft.com/office/powerpoint/2010/main" val="2038679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Request-Response Operation </a:t>
            </a:r>
            <a:endParaRPr lang="en-US" dirty="0"/>
          </a:p>
        </p:txBody>
      </p:sp>
      <p:sp>
        <p:nvSpPr>
          <p:cNvPr id="3" name="Content Placeholder 2"/>
          <p:cNvSpPr>
            <a:spLocks noGrp="1"/>
          </p:cNvSpPr>
          <p:nvPr>
            <p:ph idx="1"/>
          </p:nvPr>
        </p:nvSpPr>
        <p:spPr/>
        <p:txBody>
          <a:bodyPr>
            <a:noAutofit/>
          </a:bodyPr>
          <a:lstStyle/>
          <a:p>
            <a:pPr>
              <a:lnSpc>
                <a:spcPct val="90000"/>
              </a:lnSpc>
              <a:buFont typeface="Wingdings" pitchFamily="2" charset="2"/>
              <a:buNone/>
            </a:pPr>
            <a:r>
              <a:rPr lang="en-US" altLang="en-US" sz="2400" dirty="0"/>
              <a:t>&lt;message name="</a:t>
            </a:r>
            <a:r>
              <a:rPr lang="en-US" altLang="en-US" sz="2400" dirty="0" err="1"/>
              <a:t>getTermRequest</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a:t>
            </a:r>
          </a:p>
          <a:p>
            <a:pPr>
              <a:lnSpc>
                <a:spcPct val="90000"/>
              </a:lnSpc>
              <a:buFont typeface="Wingdings" pitchFamily="2" charset="2"/>
              <a:buNone/>
            </a:pPr>
            <a:r>
              <a:rPr lang="en-US" altLang="en-US" sz="2400" dirty="0"/>
              <a:t>&lt;/message&gt;</a:t>
            </a:r>
          </a:p>
          <a:p>
            <a:pPr>
              <a:lnSpc>
                <a:spcPct val="90000"/>
              </a:lnSpc>
              <a:buFont typeface="Wingdings" pitchFamily="2" charset="2"/>
              <a:buNone/>
            </a:pPr>
            <a:r>
              <a:rPr lang="en-US" altLang="en-US" sz="2400" dirty="0"/>
              <a:t>&lt;message name="</a:t>
            </a:r>
            <a:r>
              <a:rPr lang="en-US" altLang="en-US" sz="2400" dirty="0" err="1"/>
              <a:t>getTermResponse</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lnSpc>
                <a:spcPct val="90000"/>
              </a:lnSpc>
              <a:buFont typeface="Wingdings" pitchFamily="2" charset="2"/>
              <a:buNone/>
            </a:pPr>
            <a:r>
              <a:rPr lang="en-US" altLang="en-US" sz="2400" dirty="0"/>
              <a:t>&lt;/message&gt;</a:t>
            </a:r>
          </a:p>
          <a:p>
            <a:pPr>
              <a:lnSpc>
                <a:spcPct val="90000"/>
              </a:lnSpc>
              <a:buFont typeface="Wingdings" pitchFamily="2" charset="2"/>
              <a:buNone/>
            </a:pPr>
            <a:endParaRPr lang="en-US" altLang="en-US" sz="2400" dirty="0"/>
          </a:p>
          <a:p>
            <a:pPr>
              <a:lnSpc>
                <a:spcPct val="90000"/>
              </a:lnSpc>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getTerm</a:t>
            </a:r>
            <a:r>
              <a:rPr lang="en-US" altLang="en-US" sz="2400" dirty="0"/>
              <a:t>"&gt;</a:t>
            </a:r>
            <a:br>
              <a:rPr lang="en-US" altLang="en-US" sz="2400" dirty="0"/>
            </a:br>
            <a:r>
              <a:rPr lang="en-US" altLang="en-US" sz="2400" dirty="0"/>
              <a:t>    &lt;input message="</a:t>
            </a:r>
            <a:r>
              <a:rPr lang="en-US" altLang="en-US" sz="2400" dirty="0" err="1"/>
              <a:t>getTermRequest</a:t>
            </a:r>
            <a:r>
              <a:rPr lang="en-US" altLang="en-US" sz="2400" dirty="0"/>
              <a:t>"/&gt;</a:t>
            </a:r>
            <a:br>
              <a:rPr lang="en-US" altLang="en-US" sz="2400" dirty="0"/>
            </a:br>
            <a:r>
              <a:rPr lang="en-US" altLang="en-US" sz="2400" dirty="0"/>
              <a:t>    &lt;output message="</a:t>
            </a:r>
            <a:r>
              <a:rPr lang="en-US" altLang="en-US" sz="2400" dirty="0" err="1"/>
              <a:t>getTermResponse</a:t>
            </a:r>
            <a:r>
              <a:rPr lang="en-US" altLang="en-US" sz="2400" dirty="0"/>
              <a:t>"/&gt;</a:t>
            </a:r>
            <a:br>
              <a:rPr lang="en-US" altLang="en-US" sz="2400" dirty="0"/>
            </a:br>
            <a:r>
              <a:rPr lang="en-US" altLang="en-US" sz="2400" dirty="0"/>
              <a:t>  &lt;/operation&gt;</a:t>
            </a:r>
          </a:p>
          <a:p>
            <a:pPr>
              <a:lnSpc>
                <a:spcPct val="90000"/>
              </a:lnSpc>
              <a:buFont typeface="Wingdings" pitchFamily="2" charset="2"/>
              <a:buNone/>
            </a:pPr>
            <a:r>
              <a:rPr lang="en-US" altLang="en-US" sz="2400" dirty="0"/>
              <a:t>&lt;/</a:t>
            </a:r>
            <a:r>
              <a:rPr lang="en-US" altLang="en-US" sz="2400" dirty="0" err="1"/>
              <a:t>portType</a:t>
            </a:r>
            <a:r>
              <a:rPr lang="en-US" altLang="en-US" sz="2400" dirty="0"/>
              <a:t>&gt; </a:t>
            </a:r>
          </a:p>
          <a:p>
            <a:endParaRPr lang="en-US" sz="4000" dirty="0"/>
          </a:p>
        </p:txBody>
      </p:sp>
    </p:spTree>
    <p:extLst>
      <p:ext uri="{BB962C8B-B14F-4D97-AF65-F5344CB8AC3E}">
        <p14:creationId xmlns:p14="http://schemas.microsoft.com/office/powerpoint/2010/main" val="27965959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7780"/>
            <a:ext cx="10972800" cy="1143000"/>
          </a:xfrm>
        </p:spPr>
        <p:txBody>
          <a:bodyPr/>
          <a:lstStyle/>
          <a:p>
            <a:r>
              <a:rPr lang="en-US" altLang="en-US" dirty="0"/>
              <a:t>WSDL Binding</a:t>
            </a:r>
            <a:endParaRPr lang="en-US" dirty="0"/>
          </a:p>
        </p:txBody>
      </p:sp>
      <p:sp>
        <p:nvSpPr>
          <p:cNvPr id="3" name="Content Placeholder 2"/>
          <p:cNvSpPr>
            <a:spLocks noGrp="1"/>
          </p:cNvSpPr>
          <p:nvPr>
            <p:ph idx="1"/>
          </p:nvPr>
        </p:nvSpPr>
        <p:spPr>
          <a:xfrm>
            <a:off x="306946" y="1412385"/>
            <a:ext cx="11721922" cy="4906963"/>
          </a:xfrm>
        </p:spPr>
        <p:txBody>
          <a:bodyPr>
            <a:normAutofit/>
          </a:bodyPr>
          <a:lstStyle/>
          <a:p>
            <a:pPr algn="just">
              <a:lnSpc>
                <a:spcPct val="90000"/>
              </a:lnSpc>
            </a:pPr>
            <a:r>
              <a:rPr lang="en-US" altLang="en-US" dirty="0"/>
              <a:t>WSDL bindings defines the message format and protocol details for a web service.</a:t>
            </a:r>
          </a:p>
          <a:p>
            <a:pPr algn="just">
              <a:lnSpc>
                <a:spcPct val="90000"/>
              </a:lnSpc>
            </a:pPr>
            <a:r>
              <a:rPr lang="en-US" altLang="en-US" dirty="0"/>
              <a:t>The</a:t>
            </a:r>
            <a:r>
              <a:rPr lang="en-US" altLang="en-US" b="1" dirty="0"/>
              <a:t> binding</a:t>
            </a:r>
            <a:r>
              <a:rPr lang="en-US" altLang="en-US" dirty="0"/>
              <a:t> element has two attributes - name and type.</a:t>
            </a:r>
          </a:p>
          <a:p>
            <a:pPr lvl="1" algn="just">
              <a:lnSpc>
                <a:spcPct val="90000"/>
              </a:lnSpc>
            </a:pPr>
            <a:r>
              <a:rPr lang="en-US" altLang="en-US" dirty="0"/>
              <a:t>The name attribute defines the name of the binding, and the type attribute points to the port for the binding.</a:t>
            </a:r>
          </a:p>
          <a:p>
            <a:pPr algn="just">
              <a:lnSpc>
                <a:spcPct val="90000"/>
              </a:lnSpc>
            </a:pPr>
            <a:r>
              <a:rPr lang="en-US" altLang="en-US" dirty="0"/>
              <a:t>The </a:t>
            </a:r>
            <a:r>
              <a:rPr lang="en-US" altLang="en-US" b="1" dirty="0" err="1"/>
              <a:t>soap:binding</a:t>
            </a:r>
            <a:r>
              <a:rPr lang="en-US" altLang="en-US" dirty="0"/>
              <a:t> element has two attributes - style and transport.</a:t>
            </a:r>
          </a:p>
          <a:p>
            <a:pPr algn="just">
              <a:lnSpc>
                <a:spcPct val="90000"/>
              </a:lnSpc>
            </a:pPr>
            <a:r>
              <a:rPr lang="en-US" altLang="en-US" dirty="0"/>
              <a:t>The</a:t>
            </a:r>
            <a:r>
              <a:rPr lang="en-US" altLang="en-US" b="1" dirty="0"/>
              <a:t> operation</a:t>
            </a:r>
            <a:r>
              <a:rPr lang="en-US" altLang="en-US" dirty="0"/>
              <a:t> element defines each operation that the port exposes</a:t>
            </a:r>
          </a:p>
          <a:p>
            <a:pPr lvl="1" algn="just">
              <a:lnSpc>
                <a:spcPct val="90000"/>
              </a:lnSpc>
            </a:pPr>
            <a:r>
              <a:rPr lang="en-US" altLang="en-US" dirty="0"/>
              <a:t>For each operation the corresponding SOAP action has to be defined. You must also specify how the input and output are encoded. . </a:t>
            </a:r>
          </a:p>
          <a:p>
            <a:pPr algn="just"/>
            <a:endParaRPr lang="en-US" sz="4000" dirty="0"/>
          </a:p>
        </p:txBody>
      </p:sp>
    </p:spTree>
    <p:extLst>
      <p:ext uri="{BB962C8B-B14F-4D97-AF65-F5344CB8AC3E}">
        <p14:creationId xmlns:p14="http://schemas.microsoft.com/office/powerpoint/2010/main" val="24882452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normAutofit/>
          </a:bodyPr>
          <a:lstStyle/>
          <a:p>
            <a:r>
              <a:rPr lang="en-US" dirty="0">
                <a:solidFill>
                  <a:schemeClr val="tx1">
                    <a:lumMod val="65000"/>
                    <a:lumOff val="35000"/>
                  </a:schemeClr>
                </a:solidFill>
                <a:effectLst>
                  <a:outerShdw blurRad="63500" algn="ctr" rotWithShape="0">
                    <a:prstClr val="black">
                      <a:alpha val="14000"/>
                    </a:prstClr>
                  </a:outerShdw>
                </a:effectLst>
              </a:rPr>
              <a:t>Introduction to Web Services</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8117" y="3581400"/>
            <a:ext cx="3048000" cy="2286000"/>
          </a:xfrm>
          <a:prstGeom prst="rect">
            <a:avLst/>
          </a:prstGeom>
        </p:spPr>
      </p:pic>
    </p:spTree>
    <p:extLst>
      <p:ext uri="{BB962C8B-B14F-4D97-AF65-F5344CB8AC3E}">
        <p14:creationId xmlns:p14="http://schemas.microsoft.com/office/powerpoint/2010/main" val="3291000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762" y="1914526"/>
            <a:ext cx="6192838"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7087323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a:no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Web-based Services &amp; 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32689" y="1247838"/>
            <a:ext cx="6774184" cy="5475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25390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 (W3C Definition)</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normAutofit/>
          </a:bodyPr>
          <a:lstStyle/>
          <a:p>
            <a:pPr algn="just"/>
            <a:r>
              <a:rPr lang="en-US" sz="3600" dirty="0"/>
              <a:t>“</a:t>
            </a:r>
            <a:r>
              <a:rPr lang="en-US" sz="2400" dirty="0"/>
              <a:t>A Web service is a software application </a:t>
            </a:r>
            <a:r>
              <a:rPr lang="en-US" sz="4000" dirty="0">
                <a:solidFill>
                  <a:srgbClr val="1D04DA"/>
                </a:solidFill>
              </a:rPr>
              <a:t>identified by a URI</a:t>
            </a:r>
            <a:r>
              <a:rPr lang="en-US" sz="3600" dirty="0"/>
              <a:t>, </a:t>
            </a:r>
            <a:r>
              <a:rPr lang="en-US" sz="2400" dirty="0"/>
              <a:t>whose</a:t>
            </a:r>
            <a:r>
              <a:rPr lang="en-US" dirty="0" smtClean="0"/>
              <a:t> </a:t>
            </a:r>
            <a:r>
              <a:rPr lang="en-US" sz="2400" dirty="0"/>
              <a:t>interfaces and bindings are capable of being </a:t>
            </a:r>
            <a:r>
              <a:rPr lang="en-US" sz="4000" dirty="0">
                <a:solidFill>
                  <a:srgbClr val="C00000"/>
                </a:solidFill>
              </a:rPr>
              <a:t>defined, described and discovered as XML artifacts</a:t>
            </a:r>
            <a:r>
              <a:rPr lang="en-US" sz="3600" dirty="0"/>
              <a:t>. </a:t>
            </a:r>
            <a:r>
              <a:rPr lang="en-US" sz="2400" dirty="0"/>
              <a:t>A Web service supports direct interactions with other software agents using </a:t>
            </a:r>
            <a:r>
              <a:rPr lang="en-US" sz="4000" dirty="0">
                <a:solidFill>
                  <a:srgbClr val="FF0000"/>
                </a:solidFill>
              </a:rPr>
              <a:t>XML-based messages</a:t>
            </a:r>
            <a:r>
              <a:rPr lang="en-US" sz="4000" dirty="0"/>
              <a:t> </a:t>
            </a:r>
            <a:r>
              <a:rPr lang="en-US" sz="2400" dirty="0"/>
              <a:t>exchanged via the </a:t>
            </a:r>
            <a:r>
              <a:rPr lang="en-US" sz="4000" dirty="0">
                <a:solidFill>
                  <a:srgbClr val="7030A0"/>
                </a:solidFill>
              </a:rPr>
              <a:t>Internet based protocols</a:t>
            </a:r>
            <a:r>
              <a:rPr lang="en-US" sz="3600" dirty="0"/>
              <a:t>”</a:t>
            </a:r>
          </a:p>
          <a:p>
            <a:endParaRPr lang="en-US" sz="4400" dirty="0"/>
          </a:p>
        </p:txBody>
      </p:sp>
    </p:spTree>
    <p:extLst>
      <p:ext uri="{BB962C8B-B14F-4D97-AF65-F5344CB8AC3E}">
        <p14:creationId xmlns:p14="http://schemas.microsoft.com/office/powerpoint/2010/main" val="41291934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3386"/>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283335" y="1219201"/>
            <a:ext cx="11758411" cy="4906963"/>
          </a:xfrm>
        </p:spPr>
        <p:txBody>
          <a:bodyPr>
            <a:noAutofit/>
          </a:bodyPr>
          <a:lstStyle/>
          <a:p>
            <a:pPr algn="just"/>
            <a:r>
              <a:rPr lang="en-US" altLang="en-US" dirty="0"/>
              <a:t>Web Service definition by W3C emphasizes different aspects:</a:t>
            </a:r>
          </a:p>
          <a:p>
            <a:pPr lvl="1" algn="just"/>
            <a:r>
              <a:rPr lang="en-US" altLang="en-US" dirty="0"/>
              <a:t>In order to be accessible, a service should be defined, described and discovered.</a:t>
            </a:r>
          </a:p>
          <a:p>
            <a:pPr lvl="1" algn="just"/>
            <a:r>
              <a:rPr lang="en-US" altLang="en-US" dirty="0"/>
              <a:t>XML is the foundation for all standards that are going to be used (SOAP, WSDL, UDDI)</a:t>
            </a:r>
          </a:p>
          <a:p>
            <a:pPr lvl="1" algn="just"/>
            <a:r>
              <a:rPr lang="en-US" altLang="en-US" dirty="0"/>
              <a:t>Web services are components that can be readily integrated into more complex distributed applications.</a:t>
            </a:r>
          </a:p>
          <a:p>
            <a:pPr lvl="1" algn="just"/>
            <a:r>
              <a:rPr lang="en-US" altLang="en-US" dirty="0"/>
              <a:t>Web services are meant for software based consumption (while Web-based applications are meant to be used by humans equipped with a WWW browser)</a:t>
            </a:r>
          </a:p>
          <a:p>
            <a:pPr algn="just"/>
            <a:endParaRPr lang="en-US" sz="3600" dirty="0"/>
          </a:p>
        </p:txBody>
      </p:sp>
    </p:spTree>
    <p:extLst>
      <p:ext uri="{BB962C8B-B14F-4D97-AF65-F5344CB8AC3E}">
        <p14:creationId xmlns:p14="http://schemas.microsoft.com/office/powerpoint/2010/main" val="21890465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82296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 Architecture</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6061" y="759854"/>
            <a:ext cx="9054826" cy="6060046"/>
          </a:xfrm>
        </p:spPr>
      </p:pic>
    </p:spTree>
    <p:extLst>
      <p:ext uri="{BB962C8B-B14F-4D97-AF65-F5344CB8AC3E}">
        <p14:creationId xmlns:p14="http://schemas.microsoft.com/office/powerpoint/2010/main" val="27256553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26265"/>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Benefits of Web Services </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244699" y="1295401"/>
            <a:ext cx="4829577" cy="5311461"/>
          </a:xfrm>
        </p:spPr>
        <p:txBody>
          <a:bodyPr>
            <a:noAutofit/>
          </a:bodyPr>
          <a:lstStyle/>
          <a:p>
            <a:pPr algn="just"/>
            <a:r>
              <a:rPr lang="en-US" altLang="en-US" sz="2400" dirty="0"/>
              <a:t>The Web services architecture represented by SOAP, UDDI, and WSDL is a direct descendant of conventional middleware platforms</a:t>
            </a:r>
          </a:p>
          <a:p>
            <a:pPr algn="just"/>
            <a:endParaRPr lang="en-US" altLang="en-US" sz="2400" dirty="0"/>
          </a:p>
          <a:p>
            <a:pPr algn="just"/>
            <a:r>
              <a:rPr lang="en-US" altLang="en-US" sz="2400" dirty="0"/>
              <a:t>They can be seen as the most basic extensions that are necessary to allow conventional synchronous (RPC=based) middleware to achieve interoperability</a:t>
            </a:r>
          </a:p>
          <a:p>
            <a:endParaRPr lang="en-US" sz="4000" dirty="0"/>
          </a:p>
        </p:txBody>
      </p:sp>
      <p:pic>
        <p:nvPicPr>
          <p:cNvPr id="4" name="Picture 7" descr="MiddleWea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373711" y="1295401"/>
            <a:ext cx="4658931" cy="2544395"/>
          </a:xfrm>
          <a:prstGeom prst="rect">
            <a:avLst/>
          </a:prstGeom>
        </p:spPr>
      </p:pic>
      <p:pic>
        <p:nvPicPr>
          <p:cNvPr id="5" name="Picture 8" descr="MiddleWea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73711" y="3969768"/>
            <a:ext cx="5282524" cy="2753004"/>
          </a:xfrm>
          <a:prstGeom prst="rect">
            <a:avLst/>
          </a:prstGeom>
        </p:spPr>
      </p:pic>
    </p:spTree>
    <p:extLst>
      <p:ext uri="{BB962C8B-B14F-4D97-AF65-F5344CB8AC3E}">
        <p14:creationId xmlns:p14="http://schemas.microsoft.com/office/powerpoint/2010/main" val="22944696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Benefits</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of 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altLang="en-US" dirty="0"/>
              <a:t>Platform independence (Hardware, OS)</a:t>
            </a:r>
          </a:p>
          <a:p>
            <a:r>
              <a:rPr lang="en-US" altLang="en-US" dirty="0"/>
              <a:t>Programming language neutrality</a:t>
            </a:r>
          </a:p>
          <a:p>
            <a:r>
              <a:rPr lang="en-US" altLang="en-US" dirty="0"/>
              <a:t>Portability across Vendor/Middleware tools</a:t>
            </a:r>
          </a:p>
          <a:p>
            <a:endParaRPr lang="en-US" sz="40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40173" y="3124200"/>
            <a:ext cx="7200900" cy="2868612"/>
          </a:xfrm>
          <a:prstGeom prst="rect">
            <a:avLst/>
          </a:prstGeom>
          <a:noFill/>
        </p:spPr>
      </p:pic>
    </p:spTree>
    <p:extLst>
      <p:ext uri="{BB962C8B-B14F-4D97-AF65-F5344CB8AC3E}">
        <p14:creationId xmlns:p14="http://schemas.microsoft.com/office/powerpoint/2010/main" val="18699576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2058671" y="476178"/>
            <a:ext cx="299654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SOA </a:t>
            </a:r>
            <a:r>
              <a:rPr sz="4400" spc="4" dirty="0">
                <a:latin typeface="Times New Roman"/>
                <a:cs typeface="Times New Roman"/>
              </a:rPr>
              <a:t>i</a:t>
            </a:r>
            <a:r>
              <a:rPr sz="4400" dirty="0">
                <a:latin typeface="Times New Roman"/>
                <a:cs typeface="Times New Roman"/>
              </a:rPr>
              <a:t>n </a:t>
            </a:r>
            <a:r>
              <a:rPr sz="4400" spc="4" dirty="0">
                <a:latin typeface="Times New Roman"/>
                <a:cs typeface="Times New Roman"/>
              </a:rPr>
              <a:t>b</a:t>
            </a:r>
            <a:r>
              <a:rPr sz="4400" spc="-4" dirty="0">
                <a:latin typeface="Times New Roman"/>
                <a:cs typeface="Times New Roman"/>
              </a:rPr>
              <a:t>r</a:t>
            </a:r>
            <a:r>
              <a:rPr sz="4400" dirty="0">
                <a:latin typeface="Times New Roman"/>
                <a:cs typeface="Times New Roman"/>
              </a:rPr>
              <a:t>i</a:t>
            </a:r>
            <a:r>
              <a:rPr sz="4400" spc="-4" dirty="0">
                <a:latin typeface="Times New Roman"/>
                <a:cs typeface="Times New Roman"/>
              </a:rPr>
              <a:t>e</a:t>
            </a:r>
            <a:r>
              <a:rPr sz="4400" dirty="0">
                <a:latin typeface="Times New Roman"/>
                <a:cs typeface="Times New Roman"/>
              </a:rPr>
              <a:t>f</a:t>
            </a:r>
            <a:endParaRPr sz="4400">
              <a:latin typeface="Times New Roman"/>
              <a:cs typeface="Times New Roman"/>
            </a:endParaRPr>
          </a:p>
        </p:txBody>
      </p:sp>
      <p:sp>
        <p:nvSpPr>
          <p:cNvPr id="11" name="object 11"/>
          <p:cNvSpPr txBox="1"/>
          <p:nvPr/>
        </p:nvSpPr>
        <p:spPr>
          <a:xfrm>
            <a:off x="2287270" y="144767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0" name="object 10"/>
          <p:cNvSpPr txBox="1"/>
          <p:nvPr/>
        </p:nvSpPr>
        <p:spPr>
          <a:xfrm>
            <a:off x="2438400" y="1464185"/>
            <a:ext cx="8001000" cy="3131820"/>
          </a:xfrm>
          <a:prstGeom prst="rect">
            <a:avLst/>
          </a:prstGeom>
        </p:spPr>
        <p:txBody>
          <a:bodyPr wrap="square" lIns="0" tIns="0" rIns="0" bIns="0" rtlCol="0">
            <a:noAutofit/>
          </a:bodyPr>
          <a:lstStyle/>
          <a:p>
            <a:pPr marL="12700" marR="38778" algn="just">
              <a:lnSpc>
                <a:spcPts val="2500"/>
              </a:lnSpc>
              <a:spcBef>
                <a:spcPts val="125"/>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is</a:t>
            </a:r>
            <a:r>
              <a:rPr sz="2350" spc="-4" dirty="0">
                <a:latin typeface="Times New Roman"/>
                <a:cs typeface="Times New Roman"/>
              </a:rPr>
              <a:t> </a:t>
            </a:r>
            <a:r>
              <a:rPr sz="2350" dirty="0">
                <a:latin typeface="Times New Roman"/>
                <a:cs typeface="Times New Roman"/>
              </a:rPr>
              <a:t>an a</a:t>
            </a:r>
            <a:r>
              <a:rPr sz="2350" spc="-4" dirty="0">
                <a:latin typeface="Times New Roman"/>
                <a:cs typeface="Times New Roman"/>
              </a:rPr>
              <a:t>r</a:t>
            </a:r>
            <a:r>
              <a:rPr sz="2350" dirty="0">
                <a:latin typeface="Times New Roman"/>
                <a:cs typeface="Times New Roman"/>
              </a:rPr>
              <a:t>chitect</a:t>
            </a:r>
            <a:r>
              <a:rPr sz="2350" spc="-4" dirty="0">
                <a:latin typeface="Times New Roman"/>
                <a:cs typeface="Times New Roman"/>
              </a:rPr>
              <a:t>u</a:t>
            </a:r>
            <a:r>
              <a:rPr sz="2350" dirty="0">
                <a:latin typeface="Times New Roman"/>
                <a:cs typeface="Times New Roman"/>
              </a:rPr>
              <a:t>ral </a:t>
            </a:r>
            <a:r>
              <a:rPr sz="2350" spc="-4" dirty="0">
                <a:latin typeface="Times New Roman"/>
                <a:cs typeface="Times New Roman"/>
              </a:rPr>
              <a:t>s</a:t>
            </a:r>
            <a:r>
              <a:rPr sz="2350" dirty="0">
                <a:latin typeface="Times New Roman"/>
                <a:cs typeface="Times New Roman"/>
              </a:rPr>
              <a:t>t</a:t>
            </a:r>
            <a:r>
              <a:rPr sz="2350" spc="-4" dirty="0">
                <a:latin typeface="Times New Roman"/>
                <a:cs typeface="Times New Roman"/>
              </a:rPr>
              <a:t>y</a:t>
            </a:r>
            <a:r>
              <a:rPr sz="2350" dirty="0">
                <a:latin typeface="Times New Roman"/>
                <a:cs typeface="Times New Roman"/>
              </a:rPr>
              <a:t>le </a:t>
            </a:r>
            <a:r>
              <a:rPr sz="2350" spc="4" dirty="0">
                <a:latin typeface="Times New Roman"/>
                <a:cs typeface="Times New Roman"/>
              </a:rPr>
              <a:t>f</a:t>
            </a:r>
            <a:r>
              <a:rPr sz="2350" spc="-4" dirty="0">
                <a:latin typeface="Times New Roman"/>
                <a:cs typeface="Times New Roman"/>
              </a:rPr>
              <a:t>o</a:t>
            </a:r>
            <a:r>
              <a:rPr sz="2350" dirty="0">
                <a:latin typeface="Times New Roman"/>
                <a:cs typeface="Times New Roman"/>
              </a:rPr>
              <a:t>r </a:t>
            </a:r>
            <a:r>
              <a:rPr sz="2350" spc="-4">
                <a:latin typeface="Times New Roman"/>
                <a:cs typeface="Times New Roman"/>
              </a:rPr>
              <a:t>b</a:t>
            </a:r>
            <a:r>
              <a:rPr sz="2350">
                <a:latin typeface="Times New Roman"/>
                <a:cs typeface="Times New Roman"/>
              </a:rPr>
              <a:t>uil</a:t>
            </a:r>
            <a:r>
              <a:rPr sz="2350" spc="-9">
                <a:latin typeface="Times New Roman"/>
                <a:cs typeface="Times New Roman"/>
              </a:rPr>
              <a:t>d</a:t>
            </a:r>
            <a:r>
              <a:rPr sz="2350">
                <a:latin typeface="Times New Roman"/>
                <a:cs typeface="Times New Roman"/>
              </a:rPr>
              <a:t>ing </a:t>
            </a:r>
            <a:r>
              <a:rPr sz="2350" spc="-4">
                <a:latin typeface="Times New Roman"/>
                <a:cs typeface="Times New Roman"/>
              </a:rPr>
              <a:t>s</a:t>
            </a:r>
            <a:r>
              <a:rPr sz="2350">
                <a:latin typeface="Times New Roman"/>
                <a:cs typeface="Times New Roman"/>
              </a:rPr>
              <a:t>oftware</a:t>
            </a:r>
            <a:r>
              <a:rPr lang="en-US" sz="2350" dirty="0">
                <a:latin typeface="Times New Roman"/>
                <a:cs typeface="Times New Roman"/>
              </a:rPr>
              <a:t> </a:t>
            </a:r>
            <a:r>
              <a:rPr sz="2350">
                <a:latin typeface="Times New Roman"/>
                <a:cs typeface="Times New Roman"/>
              </a:rPr>
              <a:t>ap</a:t>
            </a:r>
            <a:r>
              <a:rPr sz="2350" spc="-4">
                <a:latin typeface="Times New Roman"/>
                <a:cs typeface="Times New Roman"/>
              </a:rPr>
              <a:t>p</a:t>
            </a:r>
            <a:r>
              <a:rPr sz="2350">
                <a:latin typeface="Times New Roman"/>
                <a:cs typeface="Times New Roman"/>
              </a:rPr>
              <a:t>lica</a:t>
            </a:r>
            <a:r>
              <a:rPr sz="2350" spc="-14">
                <a:latin typeface="Times New Roman"/>
                <a:cs typeface="Times New Roman"/>
              </a:rPr>
              <a:t>t</a:t>
            </a:r>
            <a:r>
              <a:rPr sz="2350">
                <a:latin typeface="Times New Roman"/>
                <a:cs typeface="Times New Roman"/>
              </a:rPr>
              <a:t>io</a:t>
            </a:r>
            <a:r>
              <a:rPr sz="2350" spc="-4">
                <a:latin typeface="Times New Roman"/>
                <a:cs typeface="Times New Roman"/>
              </a:rPr>
              <a:t>n</a:t>
            </a:r>
            <a:r>
              <a:rPr sz="2350">
                <a:latin typeface="Times New Roman"/>
                <a:cs typeface="Times New Roman"/>
              </a:rPr>
              <a:t>s </a:t>
            </a:r>
            <a:r>
              <a:rPr sz="2350" dirty="0">
                <a:latin typeface="Times New Roman"/>
                <a:cs typeface="Times New Roman"/>
              </a:rPr>
              <a:t>that u</a:t>
            </a:r>
            <a:r>
              <a:rPr sz="2350" spc="-4" dirty="0">
                <a:latin typeface="Times New Roman"/>
                <a:cs typeface="Times New Roman"/>
              </a:rPr>
              <a:t>s</a:t>
            </a:r>
            <a:r>
              <a:rPr sz="2350" dirty="0">
                <a:latin typeface="Times New Roman"/>
                <a:cs typeface="Times New Roman"/>
              </a:rPr>
              <a:t>e </a:t>
            </a: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 availa</a:t>
            </a:r>
            <a:r>
              <a:rPr sz="2350" spc="-4" dirty="0">
                <a:latin typeface="Times New Roman"/>
                <a:cs typeface="Times New Roman"/>
              </a:rPr>
              <a:t>b</a:t>
            </a:r>
            <a:r>
              <a:rPr sz="2350" spc="-14" dirty="0">
                <a:latin typeface="Times New Roman"/>
                <a:cs typeface="Times New Roman"/>
              </a:rPr>
              <a:t>l</a:t>
            </a:r>
            <a:r>
              <a:rPr sz="2350" dirty="0">
                <a:latin typeface="Times New Roman"/>
                <a:cs typeface="Times New Roman"/>
              </a:rPr>
              <a:t>e </a:t>
            </a:r>
            <a:r>
              <a:rPr sz="2350" spc="-14" dirty="0">
                <a:latin typeface="Times New Roman"/>
                <a:cs typeface="Times New Roman"/>
              </a:rPr>
              <a:t>i</a:t>
            </a:r>
            <a:r>
              <a:rPr sz="2350" dirty="0">
                <a:latin typeface="Times New Roman"/>
                <a:cs typeface="Times New Roman"/>
              </a:rPr>
              <a:t>n a network </a:t>
            </a:r>
            <a:r>
              <a:rPr sz="2350" spc="-4" dirty="0">
                <a:latin typeface="Times New Roman"/>
                <a:cs typeface="Times New Roman"/>
              </a:rPr>
              <a:t>s</a:t>
            </a:r>
            <a:r>
              <a:rPr sz="2350" dirty="0">
                <a:latin typeface="Times New Roman"/>
                <a:cs typeface="Times New Roman"/>
              </a:rPr>
              <a:t>uch as </a:t>
            </a:r>
            <a:r>
              <a:rPr sz="2350">
                <a:latin typeface="Times New Roman"/>
                <a:cs typeface="Times New Roman"/>
              </a:rPr>
              <a:t>t</a:t>
            </a:r>
            <a:r>
              <a:rPr sz="2350" spc="-4">
                <a:latin typeface="Times New Roman"/>
                <a:cs typeface="Times New Roman"/>
              </a:rPr>
              <a:t>h</a:t>
            </a:r>
            <a:r>
              <a:rPr sz="2350">
                <a:latin typeface="Times New Roman"/>
                <a:cs typeface="Times New Roman"/>
              </a:rPr>
              <a:t>e </a:t>
            </a:r>
            <a:r>
              <a:rPr sz="2350" spc="9">
                <a:latin typeface="Times New Roman"/>
                <a:cs typeface="Times New Roman"/>
              </a:rPr>
              <a:t>w</a:t>
            </a:r>
            <a:r>
              <a:rPr sz="2350">
                <a:latin typeface="Times New Roman"/>
                <a:cs typeface="Times New Roman"/>
              </a:rPr>
              <a:t>eb</a:t>
            </a:r>
            <a:r>
              <a:rPr lang="en-US" sz="2350" dirty="0">
                <a:latin typeface="Times New Roman"/>
                <a:cs typeface="Times New Roman"/>
              </a:rPr>
              <a:t> </a:t>
            </a:r>
            <a:r>
              <a:rPr sz="2350" spc="-4">
                <a:latin typeface="Times New Roman"/>
                <a:cs typeface="Times New Roman"/>
              </a:rPr>
              <a:t>p</a:t>
            </a:r>
            <a:r>
              <a:rPr sz="2350">
                <a:latin typeface="Times New Roman"/>
                <a:cs typeface="Times New Roman"/>
              </a:rPr>
              <a:t>ro</a:t>
            </a:r>
            <a:r>
              <a:rPr sz="2350" spc="-9">
                <a:latin typeface="Times New Roman"/>
                <a:cs typeface="Times New Roman"/>
              </a:rPr>
              <a:t>m</a:t>
            </a:r>
            <a:r>
              <a:rPr sz="2350">
                <a:latin typeface="Times New Roman"/>
                <a:cs typeface="Times New Roman"/>
              </a:rPr>
              <a:t>otes</a:t>
            </a:r>
            <a:r>
              <a:rPr sz="2350" spc="-9">
                <a:latin typeface="Times New Roman"/>
                <a:cs typeface="Times New Roman"/>
              </a:rPr>
              <a:t> </a:t>
            </a:r>
            <a:r>
              <a:rPr sz="2350" dirty="0">
                <a:latin typeface="Times New Roman"/>
                <a:cs typeface="Times New Roman"/>
              </a:rPr>
              <a:t>l</a:t>
            </a:r>
            <a:r>
              <a:rPr sz="2350" spc="-4" dirty="0">
                <a:latin typeface="Times New Roman"/>
                <a:cs typeface="Times New Roman"/>
              </a:rPr>
              <a:t>o</a:t>
            </a:r>
            <a:r>
              <a:rPr sz="2350" dirty="0">
                <a:latin typeface="Times New Roman"/>
                <a:cs typeface="Times New Roman"/>
              </a:rPr>
              <a:t>o</a:t>
            </a:r>
            <a:r>
              <a:rPr sz="2350" spc="-4" dirty="0">
                <a:latin typeface="Times New Roman"/>
                <a:cs typeface="Times New Roman"/>
              </a:rPr>
              <a:t>s</a:t>
            </a:r>
            <a:r>
              <a:rPr sz="2350" dirty="0">
                <a:latin typeface="Times New Roman"/>
                <a:cs typeface="Times New Roman"/>
              </a:rPr>
              <a:t>e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upl</a:t>
            </a:r>
            <a:r>
              <a:rPr sz="2350" spc="-14" dirty="0">
                <a:latin typeface="Times New Roman"/>
                <a:cs typeface="Times New Roman"/>
              </a:rPr>
              <a:t>i</a:t>
            </a:r>
            <a:r>
              <a:rPr sz="2350" dirty="0">
                <a:latin typeface="Times New Roman"/>
                <a:cs typeface="Times New Roman"/>
              </a:rPr>
              <a:t>ng between </a:t>
            </a:r>
            <a:r>
              <a:rPr sz="2350" spc="-4" dirty="0">
                <a:latin typeface="Times New Roman"/>
                <a:cs typeface="Times New Roman"/>
              </a:rPr>
              <a:t>so</a:t>
            </a:r>
            <a:r>
              <a:rPr sz="2350" dirty="0">
                <a:latin typeface="Times New Roman"/>
                <a:cs typeface="Times New Roman"/>
              </a:rPr>
              <a:t>ft</a:t>
            </a:r>
            <a:r>
              <a:rPr sz="2350" spc="9" dirty="0">
                <a:latin typeface="Times New Roman"/>
                <a:cs typeface="Times New Roman"/>
              </a:rPr>
              <a:t>w</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m</a:t>
            </a:r>
            <a:r>
              <a:rPr sz="2350" spc="-4" dirty="0">
                <a:latin typeface="Times New Roman"/>
                <a:cs typeface="Times New Roman"/>
              </a:rPr>
              <a:t>p</a:t>
            </a:r>
            <a:r>
              <a:rPr sz="2350" dirty="0">
                <a:latin typeface="Times New Roman"/>
                <a:cs typeface="Times New Roman"/>
              </a:rPr>
              <a:t>o</a:t>
            </a:r>
            <a:r>
              <a:rPr sz="2350" spc="-4" dirty="0">
                <a:latin typeface="Times New Roman"/>
                <a:cs typeface="Times New Roman"/>
              </a:rPr>
              <a:t>n</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ts</a:t>
            </a:r>
            <a:r>
              <a:rPr sz="2350" spc="-4" dirty="0">
                <a:latin typeface="Times New Roman"/>
                <a:cs typeface="Times New Roman"/>
              </a:rPr>
              <a:t> s</a:t>
            </a:r>
            <a:r>
              <a:rPr sz="2350" dirty="0">
                <a:latin typeface="Times New Roman"/>
                <a:cs typeface="Times New Roman"/>
              </a:rPr>
              <a:t>o t</a:t>
            </a:r>
            <a:r>
              <a:rPr sz="2350" spc="-4" dirty="0">
                <a:latin typeface="Times New Roman"/>
                <a:cs typeface="Times New Roman"/>
              </a:rPr>
              <a:t>h</a:t>
            </a:r>
            <a:r>
              <a:rPr sz="2350" dirty="0">
                <a:latin typeface="Times New Roman"/>
                <a:cs typeface="Times New Roman"/>
              </a:rPr>
              <a:t>at t</a:t>
            </a:r>
            <a:r>
              <a:rPr sz="2350" spc="-4" dirty="0">
                <a:latin typeface="Times New Roman"/>
                <a:cs typeface="Times New Roman"/>
              </a:rPr>
              <a:t>h</a:t>
            </a:r>
            <a:r>
              <a:rPr sz="2350" spc="4" dirty="0">
                <a:latin typeface="Times New Roman"/>
                <a:cs typeface="Times New Roman"/>
              </a:rPr>
              <a:t>e</a:t>
            </a:r>
            <a:r>
              <a:rPr sz="2350" dirty="0">
                <a:latin typeface="Times New Roman"/>
                <a:cs typeface="Times New Roman"/>
              </a:rPr>
              <a:t>y </a:t>
            </a:r>
            <a:r>
              <a:rPr sz="2350" spc="4" dirty="0">
                <a:latin typeface="Times New Roman"/>
                <a:cs typeface="Times New Roman"/>
              </a:rPr>
              <a:t>c</a:t>
            </a:r>
            <a:r>
              <a:rPr sz="2350" dirty="0">
                <a:latin typeface="Times New Roman"/>
                <a:cs typeface="Times New Roman"/>
              </a:rPr>
              <a:t>an</a:t>
            </a:r>
            <a:r>
              <a:rPr sz="2350" spc="-4" dirty="0">
                <a:latin typeface="Times New Roman"/>
                <a:cs typeface="Times New Roman"/>
              </a:rPr>
              <a:t> </a:t>
            </a:r>
            <a:r>
              <a:rPr sz="2350" dirty="0">
                <a:latin typeface="Times New Roman"/>
                <a:cs typeface="Times New Roman"/>
              </a:rPr>
              <a:t>be r</a:t>
            </a:r>
            <a:r>
              <a:rPr sz="2350" spc="4" dirty="0">
                <a:latin typeface="Times New Roman"/>
                <a:cs typeface="Times New Roman"/>
              </a:rPr>
              <a:t>e</a:t>
            </a:r>
            <a:r>
              <a:rPr sz="2350" spc="-4" dirty="0">
                <a:latin typeface="Times New Roman"/>
                <a:cs typeface="Times New Roman"/>
              </a:rPr>
              <a:t>us</a:t>
            </a:r>
            <a:r>
              <a:rPr sz="2350" spc="4" dirty="0">
                <a:latin typeface="Times New Roman"/>
                <a:cs typeface="Times New Roman"/>
              </a:rPr>
              <a:t>e</a:t>
            </a:r>
            <a:r>
              <a:rPr sz="2350" dirty="0">
                <a:latin typeface="Times New Roman"/>
                <a:cs typeface="Times New Roman"/>
              </a:rPr>
              <a:t>d</a:t>
            </a:r>
            <a:endParaRPr sz="2350">
              <a:latin typeface="Times New Roman"/>
              <a:cs typeface="Times New Roman"/>
            </a:endParaRPr>
          </a:p>
          <a:p>
            <a:pPr marL="12700" marR="38778" algn="just">
              <a:lnSpc>
                <a:spcPct val="95825"/>
              </a:lnSpc>
              <a:spcBef>
                <a:spcPts val="775"/>
              </a:spcBef>
            </a:pPr>
            <a:r>
              <a:rPr sz="2350" dirty="0">
                <a:latin typeface="Times New Roman"/>
                <a:cs typeface="Times New Roman"/>
              </a:rPr>
              <a:t>Ap</a:t>
            </a:r>
            <a:r>
              <a:rPr sz="2350" spc="-4" dirty="0">
                <a:latin typeface="Times New Roman"/>
                <a:cs typeface="Times New Roman"/>
              </a:rPr>
              <a:t>p</a:t>
            </a:r>
            <a:r>
              <a:rPr sz="2350" dirty="0">
                <a:latin typeface="Times New Roman"/>
                <a:cs typeface="Times New Roman"/>
              </a:rPr>
              <a:t>lica</a:t>
            </a:r>
            <a:r>
              <a:rPr sz="2350" spc="-14" dirty="0">
                <a:latin typeface="Times New Roman"/>
                <a:cs typeface="Times New Roman"/>
              </a:rPr>
              <a:t>t</a:t>
            </a:r>
            <a:r>
              <a:rPr sz="2350" dirty="0">
                <a:latin typeface="Times New Roman"/>
                <a:cs typeface="Times New Roman"/>
              </a:rPr>
              <a:t>ions</a:t>
            </a:r>
            <a:r>
              <a:rPr sz="2350" spc="-9" dirty="0">
                <a:latin typeface="Times New Roman"/>
                <a:cs typeface="Times New Roman"/>
              </a:rPr>
              <a:t> </a:t>
            </a:r>
            <a:r>
              <a:rPr sz="2350" dirty="0">
                <a:latin typeface="Times New Roman"/>
                <a:cs typeface="Times New Roman"/>
              </a:rPr>
              <a:t>in </a:t>
            </a: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a</a:t>
            </a:r>
            <a:r>
              <a:rPr sz="2350" spc="-4" dirty="0">
                <a:latin typeface="Times New Roman"/>
                <a:cs typeface="Times New Roman"/>
              </a:rPr>
              <a:t>r</a:t>
            </a:r>
            <a:r>
              <a:rPr sz="2350" dirty="0">
                <a:latin typeface="Times New Roman"/>
                <a:cs typeface="Times New Roman"/>
              </a:rPr>
              <a:t>e </a:t>
            </a:r>
            <a:r>
              <a:rPr sz="2350" spc="-4" dirty="0">
                <a:latin typeface="Times New Roman"/>
                <a:cs typeface="Times New Roman"/>
              </a:rPr>
              <a:t>b</a:t>
            </a:r>
            <a:r>
              <a:rPr sz="2350" dirty="0">
                <a:latin typeface="Times New Roman"/>
                <a:cs typeface="Times New Roman"/>
              </a:rPr>
              <a:t>ui</a:t>
            </a:r>
            <a:r>
              <a:rPr sz="2350" spc="-14" dirty="0">
                <a:latin typeface="Times New Roman"/>
                <a:cs typeface="Times New Roman"/>
              </a:rPr>
              <a:t>l</a:t>
            </a:r>
            <a:r>
              <a:rPr sz="2350" dirty="0">
                <a:latin typeface="Times New Roman"/>
                <a:cs typeface="Times New Roman"/>
              </a:rPr>
              <a:t>t 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 on </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r</a:t>
            </a:r>
            <a:r>
              <a:rPr sz="2350" spc="-4" dirty="0">
                <a:latin typeface="Times New Roman"/>
                <a:cs typeface="Times New Roman"/>
              </a:rPr>
              <a:t>v</a:t>
            </a:r>
            <a:r>
              <a:rPr sz="2350" dirty="0">
                <a:latin typeface="Times New Roman"/>
                <a:cs typeface="Times New Roman"/>
              </a:rPr>
              <a:t>i</a:t>
            </a:r>
            <a:r>
              <a:rPr sz="2350" spc="4" dirty="0">
                <a:latin typeface="Times New Roman"/>
                <a:cs typeface="Times New Roman"/>
              </a:rPr>
              <a:t>c</a:t>
            </a:r>
            <a:r>
              <a:rPr sz="2350" dirty="0">
                <a:latin typeface="Times New Roman"/>
                <a:cs typeface="Times New Roman"/>
              </a:rPr>
              <a:t>es</a:t>
            </a:r>
            <a:endParaRPr sz="2350">
              <a:latin typeface="Times New Roman"/>
              <a:cs typeface="Times New Roman"/>
            </a:endParaRPr>
          </a:p>
          <a:p>
            <a:pPr marL="12700" marR="224090" algn="just">
              <a:lnSpc>
                <a:spcPct val="100041"/>
              </a:lnSpc>
              <a:spcBef>
                <a:spcPts val="907"/>
              </a:spcBef>
            </a:pPr>
            <a:r>
              <a:rPr sz="2350" dirty="0">
                <a:latin typeface="Times New Roman"/>
                <a:cs typeface="Times New Roman"/>
              </a:rPr>
              <a:t>A </a:t>
            </a:r>
            <a:r>
              <a:rPr sz="2350" spc="-4" dirty="0">
                <a:latin typeface="Times New Roman"/>
                <a:cs typeface="Times New Roman"/>
              </a:rPr>
              <a:t>s</a:t>
            </a:r>
            <a:r>
              <a:rPr sz="2350" spc="4" dirty="0">
                <a:latin typeface="Times New Roman"/>
                <a:cs typeface="Times New Roman"/>
              </a:rPr>
              <a:t>e</a:t>
            </a:r>
            <a:r>
              <a:rPr sz="2350" spc="-9" dirty="0">
                <a:latin typeface="Times New Roman"/>
                <a:cs typeface="Times New Roman"/>
              </a:rPr>
              <a:t>r</a:t>
            </a:r>
            <a:r>
              <a:rPr sz="2350" dirty="0">
                <a:latin typeface="Times New Roman"/>
                <a:cs typeface="Times New Roman"/>
              </a:rPr>
              <a:t>vice</a:t>
            </a:r>
            <a:r>
              <a:rPr sz="2350" spc="-4" dirty="0">
                <a:latin typeface="Times New Roman"/>
                <a:cs typeface="Times New Roman"/>
              </a:rPr>
              <a:t> </a:t>
            </a:r>
            <a:r>
              <a:rPr sz="2350" dirty="0">
                <a:latin typeface="Times New Roman"/>
                <a:cs typeface="Times New Roman"/>
              </a:rPr>
              <a:t>is</a:t>
            </a:r>
            <a:r>
              <a:rPr sz="2350" spc="-4" dirty="0">
                <a:latin typeface="Times New Roman"/>
                <a:cs typeface="Times New Roman"/>
              </a:rPr>
              <a:t> </a:t>
            </a:r>
            <a:r>
              <a:rPr sz="2350" spc="4" dirty="0">
                <a:latin typeface="Times New Roman"/>
                <a:cs typeface="Times New Roman"/>
              </a:rPr>
              <a:t>a</a:t>
            </a:r>
            <a:r>
              <a:rPr sz="2350" dirty="0">
                <a:latin typeface="Times New Roman"/>
                <a:cs typeface="Times New Roman"/>
              </a:rPr>
              <a:t>n i</a:t>
            </a:r>
            <a:r>
              <a:rPr sz="2350" spc="-9" dirty="0">
                <a:latin typeface="Times New Roman"/>
                <a:cs typeface="Times New Roman"/>
              </a:rPr>
              <a:t>m</a:t>
            </a:r>
            <a:r>
              <a:rPr sz="2350" dirty="0">
                <a:latin typeface="Times New Roman"/>
                <a:cs typeface="Times New Roman"/>
              </a:rPr>
              <a:t>ple</a:t>
            </a:r>
            <a:r>
              <a:rPr sz="2350" spc="-14" dirty="0">
                <a:latin typeface="Times New Roman"/>
                <a:cs typeface="Times New Roman"/>
              </a:rPr>
              <a:t>m</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a:t>
            </a:r>
            <a:r>
              <a:rPr sz="2350" spc="4" dirty="0">
                <a:latin typeface="Times New Roman"/>
                <a:cs typeface="Times New Roman"/>
              </a:rPr>
              <a:t>a</a:t>
            </a:r>
            <a:r>
              <a:rPr sz="2350" dirty="0">
                <a:latin typeface="Times New Roman"/>
                <a:cs typeface="Times New Roman"/>
              </a:rPr>
              <a:t>t</a:t>
            </a:r>
            <a:r>
              <a:rPr sz="2350" spc="-14" dirty="0">
                <a:latin typeface="Times New Roman"/>
                <a:cs typeface="Times New Roman"/>
              </a:rPr>
              <a:t>i</a:t>
            </a:r>
            <a:r>
              <a:rPr sz="2350" dirty="0">
                <a:latin typeface="Times New Roman"/>
                <a:cs typeface="Times New Roman"/>
              </a:rPr>
              <a:t>on of a w</a:t>
            </a:r>
            <a:r>
              <a:rPr sz="2350" spc="4" dirty="0">
                <a:latin typeface="Times New Roman"/>
                <a:cs typeface="Times New Roman"/>
              </a:rPr>
              <a:t>e</a:t>
            </a:r>
            <a:r>
              <a:rPr sz="2350" dirty="0">
                <a:latin typeface="Times New Roman"/>
                <a:cs typeface="Times New Roman"/>
              </a:rPr>
              <a:t>l</a:t>
            </a:r>
            <a:r>
              <a:rPr sz="2350" spc="-14" dirty="0">
                <a:latin typeface="Times New Roman"/>
                <a:cs typeface="Times New Roman"/>
              </a:rPr>
              <a:t>l</a:t>
            </a:r>
            <a:r>
              <a:rPr sz="2350" dirty="0">
                <a:latin typeface="Times New Roman"/>
                <a:cs typeface="Times New Roman"/>
              </a:rPr>
              <a:t>-de</a:t>
            </a:r>
            <a:r>
              <a:rPr sz="2350" spc="-4" dirty="0">
                <a:latin typeface="Times New Roman"/>
                <a:cs typeface="Times New Roman"/>
              </a:rPr>
              <a:t>f</a:t>
            </a:r>
            <a:r>
              <a:rPr sz="2350" dirty="0">
                <a:latin typeface="Times New Roman"/>
                <a:cs typeface="Times New Roman"/>
              </a:rPr>
              <a:t>ined</a:t>
            </a:r>
            <a:r>
              <a:rPr sz="2350" spc="-4" dirty="0">
                <a:latin typeface="Times New Roman"/>
                <a:cs typeface="Times New Roman"/>
              </a:rPr>
              <a:t> </a:t>
            </a:r>
            <a:r>
              <a:rPr sz="2350" dirty="0">
                <a:latin typeface="Times New Roman"/>
                <a:cs typeface="Times New Roman"/>
              </a:rPr>
              <a:t>bu</a:t>
            </a:r>
            <a:r>
              <a:rPr sz="2350" spc="-4" dirty="0">
                <a:latin typeface="Times New Roman"/>
                <a:cs typeface="Times New Roman"/>
              </a:rPr>
              <a:t>s</a:t>
            </a:r>
            <a:r>
              <a:rPr sz="2350" dirty="0">
                <a:latin typeface="Times New Roman"/>
                <a:cs typeface="Times New Roman"/>
              </a:rPr>
              <a:t>i</a:t>
            </a:r>
            <a:r>
              <a:rPr sz="2350" spc="-4" dirty="0">
                <a:latin typeface="Times New Roman"/>
                <a:cs typeface="Times New Roman"/>
              </a:rPr>
              <a:t>n</a:t>
            </a:r>
            <a:r>
              <a:rPr sz="2350" spc="4" dirty="0">
                <a:latin typeface="Times New Roman"/>
                <a:cs typeface="Times New Roman"/>
              </a:rPr>
              <a:t>e</a:t>
            </a:r>
            <a:r>
              <a:rPr sz="2350" spc="-4" dirty="0">
                <a:latin typeface="Times New Roman"/>
                <a:cs typeface="Times New Roman"/>
              </a:rPr>
              <a:t>s</a:t>
            </a:r>
            <a:r>
              <a:rPr sz="2350" dirty="0">
                <a:latin typeface="Times New Roman"/>
                <a:cs typeface="Times New Roman"/>
              </a:rPr>
              <a:t>s f</a:t>
            </a:r>
            <a:r>
              <a:rPr sz="2350" spc="-4" dirty="0">
                <a:latin typeface="Times New Roman"/>
                <a:cs typeface="Times New Roman"/>
              </a:rPr>
              <a:t>u</a:t>
            </a:r>
            <a:r>
              <a:rPr sz="2350" dirty="0">
                <a:latin typeface="Times New Roman"/>
                <a:cs typeface="Times New Roman"/>
              </a:rPr>
              <a:t>ncti</a:t>
            </a:r>
            <a:r>
              <a:rPr sz="2350" spc="-9" dirty="0">
                <a:latin typeface="Times New Roman"/>
                <a:cs typeface="Times New Roman"/>
              </a:rPr>
              <a:t>o</a:t>
            </a:r>
            <a:r>
              <a:rPr sz="2350" dirty="0">
                <a:latin typeface="Times New Roman"/>
                <a:cs typeface="Times New Roman"/>
              </a:rPr>
              <a:t>nality</a:t>
            </a:r>
            <a:endParaRPr sz="2350">
              <a:latin typeface="Times New Roman"/>
              <a:cs typeface="Times New Roman"/>
            </a:endParaRPr>
          </a:p>
        </p:txBody>
      </p:sp>
      <p:sp>
        <p:nvSpPr>
          <p:cNvPr id="9" name="object 9"/>
          <p:cNvSpPr txBox="1"/>
          <p:nvPr/>
        </p:nvSpPr>
        <p:spPr>
          <a:xfrm>
            <a:off x="2287270" y="262369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8" name="object 8"/>
          <p:cNvSpPr txBox="1"/>
          <p:nvPr/>
        </p:nvSpPr>
        <p:spPr>
          <a:xfrm>
            <a:off x="2287270" y="3439035"/>
            <a:ext cx="174654" cy="78232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a:p>
            <a:pPr marL="12700">
              <a:lnSpc>
                <a:spcPct val="95825"/>
              </a:lnSpc>
              <a:spcBef>
                <a:spcPts val="782"/>
              </a:spcBef>
            </a:pPr>
            <a:r>
              <a:rPr sz="2350" dirty="0">
                <a:latin typeface="Times New Roman"/>
                <a:cs typeface="Times New Roman"/>
              </a:rPr>
              <a:t>•</a:t>
            </a:r>
            <a:endParaRPr sz="2350">
              <a:latin typeface="Times New Roman"/>
              <a:cs typeface="Times New Roman"/>
            </a:endParaRPr>
          </a:p>
        </p:txBody>
      </p:sp>
      <p:sp>
        <p:nvSpPr>
          <p:cNvPr id="7" name="object 7"/>
          <p:cNvSpPr txBox="1"/>
          <p:nvPr/>
        </p:nvSpPr>
        <p:spPr>
          <a:xfrm>
            <a:off x="2287270" y="471411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6" name="object 6"/>
          <p:cNvSpPr txBox="1"/>
          <p:nvPr/>
        </p:nvSpPr>
        <p:spPr>
          <a:xfrm>
            <a:off x="2604771" y="4730626"/>
            <a:ext cx="1518499" cy="681989"/>
          </a:xfrm>
          <a:prstGeom prst="rect">
            <a:avLst/>
          </a:prstGeom>
        </p:spPr>
        <p:txBody>
          <a:bodyPr wrap="square" lIns="0" tIns="0" rIns="0" bIns="0" rtlCol="0">
            <a:noAutofit/>
          </a:bodyPr>
          <a:lstStyle/>
          <a:p>
            <a:pPr marL="12700">
              <a:lnSpc>
                <a:spcPts val="2500"/>
              </a:lnSpc>
              <a:spcBef>
                <a:spcPts val="125"/>
              </a:spcBef>
            </a:pP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a:t>
            </a:r>
            <a:r>
              <a:rPr sz="2350" spc="-9" dirty="0">
                <a:latin typeface="Times New Roman"/>
                <a:cs typeface="Times New Roman"/>
              </a:rPr>
              <a:t> </a:t>
            </a:r>
            <a:r>
              <a:rPr sz="2350" spc="4" dirty="0">
                <a:latin typeface="Times New Roman"/>
                <a:cs typeface="Times New Roman"/>
              </a:rPr>
              <a:t>c</a:t>
            </a:r>
            <a:r>
              <a:rPr sz="2350" dirty="0">
                <a:latin typeface="Times New Roman"/>
                <a:cs typeface="Times New Roman"/>
              </a:rPr>
              <a:t>an</a:t>
            </a:r>
            <a:endParaRPr sz="2350">
              <a:latin typeface="Times New Roman"/>
              <a:cs typeface="Times New Roman"/>
            </a:endParaRPr>
          </a:p>
          <a:p>
            <a:pPr marL="12700" marR="9158">
              <a:lnSpc>
                <a:spcPct val="95825"/>
              </a:lnSpc>
            </a:pPr>
            <a:r>
              <a:rPr sz="2350" dirty="0">
                <a:latin typeface="Times New Roman"/>
                <a:cs typeface="Times New Roman"/>
              </a:rPr>
              <a:t>ap</a:t>
            </a:r>
            <a:r>
              <a:rPr sz="2350" spc="-4" dirty="0">
                <a:latin typeface="Times New Roman"/>
                <a:cs typeface="Times New Roman"/>
              </a:rPr>
              <a:t>p</a:t>
            </a:r>
            <a:r>
              <a:rPr sz="2350" dirty="0">
                <a:latin typeface="Times New Roman"/>
                <a:cs typeface="Times New Roman"/>
              </a:rPr>
              <a:t>lica</a:t>
            </a:r>
            <a:r>
              <a:rPr sz="2350" spc="-14" dirty="0">
                <a:latin typeface="Times New Roman"/>
                <a:cs typeface="Times New Roman"/>
              </a:rPr>
              <a:t>t</a:t>
            </a:r>
            <a:r>
              <a:rPr sz="2350" dirty="0">
                <a:latin typeface="Times New Roman"/>
                <a:cs typeface="Times New Roman"/>
              </a:rPr>
              <a:t>io</a:t>
            </a:r>
            <a:r>
              <a:rPr sz="2350" spc="-4" dirty="0">
                <a:latin typeface="Times New Roman"/>
                <a:cs typeface="Times New Roman"/>
              </a:rPr>
              <a:t>n</a:t>
            </a:r>
            <a:r>
              <a:rPr sz="2350" dirty="0">
                <a:latin typeface="Times New Roman"/>
                <a:cs typeface="Times New Roman"/>
              </a:rPr>
              <a:t>s</a:t>
            </a:r>
            <a:endParaRPr sz="2350">
              <a:latin typeface="Times New Roman"/>
              <a:cs typeface="Times New Roman"/>
            </a:endParaRPr>
          </a:p>
        </p:txBody>
      </p:sp>
      <p:sp>
        <p:nvSpPr>
          <p:cNvPr id="5" name="object 5"/>
          <p:cNvSpPr txBox="1"/>
          <p:nvPr/>
        </p:nvSpPr>
        <p:spPr>
          <a:xfrm>
            <a:off x="4117912" y="4730626"/>
            <a:ext cx="4862627" cy="681989"/>
          </a:xfrm>
          <a:prstGeom prst="rect">
            <a:avLst/>
          </a:prstGeom>
        </p:spPr>
        <p:txBody>
          <a:bodyPr wrap="square" lIns="0" tIns="0" rIns="0" bIns="0" rtlCol="0">
            <a:noAutofit/>
          </a:bodyPr>
          <a:lstStyle/>
          <a:p>
            <a:pPr marL="22548">
              <a:lnSpc>
                <a:spcPts val="2500"/>
              </a:lnSpc>
              <a:spcBef>
                <a:spcPts val="125"/>
              </a:spcBef>
            </a:pPr>
            <a:r>
              <a:rPr sz="2350" spc="-14" dirty="0">
                <a:latin typeface="Times New Roman"/>
                <a:cs typeface="Times New Roman"/>
              </a:rPr>
              <a:t>t</a:t>
            </a:r>
            <a:r>
              <a:rPr sz="2350" dirty="0">
                <a:latin typeface="Times New Roman"/>
                <a:cs typeface="Times New Roman"/>
              </a:rPr>
              <a:t>hen </a:t>
            </a:r>
            <a:r>
              <a:rPr sz="2350" spc="-4" dirty="0">
                <a:latin typeface="Times New Roman"/>
                <a:cs typeface="Times New Roman"/>
              </a:rPr>
              <a:t>b</a:t>
            </a:r>
            <a:r>
              <a:rPr sz="2350" dirty="0">
                <a:latin typeface="Times New Roman"/>
                <a:cs typeface="Times New Roman"/>
              </a:rPr>
              <a:t>e co</a:t>
            </a:r>
            <a:r>
              <a:rPr sz="2350" spc="-4" dirty="0">
                <a:latin typeface="Times New Roman"/>
                <a:cs typeface="Times New Roman"/>
              </a:rPr>
              <a:t>ns</a:t>
            </a:r>
            <a:r>
              <a:rPr sz="2350" dirty="0">
                <a:latin typeface="Times New Roman"/>
                <a:cs typeface="Times New Roman"/>
              </a:rPr>
              <a:t>u</a:t>
            </a:r>
            <a:r>
              <a:rPr sz="2350" spc="-9" dirty="0">
                <a:latin typeface="Times New Roman"/>
                <a:cs typeface="Times New Roman"/>
              </a:rPr>
              <a:t>m</a:t>
            </a:r>
            <a:r>
              <a:rPr sz="2350" spc="4" dirty="0">
                <a:latin typeface="Times New Roman"/>
                <a:cs typeface="Times New Roman"/>
              </a:rPr>
              <a:t>e</a:t>
            </a:r>
            <a:r>
              <a:rPr sz="2350" dirty="0">
                <a:latin typeface="Times New Roman"/>
                <a:cs typeface="Times New Roman"/>
              </a:rPr>
              <a:t>d by </a:t>
            </a:r>
            <a:r>
              <a:rPr sz="2350" spc="4" dirty="0">
                <a:latin typeface="Times New Roman"/>
                <a:cs typeface="Times New Roman"/>
              </a:rPr>
              <a:t>c</a:t>
            </a:r>
            <a:r>
              <a:rPr sz="2350" spc="-14" dirty="0">
                <a:latin typeface="Times New Roman"/>
                <a:cs typeface="Times New Roman"/>
              </a:rPr>
              <a:t>l</a:t>
            </a:r>
            <a:r>
              <a:rPr sz="2350" dirty="0">
                <a:latin typeface="Times New Roman"/>
                <a:cs typeface="Times New Roman"/>
              </a:rPr>
              <a:t>i</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ts</a:t>
            </a:r>
            <a:r>
              <a:rPr sz="2350" spc="-4" dirty="0">
                <a:latin typeface="Times New Roman"/>
                <a:cs typeface="Times New Roman"/>
              </a:rPr>
              <a:t> </a:t>
            </a:r>
            <a:r>
              <a:rPr sz="2350" dirty="0">
                <a:latin typeface="Times New Roman"/>
                <a:cs typeface="Times New Roman"/>
              </a:rPr>
              <a:t>in</a:t>
            </a:r>
            <a:r>
              <a:rPr sz="2350" spc="-4" dirty="0">
                <a:latin typeface="Times New Roman"/>
                <a:cs typeface="Times New Roman"/>
              </a:rPr>
              <a:t> </a:t>
            </a:r>
            <a:r>
              <a:rPr sz="2350" dirty="0">
                <a:latin typeface="Times New Roman"/>
                <a:cs typeface="Times New Roman"/>
              </a:rPr>
              <a:t>di</a:t>
            </a:r>
            <a:r>
              <a:rPr sz="2350" spc="-4" dirty="0">
                <a:latin typeface="Times New Roman"/>
                <a:cs typeface="Times New Roman"/>
              </a:rPr>
              <a:t>f</a:t>
            </a:r>
            <a:r>
              <a:rPr sz="2350" dirty="0">
                <a:latin typeface="Times New Roman"/>
                <a:cs typeface="Times New Roman"/>
              </a:rPr>
              <a:t>fe</a:t>
            </a:r>
            <a:r>
              <a:rPr sz="2350" spc="-4" dirty="0">
                <a:latin typeface="Times New Roman"/>
                <a:cs typeface="Times New Roman"/>
              </a:rPr>
              <a:t>r</a:t>
            </a:r>
            <a:r>
              <a:rPr sz="2350" dirty="0">
                <a:latin typeface="Times New Roman"/>
                <a:cs typeface="Times New Roman"/>
              </a:rPr>
              <a:t>ent</a:t>
            </a:r>
            <a:endParaRPr sz="2350">
              <a:latin typeface="Times New Roman"/>
              <a:cs typeface="Times New Roman"/>
            </a:endParaRPr>
          </a:p>
          <a:p>
            <a:pPr marL="12700" marR="44767">
              <a:lnSpc>
                <a:spcPct val="95825"/>
              </a:lnSpc>
            </a:pPr>
            <a:r>
              <a:rPr sz="2350" dirty="0">
                <a:latin typeface="Times New Roman"/>
                <a:cs typeface="Times New Roman"/>
              </a:rPr>
              <a:t>or </a:t>
            </a:r>
            <a:r>
              <a:rPr sz="2350" spc="-4" dirty="0">
                <a:latin typeface="Times New Roman"/>
                <a:cs typeface="Times New Roman"/>
              </a:rPr>
              <a:t>b</a:t>
            </a:r>
            <a:r>
              <a:rPr sz="2350" dirty="0">
                <a:latin typeface="Times New Roman"/>
                <a:cs typeface="Times New Roman"/>
              </a:rPr>
              <a:t>u</a:t>
            </a:r>
            <a:r>
              <a:rPr sz="2350" spc="-4" dirty="0">
                <a:latin typeface="Times New Roman"/>
                <a:cs typeface="Times New Roman"/>
              </a:rPr>
              <a:t>s</a:t>
            </a:r>
            <a:r>
              <a:rPr sz="2350" dirty="0">
                <a:latin typeface="Times New Roman"/>
                <a:cs typeface="Times New Roman"/>
              </a:rPr>
              <a:t>ine</a:t>
            </a:r>
            <a:r>
              <a:rPr sz="2350" spc="-4" dirty="0">
                <a:latin typeface="Times New Roman"/>
                <a:cs typeface="Times New Roman"/>
              </a:rPr>
              <a:t>s</a:t>
            </a:r>
            <a:r>
              <a:rPr sz="2350" dirty="0">
                <a:latin typeface="Times New Roman"/>
                <a:cs typeface="Times New Roman"/>
              </a:rPr>
              <a:t>s pr</a:t>
            </a:r>
            <a:r>
              <a:rPr sz="2350" spc="-4" dirty="0">
                <a:latin typeface="Times New Roman"/>
                <a:cs typeface="Times New Roman"/>
              </a:rPr>
              <a:t>o</a:t>
            </a:r>
            <a:r>
              <a:rPr sz="2350" spc="4" dirty="0">
                <a:latin typeface="Times New Roman"/>
                <a:cs typeface="Times New Roman"/>
              </a:rPr>
              <a:t>c</a:t>
            </a:r>
            <a:r>
              <a:rPr sz="2350" dirty="0">
                <a:latin typeface="Times New Roman"/>
                <a:cs typeface="Times New Roman"/>
              </a:rPr>
              <a:t>e</a:t>
            </a:r>
            <a:r>
              <a:rPr sz="2350" spc="-4" dirty="0">
                <a:latin typeface="Times New Roman"/>
                <a:cs typeface="Times New Roman"/>
              </a:rPr>
              <a:t>s</a:t>
            </a:r>
            <a:r>
              <a:rPr sz="2350" dirty="0">
                <a:latin typeface="Times New Roman"/>
                <a:cs typeface="Times New Roman"/>
              </a:rPr>
              <a:t>ses</a:t>
            </a:r>
            <a:endParaRPr sz="2350">
              <a:latin typeface="Times New Roman"/>
              <a:cs typeface="Times New Roman"/>
            </a:endParaRPr>
          </a:p>
        </p:txBody>
      </p:sp>
    </p:spTree>
    <p:extLst>
      <p:ext uri="{BB962C8B-B14F-4D97-AF65-F5344CB8AC3E}">
        <p14:creationId xmlns:p14="http://schemas.microsoft.com/office/powerpoint/2010/main" val="839910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p:nvPr/>
        </p:nvSpPr>
        <p:spPr>
          <a:xfrm>
            <a:off x="2058670" y="476178"/>
            <a:ext cx="530912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W</a:t>
            </a:r>
            <a:r>
              <a:rPr sz="4400" spc="-4" dirty="0">
                <a:latin typeface="Times New Roman"/>
                <a:cs typeface="Times New Roman"/>
              </a:rPr>
              <a:t>e</a:t>
            </a:r>
            <a:r>
              <a:rPr sz="4400" dirty="0">
                <a:latin typeface="Times New Roman"/>
                <a:cs typeface="Times New Roman"/>
              </a:rPr>
              <a:t>b </a:t>
            </a:r>
            <a:r>
              <a:rPr sz="4400" spc="4" dirty="0">
                <a:latin typeface="Times New Roman"/>
                <a:cs typeface="Times New Roman"/>
              </a:rPr>
              <a:t>s</a:t>
            </a:r>
            <a:r>
              <a:rPr sz="4400" dirty="0">
                <a:latin typeface="Times New Roman"/>
                <a:cs typeface="Times New Roman"/>
              </a:rPr>
              <a:t>e</a:t>
            </a:r>
            <a:r>
              <a:rPr sz="4400" spc="-9" dirty="0">
                <a:latin typeface="Times New Roman"/>
                <a:cs typeface="Times New Roman"/>
              </a:rPr>
              <a:t>r</a:t>
            </a:r>
            <a:r>
              <a:rPr sz="4400" spc="4" dirty="0">
                <a:latin typeface="Times New Roman"/>
                <a:cs typeface="Times New Roman"/>
              </a:rPr>
              <a:t>vi</a:t>
            </a:r>
            <a:r>
              <a:rPr sz="4400" dirty="0">
                <a:latin typeface="Times New Roman"/>
                <a:cs typeface="Times New Roman"/>
              </a:rPr>
              <a:t>c</a:t>
            </a:r>
            <a:r>
              <a:rPr sz="4400" spc="-4" dirty="0">
                <a:latin typeface="Times New Roman"/>
                <a:cs typeface="Times New Roman"/>
              </a:rPr>
              <a:t>e</a:t>
            </a:r>
            <a:r>
              <a:rPr sz="4400" dirty="0">
                <a:latin typeface="Times New Roman"/>
                <a:cs typeface="Times New Roman"/>
              </a:rPr>
              <a:t>s and SOA</a:t>
            </a:r>
            <a:endParaRPr sz="4400">
              <a:latin typeface="Times New Roman"/>
              <a:cs typeface="Times New Roman"/>
            </a:endParaRPr>
          </a:p>
        </p:txBody>
      </p:sp>
      <p:sp>
        <p:nvSpPr>
          <p:cNvPr id="15" name="object 15"/>
          <p:cNvSpPr txBox="1"/>
          <p:nvPr/>
        </p:nvSpPr>
        <p:spPr>
          <a:xfrm>
            <a:off x="2287270" y="144767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4" name="object 14"/>
          <p:cNvSpPr txBox="1"/>
          <p:nvPr/>
        </p:nvSpPr>
        <p:spPr>
          <a:xfrm>
            <a:off x="2604770" y="1464185"/>
            <a:ext cx="6633032" cy="104140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Web</a:t>
            </a:r>
            <a:r>
              <a:rPr sz="2350" spc="-4" dirty="0">
                <a:latin typeface="Times New Roman"/>
                <a:cs typeface="Times New Roman"/>
              </a:rPr>
              <a:t> </a:t>
            </a:r>
            <a:r>
              <a:rPr sz="2350" dirty="0">
                <a:latin typeface="Times New Roman"/>
                <a:cs typeface="Times New Roman"/>
              </a:rPr>
              <a:t>se</a:t>
            </a:r>
            <a:r>
              <a:rPr sz="2350" spc="-4" dirty="0">
                <a:latin typeface="Times New Roman"/>
                <a:cs typeface="Times New Roman"/>
              </a:rPr>
              <a:t>r</a:t>
            </a:r>
            <a:r>
              <a:rPr sz="2350" dirty="0">
                <a:latin typeface="Times New Roman"/>
                <a:cs typeface="Times New Roman"/>
              </a:rPr>
              <a:t>v</a:t>
            </a:r>
            <a:r>
              <a:rPr sz="2350" spc="-14" dirty="0">
                <a:latin typeface="Times New Roman"/>
                <a:cs typeface="Times New Roman"/>
              </a:rPr>
              <a:t>i</a:t>
            </a:r>
            <a:r>
              <a:rPr sz="2350" spc="4" dirty="0">
                <a:latin typeface="Times New Roman"/>
                <a:cs typeface="Times New Roman"/>
              </a:rPr>
              <a:t>c</a:t>
            </a:r>
            <a:r>
              <a:rPr sz="2350" dirty="0">
                <a:latin typeface="Times New Roman"/>
                <a:cs typeface="Times New Roman"/>
              </a:rPr>
              <a:t>es</a:t>
            </a:r>
            <a:r>
              <a:rPr sz="2350" spc="-4" dirty="0">
                <a:latin typeface="Times New Roman"/>
                <a:cs typeface="Times New Roman"/>
              </a:rPr>
              <a:t> </a:t>
            </a:r>
            <a:r>
              <a:rPr sz="2350" spc="4" dirty="0">
                <a:latin typeface="Times New Roman"/>
                <a:cs typeface="Times New Roman"/>
              </a:rPr>
              <a:t>a</a:t>
            </a:r>
            <a:r>
              <a:rPr sz="2350" dirty="0">
                <a:latin typeface="Times New Roman"/>
                <a:cs typeface="Times New Roman"/>
              </a:rPr>
              <a:t>re </a:t>
            </a:r>
            <a:r>
              <a:rPr sz="2350" spc="-4" dirty="0">
                <a:latin typeface="Times New Roman"/>
                <a:cs typeface="Times New Roman"/>
              </a:rPr>
              <a:t>s</a:t>
            </a:r>
            <a:r>
              <a:rPr sz="2350" dirty="0">
                <a:latin typeface="Times New Roman"/>
                <a:cs typeface="Times New Roman"/>
              </a:rPr>
              <a:t>of</a:t>
            </a:r>
            <a:r>
              <a:rPr sz="2350" spc="-14" dirty="0">
                <a:latin typeface="Times New Roman"/>
                <a:cs typeface="Times New Roman"/>
              </a:rPr>
              <a:t>t</a:t>
            </a:r>
            <a:r>
              <a:rPr sz="2350" spc="9" dirty="0">
                <a:latin typeface="Times New Roman"/>
                <a:cs typeface="Times New Roman"/>
              </a:rPr>
              <a:t>w</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s</a:t>
            </a:r>
            <a:r>
              <a:rPr sz="2350" spc="-4" dirty="0">
                <a:latin typeface="Times New Roman"/>
                <a:cs typeface="Times New Roman"/>
              </a:rPr>
              <a:t>ys</a:t>
            </a:r>
            <a:r>
              <a:rPr sz="2350" dirty="0">
                <a:latin typeface="Times New Roman"/>
                <a:cs typeface="Times New Roman"/>
              </a:rPr>
              <a:t>t</a:t>
            </a:r>
            <a:r>
              <a:rPr sz="2350" spc="4" dirty="0">
                <a:latin typeface="Times New Roman"/>
                <a:cs typeface="Times New Roman"/>
              </a:rPr>
              <a:t>e</a:t>
            </a:r>
            <a:r>
              <a:rPr sz="2350" spc="-9" dirty="0">
                <a:latin typeface="Times New Roman"/>
                <a:cs typeface="Times New Roman"/>
              </a:rPr>
              <a:t>m</a:t>
            </a:r>
            <a:r>
              <a:rPr sz="2350" dirty="0">
                <a:latin typeface="Times New Roman"/>
                <a:cs typeface="Times New Roman"/>
              </a:rPr>
              <a:t>s de</a:t>
            </a:r>
            <a:r>
              <a:rPr sz="2350" spc="-4" dirty="0">
                <a:latin typeface="Times New Roman"/>
                <a:cs typeface="Times New Roman"/>
              </a:rPr>
              <a:t>s</a:t>
            </a:r>
            <a:r>
              <a:rPr sz="2350" dirty="0">
                <a:latin typeface="Times New Roman"/>
                <a:cs typeface="Times New Roman"/>
              </a:rPr>
              <a:t>ig</a:t>
            </a:r>
            <a:r>
              <a:rPr sz="2350" spc="-4" dirty="0">
                <a:latin typeface="Times New Roman"/>
                <a:cs typeface="Times New Roman"/>
              </a:rPr>
              <a:t>n</a:t>
            </a:r>
            <a:r>
              <a:rPr sz="2350" spc="4" dirty="0">
                <a:latin typeface="Times New Roman"/>
                <a:cs typeface="Times New Roman"/>
              </a:rPr>
              <a:t>e</a:t>
            </a:r>
            <a:r>
              <a:rPr sz="2350" dirty="0">
                <a:latin typeface="Times New Roman"/>
                <a:cs typeface="Times New Roman"/>
              </a:rPr>
              <a:t>d to</a:t>
            </a:r>
            <a:r>
              <a:rPr sz="2350" spc="-4" dirty="0">
                <a:latin typeface="Times New Roman"/>
                <a:cs typeface="Times New Roman"/>
              </a:rPr>
              <a:t> s</a:t>
            </a:r>
            <a:r>
              <a:rPr sz="2350" dirty="0">
                <a:latin typeface="Times New Roman"/>
                <a:cs typeface="Times New Roman"/>
              </a:rPr>
              <a:t>up</a:t>
            </a:r>
            <a:r>
              <a:rPr sz="2350" spc="-4" dirty="0">
                <a:latin typeface="Times New Roman"/>
                <a:cs typeface="Times New Roman"/>
              </a:rPr>
              <a:t>p</a:t>
            </a:r>
            <a:r>
              <a:rPr sz="2350" dirty="0">
                <a:latin typeface="Times New Roman"/>
                <a:cs typeface="Times New Roman"/>
              </a:rPr>
              <a:t>ort</a:t>
            </a:r>
            <a:endParaRPr sz="2350">
              <a:latin typeface="Times New Roman"/>
              <a:cs typeface="Times New Roman"/>
            </a:endParaRPr>
          </a:p>
          <a:p>
            <a:pPr marL="12700" marR="314581">
              <a:lnSpc>
                <a:spcPct val="100328"/>
              </a:lnSpc>
            </a:pP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te</a:t>
            </a:r>
            <a:r>
              <a:rPr sz="2350" spc="-4" dirty="0">
                <a:latin typeface="Times New Roman"/>
                <a:cs typeface="Times New Roman"/>
              </a:rPr>
              <a:t>r</a:t>
            </a:r>
            <a:r>
              <a:rPr sz="2350" dirty="0">
                <a:latin typeface="Times New Roman"/>
                <a:cs typeface="Times New Roman"/>
              </a:rPr>
              <a:t>o</a:t>
            </a:r>
            <a:r>
              <a:rPr sz="2350" spc="-4" dirty="0">
                <a:latin typeface="Times New Roman"/>
                <a:cs typeface="Times New Roman"/>
              </a:rPr>
              <a:t>p</a:t>
            </a:r>
            <a:r>
              <a:rPr sz="2350" spc="4" dirty="0">
                <a:latin typeface="Times New Roman"/>
                <a:cs typeface="Times New Roman"/>
              </a:rPr>
              <a:t>e</a:t>
            </a:r>
            <a:r>
              <a:rPr sz="2350" dirty="0">
                <a:latin typeface="Times New Roman"/>
                <a:cs typeface="Times New Roman"/>
              </a:rPr>
              <a:t>rable </a:t>
            </a:r>
            <a:r>
              <a:rPr sz="2350" spc="-9" dirty="0">
                <a:latin typeface="Times New Roman"/>
                <a:cs typeface="Times New Roman"/>
              </a:rPr>
              <a:t>m</a:t>
            </a:r>
            <a:r>
              <a:rPr sz="2350" spc="4" dirty="0">
                <a:latin typeface="Times New Roman"/>
                <a:cs typeface="Times New Roman"/>
              </a:rPr>
              <a:t>a</a:t>
            </a:r>
            <a:r>
              <a:rPr sz="2350" dirty="0">
                <a:latin typeface="Times New Roman"/>
                <a:cs typeface="Times New Roman"/>
              </a:rPr>
              <a:t>ch</a:t>
            </a:r>
            <a:r>
              <a:rPr sz="2350" spc="-14" dirty="0">
                <a:latin typeface="Times New Roman"/>
                <a:cs typeface="Times New Roman"/>
              </a:rPr>
              <a:t>i</a:t>
            </a:r>
            <a:r>
              <a:rPr sz="2350" dirty="0">
                <a:latin typeface="Times New Roman"/>
                <a:cs typeface="Times New Roman"/>
              </a:rPr>
              <a:t>ne</a:t>
            </a:r>
            <a:r>
              <a:rPr sz="2350" spc="-4" dirty="0">
                <a:latin typeface="Times New Roman"/>
                <a:cs typeface="Times New Roman"/>
              </a:rPr>
              <a:t>-</a:t>
            </a:r>
            <a:r>
              <a:rPr sz="2350" dirty="0">
                <a:latin typeface="Times New Roman"/>
                <a:cs typeface="Times New Roman"/>
              </a:rPr>
              <a:t>to-</a:t>
            </a:r>
            <a:r>
              <a:rPr sz="2350" spc="-9" dirty="0">
                <a:latin typeface="Times New Roman"/>
                <a:cs typeface="Times New Roman"/>
              </a:rPr>
              <a:t>m</a:t>
            </a:r>
            <a:r>
              <a:rPr sz="2350" spc="4" dirty="0">
                <a:latin typeface="Times New Roman"/>
                <a:cs typeface="Times New Roman"/>
              </a:rPr>
              <a:t>a</a:t>
            </a:r>
            <a:r>
              <a:rPr sz="2350" dirty="0">
                <a:latin typeface="Times New Roman"/>
                <a:cs typeface="Times New Roman"/>
              </a:rPr>
              <a:t>ch</a:t>
            </a:r>
            <a:r>
              <a:rPr sz="2350" spc="-14" dirty="0">
                <a:latin typeface="Times New Roman"/>
                <a:cs typeface="Times New Roman"/>
              </a:rPr>
              <a:t>i</a:t>
            </a:r>
            <a:r>
              <a:rPr sz="2350" dirty="0">
                <a:latin typeface="Times New Roman"/>
                <a:cs typeface="Times New Roman"/>
              </a:rPr>
              <a:t>ne in</a:t>
            </a:r>
            <a:r>
              <a:rPr sz="2350" spc="-14" dirty="0">
                <a:latin typeface="Times New Roman"/>
                <a:cs typeface="Times New Roman"/>
              </a:rPr>
              <a:t>t</a:t>
            </a:r>
            <a:r>
              <a:rPr sz="2350" spc="4" dirty="0">
                <a:latin typeface="Times New Roman"/>
                <a:cs typeface="Times New Roman"/>
              </a:rPr>
              <a:t>e</a:t>
            </a:r>
            <a:r>
              <a:rPr sz="2350" dirty="0">
                <a:latin typeface="Times New Roman"/>
                <a:cs typeface="Times New Roman"/>
              </a:rPr>
              <a:t>ra</a:t>
            </a:r>
            <a:r>
              <a:rPr sz="2350" spc="4" dirty="0">
                <a:latin typeface="Times New Roman"/>
                <a:cs typeface="Times New Roman"/>
              </a:rPr>
              <a:t>c</a:t>
            </a:r>
            <a:r>
              <a:rPr sz="2350" dirty="0">
                <a:latin typeface="Times New Roman"/>
                <a:cs typeface="Times New Roman"/>
              </a:rPr>
              <a:t>t</a:t>
            </a:r>
            <a:r>
              <a:rPr sz="2350" spc="-14" dirty="0">
                <a:latin typeface="Times New Roman"/>
                <a:cs typeface="Times New Roman"/>
              </a:rPr>
              <a:t>i</a:t>
            </a:r>
            <a:r>
              <a:rPr sz="2350" dirty="0">
                <a:latin typeface="Times New Roman"/>
                <a:cs typeface="Times New Roman"/>
              </a:rPr>
              <a:t>on o</a:t>
            </a:r>
            <a:r>
              <a:rPr sz="2350" spc="-4" dirty="0">
                <a:latin typeface="Times New Roman"/>
                <a:cs typeface="Times New Roman"/>
              </a:rPr>
              <a:t>v</a:t>
            </a:r>
            <a:r>
              <a:rPr sz="2350" spc="4" dirty="0">
                <a:latin typeface="Times New Roman"/>
                <a:cs typeface="Times New Roman"/>
              </a:rPr>
              <a:t>e</a:t>
            </a:r>
            <a:r>
              <a:rPr sz="2350" dirty="0">
                <a:latin typeface="Times New Roman"/>
                <a:cs typeface="Times New Roman"/>
              </a:rPr>
              <a:t>r a </a:t>
            </a:r>
            <a:r>
              <a:rPr sz="2350" spc="-4" dirty="0">
                <a:latin typeface="Times New Roman"/>
                <a:cs typeface="Times New Roman"/>
              </a:rPr>
              <a:t>n</a:t>
            </a:r>
            <a:r>
              <a:rPr sz="2350" spc="4" dirty="0">
                <a:latin typeface="Times New Roman"/>
                <a:cs typeface="Times New Roman"/>
              </a:rPr>
              <a:t>e</a:t>
            </a:r>
            <a:r>
              <a:rPr sz="2350" spc="-14" dirty="0">
                <a:latin typeface="Times New Roman"/>
                <a:cs typeface="Times New Roman"/>
              </a:rPr>
              <a:t>t</a:t>
            </a:r>
            <a:r>
              <a:rPr sz="2350" spc="9" dirty="0">
                <a:latin typeface="Times New Roman"/>
                <a:cs typeface="Times New Roman"/>
              </a:rPr>
              <a:t>w</a:t>
            </a:r>
            <a:r>
              <a:rPr sz="2350" spc="-4" dirty="0">
                <a:latin typeface="Times New Roman"/>
                <a:cs typeface="Times New Roman"/>
              </a:rPr>
              <a:t>o</a:t>
            </a:r>
            <a:r>
              <a:rPr sz="2350" dirty="0">
                <a:latin typeface="Times New Roman"/>
                <a:cs typeface="Times New Roman"/>
              </a:rPr>
              <a:t>rk</a:t>
            </a:r>
            <a:endParaRPr sz="2350">
              <a:latin typeface="Times New Roman"/>
              <a:cs typeface="Times New Roman"/>
            </a:endParaRPr>
          </a:p>
        </p:txBody>
      </p:sp>
      <p:sp>
        <p:nvSpPr>
          <p:cNvPr id="13" name="object 13"/>
          <p:cNvSpPr txBox="1"/>
          <p:nvPr/>
        </p:nvSpPr>
        <p:spPr>
          <a:xfrm>
            <a:off x="2287270" y="262369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2" name="object 12"/>
          <p:cNvSpPr txBox="1"/>
          <p:nvPr/>
        </p:nvSpPr>
        <p:spPr>
          <a:xfrm>
            <a:off x="2604771" y="2638935"/>
            <a:ext cx="6516687" cy="195707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te</a:t>
            </a:r>
            <a:r>
              <a:rPr sz="2350" spc="-4" dirty="0">
                <a:latin typeface="Times New Roman"/>
                <a:cs typeface="Times New Roman"/>
              </a:rPr>
              <a:t>r</a:t>
            </a:r>
            <a:r>
              <a:rPr sz="2350" dirty="0">
                <a:latin typeface="Times New Roman"/>
                <a:cs typeface="Times New Roman"/>
              </a:rPr>
              <a:t>ope</a:t>
            </a:r>
            <a:r>
              <a:rPr sz="2350" spc="-4" dirty="0">
                <a:latin typeface="Times New Roman"/>
                <a:cs typeface="Times New Roman"/>
              </a:rPr>
              <a:t>r</a:t>
            </a:r>
            <a:r>
              <a:rPr sz="2350" spc="4" dirty="0">
                <a:latin typeface="Times New Roman"/>
                <a:cs typeface="Times New Roman"/>
              </a:rPr>
              <a:t>a</a:t>
            </a:r>
            <a:r>
              <a:rPr sz="2350" spc="-4" dirty="0">
                <a:latin typeface="Times New Roman"/>
                <a:cs typeface="Times New Roman"/>
              </a:rPr>
              <a:t>b</a:t>
            </a:r>
            <a:r>
              <a:rPr sz="2350" dirty="0">
                <a:latin typeface="Times New Roman"/>
                <a:cs typeface="Times New Roman"/>
              </a:rPr>
              <a:t>il</a:t>
            </a:r>
            <a:r>
              <a:rPr sz="2350" spc="-19" dirty="0">
                <a:latin typeface="Times New Roman"/>
                <a:cs typeface="Times New Roman"/>
              </a:rPr>
              <a:t>i</a:t>
            </a:r>
            <a:r>
              <a:rPr sz="2350" dirty="0">
                <a:latin typeface="Times New Roman"/>
                <a:cs typeface="Times New Roman"/>
              </a:rPr>
              <a:t>ty </a:t>
            </a:r>
            <a:r>
              <a:rPr sz="2350" spc="-14" dirty="0">
                <a:latin typeface="Times New Roman"/>
                <a:cs typeface="Times New Roman"/>
              </a:rPr>
              <a:t>i</a:t>
            </a:r>
            <a:r>
              <a:rPr sz="2350" dirty="0">
                <a:latin typeface="Times New Roman"/>
                <a:cs typeface="Times New Roman"/>
              </a:rPr>
              <a:t>s gained </a:t>
            </a:r>
            <a:r>
              <a:rPr sz="2350" spc="-14" dirty="0">
                <a:latin typeface="Times New Roman"/>
                <a:cs typeface="Times New Roman"/>
              </a:rPr>
              <a:t>t</a:t>
            </a:r>
            <a:r>
              <a:rPr sz="2350" dirty="0">
                <a:latin typeface="Times New Roman"/>
                <a:cs typeface="Times New Roman"/>
              </a:rPr>
              <a:t>hro</a:t>
            </a:r>
            <a:r>
              <a:rPr sz="2350" spc="-4" dirty="0">
                <a:latin typeface="Times New Roman"/>
                <a:cs typeface="Times New Roman"/>
              </a:rPr>
              <a:t>u</a:t>
            </a:r>
            <a:r>
              <a:rPr sz="2350" dirty="0">
                <a:latin typeface="Times New Roman"/>
                <a:cs typeface="Times New Roman"/>
              </a:rPr>
              <a:t>gh a set </a:t>
            </a:r>
            <a:r>
              <a:rPr sz="2350" spc="-4" dirty="0">
                <a:latin typeface="Times New Roman"/>
                <a:cs typeface="Times New Roman"/>
              </a:rPr>
              <a:t>o</a:t>
            </a:r>
            <a:r>
              <a:rPr sz="2350" dirty="0">
                <a:latin typeface="Times New Roman"/>
                <a:cs typeface="Times New Roman"/>
              </a:rPr>
              <a:t>f XML-ba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a:t>
            </a:r>
            <a:endParaRPr sz="2350">
              <a:latin typeface="Times New Roman"/>
              <a:cs typeface="Times New Roman"/>
            </a:endParaRPr>
          </a:p>
          <a:p>
            <a:pPr marL="12700" marR="236392">
              <a:lnSpc>
                <a:spcPts val="2702"/>
              </a:lnSpc>
            </a:pPr>
            <a:r>
              <a:rPr sz="2350" spc="-4" dirty="0">
                <a:latin typeface="Times New Roman"/>
                <a:cs typeface="Times New Roman"/>
              </a:rPr>
              <a:t>s</a:t>
            </a:r>
            <a:r>
              <a:rPr sz="2350" dirty="0">
                <a:latin typeface="Times New Roman"/>
                <a:cs typeface="Times New Roman"/>
              </a:rPr>
              <a:t>tan</a:t>
            </a:r>
            <a:r>
              <a:rPr sz="2350" spc="-4" dirty="0">
                <a:latin typeface="Times New Roman"/>
                <a:cs typeface="Times New Roman"/>
              </a:rPr>
              <a:t>d</a:t>
            </a:r>
            <a:r>
              <a:rPr sz="2350" spc="4" dirty="0">
                <a:latin typeface="Times New Roman"/>
                <a:cs typeface="Times New Roman"/>
              </a:rPr>
              <a:t>a</a:t>
            </a:r>
            <a:r>
              <a:rPr sz="2350" dirty="0">
                <a:latin typeface="Times New Roman"/>
                <a:cs typeface="Times New Roman"/>
              </a:rPr>
              <a:t>r</a:t>
            </a:r>
            <a:r>
              <a:rPr sz="2350" spc="-4" dirty="0">
                <a:latin typeface="Times New Roman"/>
                <a:cs typeface="Times New Roman"/>
              </a:rPr>
              <a:t>ds</a:t>
            </a:r>
            <a:r>
              <a:rPr sz="2350" dirty="0">
                <a:latin typeface="Times New Roman"/>
                <a:cs typeface="Times New Roman"/>
              </a:rPr>
              <a:t>, </a:t>
            </a:r>
            <a:r>
              <a:rPr sz="2350" spc="-4" dirty="0">
                <a:latin typeface="Times New Roman"/>
                <a:cs typeface="Times New Roman"/>
              </a:rPr>
              <a:t>s</a:t>
            </a:r>
            <a:r>
              <a:rPr sz="2350" dirty="0">
                <a:latin typeface="Times New Roman"/>
                <a:cs typeface="Times New Roman"/>
              </a:rPr>
              <a:t>uch as</a:t>
            </a:r>
            <a:r>
              <a:rPr sz="2350" spc="-4" dirty="0">
                <a:latin typeface="Times New Roman"/>
                <a:cs typeface="Times New Roman"/>
              </a:rPr>
              <a:t> </a:t>
            </a:r>
            <a:r>
              <a:rPr sz="2350" dirty="0">
                <a:latin typeface="Times New Roman"/>
                <a:cs typeface="Times New Roman"/>
              </a:rPr>
              <a:t>WSDL, SOAP, and </a:t>
            </a:r>
            <a:r>
              <a:rPr sz="2350" spc="9" dirty="0">
                <a:latin typeface="Times New Roman"/>
                <a:cs typeface="Times New Roman"/>
              </a:rPr>
              <a:t>U</a:t>
            </a:r>
            <a:r>
              <a:rPr sz="2350" dirty="0">
                <a:latin typeface="Times New Roman"/>
                <a:cs typeface="Times New Roman"/>
              </a:rPr>
              <a:t>DDI </a:t>
            </a:r>
            <a:endParaRPr sz="2350">
              <a:latin typeface="Times New Roman"/>
              <a:cs typeface="Times New Roman"/>
            </a:endParaRPr>
          </a:p>
          <a:p>
            <a:pPr marL="12700" marR="236392">
              <a:lnSpc>
                <a:spcPts val="2702"/>
              </a:lnSpc>
              <a:spcBef>
                <a:spcPts val="897"/>
              </a:spcBef>
            </a:pPr>
            <a:r>
              <a:rPr sz="2350" spc="-4" dirty="0">
                <a:latin typeface="Times New Roman"/>
                <a:cs typeface="Times New Roman"/>
              </a:rPr>
              <a:t>S</a:t>
            </a:r>
            <a:r>
              <a:rPr sz="2350" dirty="0">
                <a:latin typeface="Times New Roman"/>
                <a:cs typeface="Times New Roman"/>
              </a:rPr>
              <a:t>t</a:t>
            </a:r>
            <a:r>
              <a:rPr sz="2350" spc="4" dirty="0">
                <a:latin typeface="Times New Roman"/>
                <a:cs typeface="Times New Roman"/>
              </a:rPr>
              <a:t>a</a:t>
            </a:r>
            <a:r>
              <a:rPr sz="2350" spc="-4" dirty="0">
                <a:latin typeface="Times New Roman"/>
                <a:cs typeface="Times New Roman"/>
              </a:rPr>
              <a:t>n</a:t>
            </a:r>
            <a:r>
              <a:rPr sz="2350" dirty="0">
                <a:latin typeface="Times New Roman"/>
                <a:cs typeface="Times New Roman"/>
              </a:rPr>
              <a:t>da</a:t>
            </a:r>
            <a:r>
              <a:rPr sz="2350" spc="-4" dirty="0">
                <a:latin typeface="Times New Roman"/>
                <a:cs typeface="Times New Roman"/>
              </a:rPr>
              <a:t>r</a:t>
            </a:r>
            <a:r>
              <a:rPr sz="2350" dirty="0">
                <a:latin typeface="Times New Roman"/>
                <a:cs typeface="Times New Roman"/>
              </a:rPr>
              <a:t>ds </a:t>
            </a:r>
            <a:r>
              <a:rPr sz="2350" spc="-4" dirty="0">
                <a:latin typeface="Times New Roman"/>
                <a:cs typeface="Times New Roman"/>
              </a:rPr>
              <a:t>p</a:t>
            </a:r>
            <a:r>
              <a:rPr sz="2350" spc="4" dirty="0">
                <a:latin typeface="Times New Roman"/>
                <a:cs typeface="Times New Roman"/>
              </a:rPr>
              <a:t>r</a:t>
            </a:r>
            <a:r>
              <a:rPr sz="2350" spc="-4" dirty="0">
                <a:latin typeface="Times New Roman"/>
                <a:cs typeface="Times New Roman"/>
              </a:rPr>
              <a:t>o</a:t>
            </a:r>
            <a:r>
              <a:rPr sz="2350" dirty="0">
                <a:latin typeface="Times New Roman"/>
                <a:cs typeface="Times New Roman"/>
              </a:rPr>
              <a:t>v</a:t>
            </a:r>
            <a:r>
              <a:rPr sz="2350" spc="-14" dirty="0">
                <a:latin typeface="Times New Roman"/>
                <a:cs typeface="Times New Roman"/>
              </a:rPr>
              <a:t>i</a:t>
            </a:r>
            <a:r>
              <a:rPr sz="2350" dirty="0">
                <a:latin typeface="Times New Roman"/>
                <a:cs typeface="Times New Roman"/>
              </a:rPr>
              <a:t>de a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m</a:t>
            </a:r>
            <a:r>
              <a:rPr sz="2350" spc="-9" dirty="0">
                <a:latin typeface="Times New Roman"/>
                <a:cs typeface="Times New Roman"/>
              </a:rPr>
              <a:t>m</a:t>
            </a:r>
            <a:r>
              <a:rPr sz="2350" dirty="0">
                <a:latin typeface="Times New Roman"/>
                <a:cs typeface="Times New Roman"/>
              </a:rPr>
              <a:t>on </a:t>
            </a:r>
            <a:r>
              <a:rPr sz="2350" spc="4" dirty="0">
                <a:latin typeface="Times New Roman"/>
                <a:cs typeface="Times New Roman"/>
              </a:rPr>
              <a:t>a</a:t>
            </a:r>
            <a:r>
              <a:rPr sz="2350" spc="-4" dirty="0">
                <a:latin typeface="Times New Roman"/>
                <a:cs typeface="Times New Roman"/>
              </a:rPr>
              <a:t>p</a:t>
            </a:r>
            <a:r>
              <a:rPr sz="2350" dirty="0">
                <a:latin typeface="Times New Roman"/>
                <a:cs typeface="Times New Roman"/>
              </a:rPr>
              <a:t>proach f</a:t>
            </a:r>
            <a:r>
              <a:rPr sz="2350" spc="-4" dirty="0">
                <a:latin typeface="Times New Roman"/>
                <a:cs typeface="Times New Roman"/>
              </a:rPr>
              <a:t>o</a:t>
            </a:r>
            <a:r>
              <a:rPr sz="2350" dirty="0">
                <a:latin typeface="Times New Roman"/>
                <a:cs typeface="Times New Roman"/>
              </a:rPr>
              <a:t>r de</a:t>
            </a:r>
            <a:r>
              <a:rPr sz="2350" spc="-4" dirty="0">
                <a:latin typeface="Times New Roman"/>
                <a:cs typeface="Times New Roman"/>
              </a:rPr>
              <a:t>f</a:t>
            </a: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in</a:t>
            </a:r>
            <a:r>
              <a:rPr sz="2350" spc="-4" dirty="0">
                <a:latin typeface="Times New Roman"/>
                <a:cs typeface="Times New Roman"/>
              </a:rPr>
              <a:t>g</a:t>
            </a:r>
            <a:r>
              <a:rPr sz="2350" dirty="0">
                <a:latin typeface="Times New Roman"/>
                <a:cs typeface="Times New Roman"/>
              </a:rPr>
              <a:t>,</a:t>
            </a:r>
            <a:endParaRPr sz="2350">
              <a:latin typeface="Times New Roman"/>
              <a:cs typeface="Times New Roman"/>
            </a:endParaRPr>
          </a:p>
          <a:p>
            <a:pPr marL="12700" marR="44767">
              <a:lnSpc>
                <a:spcPts val="1964"/>
              </a:lnSpc>
              <a:spcBef>
                <a:spcPts val="995"/>
              </a:spcBef>
            </a:pPr>
            <a:r>
              <a:rPr sz="3525" spc="-4" baseline="2467" dirty="0">
                <a:latin typeface="Times New Roman"/>
                <a:cs typeface="Times New Roman"/>
              </a:rPr>
              <a:t>p</a:t>
            </a:r>
            <a:r>
              <a:rPr sz="3525" baseline="2467" dirty="0">
                <a:latin typeface="Times New Roman"/>
                <a:cs typeface="Times New Roman"/>
              </a:rPr>
              <a:t>ub</a:t>
            </a:r>
            <a:r>
              <a:rPr sz="3525" spc="-14" baseline="2467" dirty="0">
                <a:latin typeface="Times New Roman"/>
                <a:cs typeface="Times New Roman"/>
              </a:rPr>
              <a:t>l</a:t>
            </a:r>
            <a:r>
              <a:rPr sz="3525" baseline="2467" dirty="0">
                <a:latin typeface="Times New Roman"/>
                <a:cs typeface="Times New Roman"/>
              </a:rPr>
              <a:t>i</a:t>
            </a:r>
            <a:r>
              <a:rPr sz="3525" spc="-4" baseline="2467" dirty="0">
                <a:latin typeface="Times New Roman"/>
                <a:cs typeface="Times New Roman"/>
              </a:rPr>
              <a:t>s</a:t>
            </a:r>
            <a:r>
              <a:rPr sz="3525" baseline="2467" dirty="0">
                <a:latin typeface="Times New Roman"/>
                <a:cs typeface="Times New Roman"/>
              </a:rPr>
              <a:t>hi</a:t>
            </a:r>
            <a:r>
              <a:rPr sz="3525" spc="-4" baseline="2467" dirty="0">
                <a:latin typeface="Times New Roman"/>
                <a:cs typeface="Times New Roman"/>
              </a:rPr>
              <a:t>n</a:t>
            </a:r>
            <a:r>
              <a:rPr sz="3525" baseline="2467" dirty="0">
                <a:latin typeface="Times New Roman"/>
                <a:cs typeface="Times New Roman"/>
              </a:rPr>
              <a:t>g, a</a:t>
            </a:r>
            <a:r>
              <a:rPr sz="3525" spc="-4" baseline="2467" dirty="0">
                <a:latin typeface="Times New Roman"/>
                <a:cs typeface="Times New Roman"/>
              </a:rPr>
              <a:t>n</a:t>
            </a:r>
            <a:r>
              <a:rPr sz="3525" baseline="2467" dirty="0">
                <a:latin typeface="Times New Roman"/>
                <a:cs typeface="Times New Roman"/>
              </a:rPr>
              <a:t>d </a:t>
            </a:r>
            <a:r>
              <a:rPr sz="3525" spc="-4" baseline="2467" dirty="0">
                <a:latin typeface="Times New Roman"/>
                <a:cs typeface="Times New Roman"/>
              </a:rPr>
              <a:t>u</a:t>
            </a:r>
            <a:r>
              <a:rPr sz="3525" baseline="2467" dirty="0">
                <a:latin typeface="Times New Roman"/>
                <a:cs typeface="Times New Roman"/>
              </a:rPr>
              <a:t>s</a:t>
            </a:r>
            <a:r>
              <a:rPr sz="3525" spc="-14" baseline="2467" dirty="0">
                <a:latin typeface="Times New Roman"/>
                <a:cs typeface="Times New Roman"/>
              </a:rPr>
              <a:t>i</a:t>
            </a:r>
            <a:r>
              <a:rPr sz="3525" baseline="2467" dirty="0">
                <a:latin typeface="Times New Roman"/>
                <a:cs typeface="Times New Roman"/>
              </a:rPr>
              <a:t>ng </a:t>
            </a:r>
            <a:r>
              <a:rPr sz="3525" spc="9" baseline="2467" dirty="0">
                <a:latin typeface="Times New Roman"/>
                <a:cs typeface="Times New Roman"/>
              </a:rPr>
              <a:t>w</a:t>
            </a:r>
            <a:r>
              <a:rPr sz="3525" baseline="2467" dirty="0">
                <a:latin typeface="Times New Roman"/>
                <a:cs typeface="Times New Roman"/>
              </a:rPr>
              <a:t>eb </a:t>
            </a:r>
            <a:r>
              <a:rPr sz="3525" spc="-4" baseline="2467" dirty="0">
                <a:latin typeface="Times New Roman"/>
                <a:cs typeface="Times New Roman"/>
              </a:rPr>
              <a:t>s</a:t>
            </a:r>
            <a:r>
              <a:rPr sz="3525" baseline="2467" dirty="0">
                <a:latin typeface="Times New Roman"/>
                <a:cs typeface="Times New Roman"/>
              </a:rPr>
              <a:t>e</a:t>
            </a:r>
            <a:r>
              <a:rPr sz="3525" spc="-4" baseline="2467" dirty="0">
                <a:latin typeface="Times New Roman"/>
                <a:cs typeface="Times New Roman"/>
              </a:rPr>
              <a:t>r</a:t>
            </a:r>
            <a:r>
              <a:rPr sz="3525" baseline="2467" dirty="0">
                <a:latin typeface="Times New Roman"/>
                <a:cs typeface="Times New Roman"/>
              </a:rPr>
              <a:t>vice</a:t>
            </a:r>
            <a:r>
              <a:rPr sz="3525" spc="-4" baseline="2467" dirty="0">
                <a:latin typeface="Times New Roman"/>
                <a:cs typeface="Times New Roman"/>
              </a:rPr>
              <a:t>s</a:t>
            </a:r>
            <a:r>
              <a:rPr sz="3525" baseline="2467" dirty="0">
                <a:latin typeface="Times New Roman"/>
                <a:cs typeface="Times New Roman"/>
              </a:rPr>
              <a:t>.</a:t>
            </a:r>
            <a:endParaRPr sz="2350">
              <a:latin typeface="Times New Roman"/>
              <a:cs typeface="Times New Roman"/>
            </a:endParaRPr>
          </a:p>
          <a:p>
            <a:pPr marL="12700" marR="44767">
              <a:lnSpc>
                <a:spcPct val="95825"/>
              </a:lnSpc>
              <a:spcBef>
                <a:spcPts val="799"/>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and web </a:t>
            </a: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a:t>
            </a:r>
            <a:r>
              <a:rPr sz="2350" spc="-9" dirty="0">
                <a:latin typeface="Times New Roman"/>
                <a:cs typeface="Times New Roman"/>
              </a:rPr>
              <a:t> </a:t>
            </a:r>
            <a:r>
              <a:rPr sz="2350" spc="4" dirty="0">
                <a:latin typeface="Times New Roman"/>
                <a:cs typeface="Times New Roman"/>
              </a:rPr>
              <a:t>a</a:t>
            </a:r>
            <a:r>
              <a:rPr sz="2350" dirty="0">
                <a:latin typeface="Times New Roman"/>
                <a:cs typeface="Times New Roman"/>
              </a:rPr>
              <a:t>re two </a:t>
            </a:r>
            <a:r>
              <a:rPr sz="2350" spc="-4" dirty="0">
                <a:latin typeface="Times New Roman"/>
                <a:cs typeface="Times New Roman"/>
              </a:rPr>
              <a:t>d</a:t>
            </a:r>
            <a:r>
              <a:rPr sz="2350" dirty="0">
                <a:latin typeface="Times New Roman"/>
                <a:cs typeface="Times New Roman"/>
              </a:rPr>
              <a:t>i</a:t>
            </a:r>
            <a:r>
              <a:rPr sz="2350" spc="-4" dirty="0">
                <a:latin typeface="Times New Roman"/>
                <a:cs typeface="Times New Roman"/>
              </a:rPr>
              <a:t>f</a:t>
            </a:r>
            <a:r>
              <a:rPr sz="2350" dirty="0">
                <a:latin typeface="Times New Roman"/>
                <a:cs typeface="Times New Roman"/>
              </a:rPr>
              <a:t>fe</a:t>
            </a:r>
            <a:r>
              <a:rPr sz="2350" spc="-4" dirty="0">
                <a:latin typeface="Times New Roman"/>
                <a:cs typeface="Times New Roman"/>
              </a:rPr>
              <a:t>r</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 t</a:t>
            </a:r>
            <a:r>
              <a:rPr sz="2350" spc="-4" dirty="0">
                <a:latin typeface="Times New Roman"/>
                <a:cs typeface="Times New Roman"/>
              </a:rPr>
              <a:t>h</a:t>
            </a:r>
            <a:r>
              <a:rPr sz="2350" dirty="0">
                <a:latin typeface="Times New Roman"/>
                <a:cs typeface="Times New Roman"/>
              </a:rPr>
              <a:t>in</a:t>
            </a:r>
            <a:r>
              <a:rPr sz="2350" spc="-4" dirty="0">
                <a:latin typeface="Times New Roman"/>
                <a:cs typeface="Times New Roman"/>
              </a:rPr>
              <a:t>g</a:t>
            </a:r>
            <a:r>
              <a:rPr sz="2350" dirty="0">
                <a:latin typeface="Times New Roman"/>
                <a:cs typeface="Times New Roman"/>
              </a:rPr>
              <a:t>s</a:t>
            </a:r>
            <a:endParaRPr sz="2350">
              <a:latin typeface="Times New Roman"/>
              <a:cs typeface="Times New Roman"/>
            </a:endParaRPr>
          </a:p>
        </p:txBody>
      </p:sp>
      <p:sp>
        <p:nvSpPr>
          <p:cNvPr id="11" name="object 11"/>
          <p:cNvSpPr txBox="1"/>
          <p:nvPr/>
        </p:nvSpPr>
        <p:spPr>
          <a:xfrm>
            <a:off x="9125305" y="2638935"/>
            <a:ext cx="650652"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o</a:t>
            </a:r>
            <a:r>
              <a:rPr sz="2350" spc="-4" dirty="0">
                <a:latin typeface="Times New Roman"/>
                <a:cs typeface="Times New Roman"/>
              </a:rPr>
              <a:t>p</a:t>
            </a:r>
            <a:r>
              <a:rPr sz="2350" spc="4" dirty="0">
                <a:latin typeface="Times New Roman"/>
                <a:cs typeface="Times New Roman"/>
              </a:rPr>
              <a:t>e</a:t>
            </a:r>
            <a:r>
              <a:rPr sz="2350" dirty="0">
                <a:latin typeface="Times New Roman"/>
                <a:cs typeface="Times New Roman"/>
              </a:rPr>
              <a:t>n</a:t>
            </a:r>
            <a:endParaRPr sz="2350">
              <a:latin typeface="Times New Roman"/>
              <a:cs typeface="Times New Roman"/>
            </a:endParaRPr>
          </a:p>
        </p:txBody>
      </p:sp>
      <p:sp>
        <p:nvSpPr>
          <p:cNvPr id="10" name="object 10"/>
          <p:cNvSpPr txBox="1"/>
          <p:nvPr/>
        </p:nvSpPr>
        <p:spPr>
          <a:xfrm>
            <a:off x="2287270" y="343903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9" name="object 9"/>
          <p:cNvSpPr txBox="1"/>
          <p:nvPr/>
        </p:nvSpPr>
        <p:spPr>
          <a:xfrm>
            <a:off x="2287270" y="4255646"/>
            <a:ext cx="174654" cy="782319"/>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a:p>
            <a:pPr marL="12700">
              <a:lnSpc>
                <a:spcPct val="95825"/>
              </a:lnSpc>
              <a:spcBef>
                <a:spcPts val="782"/>
              </a:spcBef>
            </a:pPr>
            <a:r>
              <a:rPr sz="2350" dirty="0">
                <a:latin typeface="Times New Roman"/>
                <a:cs typeface="Times New Roman"/>
              </a:rPr>
              <a:t>•</a:t>
            </a:r>
            <a:endParaRPr sz="2350">
              <a:latin typeface="Times New Roman"/>
              <a:cs typeface="Times New Roman"/>
            </a:endParaRPr>
          </a:p>
        </p:txBody>
      </p:sp>
      <p:sp>
        <p:nvSpPr>
          <p:cNvPr id="8" name="object 8"/>
          <p:cNvSpPr txBox="1"/>
          <p:nvPr/>
        </p:nvSpPr>
        <p:spPr>
          <a:xfrm>
            <a:off x="2604771" y="4730625"/>
            <a:ext cx="6701681"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B</a:t>
            </a:r>
            <a:r>
              <a:rPr sz="2350" spc="-4" dirty="0">
                <a:latin typeface="Times New Roman"/>
                <a:cs typeface="Times New Roman"/>
              </a:rPr>
              <a:t>u</a:t>
            </a:r>
            <a:r>
              <a:rPr sz="2350" dirty="0">
                <a:latin typeface="Times New Roman"/>
                <a:cs typeface="Times New Roman"/>
              </a:rPr>
              <a:t>t </a:t>
            </a:r>
            <a:r>
              <a:rPr sz="2350" spc="9" dirty="0">
                <a:latin typeface="Times New Roman"/>
                <a:cs typeface="Times New Roman"/>
              </a:rPr>
              <a:t>w</a:t>
            </a:r>
            <a:r>
              <a:rPr sz="2350" dirty="0">
                <a:latin typeface="Times New Roman"/>
                <a:cs typeface="Times New Roman"/>
              </a:rPr>
              <a:t>eb</a:t>
            </a:r>
            <a:r>
              <a:rPr sz="2350" spc="-4" dirty="0">
                <a:latin typeface="Times New Roman"/>
                <a:cs typeface="Times New Roman"/>
              </a:rPr>
              <a:t> s</a:t>
            </a:r>
            <a:r>
              <a:rPr sz="2350" spc="4" dirty="0">
                <a:latin typeface="Times New Roman"/>
                <a:cs typeface="Times New Roman"/>
              </a:rPr>
              <a:t>e</a:t>
            </a:r>
            <a:r>
              <a:rPr sz="2350" dirty="0">
                <a:latin typeface="Times New Roman"/>
                <a:cs typeface="Times New Roman"/>
              </a:rPr>
              <a:t>r</a:t>
            </a:r>
            <a:r>
              <a:rPr sz="2350" spc="-4" dirty="0">
                <a:latin typeface="Times New Roman"/>
                <a:cs typeface="Times New Roman"/>
              </a:rPr>
              <a:t>v</a:t>
            </a:r>
            <a:r>
              <a:rPr sz="2350" dirty="0">
                <a:latin typeface="Times New Roman"/>
                <a:cs typeface="Times New Roman"/>
              </a:rPr>
              <a:t>i</a:t>
            </a:r>
            <a:r>
              <a:rPr sz="2350" spc="4" dirty="0">
                <a:latin typeface="Times New Roman"/>
                <a:cs typeface="Times New Roman"/>
              </a:rPr>
              <a:t>c</a:t>
            </a:r>
            <a:r>
              <a:rPr sz="2350" dirty="0">
                <a:latin typeface="Times New Roman"/>
                <a:cs typeface="Times New Roman"/>
              </a:rPr>
              <a:t>es</a:t>
            </a:r>
            <a:r>
              <a:rPr sz="2350" spc="-4" dirty="0">
                <a:latin typeface="Times New Roman"/>
                <a:cs typeface="Times New Roman"/>
              </a:rPr>
              <a:t> </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a:t>
            </a:r>
            <a:r>
              <a:rPr sz="2350" spc="-14" dirty="0">
                <a:latin typeface="Times New Roman"/>
                <a:cs typeface="Times New Roman"/>
              </a:rPr>
              <a:t>t</a:t>
            </a:r>
            <a:r>
              <a:rPr sz="2350" dirty="0">
                <a:latin typeface="Times New Roman"/>
                <a:cs typeface="Times New Roman"/>
              </a:rPr>
              <a:t>he pre</a:t>
            </a:r>
            <a:r>
              <a:rPr sz="2350" spc="-4" dirty="0">
                <a:latin typeface="Times New Roman"/>
                <a:cs typeface="Times New Roman"/>
              </a:rPr>
              <a:t>f</a:t>
            </a:r>
            <a:r>
              <a:rPr sz="2350" spc="4" dirty="0">
                <a:latin typeface="Times New Roman"/>
                <a:cs typeface="Times New Roman"/>
              </a:rPr>
              <a:t>e</a:t>
            </a:r>
            <a:r>
              <a:rPr sz="2350" dirty="0">
                <a:latin typeface="Times New Roman"/>
                <a:cs typeface="Times New Roman"/>
              </a:rPr>
              <a:t>rred</a:t>
            </a:r>
            <a:r>
              <a:rPr sz="2350" spc="-4" dirty="0">
                <a:latin typeface="Times New Roman"/>
                <a:cs typeface="Times New Roman"/>
              </a:rPr>
              <a:t> </a:t>
            </a:r>
            <a:r>
              <a:rPr sz="2350" dirty="0">
                <a:latin typeface="Times New Roman"/>
                <a:cs typeface="Times New Roman"/>
              </a:rPr>
              <a:t>s</a:t>
            </a:r>
            <a:r>
              <a:rPr sz="2350" spc="-14" dirty="0">
                <a:latin typeface="Times New Roman"/>
                <a:cs typeface="Times New Roman"/>
              </a:rPr>
              <a:t>t</a:t>
            </a:r>
            <a:r>
              <a:rPr sz="2350" spc="4" dirty="0">
                <a:latin typeface="Times New Roman"/>
                <a:cs typeface="Times New Roman"/>
              </a:rPr>
              <a:t>a</a:t>
            </a:r>
            <a:r>
              <a:rPr sz="2350" spc="-4" dirty="0">
                <a:latin typeface="Times New Roman"/>
                <a:cs typeface="Times New Roman"/>
              </a:rPr>
              <a:t>n</a:t>
            </a:r>
            <a:r>
              <a:rPr sz="2350" dirty="0">
                <a:latin typeface="Times New Roman"/>
                <a:cs typeface="Times New Roman"/>
              </a:rPr>
              <a:t>da</a:t>
            </a:r>
            <a:r>
              <a:rPr sz="2350" spc="4" dirty="0">
                <a:latin typeface="Times New Roman"/>
                <a:cs typeface="Times New Roman"/>
              </a:rPr>
              <a:t>r</a:t>
            </a:r>
            <a:r>
              <a:rPr sz="2350" spc="-4" dirty="0">
                <a:latin typeface="Times New Roman"/>
                <a:cs typeface="Times New Roman"/>
              </a:rPr>
              <a:t>ds</a:t>
            </a:r>
            <a:r>
              <a:rPr sz="2350" dirty="0">
                <a:latin typeface="Times New Roman"/>
                <a:cs typeface="Times New Roman"/>
              </a:rPr>
              <a:t>-ba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 </a:t>
            </a:r>
            <a:r>
              <a:rPr sz="2350" spc="9" dirty="0">
                <a:latin typeface="Times New Roman"/>
                <a:cs typeface="Times New Roman"/>
              </a:rPr>
              <a:t>w</a:t>
            </a:r>
            <a:r>
              <a:rPr sz="2350" dirty="0">
                <a:latin typeface="Times New Roman"/>
                <a:cs typeface="Times New Roman"/>
              </a:rPr>
              <a:t>ay</a:t>
            </a:r>
            <a:endParaRPr sz="2350">
              <a:latin typeface="Times New Roman"/>
              <a:cs typeface="Times New Roman"/>
            </a:endParaRPr>
          </a:p>
        </p:txBody>
      </p:sp>
      <p:sp>
        <p:nvSpPr>
          <p:cNvPr id="7" name="object 7"/>
          <p:cNvSpPr txBox="1"/>
          <p:nvPr/>
        </p:nvSpPr>
        <p:spPr>
          <a:xfrm>
            <a:off x="9310941" y="4730625"/>
            <a:ext cx="300570" cy="323850"/>
          </a:xfrm>
          <a:prstGeom prst="rect">
            <a:avLst/>
          </a:prstGeom>
        </p:spPr>
        <p:txBody>
          <a:bodyPr wrap="square" lIns="0" tIns="0" rIns="0" bIns="0" rtlCol="0">
            <a:noAutofit/>
          </a:bodyPr>
          <a:lstStyle/>
          <a:p>
            <a:pPr marL="12700">
              <a:lnSpc>
                <a:spcPts val="2500"/>
              </a:lnSpc>
              <a:spcBef>
                <a:spcPts val="125"/>
              </a:spcBef>
            </a:pPr>
            <a:r>
              <a:rPr sz="2350" spc="-14" dirty="0">
                <a:latin typeface="Times New Roman"/>
                <a:cs typeface="Times New Roman"/>
              </a:rPr>
              <a:t>t</a:t>
            </a:r>
            <a:r>
              <a:rPr sz="2350" dirty="0">
                <a:latin typeface="Times New Roman"/>
                <a:cs typeface="Times New Roman"/>
              </a:rPr>
              <a:t>o</a:t>
            </a:r>
            <a:endParaRPr sz="2350">
              <a:latin typeface="Times New Roman"/>
              <a:cs typeface="Times New Roman"/>
            </a:endParaRPr>
          </a:p>
        </p:txBody>
      </p:sp>
      <p:sp>
        <p:nvSpPr>
          <p:cNvPr id="6" name="object 6"/>
          <p:cNvSpPr txBox="1"/>
          <p:nvPr/>
        </p:nvSpPr>
        <p:spPr>
          <a:xfrm>
            <a:off x="2604770" y="5088765"/>
            <a:ext cx="864956"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realize</a:t>
            </a:r>
            <a:endParaRPr sz="2350">
              <a:latin typeface="Times New Roman"/>
              <a:cs typeface="Times New Roman"/>
            </a:endParaRPr>
          </a:p>
        </p:txBody>
      </p:sp>
      <p:sp>
        <p:nvSpPr>
          <p:cNvPr id="5" name="object 5"/>
          <p:cNvSpPr txBox="1"/>
          <p:nvPr/>
        </p:nvSpPr>
        <p:spPr>
          <a:xfrm>
            <a:off x="3473557" y="5088765"/>
            <a:ext cx="667714" cy="323850"/>
          </a:xfrm>
          <a:prstGeom prst="rect">
            <a:avLst/>
          </a:prstGeom>
        </p:spPr>
        <p:txBody>
          <a:bodyPr wrap="square" lIns="0" tIns="0" rIns="0" bIns="0" rtlCol="0">
            <a:noAutofit/>
          </a:bodyPr>
          <a:lstStyle/>
          <a:p>
            <a:pPr marL="12700">
              <a:lnSpc>
                <a:spcPts val="2500"/>
              </a:lnSpc>
              <a:spcBef>
                <a:spcPts val="125"/>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a:t>
            </a:r>
            <a:endParaRPr sz="2350">
              <a:latin typeface="Times New Roman"/>
              <a:cs typeface="Times New Roman"/>
            </a:endParaRPr>
          </a:p>
        </p:txBody>
      </p:sp>
    </p:spTree>
    <p:extLst>
      <p:ext uri="{BB962C8B-B14F-4D97-AF65-F5344CB8AC3E}">
        <p14:creationId xmlns:p14="http://schemas.microsoft.com/office/powerpoint/2010/main" val="231885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rtlCol="0">
            <a:no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Importance of Service-Oriented Architecture</a:t>
            </a:r>
            <a:endParaRPr lang="en-US" sz="4000"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a:bodyPr>
          <a:lstStyle/>
          <a:p>
            <a:pPr algn="just">
              <a:defRPr/>
            </a:pPr>
            <a:endParaRPr lang="en-US" altLang="en-US" sz="2000" dirty="0"/>
          </a:p>
          <a:p>
            <a:pPr algn="just">
              <a:defRPr/>
            </a:pPr>
            <a:r>
              <a:rPr lang="en-US" altLang="en-US" sz="2000" dirty="0"/>
              <a:t>Web services technology has now advanced so that functionalities available in ERPs and various other systems can easily be published into intranets and internet for remote execution using SOAP, WSDL and UDDI.</a:t>
            </a:r>
          </a:p>
          <a:p>
            <a:pPr marL="0" indent="0" algn="just">
              <a:buNone/>
              <a:defRPr/>
            </a:pPr>
            <a:endParaRPr lang="en-US" altLang="en-US" sz="2000" dirty="0"/>
          </a:p>
          <a:p>
            <a:pPr algn="just">
              <a:defRPr/>
            </a:pPr>
            <a:r>
              <a:rPr lang="en-US" altLang="en-US" sz="2000" dirty="0"/>
              <a:t>SOA, now brings web services implemented using BPM tools.</a:t>
            </a:r>
          </a:p>
          <a:p>
            <a:pPr marL="0" indent="0" algn="just">
              <a:buNone/>
              <a:defRPr/>
            </a:pPr>
            <a:endParaRPr lang="en-US" altLang="en-US" sz="2000" dirty="0"/>
          </a:p>
          <a:p>
            <a:pPr algn="just">
              <a:defRPr/>
            </a:pPr>
            <a:r>
              <a:rPr lang="en-US" altLang="en-US" sz="2000" dirty="0"/>
              <a:t>It makes it possible to automate invocation of web services according to business rules.</a:t>
            </a:r>
          </a:p>
          <a:p>
            <a:pPr>
              <a:defRPr/>
            </a:pPr>
            <a:endParaRPr lang="en-US" dirty="0"/>
          </a:p>
        </p:txBody>
      </p:sp>
    </p:spTree>
    <p:extLst>
      <p:ext uri="{BB962C8B-B14F-4D97-AF65-F5344CB8AC3E}">
        <p14:creationId xmlns:p14="http://schemas.microsoft.com/office/powerpoint/2010/main" val="33922048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7" name="object 17"/>
          <p:cNvSpPr txBox="1"/>
          <p:nvPr/>
        </p:nvSpPr>
        <p:spPr>
          <a:xfrm>
            <a:off x="440710" y="648275"/>
            <a:ext cx="3987756" cy="584200"/>
          </a:xfrm>
          <a:prstGeom prst="rect">
            <a:avLst/>
          </a:prstGeom>
        </p:spPr>
        <p:txBody>
          <a:bodyPr wrap="square" lIns="0" tIns="0" rIns="0" bIns="0" rtlCol="0">
            <a:noAutofit/>
          </a:bodyPr>
          <a:lstStyle/>
          <a:p>
            <a:pPr marL="12700">
              <a:lnSpc>
                <a:spcPts val="4590"/>
              </a:lnSpc>
              <a:spcBef>
                <a:spcPts val="229"/>
              </a:spcBef>
            </a:pPr>
            <a:r>
              <a:rPr sz="4400" spc="4" dirty="0">
                <a:latin typeface="Times New Roman"/>
                <a:cs typeface="Times New Roman"/>
              </a:rPr>
              <a:t>J</a:t>
            </a:r>
            <a:r>
              <a:rPr sz="4400" dirty="0">
                <a:latin typeface="Times New Roman"/>
                <a:cs typeface="Times New Roman"/>
              </a:rPr>
              <a:t>ava EE </a:t>
            </a:r>
            <a:r>
              <a:rPr sz="4400" spc="4" dirty="0">
                <a:latin typeface="Times New Roman"/>
                <a:cs typeface="Times New Roman"/>
              </a:rPr>
              <a:t>p</a:t>
            </a:r>
            <a:r>
              <a:rPr sz="4400" dirty="0">
                <a:latin typeface="Times New Roman"/>
                <a:cs typeface="Times New Roman"/>
              </a:rPr>
              <a:t>l</a:t>
            </a:r>
            <a:r>
              <a:rPr sz="4400" spc="-4" dirty="0">
                <a:latin typeface="Times New Roman"/>
                <a:cs typeface="Times New Roman"/>
              </a:rPr>
              <a:t>a</a:t>
            </a:r>
            <a:r>
              <a:rPr sz="4400" dirty="0">
                <a:latin typeface="Times New Roman"/>
                <a:cs typeface="Times New Roman"/>
              </a:rPr>
              <a:t>tfo</a:t>
            </a:r>
            <a:r>
              <a:rPr sz="4400" spc="-4" dirty="0">
                <a:latin typeface="Times New Roman"/>
                <a:cs typeface="Times New Roman"/>
              </a:rPr>
              <a:t>r</a:t>
            </a:r>
            <a:r>
              <a:rPr sz="4400" dirty="0">
                <a:latin typeface="Times New Roman"/>
                <a:cs typeface="Times New Roman"/>
              </a:rPr>
              <a:t>m</a:t>
            </a:r>
            <a:endParaRPr sz="4400">
              <a:latin typeface="Times New Roman"/>
              <a:cs typeface="Times New Roman"/>
            </a:endParaRPr>
          </a:p>
        </p:txBody>
      </p:sp>
      <p:sp>
        <p:nvSpPr>
          <p:cNvPr id="16" name="object 16"/>
          <p:cNvSpPr txBox="1"/>
          <p:nvPr/>
        </p:nvSpPr>
        <p:spPr>
          <a:xfrm>
            <a:off x="-40112" y="1279356"/>
            <a:ext cx="12170535" cy="4872322"/>
          </a:xfrm>
          <a:prstGeom prst="rect">
            <a:avLst/>
          </a:prstGeom>
        </p:spPr>
        <p:txBody>
          <a:bodyPr wrap="square" lIns="0" tIns="0" rIns="0" bIns="0" rtlCol="0">
            <a:noAutofit/>
          </a:bodyPr>
          <a:lstStyle/>
          <a:p>
            <a:pPr marL="12700" algn="just">
              <a:lnSpc>
                <a:spcPct val="150000"/>
              </a:lnSpc>
              <a:spcBef>
                <a:spcPts val="100"/>
              </a:spcBef>
              <a:buFont typeface="Arial" pitchFamily="34" charset="0"/>
              <a:buChar char="•"/>
            </a:pPr>
            <a:r>
              <a:rPr sz="2400" spc="4" dirty="0">
                <a:latin typeface="Times New Roman"/>
                <a:cs typeface="Times New Roman"/>
              </a:rPr>
              <a:t>I</a:t>
            </a:r>
            <a:r>
              <a:rPr sz="2400" dirty="0">
                <a:latin typeface="Times New Roman"/>
                <a:cs typeface="Times New Roman"/>
              </a:rPr>
              <a:t>n</a:t>
            </a:r>
            <a:r>
              <a:rPr sz="2400" spc="19" dirty="0">
                <a:latin typeface="Times New Roman"/>
                <a:cs typeface="Times New Roman"/>
              </a:rPr>
              <a:t> </a:t>
            </a:r>
            <a:r>
              <a:rPr sz="2400" spc="-9" dirty="0">
                <a:latin typeface="Times New Roman"/>
                <a:cs typeface="Times New Roman"/>
              </a:rPr>
              <a:t>t</a:t>
            </a:r>
            <a:r>
              <a:rPr sz="2400" spc="4" dirty="0">
                <a:latin typeface="Times New Roman"/>
                <a:cs typeface="Times New Roman"/>
              </a:rPr>
              <a:t>h</a:t>
            </a:r>
            <a:r>
              <a:rPr sz="2400" dirty="0">
                <a:latin typeface="Times New Roman"/>
                <a:cs typeface="Times New Roman"/>
              </a:rPr>
              <a:t>e</a:t>
            </a:r>
            <a:r>
              <a:rPr sz="2400" spc="22" dirty="0">
                <a:latin typeface="Times New Roman"/>
                <a:cs typeface="Times New Roman"/>
              </a:rPr>
              <a:t> </a:t>
            </a:r>
            <a:r>
              <a:rPr sz="2400" spc="-9" dirty="0">
                <a:latin typeface="Times New Roman"/>
                <a:cs typeface="Times New Roman"/>
              </a:rPr>
              <a:t>c</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r</a:t>
            </a:r>
            <a:r>
              <a:rPr sz="2400" spc="-9" dirty="0">
                <a:latin typeface="Times New Roman"/>
                <a:cs typeface="Times New Roman"/>
              </a:rPr>
              <a:t>e</a:t>
            </a:r>
            <a:r>
              <a:rPr sz="2400" spc="4" dirty="0">
                <a:latin typeface="Times New Roman"/>
                <a:cs typeface="Times New Roman"/>
              </a:rPr>
              <a:t>n</a:t>
            </a:r>
            <a:r>
              <a:rPr sz="2400" dirty="0">
                <a:latin typeface="Times New Roman"/>
                <a:cs typeface="Times New Roman"/>
              </a:rPr>
              <a:t>t</a:t>
            </a:r>
            <a:r>
              <a:rPr sz="2400" spc="52" dirty="0">
                <a:latin typeface="Times New Roman"/>
                <a:cs typeface="Times New Roman"/>
              </a:rPr>
              <a:t> </a:t>
            </a:r>
            <a:r>
              <a:rPr sz="2400" spc="-9" dirty="0">
                <a:latin typeface="Times New Roman"/>
                <a:cs typeface="Times New Roman"/>
              </a:rPr>
              <a:t>t</a:t>
            </a:r>
            <a:r>
              <a:rPr sz="2400" spc="4" dirty="0">
                <a:latin typeface="Times New Roman"/>
                <a:cs typeface="Times New Roman"/>
              </a:rPr>
              <a:t>r</a:t>
            </a:r>
            <a:r>
              <a:rPr sz="2400" spc="-9" dirty="0">
                <a:latin typeface="Times New Roman"/>
                <a:cs typeface="Times New Roman"/>
              </a:rPr>
              <a:t>e</a:t>
            </a:r>
            <a:r>
              <a:rPr sz="2400" spc="4" dirty="0">
                <a:latin typeface="Times New Roman"/>
                <a:cs typeface="Times New Roman"/>
              </a:rPr>
              <a:t>n</a:t>
            </a:r>
            <a:r>
              <a:rPr sz="2400" dirty="0">
                <a:latin typeface="Times New Roman"/>
                <a:cs typeface="Times New Roman"/>
              </a:rPr>
              <a:t>d</a:t>
            </a:r>
            <a:r>
              <a:rPr sz="2400" spc="47" dirty="0">
                <a:latin typeface="Times New Roman"/>
                <a:cs typeface="Times New Roman"/>
              </a:rPr>
              <a:t> </a:t>
            </a:r>
            <a:r>
              <a:rPr sz="2400" dirty="0">
                <a:latin typeface="Times New Roman"/>
                <a:cs typeface="Times New Roman"/>
              </a:rPr>
              <a:t>SO</a:t>
            </a:r>
            <a:r>
              <a:rPr sz="2400" spc="4" dirty="0">
                <a:latin typeface="Times New Roman"/>
                <a:cs typeface="Times New Roman"/>
              </a:rPr>
              <a:t>A</a:t>
            </a:r>
            <a:r>
              <a:rPr sz="2400" dirty="0">
                <a:latin typeface="Times New Roman"/>
                <a:cs typeface="Times New Roman"/>
              </a:rPr>
              <a:t>'s</a:t>
            </a:r>
            <a:r>
              <a:rPr sz="2400" spc="47" dirty="0">
                <a:latin typeface="Times New Roman"/>
                <a:cs typeface="Times New Roman"/>
              </a:rPr>
              <a:t> </a:t>
            </a:r>
            <a:r>
              <a:rPr sz="2400" spc="9" dirty="0">
                <a:latin typeface="Times New Roman"/>
                <a:cs typeface="Times New Roman"/>
              </a:rPr>
              <a:t>a</a:t>
            </a:r>
            <a:r>
              <a:rPr sz="2400" dirty="0">
                <a:latin typeface="Times New Roman"/>
                <a:cs typeface="Times New Roman"/>
              </a:rPr>
              <a:t>re</a:t>
            </a:r>
            <a:r>
              <a:rPr sz="2400" spc="22" dirty="0">
                <a:latin typeface="Times New Roman"/>
                <a:cs typeface="Times New Roman"/>
              </a:rPr>
              <a:t> </a:t>
            </a:r>
            <a:r>
              <a:rPr sz="2400" spc="4" dirty="0">
                <a:latin typeface="Times New Roman"/>
                <a:cs typeface="Times New Roman"/>
              </a:rPr>
              <a:t>r</a:t>
            </a:r>
            <a:r>
              <a:rPr sz="2400" dirty="0">
                <a:latin typeface="Times New Roman"/>
                <a:cs typeface="Times New Roman"/>
              </a:rPr>
              <a:t>e</a:t>
            </a:r>
            <a:r>
              <a:rPr sz="2400" spc="-9" dirty="0">
                <a:latin typeface="Times New Roman"/>
                <a:cs typeface="Times New Roman"/>
              </a:rPr>
              <a:t>a</a:t>
            </a:r>
            <a:r>
              <a:rPr sz="2400" dirty="0">
                <a:latin typeface="Times New Roman"/>
                <a:cs typeface="Times New Roman"/>
              </a:rPr>
              <a:t>li</a:t>
            </a:r>
            <a:r>
              <a:rPr sz="2400" spc="-9" dirty="0">
                <a:latin typeface="Times New Roman"/>
                <a:cs typeface="Times New Roman"/>
              </a:rPr>
              <a:t>z</a:t>
            </a:r>
            <a:r>
              <a:rPr sz="2400" dirty="0">
                <a:latin typeface="Times New Roman"/>
                <a:cs typeface="Times New Roman"/>
              </a:rPr>
              <a:t>ed</a:t>
            </a:r>
            <a:r>
              <a:rPr sz="2400" spc="63" dirty="0">
                <a:latin typeface="Times New Roman"/>
                <a:cs typeface="Times New Roman"/>
              </a:rPr>
              <a:t> </a:t>
            </a:r>
            <a:r>
              <a:rPr sz="2400" spc="-9" dirty="0">
                <a:latin typeface="Times New Roman"/>
                <a:cs typeface="Times New Roman"/>
              </a:rPr>
              <a:t>t</a:t>
            </a:r>
            <a:r>
              <a:rPr sz="2400" spc="4" dirty="0">
                <a:latin typeface="Times New Roman"/>
                <a:cs typeface="Times New Roman"/>
              </a:rPr>
              <a:t>h</a:t>
            </a:r>
            <a:r>
              <a:rPr sz="2400" dirty="0">
                <a:latin typeface="Times New Roman"/>
                <a:cs typeface="Times New Roman"/>
              </a:rPr>
              <a:t>r</a:t>
            </a:r>
            <a:r>
              <a:rPr sz="2400" spc="4" dirty="0">
                <a:latin typeface="Times New Roman"/>
                <a:cs typeface="Times New Roman"/>
              </a:rPr>
              <a:t>ou</a:t>
            </a:r>
            <a:r>
              <a:rPr sz="2400" spc="-4" dirty="0">
                <a:latin typeface="Times New Roman"/>
                <a:cs typeface="Times New Roman"/>
              </a:rPr>
              <a:t>g</a:t>
            </a:r>
            <a:r>
              <a:rPr sz="2400" dirty="0">
                <a:latin typeface="Times New Roman"/>
                <a:cs typeface="Times New Roman"/>
              </a:rPr>
              <a:t>h</a:t>
            </a:r>
            <a:r>
              <a:rPr sz="2400" spc="57" dirty="0">
                <a:latin typeface="Times New Roman"/>
                <a:cs typeface="Times New Roman"/>
              </a:rPr>
              <a:t> </a:t>
            </a:r>
            <a:r>
              <a:rPr sz="2400" spc="4" dirty="0">
                <a:latin typeface="Times New Roman"/>
                <a:cs typeface="Times New Roman"/>
              </a:rPr>
              <a:t>w</a:t>
            </a:r>
            <a:r>
              <a:rPr sz="2400" dirty="0">
                <a:latin typeface="Times New Roman"/>
                <a:cs typeface="Times New Roman"/>
              </a:rPr>
              <a:t>eb</a:t>
            </a:r>
            <a:r>
              <a:rPr sz="2400" spc="30" dirty="0">
                <a:latin typeface="Times New Roman"/>
                <a:cs typeface="Times New Roman"/>
              </a:rPr>
              <a:t> </a:t>
            </a:r>
            <a:r>
              <a:rPr sz="2400" dirty="0">
                <a:latin typeface="Times New Roman"/>
                <a:cs typeface="Times New Roman"/>
              </a:rPr>
              <a:t>se</a:t>
            </a:r>
            <a:r>
              <a:rPr sz="2400" spc="4" dirty="0">
                <a:latin typeface="Times New Roman"/>
                <a:cs typeface="Times New Roman"/>
              </a:rPr>
              <a:t>r</a:t>
            </a:r>
            <a:r>
              <a:rPr sz="2400" spc="-4" dirty="0">
                <a:latin typeface="Times New Roman"/>
                <a:cs typeface="Times New Roman"/>
              </a:rPr>
              <a:t>v</a:t>
            </a:r>
            <a:r>
              <a:rPr sz="2400" dirty="0">
                <a:latin typeface="Times New Roman"/>
                <a:cs typeface="Times New Roman"/>
              </a:rPr>
              <a:t>ic</a:t>
            </a:r>
            <a:r>
              <a:rPr sz="2400" spc="-10" dirty="0">
                <a:latin typeface="Times New Roman"/>
                <a:cs typeface="Times New Roman"/>
              </a:rPr>
              <a:t>e</a:t>
            </a:r>
            <a:r>
              <a:rPr sz="2400" dirty="0">
                <a:latin typeface="Times New Roman"/>
                <a:cs typeface="Times New Roman"/>
              </a:rPr>
              <a:t>s</a:t>
            </a:r>
          </a:p>
          <a:p>
            <a:pPr marL="12700" algn="just">
              <a:lnSpc>
                <a:spcPct val="150000"/>
              </a:lnSpc>
              <a:spcBef>
                <a:spcPts val="100"/>
              </a:spcBef>
              <a:buFont typeface="Arial" pitchFamily="34" charset="0"/>
              <a:buChar char="•"/>
            </a:pP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J</a:t>
            </a:r>
            <a:r>
              <a:rPr sz="2400" spc="-9" dirty="0">
                <a:latin typeface="Times New Roman"/>
                <a:cs typeface="Times New Roman"/>
              </a:rPr>
              <a:t>a</a:t>
            </a:r>
            <a:r>
              <a:rPr sz="2400" spc="4" dirty="0">
                <a:latin typeface="Times New Roman"/>
                <a:cs typeface="Times New Roman"/>
              </a:rPr>
              <a:t>v</a:t>
            </a:r>
            <a:r>
              <a:rPr sz="2400" dirty="0">
                <a:latin typeface="Times New Roman"/>
                <a:cs typeface="Times New Roman"/>
              </a:rPr>
              <a:t>a</a:t>
            </a:r>
            <a:r>
              <a:rPr sz="2400" spc="32" dirty="0">
                <a:latin typeface="Times New Roman"/>
                <a:cs typeface="Times New Roman"/>
              </a:rPr>
              <a:t> </a:t>
            </a:r>
            <a:r>
              <a:rPr sz="2400" spc="-14" dirty="0">
                <a:latin typeface="Times New Roman"/>
                <a:cs typeface="Times New Roman"/>
              </a:rPr>
              <a:t>E</a:t>
            </a:r>
            <a:r>
              <a:rPr sz="2400" dirty="0">
                <a:latin typeface="Times New Roman"/>
                <a:cs typeface="Times New Roman"/>
              </a:rPr>
              <a:t>E</a:t>
            </a:r>
            <a:r>
              <a:rPr sz="2400" spc="32" dirty="0">
                <a:latin typeface="Times New Roman"/>
                <a:cs typeface="Times New Roman"/>
              </a:rPr>
              <a:t> </a:t>
            </a:r>
            <a:r>
              <a:rPr sz="2400" spc="-4" dirty="0">
                <a:latin typeface="Times New Roman"/>
                <a:cs typeface="Times New Roman"/>
              </a:rPr>
              <a:t>p</a:t>
            </a:r>
            <a:r>
              <a:rPr sz="2400" dirty="0">
                <a:latin typeface="Times New Roman"/>
                <a:cs typeface="Times New Roman"/>
              </a:rPr>
              <a:t>l</a:t>
            </a:r>
            <a:r>
              <a:rPr sz="2400" spc="-9" dirty="0">
                <a:latin typeface="Times New Roman"/>
                <a:cs typeface="Times New Roman"/>
              </a:rPr>
              <a:t>a</a:t>
            </a:r>
            <a:r>
              <a:rPr sz="2400" dirty="0">
                <a:latin typeface="Times New Roman"/>
                <a:cs typeface="Times New Roman"/>
              </a:rPr>
              <a:t>t</a:t>
            </a:r>
            <a:r>
              <a:rPr sz="2400" spc="-4" dirty="0">
                <a:latin typeface="Times New Roman"/>
                <a:cs typeface="Times New Roman"/>
              </a:rPr>
              <a:t>f</a:t>
            </a:r>
            <a:r>
              <a:rPr sz="2400" spc="4" dirty="0">
                <a:latin typeface="Times New Roman"/>
                <a:cs typeface="Times New Roman"/>
              </a:rPr>
              <a:t>or</a:t>
            </a:r>
            <a:r>
              <a:rPr sz="2400" dirty="0">
                <a:latin typeface="Times New Roman"/>
                <a:cs typeface="Times New Roman"/>
              </a:rPr>
              <a:t>m</a:t>
            </a:r>
            <a:r>
              <a:rPr sz="2400" spc="53" dirty="0">
                <a:latin typeface="Times New Roman"/>
                <a:cs typeface="Times New Roman"/>
              </a:rPr>
              <a:t> </a:t>
            </a:r>
            <a:r>
              <a:rPr sz="2400" dirty="0">
                <a:latin typeface="Times New Roman"/>
                <a:cs typeface="Times New Roman"/>
              </a:rPr>
              <a:t>ena</a:t>
            </a:r>
            <a:r>
              <a:rPr sz="2400" spc="-4" dirty="0">
                <a:latin typeface="Times New Roman"/>
                <a:cs typeface="Times New Roman"/>
              </a:rPr>
              <a:t>b</a:t>
            </a:r>
            <a:r>
              <a:rPr sz="2400" dirty="0">
                <a:latin typeface="Times New Roman"/>
                <a:cs typeface="Times New Roman"/>
              </a:rPr>
              <a:t>les</a:t>
            </a:r>
            <a:r>
              <a:rPr sz="2400" spc="55" dirty="0">
                <a:latin typeface="Times New Roman"/>
                <a:cs typeface="Times New Roman"/>
              </a:rPr>
              <a:t> </a:t>
            </a:r>
            <a:r>
              <a:rPr sz="2400" spc="-4" dirty="0">
                <a:latin typeface="Times New Roman"/>
                <a:cs typeface="Times New Roman"/>
              </a:rPr>
              <a:t>y</a:t>
            </a:r>
            <a:r>
              <a:rPr sz="2400" spc="4" dirty="0">
                <a:latin typeface="Times New Roman"/>
                <a:cs typeface="Times New Roman"/>
              </a:rPr>
              <a:t>o</a:t>
            </a:r>
            <a:r>
              <a:rPr sz="2400" dirty="0">
                <a:latin typeface="Times New Roman"/>
                <a:cs typeface="Times New Roman"/>
              </a:rPr>
              <a:t>u</a:t>
            </a:r>
            <a:r>
              <a:rPr sz="2400" spc="27" dirty="0">
                <a:latin typeface="Times New Roman"/>
                <a:cs typeface="Times New Roman"/>
              </a:rPr>
              <a:t> </a:t>
            </a:r>
            <a:r>
              <a:rPr sz="2400" dirty="0">
                <a:latin typeface="Times New Roman"/>
                <a:cs typeface="Times New Roman"/>
              </a:rPr>
              <a:t>to</a:t>
            </a:r>
            <a:r>
              <a:rPr sz="2400" spc="14" dirty="0">
                <a:latin typeface="Times New Roman"/>
                <a:cs typeface="Times New Roman"/>
              </a:rPr>
              <a:t> </a:t>
            </a:r>
            <a:r>
              <a:rPr sz="2400" spc="4" dirty="0">
                <a:latin typeface="Times New Roman"/>
                <a:cs typeface="Times New Roman"/>
              </a:rPr>
              <a:t>b</a:t>
            </a:r>
            <a:r>
              <a:rPr sz="2400" spc="-4" dirty="0">
                <a:latin typeface="Times New Roman"/>
                <a:cs typeface="Times New Roman"/>
              </a:rPr>
              <a:t>u</a:t>
            </a:r>
            <a:r>
              <a:rPr sz="2400" dirty="0">
                <a:latin typeface="Times New Roman"/>
                <a:cs typeface="Times New Roman"/>
              </a:rPr>
              <a:t>i</a:t>
            </a:r>
            <a:r>
              <a:rPr sz="2400" spc="-9" dirty="0">
                <a:latin typeface="Times New Roman"/>
                <a:cs typeface="Times New Roman"/>
              </a:rPr>
              <a:t>l</a:t>
            </a:r>
            <a:r>
              <a:rPr sz="2400" dirty="0">
                <a:latin typeface="Times New Roman"/>
                <a:cs typeface="Times New Roman"/>
              </a:rPr>
              <a:t>d</a:t>
            </a:r>
            <a:r>
              <a:rPr sz="2400" spc="47" dirty="0">
                <a:latin typeface="Times New Roman"/>
                <a:cs typeface="Times New Roman"/>
              </a:rPr>
              <a:t> </a:t>
            </a:r>
            <a:r>
              <a:rPr sz="2400" dirty="0">
                <a:latin typeface="Times New Roman"/>
                <a:cs typeface="Times New Roman"/>
              </a:rPr>
              <a:t>a</a:t>
            </a:r>
            <a:r>
              <a:rPr sz="2400" spc="-4" dirty="0">
                <a:latin typeface="Times New Roman"/>
                <a:cs typeface="Times New Roman"/>
              </a:rPr>
              <a:t>n</a:t>
            </a:r>
            <a:r>
              <a:rPr sz="2400" dirty="0">
                <a:latin typeface="Times New Roman"/>
                <a:cs typeface="Times New Roman"/>
              </a:rPr>
              <a:t>d</a:t>
            </a:r>
            <a:r>
              <a:rPr sz="2400" spc="36" dirty="0">
                <a:latin typeface="Times New Roman"/>
                <a:cs typeface="Times New Roman"/>
              </a:rPr>
              <a:t> </a:t>
            </a:r>
            <a:r>
              <a:rPr sz="2400" spc="4" dirty="0">
                <a:latin typeface="Times New Roman"/>
                <a:cs typeface="Times New Roman"/>
              </a:rPr>
              <a:t>d</a:t>
            </a:r>
            <a:r>
              <a:rPr sz="2400" spc="-10" dirty="0">
                <a:latin typeface="Times New Roman"/>
                <a:cs typeface="Times New Roman"/>
              </a:rPr>
              <a:t>e</a:t>
            </a:r>
            <a:r>
              <a:rPr sz="2400" spc="4" dirty="0">
                <a:latin typeface="Times New Roman"/>
                <a:cs typeface="Times New Roman"/>
              </a:rPr>
              <a:t>p</a:t>
            </a:r>
            <a:r>
              <a:rPr sz="2400" spc="-10" dirty="0">
                <a:latin typeface="Times New Roman"/>
                <a:cs typeface="Times New Roman"/>
              </a:rPr>
              <a:t>l</a:t>
            </a:r>
            <a:r>
              <a:rPr sz="2400" spc="4" dirty="0">
                <a:latin typeface="Times New Roman"/>
                <a:cs typeface="Times New Roman"/>
              </a:rPr>
              <a:t>o</a:t>
            </a:r>
            <a:r>
              <a:rPr sz="2400" dirty="0">
                <a:latin typeface="Times New Roman"/>
                <a:cs typeface="Times New Roman"/>
              </a:rPr>
              <a:t>y</a:t>
            </a:r>
            <a:r>
              <a:rPr lang="en-US" sz="2400" dirty="0">
                <a:latin typeface="Times New Roman"/>
                <a:cs typeface="Times New Roman"/>
              </a:rPr>
              <a:t> web</a:t>
            </a:r>
            <a:r>
              <a:rPr lang="en-US" sz="2400" spc="30" dirty="0">
                <a:latin typeface="Times New Roman"/>
                <a:cs typeface="Times New Roman"/>
              </a:rPr>
              <a:t> </a:t>
            </a:r>
            <a:r>
              <a:rPr lang="en-US" sz="2400" spc="9" dirty="0">
                <a:latin typeface="Times New Roman"/>
                <a:cs typeface="Times New Roman"/>
              </a:rPr>
              <a:t>s</a:t>
            </a:r>
            <a:r>
              <a:rPr lang="en-US" sz="2400" spc="-9"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r>
              <a:rPr lang="en-US" sz="2400" spc="59" dirty="0">
                <a:latin typeface="Times New Roman"/>
                <a:cs typeface="Times New Roman"/>
              </a:rPr>
              <a:t> </a:t>
            </a:r>
            <a:r>
              <a:rPr lang="en-US" sz="2400" spc="-9" dirty="0">
                <a:latin typeface="Times New Roman"/>
                <a:cs typeface="Times New Roman"/>
              </a:rPr>
              <a:t>i</a:t>
            </a:r>
            <a:r>
              <a:rPr lang="en-US" sz="2400" dirty="0">
                <a:latin typeface="Times New Roman"/>
                <a:cs typeface="Times New Roman"/>
              </a:rPr>
              <a:t>n</a:t>
            </a:r>
            <a:r>
              <a:rPr lang="en-US" sz="2400" spc="14" dirty="0">
                <a:latin typeface="Times New Roman"/>
                <a:cs typeface="Times New Roman"/>
              </a:rPr>
              <a:t> </a:t>
            </a:r>
            <a:r>
              <a:rPr lang="en-US" sz="2400" spc="4" dirty="0">
                <a:latin typeface="Times New Roman"/>
                <a:cs typeface="Times New Roman"/>
              </a:rPr>
              <a:t>yo</a:t>
            </a:r>
            <a:r>
              <a:rPr lang="en-US" sz="2400" spc="-4" dirty="0">
                <a:latin typeface="Times New Roman"/>
                <a:cs typeface="Times New Roman"/>
              </a:rPr>
              <a:t>u</a:t>
            </a:r>
            <a:r>
              <a:rPr lang="en-US" sz="2400" dirty="0">
                <a:latin typeface="Times New Roman"/>
                <a:cs typeface="Times New Roman"/>
              </a:rPr>
              <a:t>r</a:t>
            </a:r>
            <a:r>
              <a:rPr lang="en-US" sz="2400" spc="43" dirty="0">
                <a:latin typeface="Times New Roman"/>
                <a:cs typeface="Times New Roman"/>
              </a:rPr>
              <a:t> </a:t>
            </a:r>
            <a:r>
              <a:rPr lang="en-US" sz="2400" dirty="0">
                <a:latin typeface="Times New Roman"/>
                <a:cs typeface="Times New Roman"/>
              </a:rPr>
              <a:t>IT</a:t>
            </a:r>
            <a:r>
              <a:rPr lang="en-US" sz="2400" spc="17" dirty="0">
                <a:latin typeface="Times New Roman"/>
                <a:cs typeface="Times New Roman"/>
              </a:rPr>
              <a:t> </a:t>
            </a:r>
            <a:r>
              <a:rPr lang="en-US" sz="2400" spc="-9"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f</a:t>
            </a:r>
            <a:r>
              <a:rPr lang="en-US" sz="2400" spc="4" dirty="0">
                <a:latin typeface="Times New Roman"/>
                <a:cs typeface="Times New Roman"/>
              </a:rPr>
              <a:t>r</a:t>
            </a:r>
            <a:r>
              <a:rPr lang="en-US" sz="2400" dirty="0">
                <a:latin typeface="Times New Roman"/>
                <a:cs typeface="Times New Roman"/>
              </a:rPr>
              <a:t>as</a:t>
            </a:r>
            <a:r>
              <a:rPr lang="en-US" sz="2400" spc="-9" dirty="0">
                <a:latin typeface="Times New Roman"/>
                <a:cs typeface="Times New Roman"/>
              </a:rPr>
              <a:t>t</a:t>
            </a:r>
            <a:r>
              <a:rPr lang="en-US" sz="2400" spc="4" dirty="0">
                <a:latin typeface="Times New Roman"/>
                <a:cs typeface="Times New Roman"/>
              </a:rPr>
              <a:t>r</a:t>
            </a:r>
            <a:r>
              <a:rPr lang="en-US" sz="2400" spc="-4" dirty="0">
                <a:latin typeface="Times New Roman"/>
                <a:cs typeface="Times New Roman"/>
              </a:rPr>
              <a:t>u</a:t>
            </a:r>
            <a:r>
              <a:rPr lang="en-US" sz="2400" dirty="0">
                <a:latin typeface="Times New Roman"/>
                <a:cs typeface="Times New Roman"/>
              </a:rPr>
              <a:t>ct</a:t>
            </a:r>
            <a:r>
              <a:rPr lang="en-US" sz="2400" spc="-9" dirty="0">
                <a:latin typeface="Times New Roman"/>
                <a:cs typeface="Times New Roman"/>
              </a:rPr>
              <a:t>u</a:t>
            </a:r>
            <a:r>
              <a:rPr lang="en-US" sz="2400" spc="4" dirty="0">
                <a:latin typeface="Times New Roman"/>
                <a:cs typeface="Times New Roman"/>
              </a:rPr>
              <a:t>r</a:t>
            </a:r>
            <a:r>
              <a:rPr lang="en-US" sz="2400" dirty="0">
                <a:latin typeface="Times New Roman"/>
                <a:cs typeface="Times New Roman"/>
              </a:rPr>
              <a:t>e</a:t>
            </a:r>
            <a:r>
              <a:rPr lang="en-US" sz="2400" spc="99" dirty="0">
                <a:latin typeface="Times New Roman"/>
                <a:cs typeface="Times New Roman"/>
              </a:rPr>
              <a:t> </a:t>
            </a:r>
            <a:r>
              <a:rPr lang="en-US" sz="2400" spc="4" dirty="0">
                <a:latin typeface="Times New Roman"/>
                <a:cs typeface="Times New Roman"/>
              </a:rPr>
              <a:t>o</a:t>
            </a:r>
            <a:r>
              <a:rPr lang="en-US" sz="2400" dirty="0">
                <a:latin typeface="Times New Roman"/>
                <a:cs typeface="Times New Roman"/>
              </a:rPr>
              <a:t>n</a:t>
            </a:r>
            <a:r>
              <a:rPr lang="en-US" sz="2400" spc="18" dirty="0">
                <a:latin typeface="Times New Roman"/>
                <a:cs typeface="Times New Roman"/>
              </a:rPr>
              <a:t> </a:t>
            </a:r>
            <a:r>
              <a:rPr lang="en-US" sz="2400" dirty="0">
                <a:latin typeface="Times New Roman"/>
                <a:cs typeface="Times New Roman"/>
              </a:rPr>
              <a:t>the</a:t>
            </a:r>
            <a:r>
              <a:rPr lang="en-US" sz="2400" spc="22" dirty="0">
                <a:latin typeface="Times New Roman"/>
                <a:cs typeface="Times New Roman"/>
              </a:rPr>
              <a:t> </a:t>
            </a:r>
            <a:r>
              <a:rPr lang="en-US" sz="2400" dirty="0">
                <a:latin typeface="Times New Roman"/>
                <a:cs typeface="Times New Roman"/>
              </a:rPr>
              <a:t>ap</a:t>
            </a:r>
            <a:r>
              <a:rPr lang="en-US" sz="2400" spc="-4" dirty="0">
                <a:latin typeface="Times New Roman"/>
                <a:cs typeface="Times New Roman"/>
              </a:rPr>
              <a:t>p</a:t>
            </a:r>
            <a:r>
              <a:rPr lang="en-US" sz="2400" dirty="0">
                <a:latin typeface="Times New Roman"/>
                <a:cs typeface="Times New Roman"/>
              </a:rPr>
              <a:t>l</a:t>
            </a:r>
            <a:r>
              <a:rPr lang="en-US" sz="2400" spc="-9" dirty="0">
                <a:latin typeface="Times New Roman"/>
                <a:cs typeface="Times New Roman"/>
              </a:rPr>
              <a:t>i</a:t>
            </a:r>
            <a:r>
              <a:rPr lang="en-US" sz="2400" dirty="0">
                <a:latin typeface="Times New Roman"/>
                <a:cs typeface="Times New Roman"/>
              </a:rPr>
              <a:t>cat</a:t>
            </a:r>
            <a:r>
              <a:rPr lang="en-US" sz="2400" spc="-14" dirty="0">
                <a:latin typeface="Times New Roman"/>
                <a:cs typeface="Times New Roman"/>
              </a:rPr>
              <a:t>i</a:t>
            </a:r>
            <a:r>
              <a:rPr lang="en-US" sz="2400" spc="4" dirty="0">
                <a:latin typeface="Times New Roman"/>
                <a:cs typeface="Times New Roman"/>
              </a:rPr>
              <a:t>o</a:t>
            </a:r>
            <a:r>
              <a:rPr lang="en-US" sz="2400" dirty="0">
                <a:latin typeface="Times New Roman"/>
                <a:cs typeface="Times New Roman"/>
              </a:rPr>
              <a:t>n</a:t>
            </a:r>
            <a:r>
              <a:rPr lang="en-US" sz="2400" spc="82"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er </a:t>
            </a:r>
            <a:r>
              <a:rPr lang="en-US" sz="2400" spc="-4" dirty="0">
                <a:latin typeface="Times New Roman"/>
                <a:cs typeface="Times New Roman"/>
              </a:rPr>
              <a:t>p</a:t>
            </a:r>
            <a:r>
              <a:rPr lang="en-US" sz="2400" dirty="0">
                <a:latin typeface="Times New Roman"/>
                <a:cs typeface="Times New Roman"/>
              </a:rPr>
              <a:t>l</a:t>
            </a:r>
            <a:r>
              <a:rPr lang="en-US" sz="2400" spc="-10" dirty="0">
                <a:latin typeface="Times New Roman"/>
                <a:cs typeface="Times New Roman"/>
              </a:rPr>
              <a:t>a</a:t>
            </a:r>
            <a:r>
              <a:rPr lang="en-US" sz="2400" dirty="0">
                <a:latin typeface="Times New Roman"/>
                <a:cs typeface="Times New Roman"/>
              </a:rPr>
              <a:t>t</a:t>
            </a:r>
            <a:r>
              <a:rPr lang="en-US" sz="2400" spc="4" dirty="0">
                <a:latin typeface="Times New Roman"/>
                <a:cs typeface="Times New Roman"/>
              </a:rPr>
              <a:t>f</a:t>
            </a:r>
            <a:r>
              <a:rPr lang="en-US" sz="2400" spc="-4" dirty="0">
                <a:latin typeface="Times New Roman"/>
                <a:cs typeface="Times New Roman"/>
              </a:rPr>
              <a:t>o</a:t>
            </a:r>
            <a:r>
              <a:rPr lang="en-US" sz="2400" spc="4" dirty="0">
                <a:latin typeface="Times New Roman"/>
                <a:cs typeface="Times New Roman"/>
              </a:rPr>
              <a:t>r</a:t>
            </a:r>
            <a:r>
              <a:rPr lang="en-US" sz="2400" dirty="0">
                <a:latin typeface="Times New Roman"/>
                <a:cs typeface="Times New Roman"/>
              </a:rPr>
              <a:t>m </a:t>
            </a: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ov</a:t>
            </a:r>
            <a:r>
              <a:rPr lang="en-US" sz="2400" spc="-9" dirty="0">
                <a:latin typeface="Times New Roman"/>
                <a:cs typeface="Times New Roman"/>
              </a:rPr>
              <a:t>i</a:t>
            </a:r>
            <a:r>
              <a:rPr lang="en-US" sz="2400" spc="4" dirty="0">
                <a:latin typeface="Times New Roman"/>
                <a:cs typeface="Times New Roman"/>
              </a:rPr>
              <a:t>d</a:t>
            </a:r>
            <a:r>
              <a:rPr lang="en-US" sz="2400" spc="-9" dirty="0">
                <a:latin typeface="Times New Roman"/>
                <a:cs typeface="Times New Roman"/>
              </a:rPr>
              <a:t>e</a:t>
            </a:r>
            <a:r>
              <a:rPr lang="en-US" sz="2400" dirty="0">
                <a:latin typeface="Times New Roman"/>
                <a:cs typeface="Times New Roman"/>
              </a:rPr>
              <a:t>s</a:t>
            </a:r>
            <a:r>
              <a:rPr lang="en-US" sz="2400" spc="73" dirty="0">
                <a:latin typeface="Times New Roman"/>
                <a:cs typeface="Times New Roman"/>
              </a:rPr>
              <a:t> </a:t>
            </a:r>
            <a:r>
              <a:rPr lang="en-US" sz="2400" dirty="0">
                <a:latin typeface="Times New Roman"/>
                <a:cs typeface="Times New Roman"/>
              </a:rPr>
              <a:t>the</a:t>
            </a:r>
            <a:r>
              <a:rPr lang="en-US" sz="2400" spc="22" dirty="0">
                <a:latin typeface="Times New Roman"/>
                <a:cs typeface="Times New Roman"/>
              </a:rPr>
              <a:t> </a:t>
            </a:r>
            <a:r>
              <a:rPr lang="en-US" sz="2400" dirty="0">
                <a:latin typeface="Times New Roman"/>
                <a:cs typeface="Times New Roman"/>
              </a:rPr>
              <a:t>t</a:t>
            </a:r>
            <a:r>
              <a:rPr lang="en-US" sz="2400" spc="-4" dirty="0">
                <a:latin typeface="Times New Roman"/>
                <a:cs typeface="Times New Roman"/>
              </a:rPr>
              <a:t>o</a:t>
            </a:r>
            <a:r>
              <a:rPr lang="en-US" sz="2400" spc="4" dirty="0">
                <a:latin typeface="Times New Roman"/>
                <a:cs typeface="Times New Roman"/>
              </a:rPr>
              <a:t>o</a:t>
            </a:r>
            <a:r>
              <a:rPr lang="en-US" sz="2400" dirty="0">
                <a:latin typeface="Times New Roman"/>
                <a:cs typeface="Times New Roman"/>
              </a:rPr>
              <a:t>ls</a:t>
            </a:r>
            <a:r>
              <a:rPr lang="en-US" sz="2400" spc="35" dirty="0">
                <a:latin typeface="Times New Roman"/>
                <a:cs typeface="Times New Roman"/>
              </a:rPr>
              <a:t> </a:t>
            </a:r>
            <a:r>
              <a:rPr lang="en-US" sz="2400" spc="-4" dirty="0">
                <a:latin typeface="Times New Roman"/>
                <a:cs typeface="Times New Roman"/>
              </a:rPr>
              <a:t>y</a:t>
            </a:r>
            <a:r>
              <a:rPr lang="en-US" sz="2400" spc="4" dirty="0">
                <a:latin typeface="Times New Roman"/>
                <a:cs typeface="Times New Roman"/>
              </a:rPr>
              <a:t>o</a:t>
            </a:r>
            <a:r>
              <a:rPr lang="en-US" sz="2400" dirty="0">
                <a:latin typeface="Times New Roman"/>
                <a:cs typeface="Times New Roman"/>
              </a:rPr>
              <a:t>u</a:t>
            </a:r>
            <a:r>
              <a:rPr lang="en-US" sz="2400" spc="27" dirty="0">
                <a:latin typeface="Times New Roman"/>
                <a:cs typeface="Times New Roman"/>
              </a:rPr>
              <a:t> </a:t>
            </a:r>
            <a:r>
              <a:rPr lang="en-US" sz="2400" spc="4" dirty="0">
                <a:latin typeface="Times New Roman"/>
                <a:cs typeface="Times New Roman"/>
              </a:rPr>
              <a:t>n</a:t>
            </a:r>
            <a:r>
              <a:rPr lang="en-US" sz="2400" dirty="0">
                <a:latin typeface="Times New Roman"/>
                <a:cs typeface="Times New Roman"/>
              </a:rPr>
              <a:t>eed</a:t>
            </a:r>
            <a:r>
              <a:rPr lang="en-US" sz="2400" spc="34" dirty="0">
                <a:latin typeface="Times New Roman"/>
                <a:cs typeface="Times New Roman"/>
              </a:rPr>
              <a:t> </a:t>
            </a:r>
            <a:r>
              <a:rPr lang="en-US" sz="2400" spc="-9" dirty="0">
                <a:latin typeface="Times New Roman"/>
                <a:cs typeface="Times New Roman"/>
              </a:rPr>
              <a:t>t</a:t>
            </a:r>
            <a:r>
              <a:rPr lang="en-US" sz="2400" dirty="0">
                <a:latin typeface="Times New Roman"/>
                <a:cs typeface="Times New Roman"/>
              </a:rPr>
              <a:t>o</a:t>
            </a:r>
            <a:r>
              <a:rPr lang="en-US" sz="2400" spc="24" dirty="0">
                <a:latin typeface="Times New Roman"/>
                <a:cs typeface="Times New Roman"/>
              </a:rPr>
              <a:t> </a:t>
            </a:r>
            <a:r>
              <a:rPr lang="en-US" sz="2400" spc="4" dirty="0">
                <a:latin typeface="Times New Roman"/>
                <a:cs typeface="Times New Roman"/>
              </a:rPr>
              <a:t>q</a:t>
            </a:r>
            <a:r>
              <a:rPr lang="en-US" sz="2400" spc="-4" dirty="0">
                <a:latin typeface="Times New Roman"/>
                <a:cs typeface="Times New Roman"/>
              </a:rPr>
              <a:t>u</a:t>
            </a:r>
            <a:r>
              <a:rPr lang="en-US" sz="2400" dirty="0">
                <a:latin typeface="Times New Roman"/>
                <a:cs typeface="Times New Roman"/>
              </a:rPr>
              <a:t>i</a:t>
            </a:r>
            <a:r>
              <a:rPr lang="en-US" sz="2400" spc="-9" dirty="0">
                <a:latin typeface="Times New Roman"/>
                <a:cs typeface="Times New Roman"/>
              </a:rPr>
              <a:t>c</a:t>
            </a:r>
            <a:r>
              <a:rPr lang="en-US" sz="2400" spc="4" dirty="0">
                <a:latin typeface="Times New Roman"/>
                <a:cs typeface="Times New Roman"/>
              </a:rPr>
              <a:t>k</a:t>
            </a:r>
            <a:r>
              <a:rPr lang="en-US" sz="2400" dirty="0">
                <a:latin typeface="Times New Roman"/>
                <a:cs typeface="Times New Roman"/>
              </a:rPr>
              <a:t>ly</a:t>
            </a:r>
            <a:r>
              <a:rPr lang="en-US" sz="2400" spc="55" dirty="0">
                <a:latin typeface="Times New Roman"/>
                <a:cs typeface="Times New Roman"/>
              </a:rPr>
              <a:t> </a:t>
            </a:r>
            <a:r>
              <a:rPr lang="en-US" sz="2400" spc="4" dirty="0">
                <a:latin typeface="Times New Roman"/>
                <a:cs typeface="Times New Roman"/>
              </a:rPr>
              <a:t>b</a:t>
            </a:r>
            <a:r>
              <a:rPr lang="en-US" sz="2400" spc="-4" dirty="0">
                <a:latin typeface="Times New Roman"/>
                <a:cs typeface="Times New Roman"/>
              </a:rPr>
              <a:t>u</a:t>
            </a:r>
            <a:r>
              <a:rPr lang="en-US" sz="2400" dirty="0">
                <a:latin typeface="Times New Roman"/>
                <a:cs typeface="Times New Roman"/>
              </a:rPr>
              <a:t>i</a:t>
            </a:r>
            <a:r>
              <a:rPr lang="en-US" sz="2400" spc="-9" dirty="0">
                <a:latin typeface="Times New Roman"/>
                <a:cs typeface="Times New Roman"/>
              </a:rPr>
              <a:t>l</a:t>
            </a:r>
            <a:r>
              <a:rPr lang="en-US" sz="2400" spc="4" dirty="0">
                <a:latin typeface="Times New Roman"/>
                <a:cs typeface="Times New Roman"/>
              </a:rPr>
              <a:t>d</a:t>
            </a:r>
            <a:r>
              <a:rPr lang="en-US" sz="2400" dirty="0">
                <a:latin typeface="Times New Roman"/>
                <a:cs typeface="Times New Roman"/>
              </a:rPr>
              <a:t>,</a:t>
            </a:r>
            <a:r>
              <a:rPr lang="en-US" sz="2400" spc="47" dirty="0">
                <a:latin typeface="Times New Roman"/>
                <a:cs typeface="Times New Roman"/>
              </a:rPr>
              <a:t> </a:t>
            </a:r>
            <a:r>
              <a:rPr lang="en-US" sz="2400" spc="-9" dirty="0">
                <a:latin typeface="Times New Roman"/>
                <a:cs typeface="Times New Roman"/>
              </a:rPr>
              <a:t>t</a:t>
            </a:r>
            <a:r>
              <a:rPr lang="en-US" sz="2400" dirty="0">
                <a:latin typeface="Times New Roman"/>
                <a:cs typeface="Times New Roman"/>
              </a:rPr>
              <a:t>est,</a:t>
            </a:r>
            <a:r>
              <a:rPr lang="en-US" sz="2400" spc="25" dirty="0">
                <a:latin typeface="Times New Roman"/>
                <a:cs typeface="Times New Roman"/>
              </a:rPr>
              <a:t> </a:t>
            </a:r>
            <a:r>
              <a:rPr lang="en-US" sz="2400" dirty="0">
                <a:latin typeface="Times New Roman"/>
                <a:cs typeface="Times New Roman"/>
              </a:rPr>
              <a:t>and</a:t>
            </a:r>
            <a:r>
              <a:rPr lang="en-US" sz="2400" spc="26" dirty="0">
                <a:latin typeface="Times New Roman"/>
                <a:cs typeface="Times New Roman"/>
              </a:rPr>
              <a:t> </a:t>
            </a:r>
            <a:r>
              <a:rPr lang="en-US" sz="2400" spc="4" dirty="0">
                <a:latin typeface="Times New Roman"/>
                <a:cs typeface="Times New Roman"/>
              </a:rPr>
              <a:t>d</a:t>
            </a:r>
            <a:r>
              <a:rPr lang="en-US" sz="2400" dirty="0">
                <a:latin typeface="Times New Roman"/>
                <a:cs typeface="Times New Roman"/>
              </a:rPr>
              <a:t>e</a:t>
            </a:r>
            <a:r>
              <a:rPr lang="en-US" sz="2400" spc="-4" dirty="0">
                <a:latin typeface="Times New Roman"/>
                <a:cs typeface="Times New Roman"/>
              </a:rPr>
              <a:t>p</a:t>
            </a:r>
            <a:r>
              <a:rPr lang="en-US" sz="2400" dirty="0">
                <a:latin typeface="Times New Roman"/>
                <a:cs typeface="Times New Roman"/>
              </a:rPr>
              <a:t>l</a:t>
            </a:r>
            <a:r>
              <a:rPr lang="en-US" sz="2400" spc="-4" dirty="0">
                <a:latin typeface="Times New Roman"/>
                <a:cs typeface="Times New Roman"/>
              </a:rPr>
              <a:t>o</a:t>
            </a:r>
            <a:r>
              <a:rPr lang="en-US" sz="2400" dirty="0">
                <a:latin typeface="Times New Roman"/>
                <a:cs typeface="Times New Roman"/>
              </a:rPr>
              <a:t>y web</a:t>
            </a:r>
            <a:r>
              <a:rPr lang="en-US" sz="2400" spc="30" dirty="0">
                <a:latin typeface="Times New Roman"/>
                <a:cs typeface="Times New Roman"/>
              </a:rPr>
              <a:t> </a:t>
            </a:r>
            <a:r>
              <a:rPr lang="en-US" sz="2400" spc="10" dirty="0">
                <a:latin typeface="Times New Roman"/>
                <a:cs typeface="Times New Roman"/>
              </a:rPr>
              <a:t>s</a:t>
            </a:r>
            <a:r>
              <a:rPr lang="en-US" sz="2400" spc="-1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p>
          <a:p>
            <a:pPr marL="12700" algn="just">
              <a:lnSpc>
                <a:spcPct val="150000"/>
              </a:lnSpc>
              <a:spcBef>
                <a:spcPts val="100"/>
              </a:spcBef>
              <a:buFont typeface="Arial" pitchFamily="34" charset="0"/>
              <a:buChar char="•"/>
            </a:pP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a:t>
            </a:r>
            <a:r>
              <a:rPr lang="en-US" sz="2400" spc="-4" dirty="0">
                <a:latin typeface="Times New Roman"/>
                <a:cs typeface="Times New Roman"/>
              </a:rPr>
              <a:t>v</a:t>
            </a:r>
            <a:r>
              <a:rPr lang="en-US" sz="2400" dirty="0">
                <a:latin typeface="Times New Roman"/>
                <a:cs typeface="Times New Roman"/>
              </a:rPr>
              <a:t>i</a:t>
            </a:r>
            <a:r>
              <a:rPr lang="en-US" sz="2400" spc="-4" dirty="0">
                <a:latin typeface="Times New Roman"/>
                <a:cs typeface="Times New Roman"/>
              </a:rPr>
              <a:t>d</a:t>
            </a:r>
            <a:r>
              <a:rPr lang="en-US" sz="2400" dirty="0">
                <a:latin typeface="Times New Roman"/>
                <a:cs typeface="Times New Roman"/>
              </a:rPr>
              <a:t>es </a:t>
            </a:r>
            <a:r>
              <a:rPr lang="en-US" sz="2400" spc="74" dirty="0">
                <a:latin typeface="Times New Roman"/>
                <a:cs typeface="Times New Roman"/>
              </a:rPr>
              <a:t> </a:t>
            </a:r>
            <a:r>
              <a:rPr lang="en-US" sz="2400" dirty="0">
                <a:latin typeface="Times New Roman"/>
                <a:cs typeface="Times New Roman"/>
              </a:rPr>
              <a:t>cl</a:t>
            </a:r>
            <a:r>
              <a:rPr lang="en-US" sz="2400" spc="-9" dirty="0">
                <a:latin typeface="Times New Roman"/>
                <a:cs typeface="Times New Roman"/>
              </a:rPr>
              <a:t>i</a:t>
            </a:r>
            <a:r>
              <a:rPr lang="en-US" sz="2400" dirty="0">
                <a:latin typeface="Times New Roman"/>
                <a:cs typeface="Times New Roman"/>
              </a:rPr>
              <a:t>e</a:t>
            </a:r>
            <a:r>
              <a:rPr lang="en-US" sz="2400" spc="-4" dirty="0">
                <a:latin typeface="Times New Roman"/>
                <a:cs typeface="Times New Roman"/>
              </a:rPr>
              <a:t>n</a:t>
            </a:r>
            <a:r>
              <a:rPr lang="en-US" sz="2400" dirty="0">
                <a:latin typeface="Times New Roman"/>
                <a:cs typeface="Times New Roman"/>
              </a:rPr>
              <a:t>ts</a:t>
            </a:r>
            <a:r>
              <a:rPr lang="en-US" sz="2400" spc="48" dirty="0">
                <a:latin typeface="Times New Roman"/>
                <a:cs typeface="Times New Roman"/>
              </a:rPr>
              <a:t> </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at</a:t>
            </a:r>
            <a:r>
              <a:rPr lang="en-US" sz="2400" spc="22" dirty="0">
                <a:latin typeface="Times New Roman"/>
                <a:cs typeface="Times New Roman"/>
              </a:rPr>
              <a:t> </a:t>
            </a:r>
            <a:r>
              <a:rPr lang="en-US" sz="2400" dirty="0">
                <a:latin typeface="Times New Roman"/>
                <a:cs typeface="Times New Roman"/>
              </a:rPr>
              <a:t>in</a:t>
            </a:r>
            <a:r>
              <a:rPr lang="en-US" sz="2400" spc="-9" dirty="0">
                <a:latin typeface="Times New Roman"/>
                <a:cs typeface="Times New Roman"/>
              </a:rPr>
              <a:t>t</a:t>
            </a:r>
            <a:r>
              <a:rPr lang="en-US" sz="240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op</a:t>
            </a:r>
            <a:r>
              <a:rPr lang="en-US" sz="2400" spc="-9" dirty="0">
                <a:latin typeface="Times New Roman"/>
                <a:cs typeface="Times New Roman"/>
              </a:rPr>
              <a:t>e</a:t>
            </a:r>
            <a:r>
              <a:rPr lang="en-US" sz="2400" spc="4" dirty="0">
                <a:latin typeface="Times New Roman"/>
                <a:cs typeface="Times New Roman"/>
              </a:rPr>
              <a:t>r</a:t>
            </a:r>
            <a:r>
              <a:rPr lang="en-US" sz="2400" dirty="0">
                <a:latin typeface="Times New Roman"/>
                <a:cs typeface="Times New Roman"/>
              </a:rPr>
              <a:t>a</a:t>
            </a:r>
            <a:r>
              <a:rPr lang="en-US" sz="2400" spc="-9" dirty="0">
                <a:latin typeface="Times New Roman"/>
                <a:cs typeface="Times New Roman"/>
              </a:rPr>
              <a:t>t</a:t>
            </a:r>
            <a:r>
              <a:rPr lang="en-US" sz="2400" dirty="0">
                <a:latin typeface="Times New Roman"/>
                <a:cs typeface="Times New Roman"/>
              </a:rPr>
              <a:t>e</a:t>
            </a:r>
            <a:r>
              <a:rPr lang="en-US" sz="2400" spc="88" dirty="0">
                <a:latin typeface="Times New Roman"/>
                <a:cs typeface="Times New Roman"/>
              </a:rPr>
              <a:t> </a:t>
            </a:r>
            <a:r>
              <a:rPr lang="en-US" sz="2400" spc="4" dirty="0">
                <a:latin typeface="Times New Roman"/>
                <a:cs typeface="Times New Roman"/>
              </a:rPr>
              <a:t>w</a:t>
            </a:r>
            <a:r>
              <a:rPr lang="en-US" sz="2400" spc="-9" dirty="0">
                <a:latin typeface="Times New Roman"/>
                <a:cs typeface="Times New Roman"/>
              </a:rPr>
              <a:t>i</a:t>
            </a:r>
            <a:r>
              <a:rPr lang="en-US" sz="2400" dirty="0">
                <a:latin typeface="Times New Roman"/>
                <a:cs typeface="Times New Roman"/>
              </a:rPr>
              <a:t>th</a:t>
            </a:r>
            <a:r>
              <a:rPr lang="en-US" sz="2400" spc="32" dirty="0">
                <a:latin typeface="Times New Roman"/>
                <a:cs typeface="Times New Roman"/>
              </a:rPr>
              <a:t> </a:t>
            </a:r>
            <a:r>
              <a:rPr lang="en-US" sz="2400" spc="4" dirty="0">
                <a:latin typeface="Times New Roman"/>
                <a:cs typeface="Times New Roman"/>
              </a:rPr>
              <a:t>o</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er</a:t>
            </a:r>
            <a:r>
              <a:rPr lang="en-US" sz="2400" spc="37" dirty="0">
                <a:latin typeface="Times New Roman"/>
                <a:cs typeface="Times New Roman"/>
              </a:rPr>
              <a:t> </a:t>
            </a:r>
            <a:r>
              <a:rPr lang="en-US" sz="2400" dirty="0">
                <a:latin typeface="Times New Roman"/>
                <a:cs typeface="Times New Roman"/>
              </a:rPr>
              <a:t>web</a:t>
            </a:r>
            <a:r>
              <a:rPr lang="en-US" sz="2400" spc="35"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spc="-9" dirty="0">
                <a:latin typeface="Times New Roman"/>
                <a:cs typeface="Times New Roman"/>
              </a:rPr>
              <a:t>i</a:t>
            </a:r>
            <a:r>
              <a:rPr lang="en-US" sz="2400" dirty="0">
                <a:latin typeface="Times New Roman"/>
                <a:cs typeface="Times New Roman"/>
              </a:rPr>
              <a:t>ces</a:t>
            </a:r>
            <a:r>
              <a:rPr lang="en-US" sz="2400" spc="59" dirty="0">
                <a:latin typeface="Times New Roman"/>
                <a:cs typeface="Times New Roman"/>
              </a:rPr>
              <a:t> </a:t>
            </a:r>
            <a:r>
              <a:rPr lang="en-US" sz="2400" dirty="0">
                <a:latin typeface="Times New Roman"/>
                <a:cs typeface="Times New Roman"/>
              </a:rPr>
              <a:t>a</a:t>
            </a:r>
            <a:r>
              <a:rPr lang="en-US" sz="2400" spc="-4" dirty="0">
                <a:latin typeface="Times New Roman"/>
                <a:cs typeface="Times New Roman"/>
              </a:rPr>
              <a:t>n</a:t>
            </a:r>
            <a:r>
              <a:rPr lang="en-US" sz="2400" dirty="0">
                <a:latin typeface="Times New Roman"/>
                <a:cs typeface="Times New Roman"/>
              </a:rPr>
              <a:t>d</a:t>
            </a:r>
            <a:r>
              <a:rPr lang="en-US" sz="2400" spc="26" dirty="0">
                <a:latin typeface="Times New Roman"/>
                <a:cs typeface="Times New Roman"/>
              </a:rPr>
              <a:t> </a:t>
            </a:r>
            <a:r>
              <a:rPr lang="en-US" sz="2400" spc="10" dirty="0">
                <a:latin typeface="Times New Roman"/>
                <a:cs typeface="Times New Roman"/>
              </a:rPr>
              <a:t>c</a:t>
            </a:r>
            <a:r>
              <a:rPr lang="en-US" sz="2400" spc="-10" dirty="0">
                <a:latin typeface="Times New Roman"/>
                <a:cs typeface="Times New Roman"/>
              </a:rPr>
              <a:t>l</a:t>
            </a:r>
            <a:r>
              <a:rPr lang="en-US" sz="2400" dirty="0">
                <a:latin typeface="Times New Roman"/>
                <a:cs typeface="Times New Roman"/>
              </a:rPr>
              <a:t>ie</a:t>
            </a:r>
            <a:r>
              <a:rPr lang="en-US" sz="2400" spc="-10" dirty="0">
                <a:latin typeface="Times New Roman"/>
                <a:cs typeface="Times New Roman"/>
              </a:rPr>
              <a:t>n</a:t>
            </a:r>
            <a:r>
              <a:rPr lang="en-US" sz="2400" dirty="0">
                <a:latin typeface="Times New Roman"/>
                <a:cs typeface="Times New Roman"/>
              </a:rPr>
              <a:t>ts </a:t>
            </a: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a:t>
            </a:r>
            <a:r>
              <a:rPr lang="en-US" sz="2400" spc="-4" dirty="0">
                <a:latin typeface="Times New Roman"/>
                <a:cs typeface="Times New Roman"/>
              </a:rPr>
              <a:t>v</a:t>
            </a:r>
            <a:r>
              <a:rPr lang="en-US" sz="2400" dirty="0">
                <a:latin typeface="Times New Roman"/>
                <a:cs typeface="Times New Roman"/>
              </a:rPr>
              <a:t>i</a:t>
            </a:r>
            <a:r>
              <a:rPr lang="en-US" sz="2400" spc="-4" dirty="0">
                <a:latin typeface="Times New Roman"/>
                <a:cs typeface="Times New Roman"/>
              </a:rPr>
              <a:t>d</a:t>
            </a:r>
            <a:r>
              <a:rPr lang="en-US" sz="2400" dirty="0">
                <a:latin typeface="Times New Roman"/>
                <a:cs typeface="Times New Roman"/>
              </a:rPr>
              <a:t>es </a:t>
            </a:r>
            <a:r>
              <a:rPr lang="en-US" sz="2400" spc="74" dirty="0">
                <a:latin typeface="Times New Roman"/>
                <a:cs typeface="Times New Roman"/>
              </a:rPr>
              <a:t> </a:t>
            </a:r>
            <a:r>
              <a:rPr lang="en-US" sz="2400" dirty="0">
                <a:latin typeface="Times New Roman"/>
                <a:cs typeface="Times New Roman"/>
              </a:rPr>
              <a:t>cl</a:t>
            </a:r>
            <a:r>
              <a:rPr lang="en-US" sz="2400" spc="-9" dirty="0">
                <a:latin typeface="Times New Roman"/>
                <a:cs typeface="Times New Roman"/>
              </a:rPr>
              <a:t>i</a:t>
            </a:r>
            <a:r>
              <a:rPr lang="en-US" sz="2400" dirty="0">
                <a:latin typeface="Times New Roman"/>
                <a:cs typeface="Times New Roman"/>
              </a:rPr>
              <a:t>e</a:t>
            </a:r>
            <a:r>
              <a:rPr lang="en-US" sz="2400" spc="-4" dirty="0">
                <a:latin typeface="Times New Roman"/>
                <a:cs typeface="Times New Roman"/>
              </a:rPr>
              <a:t>n</a:t>
            </a:r>
            <a:r>
              <a:rPr lang="en-US" sz="2400" dirty="0">
                <a:latin typeface="Times New Roman"/>
                <a:cs typeface="Times New Roman"/>
              </a:rPr>
              <a:t>ts</a:t>
            </a:r>
            <a:r>
              <a:rPr lang="en-US" sz="2400" spc="48" dirty="0">
                <a:latin typeface="Times New Roman"/>
                <a:cs typeface="Times New Roman"/>
              </a:rPr>
              <a:t> </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at</a:t>
            </a:r>
            <a:r>
              <a:rPr lang="en-US" sz="2400" spc="22" dirty="0">
                <a:latin typeface="Times New Roman"/>
                <a:cs typeface="Times New Roman"/>
              </a:rPr>
              <a:t> </a:t>
            </a:r>
            <a:r>
              <a:rPr lang="en-US" sz="2400" dirty="0">
                <a:latin typeface="Times New Roman"/>
                <a:cs typeface="Times New Roman"/>
              </a:rPr>
              <a:t>in</a:t>
            </a:r>
            <a:r>
              <a:rPr lang="en-US" sz="2400" spc="-9" dirty="0">
                <a:latin typeface="Times New Roman"/>
                <a:cs typeface="Times New Roman"/>
              </a:rPr>
              <a:t>t</a:t>
            </a:r>
            <a:r>
              <a:rPr lang="en-US" sz="240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op</a:t>
            </a:r>
            <a:r>
              <a:rPr lang="en-US" sz="2400" spc="-9" dirty="0">
                <a:latin typeface="Times New Roman"/>
                <a:cs typeface="Times New Roman"/>
              </a:rPr>
              <a:t>e</a:t>
            </a:r>
            <a:r>
              <a:rPr lang="en-US" sz="2400" spc="4" dirty="0">
                <a:latin typeface="Times New Roman"/>
                <a:cs typeface="Times New Roman"/>
              </a:rPr>
              <a:t>r</a:t>
            </a:r>
            <a:r>
              <a:rPr lang="en-US" sz="2400" dirty="0">
                <a:latin typeface="Times New Roman"/>
                <a:cs typeface="Times New Roman"/>
              </a:rPr>
              <a:t>a</a:t>
            </a:r>
            <a:r>
              <a:rPr lang="en-US" sz="2400" spc="-9" dirty="0">
                <a:latin typeface="Times New Roman"/>
                <a:cs typeface="Times New Roman"/>
              </a:rPr>
              <a:t>t</a:t>
            </a:r>
            <a:r>
              <a:rPr lang="en-US" sz="2400" dirty="0">
                <a:latin typeface="Times New Roman"/>
                <a:cs typeface="Times New Roman"/>
              </a:rPr>
              <a:t>e</a:t>
            </a:r>
            <a:r>
              <a:rPr lang="en-US" sz="2400" spc="88" dirty="0">
                <a:latin typeface="Times New Roman"/>
                <a:cs typeface="Times New Roman"/>
              </a:rPr>
              <a:t> </a:t>
            </a:r>
            <a:r>
              <a:rPr lang="en-US" sz="2400" spc="4" dirty="0">
                <a:latin typeface="Times New Roman"/>
                <a:cs typeface="Times New Roman"/>
              </a:rPr>
              <a:t>w</a:t>
            </a:r>
            <a:r>
              <a:rPr lang="en-US" sz="2400" spc="-9" dirty="0">
                <a:latin typeface="Times New Roman"/>
                <a:cs typeface="Times New Roman"/>
              </a:rPr>
              <a:t>i</a:t>
            </a:r>
            <a:r>
              <a:rPr lang="en-US" sz="2400" dirty="0">
                <a:latin typeface="Times New Roman"/>
                <a:cs typeface="Times New Roman"/>
              </a:rPr>
              <a:t>th</a:t>
            </a:r>
            <a:r>
              <a:rPr lang="en-US" sz="2400" spc="32" dirty="0">
                <a:latin typeface="Times New Roman"/>
                <a:cs typeface="Times New Roman"/>
              </a:rPr>
              <a:t> </a:t>
            </a:r>
            <a:r>
              <a:rPr lang="en-US" sz="2400" spc="4" dirty="0">
                <a:latin typeface="Times New Roman"/>
                <a:cs typeface="Times New Roman"/>
              </a:rPr>
              <a:t>o</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er</a:t>
            </a:r>
            <a:r>
              <a:rPr lang="en-US" sz="2400" spc="37" dirty="0">
                <a:latin typeface="Times New Roman"/>
                <a:cs typeface="Times New Roman"/>
              </a:rPr>
              <a:t> </a:t>
            </a:r>
            <a:r>
              <a:rPr lang="en-US" sz="2400" dirty="0">
                <a:latin typeface="Times New Roman"/>
                <a:cs typeface="Times New Roman"/>
              </a:rPr>
              <a:t>web</a:t>
            </a:r>
            <a:r>
              <a:rPr lang="en-US" sz="2400" spc="35"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spc="-9" dirty="0">
                <a:latin typeface="Times New Roman"/>
                <a:cs typeface="Times New Roman"/>
              </a:rPr>
              <a:t>i</a:t>
            </a:r>
            <a:r>
              <a:rPr lang="en-US" sz="2400" dirty="0">
                <a:latin typeface="Times New Roman"/>
                <a:cs typeface="Times New Roman"/>
              </a:rPr>
              <a:t>ces</a:t>
            </a:r>
            <a:r>
              <a:rPr lang="en-US" sz="2400" spc="59" dirty="0">
                <a:latin typeface="Times New Roman"/>
                <a:cs typeface="Times New Roman"/>
              </a:rPr>
              <a:t> </a:t>
            </a:r>
            <a:r>
              <a:rPr lang="en-US" sz="2400" dirty="0">
                <a:latin typeface="Times New Roman"/>
                <a:cs typeface="Times New Roman"/>
              </a:rPr>
              <a:t>a</a:t>
            </a:r>
            <a:r>
              <a:rPr lang="en-US" sz="2400" spc="-4" dirty="0">
                <a:latin typeface="Times New Roman"/>
                <a:cs typeface="Times New Roman"/>
              </a:rPr>
              <a:t>n</a:t>
            </a:r>
            <a:r>
              <a:rPr lang="en-US" sz="2400" dirty="0">
                <a:latin typeface="Times New Roman"/>
                <a:cs typeface="Times New Roman"/>
              </a:rPr>
              <a:t>d</a:t>
            </a:r>
            <a:r>
              <a:rPr lang="en-US" sz="2400" spc="26" dirty="0">
                <a:latin typeface="Times New Roman"/>
                <a:cs typeface="Times New Roman"/>
              </a:rPr>
              <a:t> </a:t>
            </a:r>
            <a:r>
              <a:rPr lang="en-US" sz="2400" spc="10" dirty="0">
                <a:latin typeface="Times New Roman"/>
                <a:cs typeface="Times New Roman"/>
              </a:rPr>
              <a:t>c</a:t>
            </a:r>
            <a:r>
              <a:rPr lang="en-US" sz="2400" spc="-10" dirty="0">
                <a:latin typeface="Times New Roman"/>
                <a:cs typeface="Times New Roman"/>
              </a:rPr>
              <a:t>l</a:t>
            </a:r>
            <a:r>
              <a:rPr lang="en-US" sz="2400" dirty="0">
                <a:latin typeface="Times New Roman"/>
                <a:cs typeface="Times New Roman"/>
              </a:rPr>
              <a:t>ie</a:t>
            </a:r>
            <a:r>
              <a:rPr lang="en-US" sz="2400" spc="-10" dirty="0">
                <a:latin typeface="Times New Roman"/>
                <a:cs typeface="Times New Roman"/>
              </a:rPr>
              <a:t>n</a:t>
            </a:r>
            <a:r>
              <a:rPr lang="en-US" sz="2400" dirty="0">
                <a:latin typeface="Times New Roman"/>
                <a:cs typeface="Times New Roman"/>
              </a:rPr>
              <a:t>ts</a:t>
            </a:r>
          </a:p>
          <a:p>
            <a:pPr marL="12700" algn="just">
              <a:lnSpc>
                <a:spcPct val="150000"/>
              </a:lnSpc>
              <a:spcBef>
                <a:spcPts val="100"/>
              </a:spcBef>
              <a:buFont typeface="Arial" pitchFamily="34" charset="0"/>
              <a:buChar char="•"/>
            </a:pPr>
            <a:r>
              <a:rPr lang="en-US" sz="2400" dirty="0">
                <a:latin typeface="Times New Roman"/>
                <a:cs typeface="Times New Roman"/>
              </a:rPr>
              <a:t>en</a:t>
            </a:r>
            <a:r>
              <a:rPr lang="en-US" sz="2400" spc="-9" dirty="0">
                <a:latin typeface="Times New Roman"/>
                <a:cs typeface="Times New Roman"/>
              </a:rPr>
              <a:t>a</a:t>
            </a:r>
            <a:r>
              <a:rPr lang="en-US" sz="2400" spc="4" dirty="0">
                <a:latin typeface="Times New Roman"/>
                <a:cs typeface="Times New Roman"/>
              </a:rPr>
              <a:t>b</a:t>
            </a:r>
            <a:r>
              <a:rPr lang="en-US" sz="2400" dirty="0">
                <a:latin typeface="Times New Roman"/>
                <a:cs typeface="Times New Roman"/>
              </a:rPr>
              <a:t>les</a:t>
            </a:r>
            <a:r>
              <a:rPr lang="en-US" sz="2400" spc="50" dirty="0">
                <a:latin typeface="Times New Roman"/>
                <a:cs typeface="Times New Roman"/>
              </a:rPr>
              <a:t> </a:t>
            </a:r>
            <a:r>
              <a:rPr lang="en-US" sz="2400" spc="4" dirty="0">
                <a:latin typeface="Times New Roman"/>
                <a:cs typeface="Times New Roman"/>
              </a:rPr>
              <a:t>b</a:t>
            </a:r>
            <a:r>
              <a:rPr lang="en-US" sz="2400" spc="-4" dirty="0">
                <a:latin typeface="Times New Roman"/>
                <a:cs typeface="Times New Roman"/>
              </a:rPr>
              <a:t>u</a:t>
            </a:r>
            <a:r>
              <a:rPr lang="en-US" sz="2400" spc="9" dirty="0">
                <a:latin typeface="Times New Roman"/>
                <a:cs typeface="Times New Roman"/>
              </a:rPr>
              <a:t>s</a:t>
            </a:r>
            <a:r>
              <a:rPr lang="en-US" sz="2400"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esses</a:t>
            </a:r>
            <a:r>
              <a:rPr lang="en-US" sz="2400" spc="78" dirty="0">
                <a:latin typeface="Times New Roman"/>
                <a:cs typeface="Times New Roman"/>
              </a:rPr>
              <a:t> </a:t>
            </a:r>
            <a:r>
              <a:rPr lang="en-US" sz="2400" dirty="0">
                <a:latin typeface="Times New Roman"/>
                <a:cs typeface="Times New Roman"/>
              </a:rPr>
              <a:t>to</a:t>
            </a:r>
            <a:r>
              <a:rPr lang="en-US" sz="2400" spc="14" dirty="0">
                <a:latin typeface="Times New Roman"/>
                <a:cs typeface="Times New Roman"/>
              </a:rPr>
              <a:t> </a:t>
            </a:r>
            <a:r>
              <a:rPr lang="en-US" sz="2400" dirty="0">
                <a:latin typeface="Times New Roman"/>
                <a:cs typeface="Times New Roman"/>
              </a:rPr>
              <a:t>ex</a:t>
            </a:r>
            <a:r>
              <a:rPr lang="en-US" sz="2400" spc="-4" dirty="0">
                <a:latin typeface="Times New Roman"/>
                <a:cs typeface="Times New Roman"/>
              </a:rPr>
              <a:t>p</a:t>
            </a:r>
            <a:r>
              <a:rPr lang="en-US" sz="2400" spc="4" dirty="0">
                <a:latin typeface="Times New Roman"/>
                <a:cs typeface="Times New Roman"/>
              </a:rPr>
              <a:t>o</a:t>
            </a:r>
            <a:r>
              <a:rPr lang="en-US" sz="2400" dirty="0">
                <a:latin typeface="Times New Roman"/>
                <a:cs typeface="Times New Roman"/>
              </a:rPr>
              <a:t>se</a:t>
            </a:r>
            <a:r>
              <a:rPr lang="en-US" sz="2400" spc="51" dirty="0">
                <a:latin typeface="Times New Roman"/>
                <a:cs typeface="Times New Roman"/>
              </a:rPr>
              <a:t> </a:t>
            </a:r>
            <a:r>
              <a:rPr lang="en-US" sz="2400" dirty="0">
                <a:latin typeface="Times New Roman"/>
                <a:cs typeface="Times New Roman"/>
              </a:rPr>
              <a:t>the</a:t>
            </a:r>
            <a:r>
              <a:rPr lang="en-US" sz="2400" spc="-9" dirty="0">
                <a:latin typeface="Times New Roman"/>
                <a:cs typeface="Times New Roman"/>
              </a:rPr>
              <a:t>i</a:t>
            </a:r>
            <a:r>
              <a:rPr lang="en-US" sz="2400" dirty="0">
                <a:latin typeface="Times New Roman"/>
                <a:cs typeface="Times New Roman"/>
              </a:rPr>
              <a:t>r</a:t>
            </a:r>
            <a:r>
              <a:rPr lang="en-US" sz="2400" spc="33" dirty="0">
                <a:latin typeface="Times New Roman"/>
                <a:cs typeface="Times New Roman"/>
              </a:rPr>
              <a:t> </a:t>
            </a:r>
            <a:r>
              <a:rPr lang="en-US" sz="2400" dirty="0">
                <a:latin typeface="Times New Roman"/>
                <a:cs typeface="Times New Roman"/>
              </a:rPr>
              <a:t>ex</a:t>
            </a:r>
            <a:r>
              <a:rPr lang="en-US" sz="2400" spc="-9" dirty="0">
                <a:latin typeface="Times New Roman"/>
                <a:cs typeface="Times New Roman"/>
              </a:rPr>
              <a:t>i</a:t>
            </a:r>
            <a:r>
              <a:rPr lang="en-US" sz="2400" spc="9" dirty="0">
                <a:latin typeface="Times New Roman"/>
                <a:cs typeface="Times New Roman"/>
              </a:rPr>
              <a:t>s</a:t>
            </a:r>
            <a:r>
              <a:rPr lang="en-US" sz="2400" spc="-9" dirty="0">
                <a:latin typeface="Times New Roman"/>
                <a:cs typeface="Times New Roman"/>
              </a:rPr>
              <a:t>t</a:t>
            </a:r>
            <a:r>
              <a:rPr lang="en-US" sz="2400"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g</a:t>
            </a:r>
            <a:r>
              <a:rPr lang="en-US" sz="2400" spc="68" dirty="0">
                <a:latin typeface="Times New Roman"/>
                <a:cs typeface="Times New Roman"/>
              </a:rPr>
              <a:t> </a:t>
            </a:r>
            <a:r>
              <a:rPr lang="en-US" sz="2400" dirty="0">
                <a:latin typeface="Times New Roman"/>
                <a:cs typeface="Times New Roman"/>
              </a:rPr>
              <a:t>J</a:t>
            </a:r>
            <a:r>
              <a:rPr lang="en-US" sz="2400" spc="4" dirty="0">
                <a:latin typeface="Times New Roman"/>
                <a:cs typeface="Times New Roman"/>
              </a:rPr>
              <a:t>2</a:t>
            </a:r>
            <a:r>
              <a:rPr lang="en-US" sz="2400" dirty="0">
                <a:latin typeface="Times New Roman"/>
                <a:cs typeface="Times New Roman"/>
              </a:rPr>
              <a:t>EE</a:t>
            </a:r>
            <a:r>
              <a:rPr lang="en-US" sz="2400" spc="29" dirty="0">
                <a:latin typeface="Times New Roman"/>
                <a:cs typeface="Times New Roman"/>
              </a:rPr>
              <a:t> </a:t>
            </a:r>
            <a:r>
              <a:rPr lang="en-US" sz="2400" dirty="0">
                <a:latin typeface="Times New Roman"/>
                <a:cs typeface="Times New Roman"/>
              </a:rPr>
              <a:t>ap</a:t>
            </a:r>
            <a:r>
              <a:rPr lang="en-US" sz="2400" spc="-4" dirty="0">
                <a:latin typeface="Times New Roman"/>
                <a:cs typeface="Times New Roman"/>
              </a:rPr>
              <a:t>p</a:t>
            </a:r>
            <a:r>
              <a:rPr lang="en-US" sz="2400" dirty="0">
                <a:latin typeface="Times New Roman"/>
                <a:cs typeface="Times New Roman"/>
              </a:rPr>
              <a:t>li</a:t>
            </a:r>
            <a:r>
              <a:rPr lang="en-US" sz="2400" spc="-9" dirty="0">
                <a:latin typeface="Times New Roman"/>
                <a:cs typeface="Times New Roman"/>
              </a:rPr>
              <a:t>c</a:t>
            </a:r>
            <a:r>
              <a:rPr lang="en-US" sz="2400" dirty="0">
                <a:latin typeface="Times New Roman"/>
                <a:cs typeface="Times New Roman"/>
              </a:rPr>
              <a:t>at</a:t>
            </a:r>
            <a:r>
              <a:rPr lang="en-US" sz="2400" spc="-9" dirty="0">
                <a:latin typeface="Times New Roman"/>
                <a:cs typeface="Times New Roman"/>
              </a:rPr>
              <a:t>i</a:t>
            </a:r>
            <a:r>
              <a:rPr lang="en-US" sz="2400" spc="4" dirty="0">
                <a:latin typeface="Times New Roman"/>
                <a:cs typeface="Times New Roman"/>
              </a:rPr>
              <a:t>o</a:t>
            </a:r>
            <a:r>
              <a:rPr lang="en-US" sz="2400" spc="-4" dirty="0">
                <a:latin typeface="Times New Roman"/>
                <a:cs typeface="Times New Roman"/>
              </a:rPr>
              <a:t>n</a:t>
            </a:r>
            <a:r>
              <a:rPr lang="en-US" sz="2400" dirty="0">
                <a:latin typeface="Times New Roman"/>
                <a:cs typeface="Times New Roman"/>
              </a:rPr>
              <a:t>s</a:t>
            </a:r>
            <a:r>
              <a:rPr lang="en-US" sz="2400" spc="104" dirty="0">
                <a:latin typeface="Times New Roman"/>
                <a:cs typeface="Times New Roman"/>
              </a:rPr>
              <a:t> </a:t>
            </a:r>
            <a:r>
              <a:rPr lang="en-US" sz="2400" spc="-10" dirty="0">
                <a:latin typeface="Times New Roman"/>
                <a:cs typeface="Times New Roman"/>
              </a:rPr>
              <a:t>a</a:t>
            </a:r>
            <a:r>
              <a:rPr lang="en-US" sz="2400" dirty="0">
                <a:latin typeface="Times New Roman"/>
                <a:cs typeface="Times New Roman"/>
              </a:rPr>
              <a:t>s web</a:t>
            </a:r>
            <a:r>
              <a:rPr lang="en-US" sz="2400" spc="30" dirty="0">
                <a:latin typeface="Times New Roman"/>
                <a:cs typeface="Times New Roman"/>
              </a:rPr>
              <a:t> </a:t>
            </a:r>
            <a:r>
              <a:rPr lang="en-US" sz="2400" spc="10" dirty="0">
                <a:latin typeface="Times New Roman"/>
                <a:cs typeface="Times New Roman"/>
              </a:rPr>
              <a:t>s</a:t>
            </a:r>
            <a:r>
              <a:rPr lang="en-US" sz="2400" spc="-1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marR="35623" algn="just">
              <a:lnSpc>
                <a:spcPct val="150000"/>
              </a:lnSpc>
              <a:spcBef>
                <a:spcPts val="552"/>
              </a:spcBef>
              <a:buFont typeface="Arial" pitchFamily="34" charset="0"/>
              <a:buChar char="•"/>
            </a:pPr>
            <a:r>
              <a:rPr lang="en-US" sz="2400" dirty="0">
                <a:latin typeface="Times New Roman"/>
                <a:cs typeface="Times New Roman"/>
              </a:rPr>
              <a:t> </a:t>
            </a:r>
            <a:endParaRPr sz="2400" dirty="0">
              <a:latin typeface="Times New Roman"/>
              <a:cs typeface="Times New Roman"/>
            </a:endParaRPr>
          </a:p>
        </p:txBody>
      </p:sp>
      <p:sp>
        <p:nvSpPr>
          <p:cNvPr id="14" name="object 14"/>
          <p:cNvSpPr txBox="1"/>
          <p:nvPr/>
        </p:nvSpPr>
        <p:spPr>
          <a:xfrm>
            <a:off x="2287270" y="1929798"/>
            <a:ext cx="6031962" cy="61595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10" name="object 10"/>
          <p:cNvSpPr txBox="1"/>
          <p:nvPr/>
        </p:nvSpPr>
        <p:spPr>
          <a:xfrm>
            <a:off x="2503170" y="3343309"/>
            <a:ext cx="6615983" cy="262889"/>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7" name="object 7"/>
          <p:cNvSpPr txBox="1"/>
          <p:nvPr/>
        </p:nvSpPr>
        <p:spPr>
          <a:xfrm>
            <a:off x="2503170" y="4049428"/>
            <a:ext cx="6117531" cy="26289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5" name="object 5"/>
          <p:cNvSpPr txBox="1"/>
          <p:nvPr/>
        </p:nvSpPr>
        <p:spPr>
          <a:xfrm>
            <a:off x="2287270" y="4402488"/>
            <a:ext cx="1339832" cy="26289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Tree>
    <p:extLst>
      <p:ext uri="{BB962C8B-B14F-4D97-AF65-F5344CB8AC3E}">
        <p14:creationId xmlns:p14="http://schemas.microsoft.com/office/powerpoint/2010/main" val="3605399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2058670" y="476178"/>
            <a:ext cx="530838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Types </a:t>
            </a:r>
            <a:r>
              <a:rPr sz="4400" spc="4" dirty="0">
                <a:latin typeface="Times New Roman"/>
                <a:cs typeface="Times New Roman"/>
              </a:rPr>
              <a:t>o</a:t>
            </a:r>
            <a:r>
              <a:rPr sz="4400" dirty="0">
                <a:latin typeface="Times New Roman"/>
                <a:cs typeface="Times New Roman"/>
              </a:rPr>
              <a:t>f Web Se</a:t>
            </a:r>
            <a:r>
              <a:rPr sz="4400" spc="-4" dirty="0">
                <a:latin typeface="Times New Roman"/>
                <a:cs typeface="Times New Roman"/>
              </a:rPr>
              <a:t>r</a:t>
            </a:r>
            <a:r>
              <a:rPr sz="4400" spc="4" dirty="0">
                <a:latin typeface="Times New Roman"/>
                <a:cs typeface="Times New Roman"/>
              </a:rPr>
              <a:t>vi</a:t>
            </a:r>
            <a:r>
              <a:rPr sz="4400" dirty="0">
                <a:latin typeface="Times New Roman"/>
                <a:cs typeface="Times New Roman"/>
              </a:rPr>
              <a:t>c</a:t>
            </a:r>
            <a:r>
              <a:rPr sz="4400" spc="-4" dirty="0">
                <a:latin typeface="Times New Roman"/>
                <a:cs typeface="Times New Roman"/>
              </a:rPr>
              <a:t>e</a:t>
            </a:r>
            <a:r>
              <a:rPr sz="4400" dirty="0">
                <a:latin typeface="Times New Roman"/>
                <a:cs typeface="Times New Roman"/>
              </a:rPr>
              <a:t>s</a:t>
            </a:r>
            <a:endParaRPr sz="4400">
              <a:latin typeface="Times New Roman"/>
              <a:cs typeface="Times New Roman"/>
            </a:endParaRPr>
          </a:p>
        </p:txBody>
      </p:sp>
      <p:sp>
        <p:nvSpPr>
          <p:cNvPr id="13" name="object 13"/>
          <p:cNvSpPr txBox="1"/>
          <p:nvPr/>
        </p:nvSpPr>
        <p:spPr>
          <a:xfrm>
            <a:off x="2287270" y="145563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12" name="object 12"/>
          <p:cNvSpPr txBox="1"/>
          <p:nvPr/>
        </p:nvSpPr>
        <p:spPr>
          <a:xfrm>
            <a:off x="2584449" y="1460712"/>
            <a:ext cx="9470175" cy="2846070"/>
          </a:xfrm>
          <a:prstGeom prst="rect">
            <a:avLst/>
          </a:prstGeom>
        </p:spPr>
        <p:txBody>
          <a:bodyPr wrap="square" lIns="0" tIns="0" rIns="0" bIns="0" rtlCol="0">
            <a:noAutofit/>
          </a:bodyPr>
          <a:lstStyle/>
          <a:p>
            <a:pPr marL="12700" marR="35492">
              <a:lnSpc>
                <a:spcPts val="2355"/>
              </a:lnSpc>
              <a:spcBef>
                <a:spcPts val="117"/>
              </a:spcBef>
            </a:pPr>
            <a:r>
              <a:rPr sz="2200" dirty="0">
                <a:latin typeface="Times New Roman"/>
                <a:cs typeface="Times New Roman"/>
              </a:rPr>
              <a:t>On a</a:t>
            </a:r>
            <a:r>
              <a:rPr sz="2200" spc="4" dirty="0">
                <a:latin typeface="Times New Roman"/>
                <a:cs typeface="Times New Roman"/>
              </a:rPr>
              <a:t> </a:t>
            </a:r>
            <a:r>
              <a:rPr sz="2200" spc="-4" dirty="0">
                <a:latin typeface="Times New Roman"/>
                <a:cs typeface="Times New Roman"/>
              </a:rPr>
              <a:t>t</a:t>
            </a:r>
            <a:r>
              <a:rPr sz="2200" spc="4" dirty="0">
                <a:latin typeface="Times New Roman"/>
                <a:cs typeface="Times New Roman"/>
              </a:rPr>
              <a:t>e</a:t>
            </a:r>
            <a:r>
              <a:rPr sz="2200" dirty="0">
                <a:latin typeface="Times New Roman"/>
                <a:cs typeface="Times New Roman"/>
              </a:rPr>
              <a:t>ch</a:t>
            </a:r>
            <a:r>
              <a:rPr sz="2200" spc="-4" dirty="0">
                <a:latin typeface="Times New Roman"/>
                <a:cs typeface="Times New Roman"/>
              </a:rPr>
              <a:t>ni</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l </a:t>
            </a:r>
            <a:r>
              <a:rPr sz="2200" spc="4" dirty="0">
                <a:latin typeface="Times New Roman"/>
                <a:cs typeface="Times New Roman"/>
              </a:rPr>
              <a:t>l</a:t>
            </a:r>
            <a:r>
              <a:rPr sz="2200" dirty="0">
                <a:latin typeface="Times New Roman"/>
                <a:cs typeface="Times New Roman"/>
              </a:rPr>
              <a:t>e</a:t>
            </a:r>
            <a:r>
              <a:rPr sz="2200" spc="-4" dirty="0">
                <a:latin typeface="Times New Roman"/>
                <a:cs typeface="Times New Roman"/>
              </a:rPr>
              <a:t>v</a:t>
            </a:r>
            <a:r>
              <a:rPr sz="2200" spc="4" dirty="0">
                <a:latin typeface="Times New Roman"/>
                <a:cs typeface="Times New Roman"/>
              </a:rPr>
              <a:t>e</a:t>
            </a:r>
            <a:r>
              <a:rPr sz="2200" spc="-4" dirty="0">
                <a:latin typeface="Times New Roman"/>
                <a:cs typeface="Times New Roman"/>
              </a:rPr>
              <a:t>l</a:t>
            </a:r>
            <a:r>
              <a:rPr sz="2200" dirty="0">
                <a:latin typeface="Times New Roman"/>
                <a:cs typeface="Times New Roman"/>
              </a:rPr>
              <a:t>, web s</a:t>
            </a:r>
            <a:r>
              <a:rPr sz="2200" spc="4" dirty="0">
                <a:latin typeface="Times New Roman"/>
                <a:cs typeface="Times New Roman"/>
              </a:rPr>
              <a:t>e</a:t>
            </a:r>
            <a:r>
              <a:rPr sz="2200" spc="-4" dirty="0">
                <a:latin typeface="Times New Roman"/>
                <a:cs typeface="Times New Roman"/>
              </a:rPr>
              <a:t>rv</a:t>
            </a:r>
            <a:r>
              <a:rPr sz="2200" spc="4" dirty="0">
                <a:latin typeface="Times New Roman"/>
                <a:cs typeface="Times New Roman"/>
              </a:rPr>
              <a:t>i</a:t>
            </a:r>
            <a:r>
              <a:rPr sz="2200" dirty="0">
                <a:latin typeface="Times New Roman"/>
                <a:cs typeface="Times New Roman"/>
              </a:rPr>
              <a:t>ces c</a:t>
            </a:r>
            <a:r>
              <a:rPr sz="2200" spc="4" dirty="0">
                <a:latin typeface="Times New Roman"/>
                <a:cs typeface="Times New Roman"/>
              </a:rPr>
              <a:t>a</a:t>
            </a:r>
            <a:r>
              <a:rPr sz="2200" dirty="0">
                <a:latin typeface="Times New Roman"/>
                <a:cs typeface="Times New Roman"/>
              </a:rPr>
              <a:t>n be </a:t>
            </a:r>
            <a:r>
              <a:rPr sz="2200" spc="-4" dirty="0">
                <a:latin typeface="Times New Roman"/>
                <a:cs typeface="Times New Roman"/>
              </a:rPr>
              <a:t>i</a:t>
            </a:r>
            <a:r>
              <a:rPr sz="2200" dirty="0">
                <a:latin typeface="Times New Roman"/>
                <a:cs typeface="Times New Roman"/>
              </a:rPr>
              <a:t>m</a:t>
            </a:r>
            <a:r>
              <a:rPr sz="2200" spc="-4" dirty="0">
                <a:latin typeface="Times New Roman"/>
                <a:cs typeface="Times New Roman"/>
              </a:rPr>
              <a:t>p</a:t>
            </a:r>
            <a:r>
              <a:rPr sz="2200" spc="4" dirty="0">
                <a:latin typeface="Times New Roman"/>
                <a:cs typeface="Times New Roman"/>
              </a:rPr>
              <a:t>l</a:t>
            </a:r>
            <a:r>
              <a:rPr sz="2200" dirty="0">
                <a:latin typeface="Times New Roman"/>
                <a:cs typeface="Times New Roman"/>
              </a:rPr>
              <a:t>eme</a:t>
            </a:r>
            <a:r>
              <a:rPr sz="2200" spc="-9" dirty="0">
                <a:latin typeface="Times New Roman"/>
                <a:cs typeface="Times New Roman"/>
              </a:rPr>
              <a:t>n</a:t>
            </a:r>
            <a:r>
              <a:rPr sz="2200" spc="4" dirty="0">
                <a:latin typeface="Times New Roman"/>
                <a:cs typeface="Times New Roman"/>
              </a:rPr>
              <a:t>t</a:t>
            </a:r>
            <a:r>
              <a:rPr sz="2200" dirty="0">
                <a:latin typeface="Times New Roman"/>
                <a:cs typeface="Times New Roman"/>
              </a:rPr>
              <a:t>ed </a:t>
            </a:r>
            <a:r>
              <a:rPr sz="2200" spc="-4" dirty="0">
                <a:latin typeface="Times New Roman"/>
                <a:cs typeface="Times New Roman"/>
              </a:rPr>
              <a:t>i</a:t>
            </a:r>
            <a:r>
              <a:rPr sz="2200" dirty="0">
                <a:latin typeface="Times New Roman"/>
                <a:cs typeface="Times New Roman"/>
              </a:rPr>
              <a:t>n</a:t>
            </a:r>
          </a:p>
          <a:p>
            <a:pPr marL="12700" marR="35492">
              <a:lnSpc>
                <a:spcPct val="95825"/>
              </a:lnSpc>
            </a:pPr>
            <a:r>
              <a:rPr sz="2200" dirty="0">
                <a:latin typeface="Times New Roman"/>
                <a:cs typeface="Times New Roman"/>
              </a:rPr>
              <a:t>va</a:t>
            </a:r>
            <a:r>
              <a:rPr sz="2200" spc="-9" dirty="0">
                <a:latin typeface="Times New Roman"/>
                <a:cs typeface="Times New Roman"/>
              </a:rPr>
              <a:t>r</a:t>
            </a:r>
            <a:r>
              <a:rPr sz="2200" spc="4" dirty="0">
                <a:latin typeface="Times New Roman"/>
                <a:cs typeface="Times New Roman"/>
              </a:rPr>
              <a:t>i</a:t>
            </a:r>
            <a:r>
              <a:rPr sz="2200" spc="-4" dirty="0">
                <a:latin typeface="Times New Roman"/>
                <a:cs typeface="Times New Roman"/>
              </a:rPr>
              <a:t>ou</a:t>
            </a:r>
            <a:r>
              <a:rPr sz="2200" dirty="0">
                <a:latin typeface="Times New Roman"/>
                <a:cs typeface="Times New Roman"/>
              </a:rPr>
              <a:t>s</a:t>
            </a:r>
            <a:r>
              <a:rPr sz="2200" spc="9" dirty="0">
                <a:latin typeface="Times New Roman"/>
                <a:cs typeface="Times New Roman"/>
              </a:rPr>
              <a:t> </a:t>
            </a:r>
            <a:r>
              <a:rPr sz="2200" spc="-4" dirty="0">
                <a:latin typeface="Times New Roman"/>
                <a:cs typeface="Times New Roman"/>
              </a:rPr>
              <a:t>w</a:t>
            </a:r>
            <a:r>
              <a:rPr sz="2200" spc="4" dirty="0">
                <a:latin typeface="Times New Roman"/>
                <a:cs typeface="Times New Roman"/>
              </a:rPr>
              <a:t>a</a:t>
            </a:r>
            <a:r>
              <a:rPr sz="2200" spc="-4" dirty="0">
                <a:latin typeface="Times New Roman"/>
                <a:cs typeface="Times New Roman"/>
              </a:rPr>
              <a:t>y</a:t>
            </a:r>
            <a:r>
              <a:rPr sz="2200" dirty="0">
                <a:latin typeface="Times New Roman"/>
                <a:cs typeface="Times New Roman"/>
              </a:rPr>
              <a:t>s</a:t>
            </a:r>
          </a:p>
          <a:p>
            <a:pPr marL="12700">
              <a:lnSpc>
                <a:spcPct val="100233"/>
              </a:lnSpc>
              <a:spcBef>
                <a:spcPts val="860"/>
              </a:spcBef>
            </a:pP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4" dirty="0">
                <a:latin typeface="Times New Roman"/>
                <a:cs typeface="Times New Roman"/>
              </a:rPr>
              <a:t>tw</a:t>
            </a:r>
            <a:r>
              <a:rPr sz="2200" dirty="0">
                <a:latin typeface="Times New Roman"/>
                <a:cs typeface="Times New Roman"/>
              </a:rPr>
              <a:t>o </a:t>
            </a:r>
            <a:r>
              <a:rPr sz="2200" spc="-4" dirty="0">
                <a:latin typeface="Times New Roman"/>
                <a:cs typeface="Times New Roman"/>
              </a:rPr>
              <a:t>t</a:t>
            </a:r>
            <a:r>
              <a:rPr sz="2200" dirty="0">
                <a:latin typeface="Times New Roman"/>
                <a:cs typeface="Times New Roman"/>
              </a:rPr>
              <a:t>y</a:t>
            </a:r>
            <a:r>
              <a:rPr sz="2200" spc="-4" dirty="0">
                <a:latin typeface="Times New Roman"/>
                <a:cs typeface="Times New Roman"/>
              </a:rPr>
              <a:t>p</a:t>
            </a:r>
            <a:r>
              <a:rPr sz="2200" spc="4" dirty="0">
                <a:latin typeface="Times New Roman"/>
                <a:cs typeface="Times New Roman"/>
              </a:rPr>
              <a:t>e</a:t>
            </a:r>
            <a:r>
              <a:rPr sz="2200" dirty="0">
                <a:latin typeface="Times New Roman"/>
                <a:cs typeface="Times New Roman"/>
              </a:rPr>
              <a:t>s of</a:t>
            </a:r>
            <a:r>
              <a:rPr sz="2200" spc="-4" dirty="0">
                <a:latin typeface="Times New Roman"/>
                <a:cs typeface="Times New Roman"/>
              </a:rPr>
              <a:t> </a:t>
            </a:r>
            <a:r>
              <a:rPr sz="2200" dirty="0">
                <a:latin typeface="Times New Roman"/>
                <a:cs typeface="Times New Roman"/>
              </a:rPr>
              <a:t>web se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es d</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c</a:t>
            </a:r>
            <a:r>
              <a:rPr sz="2200" spc="-4" dirty="0">
                <a:latin typeface="Times New Roman"/>
                <a:cs typeface="Times New Roman"/>
              </a:rPr>
              <a:t>u</a:t>
            </a:r>
            <a:r>
              <a:rPr sz="2200" spc="9" dirty="0">
                <a:latin typeface="Times New Roman"/>
                <a:cs typeface="Times New Roman"/>
              </a:rPr>
              <a:t>s</a:t>
            </a:r>
            <a:r>
              <a:rPr sz="2200" dirty="0">
                <a:latin typeface="Times New Roman"/>
                <a:cs typeface="Times New Roman"/>
              </a:rPr>
              <a:t>s</a:t>
            </a:r>
            <a:r>
              <a:rPr sz="2200" spc="4" dirty="0">
                <a:latin typeface="Times New Roman"/>
                <a:cs typeface="Times New Roman"/>
              </a:rPr>
              <a:t>e</a:t>
            </a:r>
            <a:r>
              <a:rPr sz="2200" dirty="0">
                <a:latin typeface="Times New Roman"/>
                <a:cs typeface="Times New Roman"/>
              </a:rPr>
              <a:t>d </a:t>
            </a:r>
            <a:r>
              <a:rPr sz="2200" spc="-4" dirty="0">
                <a:latin typeface="Times New Roman"/>
                <a:cs typeface="Times New Roman"/>
              </a:rPr>
              <a:t>i</a:t>
            </a:r>
            <a:r>
              <a:rPr sz="2200" dirty="0">
                <a:latin typeface="Times New Roman"/>
                <a:cs typeface="Times New Roman"/>
              </a:rPr>
              <a:t>n </a:t>
            </a:r>
            <a:r>
              <a:rPr sz="2200" spc="-4" dirty="0">
                <a:latin typeface="Times New Roman"/>
                <a:cs typeface="Times New Roman"/>
              </a:rPr>
              <a:t>th</a:t>
            </a:r>
            <a:r>
              <a:rPr sz="2200" spc="4" dirty="0">
                <a:latin typeface="Times New Roman"/>
                <a:cs typeface="Times New Roman"/>
              </a:rPr>
              <a:t>i</a:t>
            </a:r>
            <a:r>
              <a:rPr sz="2200" dirty="0">
                <a:latin typeface="Times New Roman"/>
                <a:cs typeface="Times New Roman"/>
              </a:rPr>
              <a:t>s </a:t>
            </a:r>
            <a:r>
              <a:rPr sz="2200" spc="9" dirty="0">
                <a:latin typeface="Times New Roman"/>
                <a:cs typeface="Times New Roman"/>
              </a:rPr>
              <a:t>s</a:t>
            </a:r>
            <a:r>
              <a:rPr sz="2200" dirty="0">
                <a:latin typeface="Times New Roman"/>
                <a:cs typeface="Times New Roman"/>
              </a:rPr>
              <a:t>e</a:t>
            </a:r>
            <a:r>
              <a:rPr sz="2200" spc="4" dirty="0">
                <a:latin typeface="Times New Roman"/>
                <a:cs typeface="Times New Roman"/>
              </a:rPr>
              <a:t>c</a:t>
            </a:r>
            <a:r>
              <a:rPr sz="2200" spc="-4" dirty="0">
                <a:latin typeface="Times New Roman"/>
                <a:cs typeface="Times New Roman"/>
              </a:rPr>
              <a:t>tio</a:t>
            </a:r>
            <a:r>
              <a:rPr sz="2200" dirty="0">
                <a:latin typeface="Times New Roman"/>
                <a:cs typeface="Times New Roman"/>
              </a:rPr>
              <a:t>n c</a:t>
            </a:r>
            <a:r>
              <a:rPr sz="2200" spc="4" dirty="0">
                <a:latin typeface="Times New Roman"/>
                <a:cs typeface="Times New Roman"/>
              </a:rPr>
              <a:t>a</a:t>
            </a:r>
            <a:r>
              <a:rPr sz="2200" dirty="0">
                <a:latin typeface="Times New Roman"/>
                <a:cs typeface="Times New Roman"/>
              </a:rPr>
              <a:t>n be d</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t</a:t>
            </a:r>
            <a:r>
              <a:rPr sz="2200" spc="4" dirty="0">
                <a:latin typeface="Times New Roman"/>
                <a:cs typeface="Times New Roman"/>
              </a:rPr>
              <a:t>i</a:t>
            </a:r>
            <a:r>
              <a:rPr sz="2200" spc="-4" dirty="0">
                <a:latin typeface="Times New Roman"/>
                <a:cs typeface="Times New Roman"/>
              </a:rPr>
              <a:t>n</a:t>
            </a:r>
            <a:r>
              <a:rPr sz="2200" dirty="0">
                <a:latin typeface="Times New Roman"/>
                <a:cs typeface="Times New Roman"/>
              </a:rPr>
              <a:t>g</a:t>
            </a:r>
            <a:r>
              <a:rPr sz="2200" spc="-4" dirty="0">
                <a:latin typeface="Times New Roman"/>
                <a:cs typeface="Times New Roman"/>
              </a:rPr>
              <a:t>ui</a:t>
            </a:r>
            <a:r>
              <a:rPr sz="2200" dirty="0">
                <a:latin typeface="Times New Roman"/>
                <a:cs typeface="Times New Roman"/>
              </a:rPr>
              <a:t>shed as</a:t>
            </a:r>
            <a:r>
              <a:rPr sz="2200" spc="4" dirty="0">
                <a:latin typeface="Times New Roman"/>
                <a:cs typeface="Times New Roman"/>
              </a:rPr>
              <a:t> </a:t>
            </a:r>
            <a:r>
              <a:rPr sz="2200" dirty="0">
                <a:latin typeface="Times New Roman"/>
                <a:cs typeface="Times New Roman"/>
              </a:rPr>
              <a:t>“b</a:t>
            </a:r>
            <a:r>
              <a:rPr sz="2200" spc="-4" dirty="0">
                <a:latin typeface="Times New Roman"/>
                <a:cs typeface="Times New Roman"/>
              </a:rPr>
              <a:t>ig</a:t>
            </a:r>
            <a:r>
              <a:rPr sz="2200" spc="4" dirty="0">
                <a:latin typeface="Times New Roman"/>
                <a:cs typeface="Times New Roman"/>
              </a:rPr>
              <a:t>”</a:t>
            </a:r>
            <a:r>
              <a:rPr sz="2200" spc="-4" dirty="0">
                <a:latin typeface="Times New Roman"/>
                <a:cs typeface="Times New Roman"/>
              </a:rPr>
              <a:t>(</a:t>
            </a:r>
            <a:r>
              <a:rPr sz="2200" spc="-9" dirty="0">
                <a:latin typeface="Times New Roman"/>
                <a:cs typeface="Times New Roman"/>
              </a:rPr>
              <a:t>S</a:t>
            </a:r>
            <a:r>
              <a:rPr sz="2200" dirty="0">
                <a:latin typeface="Times New Roman"/>
                <a:cs typeface="Times New Roman"/>
              </a:rPr>
              <a:t>OA</a:t>
            </a:r>
            <a:r>
              <a:rPr sz="2200" spc="-9" dirty="0">
                <a:latin typeface="Times New Roman"/>
                <a:cs typeface="Times New Roman"/>
              </a:rPr>
              <a:t>P</a:t>
            </a:r>
            <a:r>
              <a:rPr sz="2200" dirty="0">
                <a:latin typeface="Times New Roman"/>
                <a:cs typeface="Times New Roman"/>
              </a:rPr>
              <a:t>)</a:t>
            </a:r>
            <a:r>
              <a:rPr sz="2200" spc="-4" dirty="0">
                <a:latin typeface="Times New Roman"/>
                <a:cs typeface="Times New Roman"/>
              </a:rPr>
              <a:t> </a:t>
            </a:r>
            <a:r>
              <a:rPr sz="2200" dirty="0">
                <a:latin typeface="Times New Roman"/>
                <a:cs typeface="Times New Roman"/>
              </a:rPr>
              <a:t>web s</a:t>
            </a:r>
            <a:r>
              <a:rPr sz="2200" spc="4" dirty="0">
                <a:latin typeface="Times New Roman"/>
                <a:cs typeface="Times New Roman"/>
              </a:rPr>
              <a:t>e</a:t>
            </a:r>
            <a:r>
              <a:rPr sz="2200" spc="-4" dirty="0">
                <a:latin typeface="Times New Roman"/>
                <a:cs typeface="Times New Roman"/>
              </a:rPr>
              <a:t>rvi</a:t>
            </a:r>
            <a:r>
              <a:rPr sz="2200" spc="4" dirty="0">
                <a:latin typeface="Times New Roman"/>
                <a:cs typeface="Times New Roman"/>
              </a:rPr>
              <a:t>c</a:t>
            </a:r>
            <a:r>
              <a:rPr sz="2200" dirty="0">
                <a:latin typeface="Times New Roman"/>
                <a:cs typeface="Times New Roman"/>
              </a:rPr>
              <a:t>es</a:t>
            </a:r>
            <a:r>
              <a:rPr sz="2200" spc="4" dirty="0">
                <a:latin typeface="Times New Roman"/>
                <a:cs typeface="Times New Roman"/>
              </a:rPr>
              <a:t> </a:t>
            </a:r>
            <a:r>
              <a:rPr sz="2200" dirty="0">
                <a:latin typeface="Times New Roman"/>
                <a:cs typeface="Times New Roman"/>
              </a:rPr>
              <a:t>and </a:t>
            </a:r>
            <a:r>
              <a:rPr sz="2200" spc="4" dirty="0">
                <a:latin typeface="Times New Roman"/>
                <a:cs typeface="Times New Roman"/>
              </a:rPr>
              <a:t>“</a:t>
            </a:r>
            <a:r>
              <a:rPr sz="2200" spc="-4" dirty="0">
                <a:latin typeface="Times New Roman"/>
                <a:cs typeface="Times New Roman"/>
              </a:rPr>
              <a:t>R</a:t>
            </a:r>
            <a:r>
              <a:rPr sz="2200" dirty="0">
                <a:latin typeface="Times New Roman"/>
                <a:cs typeface="Times New Roman"/>
              </a:rPr>
              <a:t>E</a:t>
            </a:r>
            <a:r>
              <a:rPr sz="2200" spc="-9" dirty="0">
                <a:latin typeface="Times New Roman"/>
                <a:cs typeface="Times New Roman"/>
              </a:rPr>
              <a:t>S</a:t>
            </a:r>
            <a:r>
              <a:rPr sz="2200" dirty="0">
                <a:latin typeface="Times New Roman"/>
                <a:cs typeface="Times New Roman"/>
              </a:rPr>
              <a:t>T</a:t>
            </a:r>
            <a:r>
              <a:rPr sz="2200" spc="-9" dirty="0">
                <a:latin typeface="Times New Roman"/>
                <a:cs typeface="Times New Roman"/>
              </a:rPr>
              <a:t>f</a:t>
            </a:r>
            <a:r>
              <a:rPr sz="2200" spc="-4" dirty="0">
                <a:latin typeface="Times New Roman"/>
                <a:cs typeface="Times New Roman"/>
              </a:rPr>
              <a:t>ul</a:t>
            </a:r>
            <a:r>
              <a:rPr sz="2200" dirty="0">
                <a:latin typeface="Times New Roman"/>
                <a:cs typeface="Times New Roman"/>
              </a:rPr>
              <a:t>”</a:t>
            </a:r>
            <a:r>
              <a:rPr sz="2200" spc="4" dirty="0">
                <a:latin typeface="Times New Roman"/>
                <a:cs typeface="Times New Roman"/>
              </a:rPr>
              <a:t> </a:t>
            </a:r>
            <a:r>
              <a:rPr sz="2200" spc="-4" dirty="0">
                <a:latin typeface="Times New Roman"/>
                <a:cs typeface="Times New Roman"/>
              </a:rPr>
              <a:t>w</a:t>
            </a:r>
            <a:r>
              <a:rPr sz="2200" spc="4" dirty="0">
                <a:latin typeface="Times New Roman"/>
                <a:cs typeface="Times New Roman"/>
              </a:rPr>
              <a:t>e</a:t>
            </a:r>
            <a:r>
              <a:rPr sz="2200" dirty="0">
                <a:latin typeface="Times New Roman"/>
                <a:cs typeface="Times New Roman"/>
              </a:rPr>
              <a:t>b </a:t>
            </a:r>
            <a:r>
              <a:rPr sz="2200" spc="9" dirty="0">
                <a:latin typeface="Times New Roman"/>
                <a:cs typeface="Times New Roman"/>
              </a:rPr>
              <a:t>s</a:t>
            </a:r>
            <a:r>
              <a:rPr sz="2200" dirty="0">
                <a:latin typeface="Times New Roman"/>
                <a:cs typeface="Times New Roman"/>
              </a:rPr>
              <a:t>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dirty="0">
                <a:latin typeface="Times New Roman"/>
                <a:cs typeface="Times New Roman"/>
              </a:rPr>
              <a:t>c</a:t>
            </a:r>
            <a:r>
              <a:rPr sz="2200" spc="4" dirty="0">
                <a:latin typeface="Times New Roman"/>
                <a:cs typeface="Times New Roman"/>
              </a:rPr>
              <a:t>e</a:t>
            </a:r>
            <a:r>
              <a:rPr sz="2200" dirty="0">
                <a:latin typeface="Times New Roman"/>
                <a:cs typeface="Times New Roman"/>
              </a:rPr>
              <a:t>s.</a:t>
            </a:r>
          </a:p>
          <a:p>
            <a:pPr marL="12700" marR="395396" indent="71119" algn="just">
              <a:lnSpc>
                <a:spcPct val="100424"/>
              </a:lnSpc>
              <a:spcBef>
                <a:spcPts val="738"/>
              </a:spcBef>
            </a:pPr>
            <a:r>
              <a:rPr sz="2200" spc="-4" dirty="0">
                <a:latin typeface="Times New Roman"/>
                <a:cs typeface="Times New Roman"/>
              </a:rPr>
              <a:t>Bi</a:t>
            </a:r>
            <a:r>
              <a:rPr sz="2200" dirty="0">
                <a:latin typeface="Times New Roman"/>
                <a:cs typeface="Times New Roman"/>
              </a:rPr>
              <a:t>g web se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es </a:t>
            </a:r>
            <a:r>
              <a:rPr sz="2200" spc="-4" dirty="0">
                <a:latin typeface="Times New Roman"/>
                <a:cs typeface="Times New Roman"/>
              </a:rPr>
              <a:t>u</a:t>
            </a:r>
            <a:r>
              <a:rPr sz="2200" dirty="0">
                <a:latin typeface="Times New Roman"/>
                <a:cs typeface="Times New Roman"/>
              </a:rPr>
              <a:t>se</a:t>
            </a:r>
            <a:r>
              <a:rPr sz="2200" spc="4" dirty="0">
                <a:latin typeface="Times New Roman"/>
                <a:cs typeface="Times New Roman"/>
              </a:rPr>
              <a:t> </a:t>
            </a:r>
            <a:r>
              <a:rPr sz="2200" dirty="0">
                <a:latin typeface="Times New Roman"/>
                <a:cs typeface="Times New Roman"/>
              </a:rPr>
              <a:t>X</a:t>
            </a:r>
            <a:r>
              <a:rPr sz="2200" spc="-4" dirty="0">
                <a:latin typeface="Times New Roman"/>
                <a:cs typeface="Times New Roman"/>
              </a:rPr>
              <a:t>M</a:t>
            </a:r>
            <a:r>
              <a:rPr sz="2200" dirty="0">
                <a:latin typeface="Times New Roman"/>
                <a:cs typeface="Times New Roman"/>
              </a:rPr>
              <a:t>L mes</a:t>
            </a:r>
            <a:r>
              <a:rPr sz="2200" spc="4" dirty="0">
                <a:latin typeface="Times New Roman"/>
                <a:cs typeface="Times New Roman"/>
              </a:rPr>
              <a:t>s</a:t>
            </a:r>
            <a:r>
              <a:rPr sz="2200" dirty="0">
                <a:latin typeface="Times New Roman"/>
                <a:cs typeface="Times New Roman"/>
              </a:rPr>
              <a:t>ages </a:t>
            </a:r>
            <a:r>
              <a:rPr sz="2200" spc="-4" dirty="0">
                <a:latin typeface="Times New Roman"/>
                <a:cs typeface="Times New Roman"/>
              </a:rPr>
              <a:t>th</a:t>
            </a:r>
            <a:r>
              <a:rPr sz="2200" spc="4" dirty="0">
                <a:latin typeface="Times New Roman"/>
                <a:cs typeface="Times New Roman"/>
              </a:rPr>
              <a:t>a</a:t>
            </a:r>
            <a:r>
              <a:rPr sz="2200" dirty="0">
                <a:latin typeface="Times New Roman"/>
                <a:cs typeface="Times New Roman"/>
              </a:rPr>
              <a:t>t </a:t>
            </a:r>
            <a:r>
              <a:rPr sz="2200" spc="-4" dirty="0">
                <a:latin typeface="Times New Roman"/>
                <a:cs typeface="Times New Roman"/>
              </a:rPr>
              <a:t>f</a:t>
            </a:r>
            <a:r>
              <a:rPr sz="2200" dirty="0">
                <a:latin typeface="Times New Roman"/>
                <a:cs typeface="Times New Roman"/>
              </a:rPr>
              <a:t>o</a:t>
            </a:r>
            <a:r>
              <a:rPr sz="2200" spc="-4" dirty="0">
                <a:latin typeface="Times New Roman"/>
                <a:cs typeface="Times New Roman"/>
              </a:rPr>
              <a:t>llo</a:t>
            </a:r>
            <a:r>
              <a:rPr sz="2200" dirty="0">
                <a:latin typeface="Times New Roman"/>
                <a:cs typeface="Times New Roman"/>
              </a:rPr>
              <a:t>w </a:t>
            </a:r>
            <a:r>
              <a:rPr sz="2200" spc="-4" dirty="0">
                <a:latin typeface="Times New Roman"/>
                <a:cs typeface="Times New Roman"/>
              </a:rPr>
              <a:t>t</a:t>
            </a:r>
            <a:r>
              <a:rPr sz="2200" dirty="0">
                <a:latin typeface="Times New Roman"/>
                <a:cs typeface="Times New Roman"/>
              </a:rPr>
              <a:t>he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p</a:t>
            </a:r>
            <a:r>
              <a:rPr sz="2200" spc="-4" dirty="0">
                <a:latin typeface="Times New Roman"/>
                <a:cs typeface="Times New Roman"/>
              </a:rPr>
              <a:t>l</a:t>
            </a:r>
            <a:r>
              <a:rPr sz="2200" dirty="0">
                <a:latin typeface="Times New Roman"/>
                <a:cs typeface="Times New Roman"/>
              </a:rPr>
              <a:t>e O</a:t>
            </a:r>
            <a:r>
              <a:rPr sz="2200" spc="-4" dirty="0">
                <a:latin typeface="Times New Roman"/>
                <a:cs typeface="Times New Roman"/>
              </a:rPr>
              <a:t>bj</a:t>
            </a:r>
            <a:r>
              <a:rPr sz="2200" spc="4" dirty="0">
                <a:latin typeface="Times New Roman"/>
                <a:cs typeface="Times New Roman"/>
              </a:rPr>
              <a:t>e</a:t>
            </a:r>
            <a:r>
              <a:rPr sz="2200" dirty="0">
                <a:latin typeface="Times New Roman"/>
                <a:cs typeface="Times New Roman"/>
              </a:rPr>
              <a:t>ct </a:t>
            </a:r>
            <a:r>
              <a:rPr sz="2200" spc="-4" dirty="0">
                <a:latin typeface="Times New Roman"/>
                <a:cs typeface="Times New Roman"/>
              </a:rPr>
              <a:t>A</a:t>
            </a:r>
            <a:r>
              <a:rPr sz="2200" spc="4" dirty="0">
                <a:latin typeface="Times New Roman"/>
                <a:cs typeface="Times New Roman"/>
              </a:rPr>
              <a:t>c</a:t>
            </a:r>
            <a:r>
              <a:rPr sz="2200" dirty="0">
                <a:latin typeface="Times New Roman"/>
                <a:cs typeface="Times New Roman"/>
              </a:rPr>
              <a:t>c</a:t>
            </a:r>
            <a:r>
              <a:rPr sz="2200" spc="4" dirty="0">
                <a:latin typeface="Times New Roman"/>
                <a:cs typeface="Times New Roman"/>
              </a:rPr>
              <a:t>e</a:t>
            </a:r>
            <a:r>
              <a:rPr sz="2200" dirty="0">
                <a:latin typeface="Times New Roman"/>
                <a:cs typeface="Times New Roman"/>
              </a:rPr>
              <a:t>ss P</a:t>
            </a:r>
            <a:r>
              <a:rPr sz="2200" spc="-4" dirty="0">
                <a:latin typeface="Times New Roman"/>
                <a:cs typeface="Times New Roman"/>
              </a:rPr>
              <a:t>r</a:t>
            </a:r>
            <a:r>
              <a:rPr sz="2200" dirty="0">
                <a:latin typeface="Times New Roman"/>
                <a:cs typeface="Times New Roman"/>
              </a:rPr>
              <a:t>o</a:t>
            </a:r>
            <a:r>
              <a:rPr sz="2200" spc="-4" dirty="0">
                <a:latin typeface="Times New Roman"/>
                <a:cs typeface="Times New Roman"/>
              </a:rPr>
              <a:t>to</a:t>
            </a:r>
            <a:r>
              <a:rPr sz="2200" dirty="0">
                <a:latin typeface="Times New Roman"/>
                <a:cs typeface="Times New Roman"/>
              </a:rPr>
              <a:t>col </a:t>
            </a:r>
            <a:r>
              <a:rPr sz="2200" spc="-4" dirty="0">
                <a:latin typeface="Times New Roman"/>
                <a:cs typeface="Times New Roman"/>
              </a:rPr>
              <a:t>(</a:t>
            </a:r>
            <a:r>
              <a:rPr sz="2200" dirty="0">
                <a:latin typeface="Times New Roman"/>
                <a:cs typeface="Times New Roman"/>
              </a:rPr>
              <a:t>S</a:t>
            </a:r>
            <a:r>
              <a:rPr sz="2200" spc="-4" dirty="0">
                <a:latin typeface="Times New Roman"/>
                <a:cs typeface="Times New Roman"/>
              </a:rPr>
              <a:t>O</a:t>
            </a:r>
            <a:r>
              <a:rPr sz="2200" dirty="0">
                <a:latin typeface="Times New Roman"/>
                <a:cs typeface="Times New Roman"/>
              </a:rPr>
              <a:t>A</a:t>
            </a:r>
            <a:r>
              <a:rPr sz="2200" spc="-9" dirty="0">
                <a:latin typeface="Times New Roman"/>
                <a:cs typeface="Times New Roman"/>
              </a:rPr>
              <a:t>P</a:t>
            </a:r>
            <a:r>
              <a:rPr sz="2200" dirty="0">
                <a:latin typeface="Times New Roman"/>
                <a:cs typeface="Times New Roman"/>
              </a:rPr>
              <a:t>) s</a:t>
            </a:r>
            <a:r>
              <a:rPr sz="2200" spc="4" dirty="0">
                <a:latin typeface="Times New Roman"/>
                <a:cs typeface="Times New Roman"/>
              </a:rPr>
              <a:t>t</a:t>
            </a:r>
            <a:r>
              <a:rPr sz="2200" dirty="0">
                <a:latin typeface="Times New Roman"/>
                <a:cs typeface="Times New Roman"/>
              </a:rPr>
              <a:t>a</a:t>
            </a:r>
            <a:r>
              <a:rPr sz="2200" spc="-4" dirty="0">
                <a:latin typeface="Times New Roman"/>
                <a:cs typeface="Times New Roman"/>
              </a:rPr>
              <a:t>n</a:t>
            </a:r>
            <a:r>
              <a:rPr sz="2200" dirty="0">
                <a:latin typeface="Times New Roman"/>
                <a:cs typeface="Times New Roman"/>
              </a:rPr>
              <a:t>da</a:t>
            </a:r>
            <a:r>
              <a:rPr sz="2200" spc="-9" dirty="0">
                <a:latin typeface="Times New Roman"/>
                <a:cs typeface="Times New Roman"/>
              </a:rPr>
              <a:t>r</a:t>
            </a:r>
            <a:r>
              <a:rPr sz="2200" dirty="0">
                <a:latin typeface="Times New Roman"/>
                <a:cs typeface="Times New Roman"/>
              </a:rPr>
              <a:t>d, an XML</a:t>
            </a:r>
            <a:r>
              <a:rPr sz="2200" spc="-9" dirty="0">
                <a:latin typeface="Times New Roman"/>
                <a:cs typeface="Times New Roman"/>
              </a:rPr>
              <a:t> </a:t>
            </a:r>
            <a:r>
              <a:rPr sz="2200" spc="-4" dirty="0">
                <a:latin typeface="Times New Roman"/>
                <a:cs typeface="Times New Roman"/>
              </a:rPr>
              <a:t>l</a:t>
            </a:r>
            <a:r>
              <a:rPr sz="2200" spc="4" dirty="0">
                <a:latin typeface="Times New Roman"/>
                <a:cs typeface="Times New Roman"/>
              </a:rPr>
              <a:t>a</a:t>
            </a:r>
            <a:r>
              <a:rPr sz="2200" spc="-4" dirty="0">
                <a:latin typeface="Times New Roman"/>
                <a:cs typeface="Times New Roman"/>
              </a:rPr>
              <a:t>n</a:t>
            </a:r>
            <a:r>
              <a:rPr sz="2200" dirty="0">
                <a:latin typeface="Times New Roman"/>
                <a:cs typeface="Times New Roman"/>
              </a:rPr>
              <a:t>g</a:t>
            </a:r>
            <a:r>
              <a:rPr sz="2200" spc="-4" dirty="0">
                <a:latin typeface="Times New Roman"/>
                <a:cs typeface="Times New Roman"/>
              </a:rPr>
              <a:t>u</a:t>
            </a:r>
            <a:r>
              <a:rPr sz="2200" dirty="0">
                <a:latin typeface="Times New Roman"/>
                <a:cs typeface="Times New Roman"/>
              </a:rPr>
              <a:t>age de</a:t>
            </a:r>
            <a:r>
              <a:rPr sz="2200" spc="-9" dirty="0">
                <a:latin typeface="Times New Roman"/>
                <a:cs typeface="Times New Roman"/>
              </a:rPr>
              <a:t>f</a:t>
            </a:r>
            <a:r>
              <a:rPr sz="2200" spc="4" dirty="0">
                <a:latin typeface="Times New Roman"/>
                <a:cs typeface="Times New Roman"/>
              </a:rPr>
              <a:t>i</a:t>
            </a:r>
            <a:r>
              <a:rPr sz="2200" spc="-4" dirty="0">
                <a:latin typeface="Times New Roman"/>
                <a:cs typeface="Times New Roman"/>
              </a:rPr>
              <a:t>ni</a:t>
            </a:r>
            <a:r>
              <a:rPr sz="2200" dirty="0">
                <a:latin typeface="Times New Roman"/>
                <a:cs typeface="Times New Roman"/>
              </a:rPr>
              <a:t>ng a</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s</a:t>
            </a:r>
            <a:r>
              <a:rPr sz="2200" spc="9" dirty="0">
                <a:latin typeface="Times New Roman"/>
                <a:cs typeface="Times New Roman"/>
              </a:rPr>
              <a:t>s</a:t>
            </a:r>
            <a:r>
              <a:rPr sz="2200" dirty="0">
                <a:latin typeface="Times New Roman"/>
                <a:cs typeface="Times New Roman"/>
              </a:rPr>
              <a:t>a</a:t>
            </a:r>
            <a:r>
              <a:rPr sz="2200" spc="-4" dirty="0">
                <a:latin typeface="Times New Roman"/>
                <a:cs typeface="Times New Roman"/>
              </a:rPr>
              <a:t>g</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arc</a:t>
            </a:r>
            <a:r>
              <a:rPr sz="2200" spc="-4" dirty="0">
                <a:latin typeface="Times New Roman"/>
                <a:cs typeface="Times New Roman"/>
              </a:rPr>
              <a:t>hi</a:t>
            </a:r>
            <a:r>
              <a:rPr sz="2200" spc="4" dirty="0">
                <a:latin typeface="Times New Roman"/>
                <a:cs typeface="Times New Roman"/>
              </a:rPr>
              <a:t>t</a:t>
            </a:r>
            <a:r>
              <a:rPr sz="2200" dirty="0">
                <a:latin typeface="Times New Roman"/>
                <a:cs typeface="Times New Roman"/>
              </a:rPr>
              <a:t>ect</a:t>
            </a:r>
            <a:r>
              <a:rPr sz="2200" spc="-4" dirty="0">
                <a:latin typeface="Times New Roman"/>
                <a:cs typeface="Times New Roman"/>
              </a:rPr>
              <a:t>ur</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and me</a:t>
            </a:r>
            <a:r>
              <a:rPr sz="2200" spc="4" dirty="0">
                <a:latin typeface="Times New Roman"/>
                <a:cs typeface="Times New Roman"/>
              </a:rPr>
              <a:t>s</a:t>
            </a:r>
            <a:r>
              <a:rPr sz="2200" dirty="0">
                <a:latin typeface="Times New Roman"/>
                <a:cs typeface="Times New Roman"/>
              </a:rPr>
              <a:t>s</a:t>
            </a:r>
            <a:r>
              <a:rPr sz="2200" spc="4" dirty="0">
                <a:latin typeface="Times New Roman"/>
                <a:cs typeface="Times New Roman"/>
              </a:rPr>
              <a:t>a</a:t>
            </a:r>
            <a:r>
              <a:rPr sz="2200" spc="-4" dirty="0">
                <a:latin typeface="Times New Roman"/>
                <a:cs typeface="Times New Roman"/>
              </a:rPr>
              <a:t>g</a:t>
            </a:r>
            <a:r>
              <a:rPr sz="2200" dirty="0">
                <a:latin typeface="Times New Roman"/>
                <a:cs typeface="Times New Roman"/>
              </a:rPr>
              <a:t>e f</a:t>
            </a:r>
            <a:r>
              <a:rPr sz="2200" spc="-4" dirty="0">
                <a:latin typeface="Times New Roman"/>
                <a:cs typeface="Times New Roman"/>
              </a:rPr>
              <a:t>or</a:t>
            </a:r>
            <a:r>
              <a:rPr sz="2200" dirty="0">
                <a:latin typeface="Times New Roman"/>
                <a:cs typeface="Times New Roman"/>
              </a:rPr>
              <a:t>ma</a:t>
            </a:r>
            <a:r>
              <a:rPr sz="2200" spc="-9" dirty="0">
                <a:latin typeface="Times New Roman"/>
                <a:cs typeface="Times New Roman"/>
              </a:rPr>
              <a:t>t</a:t>
            </a:r>
            <a:r>
              <a:rPr sz="2200" dirty="0">
                <a:latin typeface="Times New Roman"/>
                <a:cs typeface="Times New Roman"/>
              </a:rPr>
              <a:t>s</a:t>
            </a:r>
          </a:p>
        </p:txBody>
      </p:sp>
      <p:sp>
        <p:nvSpPr>
          <p:cNvPr id="11" name="object 11"/>
          <p:cNvSpPr txBox="1"/>
          <p:nvPr/>
        </p:nvSpPr>
        <p:spPr>
          <a:xfrm>
            <a:off x="2287270" y="222144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10" name="object 10"/>
          <p:cNvSpPr txBox="1"/>
          <p:nvPr/>
        </p:nvSpPr>
        <p:spPr>
          <a:xfrm>
            <a:off x="2287270" y="332253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9" name="object 9"/>
          <p:cNvSpPr txBox="1"/>
          <p:nvPr/>
        </p:nvSpPr>
        <p:spPr>
          <a:xfrm>
            <a:off x="2287270" y="442489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8" name="object 8"/>
          <p:cNvSpPr txBox="1"/>
          <p:nvPr/>
        </p:nvSpPr>
        <p:spPr>
          <a:xfrm>
            <a:off x="2584451" y="4429973"/>
            <a:ext cx="6129411" cy="306069"/>
          </a:xfrm>
          <a:prstGeom prst="rect">
            <a:avLst/>
          </a:prstGeom>
        </p:spPr>
        <p:txBody>
          <a:bodyPr wrap="square" lIns="0" tIns="0" rIns="0" bIns="0" rtlCol="0">
            <a:noAutofit/>
          </a:bodyPr>
          <a:lstStyle/>
          <a:p>
            <a:pPr marL="12700">
              <a:lnSpc>
                <a:spcPts val="2355"/>
              </a:lnSpc>
              <a:spcBef>
                <a:spcPts val="117"/>
              </a:spcBef>
            </a:pPr>
            <a:r>
              <a:rPr sz="2200" spc="-4" dirty="0">
                <a:latin typeface="Times New Roman"/>
                <a:cs typeface="Times New Roman"/>
              </a:rPr>
              <a:t>I</a:t>
            </a:r>
            <a:r>
              <a:rPr sz="2200" dirty="0">
                <a:latin typeface="Times New Roman"/>
                <a:cs typeface="Times New Roman"/>
              </a:rPr>
              <a:t>n J</a:t>
            </a:r>
            <a:r>
              <a:rPr sz="2200" spc="4" dirty="0">
                <a:latin typeface="Times New Roman"/>
                <a:cs typeface="Times New Roman"/>
              </a:rPr>
              <a:t>a</a:t>
            </a:r>
            <a:r>
              <a:rPr sz="2200" spc="-4"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E</a:t>
            </a:r>
            <a:r>
              <a:rPr sz="2200" dirty="0">
                <a:latin typeface="Times New Roman"/>
                <a:cs typeface="Times New Roman"/>
              </a:rPr>
              <a:t>E </a:t>
            </a:r>
            <a:r>
              <a:rPr sz="2200" spc="-4" dirty="0">
                <a:latin typeface="Times New Roman"/>
                <a:cs typeface="Times New Roman"/>
              </a:rPr>
              <a:t>6</a:t>
            </a:r>
            <a:r>
              <a:rPr sz="2200" dirty="0">
                <a:latin typeface="Times New Roman"/>
                <a:cs typeface="Times New Roman"/>
              </a:rPr>
              <a:t>, JA</a:t>
            </a:r>
            <a:r>
              <a:rPr sz="2200" spc="-4" dirty="0">
                <a:latin typeface="Times New Roman"/>
                <a:cs typeface="Times New Roman"/>
              </a:rPr>
              <a:t>X</a:t>
            </a:r>
            <a:r>
              <a:rPr sz="2200" dirty="0">
                <a:latin typeface="Times New Roman"/>
                <a:cs typeface="Times New Roman"/>
              </a:rPr>
              <a:t>-</a:t>
            </a:r>
            <a:r>
              <a:rPr sz="2200" spc="-4" dirty="0">
                <a:latin typeface="Times New Roman"/>
                <a:cs typeface="Times New Roman"/>
              </a:rPr>
              <a:t>W</a:t>
            </a:r>
            <a:r>
              <a:rPr sz="2200" dirty="0">
                <a:latin typeface="Times New Roman"/>
                <a:cs typeface="Times New Roman"/>
              </a:rPr>
              <a:t>S A</a:t>
            </a:r>
            <a:r>
              <a:rPr sz="2200" spc="-9" dirty="0">
                <a:latin typeface="Times New Roman"/>
                <a:cs typeface="Times New Roman"/>
              </a:rPr>
              <a:t>P</a:t>
            </a:r>
            <a:r>
              <a:rPr sz="2200" dirty="0">
                <a:latin typeface="Times New Roman"/>
                <a:cs typeface="Times New Roman"/>
              </a:rPr>
              <a:t>I</a:t>
            </a:r>
            <a:r>
              <a:rPr sz="2200" spc="-4" dirty="0">
                <a:latin typeface="Times New Roman"/>
                <a:cs typeface="Times New Roman"/>
              </a:rPr>
              <a:t> </a:t>
            </a:r>
            <a:r>
              <a:rPr sz="2200" dirty="0">
                <a:latin typeface="Times New Roman"/>
                <a:cs typeface="Times New Roman"/>
              </a:rPr>
              <a:t>p</a:t>
            </a:r>
            <a:r>
              <a:rPr sz="2200" spc="-4" dirty="0">
                <a:latin typeface="Times New Roman"/>
                <a:cs typeface="Times New Roman"/>
              </a:rPr>
              <a:t>ro</a:t>
            </a:r>
            <a:r>
              <a:rPr sz="2200" dirty="0">
                <a:latin typeface="Times New Roman"/>
                <a:cs typeface="Times New Roman"/>
              </a:rPr>
              <a:t>v</a:t>
            </a:r>
            <a:r>
              <a:rPr sz="2200" spc="-4" dirty="0">
                <a:latin typeface="Times New Roman"/>
                <a:cs typeface="Times New Roman"/>
              </a:rPr>
              <a:t>id</a:t>
            </a:r>
            <a:r>
              <a:rPr sz="2200" spc="4" dirty="0">
                <a:latin typeface="Times New Roman"/>
                <a:cs typeface="Times New Roman"/>
              </a:rPr>
              <a:t>e</a:t>
            </a:r>
            <a:r>
              <a:rPr sz="2200" dirty="0">
                <a:latin typeface="Times New Roman"/>
                <a:cs typeface="Times New Roman"/>
              </a:rPr>
              <a:t>s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fu</a:t>
            </a:r>
            <a:r>
              <a:rPr sz="2200" dirty="0">
                <a:latin typeface="Times New Roman"/>
                <a:cs typeface="Times New Roman"/>
              </a:rPr>
              <a:t>nc</a:t>
            </a:r>
            <a:r>
              <a:rPr sz="2200" spc="-4" dirty="0">
                <a:latin typeface="Times New Roman"/>
                <a:cs typeface="Times New Roman"/>
              </a:rPr>
              <a:t>ti</a:t>
            </a:r>
            <a:r>
              <a:rPr sz="2200" dirty="0">
                <a:latin typeface="Times New Roman"/>
                <a:cs typeface="Times New Roman"/>
              </a:rPr>
              <a:t>o</a:t>
            </a:r>
            <a:r>
              <a:rPr sz="2200" spc="-4" dirty="0">
                <a:latin typeface="Times New Roman"/>
                <a:cs typeface="Times New Roman"/>
              </a:rPr>
              <a:t>n</a:t>
            </a:r>
            <a:r>
              <a:rPr sz="2200" spc="4" dirty="0">
                <a:latin typeface="Times New Roman"/>
                <a:cs typeface="Times New Roman"/>
              </a:rPr>
              <a:t>a</a:t>
            </a:r>
            <a:r>
              <a:rPr sz="2200" spc="-4" dirty="0">
                <a:latin typeface="Times New Roman"/>
                <a:cs typeface="Times New Roman"/>
              </a:rPr>
              <a:t>lit</a:t>
            </a:r>
            <a:r>
              <a:rPr sz="2200" dirty="0">
                <a:latin typeface="Times New Roman"/>
                <a:cs typeface="Times New Roman"/>
              </a:rPr>
              <a:t>y</a:t>
            </a:r>
          </a:p>
        </p:txBody>
      </p:sp>
      <p:sp>
        <p:nvSpPr>
          <p:cNvPr id="7" name="object 7"/>
          <p:cNvSpPr txBox="1"/>
          <p:nvPr/>
        </p:nvSpPr>
        <p:spPr>
          <a:xfrm>
            <a:off x="8716529" y="4429973"/>
            <a:ext cx="1070291" cy="306069"/>
          </a:xfrm>
          <a:prstGeom prst="rect">
            <a:avLst/>
          </a:prstGeom>
        </p:spPr>
        <p:txBody>
          <a:bodyPr wrap="square" lIns="0" tIns="0" rIns="0" bIns="0" rtlCol="0">
            <a:noAutofit/>
          </a:bodyPr>
          <a:lstStyle/>
          <a:p>
            <a:pPr marL="12700">
              <a:lnSpc>
                <a:spcPts val="2355"/>
              </a:lnSpc>
              <a:spcBef>
                <a:spcPts val="117"/>
              </a:spcBef>
            </a:pPr>
            <a:r>
              <a:rPr sz="2200" spc="-4" dirty="0">
                <a:latin typeface="Times New Roman"/>
                <a:cs typeface="Times New Roman"/>
              </a:rPr>
              <a:t>fo</a:t>
            </a:r>
            <a:r>
              <a:rPr sz="2200" dirty="0">
                <a:latin typeface="Times New Roman"/>
                <a:cs typeface="Times New Roman"/>
              </a:rPr>
              <a:t>r “b</a:t>
            </a:r>
            <a:r>
              <a:rPr sz="2200" spc="-4" dirty="0">
                <a:latin typeface="Times New Roman"/>
                <a:cs typeface="Times New Roman"/>
              </a:rPr>
              <a:t>ig</a:t>
            </a:r>
            <a:r>
              <a:rPr sz="2200" dirty="0">
                <a:latin typeface="Times New Roman"/>
                <a:cs typeface="Times New Roman"/>
              </a:rPr>
              <a:t>”</a:t>
            </a:r>
            <a:endParaRPr sz="2200">
              <a:latin typeface="Times New Roman"/>
              <a:cs typeface="Times New Roman"/>
            </a:endParaRPr>
          </a:p>
        </p:txBody>
      </p:sp>
      <p:sp>
        <p:nvSpPr>
          <p:cNvPr id="6" name="object 6"/>
          <p:cNvSpPr txBox="1"/>
          <p:nvPr/>
        </p:nvSpPr>
        <p:spPr>
          <a:xfrm>
            <a:off x="2584450" y="4766523"/>
            <a:ext cx="535334" cy="306069"/>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web</a:t>
            </a:r>
            <a:endParaRPr sz="2200">
              <a:latin typeface="Times New Roman"/>
              <a:cs typeface="Times New Roman"/>
            </a:endParaRPr>
          </a:p>
        </p:txBody>
      </p:sp>
      <p:sp>
        <p:nvSpPr>
          <p:cNvPr id="5" name="object 5"/>
          <p:cNvSpPr txBox="1"/>
          <p:nvPr/>
        </p:nvSpPr>
        <p:spPr>
          <a:xfrm>
            <a:off x="3122213" y="4766523"/>
            <a:ext cx="971498" cy="306069"/>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s</a:t>
            </a:r>
            <a:r>
              <a:rPr sz="2200" spc="4" dirty="0">
                <a:latin typeface="Times New Roman"/>
                <a:cs typeface="Times New Roman"/>
              </a:rPr>
              <a:t>e</a:t>
            </a:r>
            <a:r>
              <a:rPr sz="2200" spc="-4" dirty="0">
                <a:latin typeface="Times New Roman"/>
                <a:cs typeface="Times New Roman"/>
              </a:rPr>
              <a:t>rv</a:t>
            </a:r>
            <a:r>
              <a:rPr sz="2200" spc="4" dirty="0">
                <a:latin typeface="Times New Roman"/>
                <a:cs typeface="Times New Roman"/>
              </a:rPr>
              <a:t>i</a:t>
            </a:r>
            <a:r>
              <a:rPr sz="2200" dirty="0">
                <a:latin typeface="Times New Roman"/>
                <a:cs typeface="Times New Roman"/>
              </a:rPr>
              <a:t>ces</a:t>
            </a:r>
            <a:endParaRPr sz="2200">
              <a:latin typeface="Times New Roman"/>
              <a:cs typeface="Times New Roman"/>
            </a:endParaRPr>
          </a:p>
        </p:txBody>
      </p:sp>
    </p:spTree>
    <p:extLst>
      <p:ext uri="{BB962C8B-B14F-4D97-AF65-F5344CB8AC3E}">
        <p14:creationId xmlns:p14="http://schemas.microsoft.com/office/powerpoint/2010/main" val="2621392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2058670" y="476178"/>
            <a:ext cx="5321710"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RE</a:t>
            </a:r>
            <a:r>
              <a:rPr sz="4400" spc="-9" dirty="0">
                <a:latin typeface="Times New Roman"/>
                <a:cs typeface="Times New Roman"/>
              </a:rPr>
              <a:t>S</a:t>
            </a:r>
            <a:r>
              <a:rPr sz="4400" dirty="0">
                <a:latin typeface="Times New Roman"/>
                <a:cs typeface="Times New Roman"/>
              </a:rPr>
              <a:t>Tful Web Se</a:t>
            </a:r>
            <a:r>
              <a:rPr sz="4400" spc="-4" dirty="0">
                <a:latin typeface="Times New Roman"/>
                <a:cs typeface="Times New Roman"/>
              </a:rPr>
              <a:t>r</a:t>
            </a:r>
            <a:r>
              <a:rPr sz="4400" spc="4" dirty="0">
                <a:latin typeface="Times New Roman"/>
                <a:cs typeface="Times New Roman"/>
              </a:rPr>
              <a:t>v</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es</a:t>
            </a:r>
            <a:endParaRPr sz="4400">
              <a:latin typeface="Times New Roman"/>
              <a:cs typeface="Times New Roman"/>
            </a:endParaRPr>
          </a:p>
        </p:txBody>
      </p:sp>
      <p:sp>
        <p:nvSpPr>
          <p:cNvPr id="11" name="object 11"/>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1" y="1465425"/>
            <a:ext cx="7272013" cy="2463800"/>
          </a:xfrm>
          <a:prstGeom prst="rect">
            <a:avLst/>
          </a:prstGeom>
        </p:spPr>
        <p:txBody>
          <a:bodyPr wrap="square" lIns="0" tIns="0" rIns="0" bIns="0" rtlCol="0">
            <a:noAutofit/>
          </a:bodyPr>
          <a:lstStyle/>
          <a:p>
            <a:pPr marL="12700" marR="39873">
              <a:lnSpc>
                <a:spcPts val="2550"/>
              </a:lnSpc>
              <a:spcBef>
                <a:spcPts val="127"/>
              </a:spcBef>
            </a:pPr>
            <a:r>
              <a:rPr sz="2400" dirty="0">
                <a:latin typeface="Times New Roman"/>
                <a:cs typeface="Times New Roman"/>
              </a:rPr>
              <a:t>In </a:t>
            </a:r>
            <a:r>
              <a:rPr sz="2400" spc="4" dirty="0">
                <a:latin typeface="Times New Roman"/>
                <a:cs typeface="Times New Roman"/>
              </a:rPr>
              <a:t>Ja</a:t>
            </a:r>
            <a:r>
              <a:rPr sz="2400" dirty="0">
                <a:latin typeface="Times New Roman"/>
                <a:cs typeface="Times New Roman"/>
              </a:rPr>
              <a:t>va </a:t>
            </a:r>
            <a:r>
              <a:rPr sz="2400" spc="4" dirty="0">
                <a:latin typeface="Times New Roman"/>
                <a:cs typeface="Times New Roman"/>
              </a:rPr>
              <a:t>E</a:t>
            </a:r>
            <a:r>
              <a:rPr sz="2400" dirty="0">
                <a:latin typeface="Times New Roman"/>
                <a:cs typeface="Times New Roman"/>
              </a:rPr>
              <a:t>E</a:t>
            </a:r>
            <a:r>
              <a:rPr sz="2400" spc="-4" dirty="0">
                <a:latin typeface="Times New Roman"/>
                <a:cs typeface="Times New Roman"/>
              </a:rPr>
              <a:t> </a:t>
            </a:r>
            <a:r>
              <a:rPr sz="2400" dirty="0">
                <a:latin typeface="Times New Roman"/>
                <a:cs typeface="Times New Roman"/>
              </a:rPr>
              <a:t>6, </a:t>
            </a:r>
            <a:r>
              <a:rPr sz="2400" spc="4" dirty="0">
                <a:latin typeface="Times New Roman"/>
                <a:cs typeface="Times New Roman"/>
              </a:rPr>
              <a:t>J</a:t>
            </a:r>
            <a:r>
              <a:rPr sz="2400" spc="-9" dirty="0">
                <a:latin typeface="Times New Roman"/>
                <a:cs typeface="Times New Roman"/>
              </a:rPr>
              <a:t>A</a:t>
            </a:r>
            <a:r>
              <a:rPr sz="2400" spc="-4" dirty="0">
                <a:latin typeface="Times New Roman"/>
                <a:cs typeface="Times New Roman"/>
              </a:rPr>
              <a:t>X</a:t>
            </a:r>
            <a:r>
              <a:rPr sz="2400" spc="9" dirty="0">
                <a:latin typeface="Times New Roman"/>
                <a:cs typeface="Times New Roman"/>
              </a:rPr>
              <a:t>-</a:t>
            </a:r>
            <a:r>
              <a:rPr sz="2400" spc="-9" dirty="0">
                <a:latin typeface="Times New Roman"/>
                <a:cs typeface="Times New Roman"/>
              </a:rPr>
              <a:t>R</a:t>
            </a:r>
            <a:r>
              <a:rPr sz="2400" dirty="0">
                <a:latin typeface="Times New Roman"/>
                <a:cs typeface="Times New Roman"/>
              </a:rPr>
              <a:t>S</a:t>
            </a:r>
            <a:r>
              <a:rPr sz="2400" spc="-9" dirty="0">
                <a:latin typeface="Times New Roman"/>
                <a:cs typeface="Times New Roman"/>
              </a:rPr>
              <a:t> </a:t>
            </a:r>
            <a:r>
              <a:rPr sz="2400" spc="4" dirty="0">
                <a:latin typeface="Times New Roman"/>
                <a:cs typeface="Times New Roman"/>
              </a:rPr>
              <a:t>p</a:t>
            </a:r>
            <a:r>
              <a:rPr sz="2400" dirty="0">
                <a:latin typeface="Times New Roman"/>
                <a:cs typeface="Times New Roman"/>
              </a:rPr>
              <a:t>rovid</a:t>
            </a:r>
            <a:r>
              <a:rPr sz="2400" spc="4" dirty="0">
                <a:latin typeface="Times New Roman"/>
                <a:cs typeface="Times New Roman"/>
              </a:rPr>
              <a:t>e</a:t>
            </a:r>
            <a:r>
              <a:rPr sz="2400" dirty="0">
                <a:latin typeface="Times New Roman"/>
                <a:cs typeface="Times New Roman"/>
              </a:rPr>
              <a:t>s the fun</a:t>
            </a:r>
            <a:r>
              <a:rPr sz="2400" spc="4" dirty="0">
                <a:latin typeface="Times New Roman"/>
                <a:cs typeface="Times New Roman"/>
              </a:rPr>
              <a:t>c</a:t>
            </a:r>
            <a:r>
              <a:rPr sz="2400" dirty="0">
                <a:latin typeface="Times New Roman"/>
                <a:cs typeface="Times New Roman"/>
              </a:rPr>
              <a:t>tion</a:t>
            </a:r>
            <a:r>
              <a:rPr sz="2400" spc="4" dirty="0">
                <a:latin typeface="Times New Roman"/>
                <a:cs typeface="Times New Roman"/>
              </a:rPr>
              <a:t>a</a:t>
            </a:r>
            <a:r>
              <a:rPr sz="2400" dirty="0">
                <a:latin typeface="Times New Roman"/>
                <a:cs typeface="Times New Roman"/>
              </a:rPr>
              <a:t>li</a:t>
            </a:r>
            <a:r>
              <a:rPr sz="2400" spc="9" dirty="0">
                <a:latin typeface="Times New Roman"/>
                <a:cs typeface="Times New Roman"/>
              </a:rPr>
              <a:t>t</a:t>
            </a:r>
            <a:r>
              <a:rPr sz="2400" dirty="0">
                <a:latin typeface="Times New Roman"/>
                <a:cs typeface="Times New Roman"/>
              </a:rPr>
              <a:t>y for</a:t>
            </a:r>
            <a:endParaRPr sz="2400">
              <a:latin typeface="Times New Roman"/>
              <a:cs typeface="Times New Roman"/>
            </a:endParaRPr>
          </a:p>
          <a:p>
            <a:pPr marL="12700">
              <a:lnSpc>
                <a:spcPts val="2759"/>
              </a:lnSpc>
            </a:pP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p</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a:t>
            </a:r>
            <a:r>
              <a:rPr sz="2400" spc="4" dirty="0">
                <a:latin typeface="Times New Roman"/>
                <a:cs typeface="Times New Roman"/>
              </a:rPr>
              <a:t>a</a:t>
            </a:r>
            <a:r>
              <a:rPr sz="2400" dirty="0">
                <a:latin typeface="Times New Roman"/>
                <a:cs typeface="Times New Roman"/>
              </a:rPr>
              <a:t>l </a:t>
            </a:r>
            <a:r>
              <a:rPr sz="2400" spc="-4" dirty="0">
                <a:latin typeface="Times New Roman"/>
                <a:cs typeface="Times New Roman"/>
              </a:rPr>
              <a:t>S</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e </a:t>
            </a:r>
            <a:r>
              <a:rPr sz="2400" spc="4" dirty="0">
                <a:latin typeface="Times New Roman"/>
                <a:cs typeface="Times New Roman"/>
              </a:rPr>
              <a:t>T</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n</a:t>
            </a:r>
            <a:r>
              <a:rPr sz="2400" spc="4" dirty="0">
                <a:latin typeface="Times New Roman"/>
                <a:cs typeface="Times New Roman"/>
              </a:rPr>
              <a:t>s</a:t>
            </a:r>
            <a:r>
              <a:rPr sz="2400" dirty="0">
                <a:latin typeface="Times New Roman"/>
                <a:cs typeface="Times New Roman"/>
              </a:rPr>
              <a:t>f</a:t>
            </a:r>
            <a:r>
              <a:rPr sz="2400" spc="4" dirty="0">
                <a:latin typeface="Times New Roman"/>
                <a:cs typeface="Times New Roman"/>
              </a:rPr>
              <a:t>e</a:t>
            </a:r>
            <a:r>
              <a:rPr sz="2400" dirty="0">
                <a:latin typeface="Times New Roman"/>
                <a:cs typeface="Times New Roman"/>
              </a:rPr>
              <a:t>r </a:t>
            </a:r>
            <a:r>
              <a:rPr sz="2400" spc="9" dirty="0">
                <a:latin typeface="Times New Roman"/>
                <a:cs typeface="Times New Roman"/>
              </a:rPr>
              <a:t>(</a:t>
            </a: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S</a:t>
            </a:r>
            <a:r>
              <a:rPr sz="2400" spc="-4" dirty="0">
                <a:latin typeface="Times New Roman"/>
                <a:cs typeface="Times New Roman"/>
              </a:rPr>
              <a:t>T</a:t>
            </a:r>
            <a:r>
              <a:rPr sz="2400" dirty="0">
                <a:latin typeface="Times New Roman"/>
                <a:cs typeface="Times New Roman"/>
              </a:rPr>
              <a:t>f</a:t>
            </a:r>
            <a:r>
              <a:rPr sz="2400" spc="4" dirty="0">
                <a:latin typeface="Times New Roman"/>
                <a:cs typeface="Times New Roman"/>
              </a:rPr>
              <a:t>u</a:t>
            </a:r>
            <a:r>
              <a:rPr sz="2400" dirty="0">
                <a:latin typeface="Times New Roman"/>
                <a:cs typeface="Times New Roman"/>
              </a:rPr>
              <a:t>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9" dirty="0">
                <a:latin typeface="Times New Roman"/>
                <a:cs typeface="Times New Roman"/>
              </a:rPr>
              <a:t>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 </a:t>
            </a:r>
            <a:endParaRPr sz="2400">
              <a:latin typeface="Times New Roman"/>
              <a:cs typeface="Times New Roman"/>
            </a:endParaRPr>
          </a:p>
          <a:p>
            <a:pPr marL="12700">
              <a:lnSpc>
                <a:spcPts val="2759"/>
              </a:lnSpc>
              <a:spcBef>
                <a:spcPts val="919"/>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 is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ll </a:t>
            </a:r>
            <a:r>
              <a:rPr sz="2400" spc="4" dirty="0">
                <a:latin typeface="Times New Roman"/>
                <a:cs typeface="Times New Roman"/>
              </a:rPr>
              <a:t>s</a:t>
            </a:r>
            <a:r>
              <a:rPr sz="2400" dirty="0">
                <a:latin typeface="Times New Roman"/>
                <a:cs typeface="Times New Roman"/>
              </a:rPr>
              <a:t>uit</a:t>
            </a:r>
            <a:r>
              <a:rPr sz="2400" spc="4" dirty="0">
                <a:latin typeface="Times New Roman"/>
                <a:cs typeface="Times New Roman"/>
              </a:rPr>
              <a:t>e</a:t>
            </a:r>
            <a:r>
              <a:rPr sz="2400" dirty="0">
                <a:latin typeface="Times New Roman"/>
                <a:cs typeface="Times New Roman"/>
              </a:rPr>
              <a:t>d for</a:t>
            </a:r>
            <a:r>
              <a:rPr sz="2400" spc="9" dirty="0">
                <a:latin typeface="Times New Roman"/>
                <a:cs typeface="Times New Roman"/>
              </a:rPr>
              <a:t> </a:t>
            </a:r>
            <a:r>
              <a:rPr sz="2400" dirty="0">
                <a:latin typeface="Times New Roman"/>
                <a:cs typeface="Times New Roman"/>
              </a:rPr>
              <a:t>b</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i</a:t>
            </a:r>
            <a:r>
              <a:rPr sz="2400" spc="4" dirty="0">
                <a:latin typeface="Times New Roman"/>
                <a:cs typeface="Times New Roman"/>
              </a:rPr>
              <a:t>c</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d hoc int</a:t>
            </a:r>
            <a:r>
              <a:rPr sz="2400" spc="4" dirty="0">
                <a:latin typeface="Times New Roman"/>
                <a:cs typeface="Times New Roman"/>
              </a:rPr>
              <a:t>e</a:t>
            </a:r>
            <a:r>
              <a:rPr sz="2400" dirty="0">
                <a:latin typeface="Times New Roman"/>
                <a:cs typeface="Times New Roman"/>
              </a:rPr>
              <a:t>gr</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 </a:t>
            </a:r>
            <a:r>
              <a:rPr sz="2400" spc="-4" dirty="0">
                <a:latin typeface="Times New Roman"/>
                <a:cs typeface="Times New Roman"/>
              </a:rPr>
              <a:t>s</a:t>
            </a:r>
            <a:r>
              <a:rPr sz="2400" spc="4" dirty="0">
                <a:latin typeface="Times New Roman"/>
                <a:cs typeface="Times New Roman"/>
              </a:rPr>
              <a:t>ce</a:t>
            </a:r>
            <a:r>
              <a:rPr sz="2400" dirty="0">
                <a:latin typeface="Times New Roman"/>
                <a:cs typeface="Times New Roman"/>
              </a:rPr>
              <a:t>n</a:t>
            </a:r>
            <a:r>
              <a:rPr sz="2400" spc="4" dirty="0">
                <a:latin typeface="Times New Roman"/>
                <a:cs typeface="Times New Roman"/>
              </a:rPr>
              <a:t>a</a:t>
            </a:r>
            <a:r>
              <a:rPr sz="2400" dirty="0">
                <a:latin typeface="Times New Roman"/>
                <a:cs typeface="Times New Roman"/>
              </a:rPr>
              <a:t>rios </a:t>
            </a:r>
            <a:endParaRPr sz="2400">
              <a:latin typeface="Times New Roman"/>
              <a:cs typeface="Times New Roman"/>
            </a:endParaRPr>
          </a:p>
          <a:p>
            <a:pPr marL="12700">
              <a:lnSpc>
                <a:spcPts val="2759"/>
              </a:lnSpc>
              <a:spcBef>
                <a:spcPts val="919"/>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ST</a:t>
            </a:r>
            <a:r>
              <a:rPr sz="2400" spc="9" dirty="0">
                <a:latin typeface="Times New Roman"/>
                <a:cs typeface="Times New Roman"/>
              </a:rPr>
              <a:t>f</a:t>
            </a:r>
            <a:r>
              <a:rPr sz="2400" dirty="0">
                <a:latin typeface="Times New Roman"/>
                <a:cs typeface="Times New Roman"/>
              </a:rPr>
              <a:t>ul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ce</a:t>
            </a:r>
            <a:r>
              <a:rPr sz="2400" dirty="0">
                <a:latin typeface="Times New Roman"/>
                <a:cs typeface="Times New Roman"/>
              </a:rPr>
              <a:t>s  </a:t>
            </a:r>
            <a:r>
              <a:rPr sz="2400" spc="4" dirty="0">
                <a:latin typeface="Times New Roman"/>
                <a:cs typeface="Times New Roman"/>
              </a:rPr>
              <a:t>a</a:t>
            </a:r>
            <a:r>
              <a:rPr sz="2400" spc="9" dirty="0">
                <a:latin typeface="Times New Roman"/>
                <a:cs typeface="Times New Roman"/>
              </a:rPr>
              <a:t>r</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omp</a:t>
            </a:r>
            <a:r>
              <a:rPr sz="2400" spc="9" dirty="0">
                <a:latin typeface="Times New Roman"/>
                <a:cs typeface="Times New Roman"/>
              </a:rPr>
              <a:t>l</a:t>
            </a:r>
            <a:r>
              <a:rPr sz="2400" spc="-4" dirty="0">
                <a:latin typeface="Times New Roman"/>
                <a:cs typeface="Times New Roman"/>
              </a:rPr>
              <a:t>e</a:t>
            </a:r>
            <a:r>
              <a:rPr sz="2400" spc="9" dirty="0">
                <a:latin typeface="Times New Roman"/>
                <a:cs typeface="Times New Roman"/>
              </a:rPr>
              <a:t>t</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y </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l</a:t>
            </a:r>
            <a:r>
              <a:rPr sz="2400" spc="4" dirty="0">
                <a:latin typeface="Times New Roman"/>
                <a:cs typeface="Times New Roman"/>
              </a:rPr>
              <a:t>es</a:t>
            </a:r>
            <a:r>
              <a:rPr sz="2400" dirty="0">
                <a:latin typeface="Times New Roman"/>
                <a:cs typeface="Times New Roman"/>
              </a:rPr>
              <a:t>s</a:t>
            </a:r>
            <a:endParaRPr sz="2400">
              <a:latin typeface="Times New Roman"/>
              <a:cs typeface="Times New Roman"/>
            </a:endParaRPr>
          </a:p>
          <a:p>
            <a:pPr marL="88900" marR="39873">
              <a:lnSpc>
                <a:spcPct val="95825"/>
              </a:lnSpc>
              <a:spcBef>
                <a:spcPts val="954"/>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ST</a:t>
            </a:r>
            <a:r>
              <a:rPr sz="2400" spc="9" dirty="0">
                <a:latin typeface="Times New Roman"/>
                <a:cs typeface="Times New Roman"/>
              </a:rPr>
              <a:t>f</a:t>
            </a:r>
            <a:r>
              <a:rPr sz="2400" dirty="0">
                <a:latin typeface="Times New Roman"/>
                <a:cs typeface="Times New Roman"/>
              </a:rPr>
              <a:t>ul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v</a:t>
            </a:r>
            <a:r>
              <a:rPr sz="2400" spc="9" dirty="0">
                <a:latin typeface="Times New Roman"/>
                <a:cs typeface="Times New Roman"/>
              </a:rPr>
              <a:t>i</a:t>
            </a:r>
            <a:r>
              <a:rPr sz="2400" spc="-4" dirty="0">
                <a:latin typeface="Times New Roman"/>
                <a:cs typeface="Times New Roman"/>
              </a:rPr>
              <a:t>c</a:t>
            </a:r>
            <a:r>
              <a:rPr sz="2400" spc="4" dirty="0">
                <a:latin typeface="Times New Roman"/>
                <a:cs typeface="Times New Roman"/>
              </a:rPr>
              <a:t>es</a:t>
            </a:r>
            <a:r>
              <a:rPr sz="2400" dirty="0">
                <a:latin typeface="Times New Roman"/>
                <a:cs typeface="Times New Roman"/>
              </a:rPr>
              <a:t>, oft</a:t>
            </a:r>
            <a:r>
              <a:rPr sz="2400" spc="4" dirty="0">
                <a:latin typeface="Times New Roman"/>
                <a:cs typeface="Times New Roman"/>
              </a:rPr>
              <a:t>e</a:t>
            </a:r>
            <a:r>
              <a:rPr sz="2400" dirty="0">
                <a:latin typeface="Times New Roman"/>
                <a:cs typeface="Times New Roman"/>
              </a:rPr>
              <a:t>n b</a:t>
            </a:r>
            <a:r>
              <a:rPr sz="2400" spc="4" dirty="0">
                <a:latin typeface="Times New Roman"/>
                <a:cs typeface="Times New Roman"/>
              </a:rPr>
              <a:t>e</a:t>
            </a:r>
            <a:r>
              <a:rPr sz="2400" dirty="0">
                <a:latin typeface="Times New Roman"/>
                <a:cs typeface="Times New Roman"/>
              </a:rPr>
              <a:t>tt</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int</a:t>
            </a:r>
            <a:r>
              <a:rPr sz="2400" spc="4" dirty="0">
                <a:latin typeface="Times New Roman"/>
                <a:cs typeface="Times New Roman"/>
              </a:rPr>
              <a:t>e</a:t>
            </a:r>
            <a:r>
              <a:rPr sz="2400" dirty="0">
                <a:latin typeface="Times New Roman"/>
                <a:cs typeface="Times New Roman"/>
              </a:rPr>
              <a:t>gr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w</a:t>
            </a:r>
            <a:r>
              <a:rPr sz="2400" dirty="0">
                <a:latin typeface="Times New Roman"/>
                <a:cs typeface="Times New Roman"/>
              </a:rPr>
              <a:t>ith </a:t>
            </a:r>
            <a:r>
              <a:rPr sz="2400" spc="-4" dirty="0">
                <a:latin typeface="Times New Roman"/>
                <a:cs typeface="Times New Roman"/>
              </a:rPr>
              <a:t>HT</a:t>
            </a:r>
            <a:r>
              <a:rPr sz="2400" spc="4" dirty="0">
                <a:latin typeface="Times New Roman"/>
                <a:cs typeface="Times New Roman"/>
              </a:rPr>
              <a:t>T</a:t>
            </a:r>
            <a:r>
              <a:rPr sz="2400" dirty="0">
                <a:latin typeface="Times New Roman"/>
                <a:cs typeface="Times New Roman"/>
              </a:rPr>
              <a:t>P</a:t>
            </a:r>
            <a:endParaRPr sz="2400">
              <a:latin typeface="Times New Roman"/>
              <a:cs typeface="Times New Roman"/>
            </a:endParaRPr>
          </a:p>
          <a:p>
            <a:pPr marL="12700" marR="39873">
              <a:lnSpc>
                <a:spcPct val="95825"/>
              </a:lnSpc>
              <a:spcBef>
                <a:spcPts val="120"/>
              </a:spcBef>
            </a:pPr>
            <a:r>
              <a:rPr sz="2400" dirty="0">
                <a:latin typeface="Times New Roman"/>
                <a:cs typeface="Times New Roman"/>
              </a:rPr>
              <a:t>th</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SO</a:t>
            </a:r>
            <a:r>
              <a:rPr sz="2400" spc="-9" dirty="0">
                <a:latin typeface="Times New Roman"/>
                <a:cs typeface="Times New Roman"/>
              </a:rPr>
              <a:t>A</a:t>
            </a:r>
            <a:r>
              <a:rPr sz="2400" dirty="0">
                <a:latin typeface="Times New Roman"/>
                <a:cs typeface="Times New Roman"/>
              </a:rPr>
              <a:t>P-b</a:t>
            </a:r>
            <a:r>
              <a:rPr sz="2400" spc="4" dirty="0">
                <a:latin typeface="Times New Roman"/>
                <a:cs typeface="Times New Roman"/>
              </a:rPr>
              <a:t>a</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se</a:t>
            </a:r>
            <a:r>
              <a:rPr sz="2400" dirty="0">
                <a:latin typeface="Times New Roman"/>
                <a:cs typeface="Times New Roman"/>
              </a:rPr>
              <a:t>rvi</a:t>
            </a:r>
            <a:r>
              <a:rPr sz="2400" spc="4" dirty="0">
                <a:latin typeface="Times New Roman"/>
                <a:cs typeface="Times New Roman"/>
              </a:rPr>
              <a:t>ce</a:t>
            </a:r>
            <a:r>
              <a:rPr sz="2400" dirty="0">
                <a:latin typeface="Times New Roman"/>
                <a:cs typeface="Times New Roman"/>
              </a:rPr>
              <a:t>s</a:t>
            </a:r>
            <a:endParaRPr sz="2400">
              <a:latin typeface="Times New Roman"/>
              <a:cs typeface="Times New Roman"/>
            </a:endParaRPr>
          </a:p>
        </p:txBody>
      </p:sp>
      <p:sp>
        <p:nvSpPr>
          <p:cNvPr id="9" name="object 9"/>
          <p:cNvSpPr txBox="1"/>
          <p:nvPr/>
        </p:nvSpPr>
        <p:spPr>
          <a:xfrm>
            <a:off x="2287271" y="2278225"/>
            <a:ext cx="177829" cy="126492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a:p>
            <a:pPr marL="12700">
              <a:lnSpc>
                <a:spcPct val="95825"/>
              </a:lnSpc>
              <a:spcBef>
                <a:spcPts val="920"/>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287271" y="404606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2611120" y="4066385"/>
            <a:ext cx="3830572" cy="69596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D</a:t>
            </a:r>
            <a:r>
              <a:rPr sz="2400" dirty="0">
                <a:latin typeface="Times New Roman"/>
                <a:cs typeface="Times New Roman"/>
              </a:rPr>
              <a:t>o n</a:t>
            </a:r>
            <a:r>
              <a:rPr sz="2400" spc="-9" dirty="0">
                <a:latin typeface="Times New Roman"/>
                <a:cs typeface="Times New Roman"/>
              </a:rPr>
              <a:t>o</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qui</a:t>
            </a:r>
            <a:r>
              <a:rPr sz="2400" spc="9" dirty="0">
                <a:latin typeface="Times New Roman"/>
                <a:cs typeface="Times New Roman"/>
              </a:rPr>
              <a:t>r</a:t>
            </a:r>
            <a:r>
              <a:rPr sz="2400" dirty="0">
                <a:latin typeface="Times New Roman"/>
                <a:cs typeface="Times New Roman"/>
              </a:rPr>
              <a:t>e </a:t>
            </a:r>
            <a:r>
              <a:rPr sz="2400" spc="-4" dirty="0">
                <a:latin typeface="Times New Roman"/>
                <a:cs typeface="Times New Roman"/>
              </a:rPr>
              <a:t>X</a:t>
            </a:r>
            <a:r>
              <a:rPr sz="2400" spc="4" dirty="0">
                <a:latin typeface="Times New Roman"/>
                <a:cs typeface="Times New Roman"/>
              </a:rPr>
              <a:t>M</a:t>
            </a:r>
            <a:r>
              <a:rPr sz="2400" dirty="0">
                <a:latin typeface="Times New Roman"/>
                <a:cs typeface="Times New Roman"/>
              </a:rPr>
              <a:t>L</a:t>
            </a:r>
            <a:r>
              <a:rPr sz="2400" spc="-4" dirty="0">
                <a:latin typeface="Times New Roman"/>
                <a:cs typeface="Times New Roman"/>
              </a:rPr>
              <a:t> </a:t>
            </a:r>
            <a:r>
              <a:rPr sz="2400" dirty="0">
                <a:latin typeface="Times New Roman"/>
                <a:cs typeface="Times New Roman"/>
              </a:rPr>
              <a:t>m</a:t>
            </a:r>
            <a:r>
              <a:rPr sz="2400" spc="4" dirty="0">
                <a:latin typeface="Times New Roman"/>
                <a:cs typeface="Times New Roman"/>
              </a:rPr>
              <a:t>es</a:t>
            </a:r>
            <a:r>
              <a:rPr sz="2400" spc="-4" dirty="0">
                <a:latin typeface="Times New Roman"/>
                <a:cs typeface="Times New Roman"/>
              </a:rPr>
              <a:t>s</a:t>
            </a:r>
            <a:r>
              <a:rPr sz="2400" spc="4" dirty="0">
                <a:latin typeface="Times New Roman"/>
                <a:cs typeface="Times New Roman"/>
              </a:rPr>
              <a:t>a</a:t>
            </a:r>
            <a:r>
              <a:rPr sz="2400" dirty="0">
                <a:latin typeface="Times New Roman"/>
                <a:cs typeface="Times New Roman"/>
              </a:rPr>
              <a:t>g</a:t>
            </a:r>
            <a:r>
              <a:rPr sz="2400" spc="4" dirty="0">
                <a:latin typeface="Times New Roman"/>
                <a:cs typeface="Times New Roman"/>
              </a:rPr>
              <a:t>e</a:t>
            </a:r>
            <a:r>
              <a:rPr sz="2400" dirty="0">
                <a:latin typeface="Times New Roman"/>
                <a:cs typeface="Times New Roman"/>
              </a:rPr>
              <a:t>s</a:t>
            </a:r>
            <a:endParaRPr sz="2400">
              <a:latin typeface="Times New Roman"/>
              <a:cs typeface="Times New Roman"/>
            </a:endParaRPr>
          </a:p>
          <a:p>
            <a:pPr marL="12700" marR="45720">
              <a:lnSpc>
                <a:spcPct val="95825"/>
              </a:lnSpc>
            </a:pPr>
            <a:r>
              <a:rPr sz="2400" dirty="0">
                <a:latin typeface="Times New Roman"/>
                <a:cs typeface="Times New Roman"/>
              </a:rPr>
              <a:t>d</a:t>
            </a:r>
            <a:r>
              <a:rPr sz="2400" spc="-4" dirty="0">
                <a:latin typeface="Times New Roman"/>
                <a:cs typeface="Times New Roman"/>
              </a:rPr>
              <a:t>e</a:t>
            </a:r>
            <a:r>
              <a:rPr sz="2400" spc="9" dirty="0">
                <a:latin typeface="Times New Roman"/>
                <a:cs typeface="Times New Roman"/>
              </a:rPr>
              <a:t>f</a:t>
            </a:r>
            <a:r>
              <a:rPr sz="2400" dirty="0">
                <a:latin typeface="Times New Roman"/>
                <a:cs typeface="Times New Roman"/>
              </a:rPr>
              <a:t>init</a:t>
            </a:r>
            <a:r>
              <a:rPr sz="2400" spc="9" dirty="0">
                <a:latin typeface="Times New Roman"/>
                <a:cs typeface="Times New Roman"/>
              </a:rPr>
              <a:t>i</a:t>
            </a:r>
            <a:r>
              <a:rPr sz="2400" dirty="0">
                <a:latin typeface="Times New Roman"/>
                <a:cs typeface="Times New Roman"/>
              </a:rPr>
              <a:t>ons</a:t>
            </a:r>
            <a:endParaRPr sz="2400">
              <a:latin typeface="Times New Roman"/>
              <a:cs typeface="Times New Roman"/>
            </a:endParaRPr>
          </a:p>
        </p:txBody>
      </p:sp>
      <p:sp>
        <p:nvSpPr>
          <p:cNvPr id="6" name="object 6"/>
          <p:cNvSpPr txBox="1"/>
          <p:nvPr/>
        </p:nvSpPr>
        <p:spPr>
          <a:xfrm>
            <a:off x="6447028" y="4066385"/>
            <a:ext cx="1264058"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o</a:t>
            </a:r>
            <a:r>
              <a:rPr sz="2400" dirty="0">
                <a:latin typeface="Times New Roman"/>
                <a:cs typeface="Times New Roman"/>
              </a:rPr>
              <a:t>r</a:t>
            </a:r>
            <a:r>
              <a:rPr sz="2400" spc="9" dirty="0">
                <a:latin typeface="Times New Roman"/>
                <a:cs typeface="Times New Roman"/>
              </a:rPr>
              <a:t> </a:t>
            </a:r>
            <a:r>
              <a:rPr sz="2400" spc="4" dirty="0">
                <a:latin typeface="Times New Roman"/>
                <a:cs typeface="Times New Roman"/>
              </a:rPr>
              <a:t>W</a:t>
            </a:r>
            <a:r>
              <a:rPr sz="2400" spc="-4" dirty="0">
                <a:latin typeface="Times New Roman"/>
                <a:cs typeface="Times New Roman"/>
              </a:rPr>
              <a:t>SD</a:t>
            </a:r>
            <a:r>
              <a:rPr sz="2400" dirty="0">
                <a:latin typeface="Times New Roman"/>
                <a:cs typeface="Times New Roman"/>
              </a:rPr>
              <a:t>L</a:t>
            </a:r>
            <a:endParaRPr sz="2400">
              <a:latin typeface="Times New Roman"/>
              <a:cs typeface="Times New Roman"/>
            </a:endParaRPr>
          </a:p>
        </p:txBody>
      </p:sp>
      <p:sp>
        <p:nvSpPr>
          <p:cNvPr id="5" name="object 5"/>
          <p:cNvSpPr txBox="1"/>
          <p:nvPr/>
        </p:nvSpPr>
        <p:spPr>
          <a:xfrm>
            <a:off x="7715301" y="4066385"/>
            <a:ext cx="1578663"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ce</a:t>
            </a:r>
            <a:r>
              <a:rPr sz="2400" dirty="0">
                <a:latin typeface="Times New Roman"/>
                <a:cs typeface="Times New Roman"/>
              </a:rPr>
              <a:t>–</a:t>
            </a:r>
            <a:r>
              <a:rPr sz="2400" spc="-4" dirty="0">
                <a:latin typeface="Times New Roman"/>
                <a:cs typeface="Times New Roman"/>
              </a:rPr>
              <a:t>AP</a:t>
            </a:r>
            <a:r>
              <a:rPr sz="2400" dirty="0">
                <a:latin typeface="Times New Roman"/>
                <a:cs typeface="Times New Roman"/>
              </a:rPr>
              <a:t>I</a:t>
            </a:r>
            <a:endParaRPr sz="2400">
              <a:latin typeface="Times New Roman"/>
              <a:cs typeface="Times New Roman"/>
            </a:endParaRPr>
          </a:p>
        </p:txBody>
      </p:sp>
    </p:spTree>
    <p:extLst>
      <p:ext uri="{BB962C8B-B14F-4D97-AF65-F5344CB8AC3E}">
        <p14:creationId xmlns:p14="http://schemas.microsoft.com/office/powerpoint/2010/main" val="3474973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0" name="object 10"/>
          <p:cNvSpPr txBox="1"/>
          <p:nvPr/>
        </p:nvSpPr>
        <p:spPr>
          <a:xfrm>
            <a:off x="2058671" y="476178"/>
            <a:ext cx="752785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SOAP </a:t>
            </a:r>
            <a:r>
              <a:rPr sz="4400" spc="4" dirty="0">
                <a:latin typeface="Times New Roman"/>
                <a:cs typeface="Times New Roman"/>
              </a:rPr>
              <a:t>v</a:t>
            </a:r>
            <a:r>
              <a:rPr sz="4400" dirty="0">
                <a:latin typeface="Times New Roman"/>
                <a:cs typeface="Times New Roman"/>
              </a:rPr>
              <a:t>s RE</a:t>
            </a:r>
            <a:r>
              <a:rPr sz="4400" spc="-9" dirty="0">
                <a:latin typeface="Times New Roman"/>
                <a:cs typeface="Times New Roman"/>
              </a:rPr>
              <a:t>S</a:t>
            </a:r>
            <a:r>
              <a:rPr sz="4400" dirty="0">
                <a:latin typeface="Times New Roman"/>
                <a:cs typeface="Times New Roman"/>
              </a:rPr>
              <a:t>Tful W</a:t>
            </a:r>
            <a:r>
              <a:rPr sz="4400" spc="-4" dirty="0">
                <a:latin typeface="Times New Roman"/>
                <a:cs typeface="Times New Roman"/>
              </a:rPr>
              <a:t>e</a:t>
            </a:r>
            <a:r>
              <a:rPr sz="4400" dirty="0">
                <a:latin typeface="Times New Roman"/>
                <a:cs typeface="Times New Roman"/>
              </a:rPr>
              <a:t>b Se</a:t>
            </a:r>
            <a:r>
              <a:rPr sz="4400" spc="-4" dirty="0">
                <a:latin typeface="Times New Roman"/>
                <a:cs typeface="Times New Roman"/>
              </a:rPr>
              <a:t>r</a:t>
            </a:r>
            <a:r>
              <a:rPr sz="4400" spc="4" dirty="0">
                <a:latin typeface="Times New Roman"/>
                <a:cs typeface="Times New Roman"/>
              </a:rPr>
              <a:t>v</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es</a:t>
            </a:r>
            <a:endParaRPr sz="4400">
              <a:latin typeface="Times New Roman"/>
              <a:cs typeface="Times New Roman"/>
            </a:endParaRPr>
          </a:p>
        </p:txBody>
      </p:sp>
      <p:sp>
        <p:nvSpPr>
          <p:cNvPr id="9" name="object 9"/>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611121" y="1465425"/>
            <a:ext cx="7157923" cy="2829560"/>
          </a:xfrm>
          <a:prstGeom prst="rect">
            <a:avLst/>
          </a:prstGeom>
        </p:spPr>
        <p:txBody>
          <a:bodyPr wrap="square" lIns="0" tIns="0" rIns="0" bIns="0" rtlCol="0">
            <a:noAutofit/>
          </a:bodyPr>
          <a:lstStyle/>
          <a:p>
            <a:pPr marL="12700" marR="39873">
              <a:lnSpc>
                <a:spcPts val="2550"/>
              </a:lnSpc>
              <a:spcBef>
                <a:spcPts val="127"/>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spc="9" dirty="0">
                <a:latin typeface="Times New Roman"/>
                <a:cs typeface="Times New Roman"/>
              </a:rPr>
              <a:t>i</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lmo</a:t>
            </a:r>
            <a:r>
              <a:rPr sz="2400" spc="4" dirty="0">
                <a:latin typeface="Times New Roman"/>
                <a:cs typeface="Times New Roman"/>
              </a:rPr>
              <a:t>s</a:t>
            </a:r>
            <a:r>
              <a:rPr sz="2400" dirty="0">
                <a:latin typeface="Times New Roman"/>
                <a:cs typeface="Times New Roman"/>
              </a:rPr>
              <a:t>t </a:t>
            </a:r>
            <a:r>
              <a:rPr sz="2400" spc="4" dirty="0">
                <a:latin typeface="Times New Roman"/>
                <a:cs typeface="Times New Roman"/>
              </a:rPr>
              <a:t>a</a:t>
            </a:r>
            <a:r>
              <a:rPr sz="2400" dirty="0">
                <a:latin typeface="Times New Roman"/>
                <a:cs typeface="Times New Roman"/>
              </a:rPr>
              <a:t>l</a:t>
            </a:r>
            <a:r>
              <a:rPr sz="2400" spc="-4" dirty="0">
                <a:latin typeface="Times New Roman"/>
                <a:cs typeface="Times New Roman"/>
              </a:rPr>
              <a:t>w</a:t>
            </a:r>
            <a:r>
              <a:rPr sz="2400" spc="4" dirty="0">
                <a:latin typeface="Times New Roman"/>
                <a:cs typeface="Times New Roman"/>
              </a:rPr>
              <a:t>a</a:t>
            </a:r>
            <a:r>
              <a:rPr sz="2400" dirty="0">
                <a:latin typeface="Times New Roman"/>
                <a:cs typeface="Times New Roman"/>
              </a:rPr>
              <a:t>ys  </a:t>
            </a:r>
            <a:r>
              <a:rPr sz="2400" spc="9" dirty="0">
                <a:latin typeface="Times New Roman"/>
                <a:cs typeface="Times New Roman"/>
              </a:rPr>
              <a:t>f</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th</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S</a:t>
            </a:r>
            <a:r>
              <a:rPr sz="2400" spc="-9" dirty="0">
                <a:latin typeface="Times New Roman"/>
                <a:cs typeface="Times New Roman"/>
              </a:rPr>
              <a:t>O</a:t>
            </a:r>
            <a:r>
              <a:rPr sz="2400" spc="-4" dirty="0">
                <a:latin typeface="Times New Roman"/>
                <a:cs typeface="Times New Roman"/>
              </a:rPr>
              <a:t>A</a:t>
            </a:r>
            <a:r>
              <a:rPr sz="2400" dirty="0">
                <a:latin typeface="Times New Roman"/>
                <a:cs typeface="Times New Roman"/>
              </a:rPr>
              <a:t>P.</a:t>
            </a:r>
            <a:r>
              <a:rPr sz="2400" spc="-9" dirty="0">
                <a:latin typeface="Times New Roman"/>
                <a:cs typeface="Times New Roman"/>
              </a:rPr>
              <a:t> </a:t>
            </a:r>
            <a:r>
              <a:rPr sz="2400" spc="4" dirty="0">
                <a:latin typeface="Times New Roman"/>
                <a:cs typeface="Times New Roman"/>
              </a:rPr>
              <a:t>T</a:t>
            </a:r>
            <a:r>
              <a:rPr sz="2400" dirty="0">
                <a:latin typeface="Times New Roman"/>
                <a:cs typeface="Times New Roman"/>
              </a:rPr>
              <a:t>he m</a:t>
            </a:r>
            <a:r>
              <a:rPr sz="2400" spc="4" dirty="0">
                <a:latin typeface="Times New Roman"/>
                <a:cs typeface="Times New Roman"/>
              </a:rPr>
              <a:t>a</a:t>
            </a:r>
            <a:r>
              <a:rPr sz="2400" dirty="0">
                <a:latin typeface="Times New Roman"/>
                <a:cs typeface="Times New Roman"/>
              </a:rPr>
              <a:t>in</a:t>
            </a:r>
            <a:endParaRPr sz="2400">
              <a:latin typeface="Times New Roman"/>
              <a:cs typeface="Times New Roman"/>
            </a:endParaRPr>
          </a:p>
          <a:p>
            <a:pPr marL="12700">
              <a:lnSpc>
                <a:spcPct val="100041"/>
              </a:lnSpc>
            </a:pPr>
            <a:r>
              <a:rPr sz="2400" spc="4" dirty="0">
                <a:latin typeface="Times New Roman"/>
                <a:cs typeface="Times New Roman"/>
              </a:rPr>
              <a:t>a</a:t>
            </a:r>
            <a:r>
              <a:rPr sz="2400" spc="-9" dirty="0">
                <a:latin typeface="Times New Roman"/>
                <a:cs typeface="Times New Roman"/>
              </a:rPr>
              <a:t>d</a:t>
            </a:r>
            <a:r>
              <a:rPr sz="2400" dirty="0">
                <a:latin typeface="Times New Roman"/>
                <a:cs typeface="Times New Roman"/>
              </a:rPr>
              <a:t>v</a:t>
            </a:r>
            <a:r>
              <a:rPr sz="2400" spc="4" dirty="0">
                <a:latin typeface="Times New Roman"/>
                <a:cs typeface="Times New Roman"/>
              </a:rPr>
              <a:t>a</a:t>
            </a:r>
            <a:r>
              <a:rPr sz="2400" dirty="0">
                <a:latin typeface="Times New Roman"/>
                <a:cs typeface="Times New Roman"/>
              </a:rPr>
              <a:t>n</a:t>
            </a:r>
            <a:r>
              <a:rPr sz="2400" spc="9" dirty="0">
                <a:latin typeface="Times New Roman"/>
                <a:cs typeface="Times New Roman"/>
              </a:rPr>
              <a:t>t</a:t>
            </a:r>
            <a:r>
              <a:rPr sz="2400" spc="-4" dirty="0">
                <a:latin typeface="Times New Roman"/>
                <a:cs typeface="Times New Roman"/>
              </a:rPr>
              <a:t>a</a:t>
            </a:r>
            <a:r>
              <a:rPr sz="2400" dirty="0">
                <a:latin typeface="Times New Roman"/>
                <a:cs typeface="Times New Roman"/>
              </a:rPr>
              <a:t>ge of</a:t>
            </a:r>
            <a:r>
              <a:rPr sz="2400" spc="4" dirty="0">
                <a:latin typeface="Times New Roman"/>
                <a:cs typeface="Times New Roman"/>
              </a:rPr>
              <a:t> </a:t>
            </a:r>
            <a:r>
              <a:rPr sz="2400" spc="-4" dirty="0">
                <a:latin typeface="Times New Roman"/>
                <a:cs typeface="Times New Roman"/>
              </a:rPr>
              <a:t>S</a:t>
            </a:r>
            <a:r>
              <a:rPr sz="2400" spc="-9" dirty="0">
                <a:latin typeface="Times New Roman"/>
                <a:cs typeface="Times New Roman"/>
              </a:rPr>
              <a:t>O</a:t>
            </a:r>
            <a:r>
              <a:rPr sz="2400" spc="-4" dirty="0">
                <a:latin typeface="Times New Roman"/>
                <a:cs typeface="Times New Roman"/>
              </a:rPr>
              <a:t>A</a:t>
            </a:r>
            <a:r>
              <a:rPr sz="2400" dirty="0">
                <a:latin typeface="Times New Roman"/>
                <a:cs typeface="Times New Roman"/>
              </a:rPr>
              <a:t>P</a:t>
            </a:r>
            <a:r>
              <a:rPr sz="2400" spc="-9" dirty="0">
                <a:latin typeface="Times New Roman"/>
                <a:cs typeface="Times New Roman"/>
              </a:rPr>
              <a:t> </a:t>
            </a:r>
            <a:r>
              <a:rPr sz="2400" spc="9" dirty="0">
                <a:latin typeface="Times New Roman"/>
                <a:cs typeface="Times New Roman"/>
              </a:rPr>
              <a:t>i</a:t>
            </a:r>
            <a:r>
              <a:rPr sz="2400" dirty="0">
                <a:latin typeface="Times New Roman"/>
                <a:cs typeface="Times New Roman"/>
              </a:rPr>
              <a:t>s t</a:t>
            </a:r>
            <a:r>
              <a:rPr sz="2400" spc="4" dirty="0">
                <a:latin typeface="Times New Roman"/>
                <a:cs typeface="Times New Roman"/>
              </a:rPr>
              <a:t>h</a:t>
            </a:r>
            <a:r>
              <a:rPr sz="2400" spc="-4" dirty="0">
                <a:latin typeface="Times New Roman"/>
                <a:cs typeface="Times New Roman"/>
              </a:rPr>
              <a:t>a</a:t>
            </a:r>
            <a:r>
              <a:rPr sz="2400" dirty="0">
                <a:latin typeface="Times New Roman"/>
                <a:cs typeface="Times New Roman"/>
              </a:rPr>
              <a:t>t </a:t>
            </a:r>
            <a:r>
              <a:rPr sz="2400" spc="9" dirty="0">
                <a:latin typeface="Times New Roman"/>
                <a:cs typeface="Times New Roman"/>
              </a:rPr>
              <a:t>i</a:t>
            </a:r>
            <a:r>
              <a:rPr sz="2400" dirty="0">
                <a:latin typeface="Times New Roman"/>
                <a:cs typeface="Times New Roman"/>
              </a:rPr>
              <a:t>t prov</a:t>
            </a:r>
            <a:r>
              <a:rPr sz="2400" spc="9" dirty="0">
                <a:latin typeface="Times New Roman"/>
                <a:cs typeface="Times New Roman"/>
              </a:rPr>
              <a:t>i</a:t>
            </a:r>
            <a:r>
              <a:rPr sz="2400" spc="-9" dirty="0">
                <a:latin typeface="Times New Roman"/>
                <a:cs typeface="Times New Roman"/>
              </a:rPr>
              <a:t>d</a:t>
            </a:r>
            <a:r>
              <a:rPr sz="2400" spc="4" dirty="0">
                <a:latin typeface="Times New Roman"/>
                <a:cs typeface="Times New Roman"/>
              </a:rPr>
              <a:t>e</a:t>
            </a:r>
            <a:r>
              <a:rPr sz="2400" dirty="0">
                <a:latin typeface="Times New Roman"/>
                <a:cs typeface="Times New Roman"/>
              </a:rPr>
              <a:t>s a m</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n</a:t>
            </a:r>
            <a:r>
              <a:rPr sz="2400" spc="9" dirty="0">
                <a:latin typeface="Times New Roman"/>
                <a:cs typeface="Times New Roman"/>
              </a:rPr>
              <a:t>i</a:t>
            </a:r>
            <a:r>
              <a:rPr sz="2400" spc="-4" dirty="0">
                <a:latin typeface="Times New Roman"/>
                <a:cs typeface="Times New Roman"/>
              </a:rPr>
              <a:t>s</a:t>
            </a:r>
            <a:r>
              <a:rPr sz="2400" dirty="0">
                <a:latin typeface="Times New Roman"/>
                <a:cs typeface="Times New Roman"/>
              </a:rPr>
              <a:t>m </a:t>
            </a:r>
            <a:r>
              <a:rPr sz="2400" spc="9" dirty="0">
                <a:latin typeface="Times New Roman"/>
                <a:cs typeface="Times New Roman"/>
              </a:rPr>
              <a:t>f</a:t>
            </a:r>
            <a:r>
              <a:rPr sz="2400" dirty="0">
                <a:latin typeface="Times New Roman"/>
                <a:cs typeface="Times New Roman"/>
              </a:rPr>
              <a:t>or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 to d</a:t>
            </a:r>
            <a:r>
              <a:rPr sz="2400" spc="4" dirty="0">
                <a:latin typeface="Times New Roman"/>
                <a:cs typeface="Times New Roman"/>
              </a:rPr>
              <a:t>es</a:t>
            </a:r>
            <a:r>
              <a:rPr sz="2400" spc="-4" dirty="0">
                <a:latin typeface="Times New Roman"/>
                <a:cs typeface="Times New Roman"/>
              </a:rPr>
              <a:t>c</a:t>
            </a:r>
            <a:r>
              <a:rPr sz="2400" spc="9" dirty="0">
                <a:latin typeface="Times New Roman"/>
                <a:cs typeface="Times New Roman"/>
              </a:rPr>
              <a:t>r</a:t>
            </a:r>
            <a:r>
              <a:rPr sz="2400" dirty="0">
                <a:latin typeface="Times New Roman"/>
                <a:cs typeface="Times New Roman"/>
              </a:rPr>
              <a:t>ibe th</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s to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nd to </a:t>
            </a:r>
            <a:r>
              <a:rPr sz="2400" spc="4" dirty="0">
                <a:latin typeface="Times New Roman"/>
                <a:cs typeface="Times New Roman"/>
              </a:rPr>
              <a:t>a</a:t>
            </a:r>
            <a:r>
              <a:rPr sz="2400" dirty="0">
                <a:latin typeface="Times New Roman"/>
                <a:cs typeface="Times New Roman"/>
              </a:rPr>
              <a:t>dv</a:t>
            </a:r>
            <a:r>
              <a:rPr sz="2400" spc="4" dirty="0">
                <a:latin typeface="Times New Roman"/>
                <a:cs typeface="Times New Roman"/>
              </a:rPr>
              <a:t>e</a:t>
            </a:r>
            <a:r>
              <a:rPr sz="2400" dirty="0">
                <a:latin typeface="Times New Roman"/>
                <a:cs typeface="Times New Roman"/>
              </a:rPr>
              <a:t>rti</a:t>
            </a:r>
            <a:r>
              <a:rPr sz="2400" spc="4" dirty="0">
                <a:latin typeface="Times New Roman"/>
                <a:cs typeface="Times New Roman"/>
              </a:rPr>
              <a:t>s</a:t>
            </a:r>
            <a:r>
              <a:rPr sz="2400" dirty="0">
                <a:latin typeface="Times New Roman"/>
                <a:cs typeface="Times New Roman"/>
              </a:rPr>
              <a:t>e th</a:t>
            </a:r>
            <a:r>
              <a:rPr sz="2400" spc="4" dirty="0">
                <a:latin typeface="Times New Roman"/>
                <a:cs typeface="Times New Roman"/>
              </a:rPr>
              <a:t>e</a:t>
            </a:r>
            <a:r>
              <a:rPr sz="2400" dirty="0">
                <a:latin typeface="Times New Roman"/>
                <a:cs typeface="Times New Roman"/>
              </a:rPr>
              <a:t>ir </a:t>
            </a:r>
            <a:r>
              <a:rPr sz="2400" spc="4" dirty="0">
                <a:latin typeface="Times New Roman"/>
                <a:cs typeface="Times New Roman"/>
              </a:rPr>
              <a:t>e</a:t>
            </a:r>
            <a:r>
              <a:rPr sz="2400" dirty="0">
                <a:latin typeface="Times New Roman"/>
                <a:cs typeface="Times New Roman"/>
              </a:rPr>
              <a:t>xi</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ce</a:t>
            </a:r>
            <a:r>
              <a:rPr sz="2400" dirty="0">
                <a:latin typeface="Times New Roman"/>
                <a:cs typeface="Times New Roman"/>
              </a:rPr>
              <a:t>.</a:t>
            </a:r>
            <a:endParaRPr sz="2400">
              <a:latin typeface="Times New Roman"/>
              <a:cs typeface="Times New Roman"/>
            </a:endParaRPr>
          </a:p>
          <a:p>
            <a:pPr marL="12700" marR="39873">
              <a:lnSpc>
                <a:spcPct val="95825"/>
              </a:lnSpc>
              <a:spcBef>
                <a:spcPts val="803"/>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spc="9" dirty="0">
                <a:latin typeface="Times New Roman"/>
                <a:cs typeface="Times New Roman"/>
              </a:rPr>
              <a:t>i</a:t>
            </a:r>
            <a:r>
              <a:rPr sz="2400" dirty="0">
                <a:latin typeface="Times New Roman"/>
                <a:cs typeface="Times New Roman"/>
              </a:rPr>
              <a:t>s mu</a:t>
            </a:r>
            <a:r>
              <a:rPr sz="2400" spc="4" dirty="0">
                <a:latin typeface="Times New Roman"/>
                <a:cs typeface="Times New Roman"/>
              </a:rPr>
              <a:t>c</a:t>
            </a:r>
            <a:r>
              <a:rPr sz="2400" dirty="0">
                <a:latin typeface="Times New Roman"/>
                <a:cs typeface="Times New Roman"/>
              </a:rPr>
              <a:t>h mo</a:t>
            </a:r>
            <a:r>
              <a:rPr sz="2400" spc="9" dirty="0">
                <a:latin typeface="Times New Roman"/>
                <a:cs typeface="Times New Roman"/>
              </a:rPr>
              <a:t>r</a:t>
            </a:r>
            <a:r>
              <a:rPr sz="2400" dirty="0">
                <a:latin typeface="Times New Roman"/>
                <a:cs typeface="Times New Roman"/>
              </a:rPr>
              <a:t>e light</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ight</a:t>
            </a:r>
            <a:endParaRPr sz="2400">
              <a:latin typeface="Times New Roman"/>
              <a:cs typeface="Times New Roman"/>
            </a:endParaRPr>
          </a:p>
          <a:p>
            <a:pPr marL="12700" marR="39873">
              <a:lnSpc>
                <a:spcPct val="95825"/>
              </a:lnSpc>
              <a:spcBef>
                <a:spcPts val="920"/>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s lo</a:t>
            </a:r>
            <a:r>
              <a:rPr sz="2400" spc="-4" dirty="0">
                <a:latin typeface="Times New Roman"/>
                <a:cs typeface="Times New Roman"/>
              </a:rPr>
              <a:t>we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b</a:t>
            </a:r>
            <a:r>
              <a:rPr sz="2400" spc="4" dirty="0">
                <a:latin typeface="Times New Roman"/>
                <a:cs typeface="Times New Roman"/>
              </a:rPr>
              <a:t>a</a:t>
            </a:r>
            <a:r>
              <a:rPr sz="2400" dirty="0">
                <a:latin typeface="Times New Roman"/>
                <a:cs typeface="Times New Roman"/>
              </a:rPr>
              <a:t>nd</a:t>
            </a:r>
            <a:r>
              <a:rPr sz="2400" spc="-4" dirty="0">
                <a:latin typeface="Times New Roman"/>
                <a:cs typeface="Times New Roman"/>
              </a:rPr>
              <a:t>w</a:t>
            </a:r>
            <a:r>
              <a:rPr sz="2400" dirty="0">
                <a:latin typeface="Times New Roman"/>
                <a:cs typeface="Times New Roman"/>
              </a:rPr>
              <a:t>idth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s</a:t>
            </a:r>
            <a:r>
              <a:rPr sz="2400" dirty="0">
                <a:latin typeface="Times New Roman"/>
                <a:cs typeface="Times New Roman"/>
              </a:rPr>
              <a:t>ho</a:t>
            </a:r>
            <a:r>
              <a:rPr sz="2400" spc="9" dirty="0">
                <a:latin typeface="Times New Roman"/>
                <a:cs typeface="Times New Roman"/>
              </a:rPr>
              <a:t>r</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 l</a:t>
            </a:r>
            <a:r>
              <a:rPr sz="2400" spc="4" dirty="0">
                <a:latin typeface="Times New Roman"/>
                <a:cs typeface="Times New Roman"/>
              </a:rPr>
              <a:t>ea</a:t>
            </a:r>
            <a:r>
              <a:rPr sz="2400" dirty="0">
                <a:latin typeface="Times New Roman"/>
                <a:cs typeface="Times New Roman"/>
              </a:rPr>
              <a:t>rn</a:t>
            </a:r>
            <a:r>
              <a:rPr sz="2400" spc="9" dirty="0">
                <a:latin typeface="Times New Roman"/>
                <a:cs typeface="Times New Roman"/>
              </a:rPr>
              <a:t>i</a:t>
            </a:r>
            <a:r>
              <a:rPr sz="2400" spc="-9" dirty="0">
                <a:latin typeface="Times New Roman"/>
                <a:cs typeface="Times New Roman"/>
              </a:rPr>
              <a:t>n</a:t>
            </a:r>
            <a:r>
              <a:rPr sz="2400" dirty="0">
                <a:latin typeface="Times New Roman"/>
                <a:cs typeface="Times New Roman"/>
              </a:rPr>
              <a:t>g </a:t>
            </a:r>
            <a:r>
              <a:rPr sz="2400" spc="4" dirty="0">
                <a:latin typeface="Times New Roman"/>
                <a:cs typeface="Times New Roman"/>
              </a:rPr>
              <a:t>c</a:t>
            </a:r>
            <a:r>
              <a:rPr sz="2400" dirty="0">
                <a:latin typeface="Times New Roman"/>
                <a:cs typeface="Times New Roman"/>
              </a:rPr>
              <a:t>u</a:t>
            </a:r>
            <a:r>
              <a:rPr sz="2400" spc="9" dirty="0">
                <a:latin typeface="Times New Roman"/>
                <a:cs typeface="Times New Roman"/>
              </a:rPr>
              <a:t>r</a:t>
            </a:r>
            <a:r>
              <a:rPr sz="2400" dirty="0">
                <a:latin typeface="Times New Roman"/>
                <a:cs typeface="Times New Roman"/>
              </a:rPr>
              <a:t>ve</a:t>
            </a:r>
            <a:endParaRPr sz="2400">
              <a:latin typeface="Times New Roman"/>
              <a:cs typeface="Times New Roman"/>
            </a:endParaRPr>
          </a:p>
          <a:p>
            <a:pPr marL="53340" marR="583895" algn="ctr">
              <a:lnSpc>
                <a:spcPct val="95825"/>
              </a:lnSpc>
              <a:spcBef>
                <a:spcPts val="920"/>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en</a:t>
            </a:r>
            <a:r>
              <a:rPr sz="2400" dirty="0">
                <a:latin typeface="Times New Roman"/>
                <a:cs typeface="Times New Roman"/>
              </a:rPr>
              <a:t>ts h</a:t>
            </a:r>
            <a:r>
              <a:rPr sz="2400" spc="4" dirty="0">
                <a:latin typeface="Times New Roman"/>
                <a:cs typeface="Times New Roman"/>
              </a:rPr>
              <a:t>a</a:t>
            </a:r>
            <a:r>
              <a:rPr sz="2400" dirty="0">
                <a:latin typeface="Times New Roman"/>
                <a:cs typeface="Times New Roman"/>
              </a:rPr>
              <a:t>ve to know </a:t>
            </a:r>
            <a:r>
              <a:rPr sz="2400" spc="-4" dirty="0">
                <a:latin typeface="Times New Roman"/>
                <a:cs typeface="Times New Roman"/>
              </a:rPr>
              <a:t>w</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to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nd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w</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t to</a:t>
            </a:r>
            <a:endParaRPr sz="2400">
              <a:latin typeface="Times New Roman"/>
              <a:cs typeface="Times New Roman"/>
            </a:endParaRPr>
          </a:p>
        </p:txBody>
      </p:sp>
      <p:sp>
        <p:nvSpPr>
          <p:cNvPr id="7" name="object 7"/>
          <p:cNvSpPr txBox="1"/>
          <p:nvPr/>
        </p:nvSpPr>
        <p:spPr>
          <a:xfrm>
            <a:off x="2287271" y="3009745"/>
            <a:ext cx="177829" cy="126492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a:p>
            <a:pPr marL="12700">
              <a:lnSpc>
                <a:spcPct val="95825"/>
              </a:lnSpc>
              <a:spcBef>
                <a:spcPts val="920"/>
              </a:spcBef>
            </a:pP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2611121" y="4330546"/>
            <a:ext cx="942543" cy="695959"/>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e</a:t>
            </a:r>
            <a:r>
              <a:rPr sz="2400" spc="-9" dirty="0">
                <a:latin typeface="Times New Roman"/>
                <a:cs typeface="Times New Roman"/>
              </a:rPr>
              <a:t>x</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t.</a:t>
            </a:r>
            <a:endParaRPr sz="2400">
              <a:latin typeface="Times New Roman"/>
              <a:cs typeface="Times New Roman"/>
            </a:endParaRPr>
          </a:p>
          <a:p>
            <a:pPr marL="12700" marR="45719">
              <a:lnSpc>
                <a:spcPct val="95825"/>
              </a:lnSpc>
            </a:pP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nts</a:t>
            </a:r>
            <a:endParaRPr sz="2400">
              <a:latin typeface="Times New Roman"/>
              <a:cs typeface="Times New Roman"/>
            </a:endParaRPr>
          </a:p>
        </p:txBody>
      </p:sp>
      <p:sp>
        <p:nvSpPr>
          <p:cNvPr id="5" name="object 5"/>
          <p:cNvSpPr txBox="1"/>
          <p:nvPr/>
        </p:nvSpPr>
        <p:spPr>
          <a:xfrm>
            <a:off x="3558744" y="4330545"/>
            <a:ext cx="5821735"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O</a:t>
            </a:r>
            <a:r>
              <a:rPr sz="2400" dirty="0">
                <a:latin typeface="Times New Roman"/>
                <a:cs typeface="Times New Roman"/>
              </a:rPr>
              <a:t>n the oth</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spc="-9" dirty="0">
                <a:latin typeface="Times New Roman"/>
                <a:cs typeface="Times New Roman"/>
              </a:rPr>
              <a:t>w</a:t>
            </a:r>
            <a:r>
              <a:rPr sz="2400" spc="4" dirty="0">
                <a:latin typeface="Times New Roman"/>
                <a:cs typeface="Times New Roman"/>
              </a:rPr>
              <a:t>a</a:t>
            </a:r>
            <a:r>
              <a:rPr sz="2400" dirty="0">
                <a:latin typeface="Times New Roman"/>
                <a:cs typeface="Times New Roman"/>
              </a:rPr>
              <a:t>y </a:t>
            </a:r>
            <a:r>
              <a:rPr sz="2400" spc="-4" dirty="0">
                <a:latin typeface="Times New Roman"/>
                <a:cs typeface="Times New Roman"/>
              </a:rPr>
              <a:t>SOA</a:t>
            </a:r>
            <a:r>
              <a:rPr sz="2400" dirty="0">
                <a:latin typeface="Times New Roman"/>
                <a:cs typeface="Times New Roman"/>
              </a:rPr>
              <a:t>P d</a:t>
            </a:r>
            <a:r>
              <a:rPr sz="2400" spc="4" dirty="0">
                <a:latin typeface="Times New Roman"/>
                <a:cs typeface="Times New Roman"/>
              </a:rPr>
              <a:t>es</a:t>
            </a:r>
            <a:r>
              <a:rPr sz="2400" spc="-4" dirty="0">
                <a:latin typeface="Times New Roman"/>
                <a:cs typeface="Times New Roman"/>
              </a:rPr>
              <a:t>c</a:t>
            </a:r>
            <a:r>
              <a:rPr sz="2400" spc="9" dirty="0">
                <a:latin typeface="Times New Roman"/>
                <a:cs typeface="Times New Roman"/>
              </a:rPr>
              <a:t>r</a:t>
            </a:r>
            <a:r>
              <a:rPr sz="2400" dirty="0">
                <a:latin typeface="Times New Roman"/>
                <a:cs typeface="Times New Roman"/>
              </a:rPr>
              <a:t>ibe it it</a:t>
            </a:r>
            <a:r>
              <a:rPr sz="2400" spc="4" dirty="0">
                <a:latin typeface="Times New Roman"/>
                <a:cs typeface="Times New Roman"/>
              </a:rPr>
              <a:t>se</a:t>
            </a:r>
            <a:r>
              <a:rPr sz="2400" dirty="0">
                <a:latin typeface="Times New Roman"/>
                <a:cs typeface="Times New Roman"/>
              </a:rPr>
              <a:t>lf </a:t>
            </a:r>
            <a:r>
              <a:rPr sz="2400" spc="9" dirty="0">
                <a:latin typeface="Times New Roman"/>
                <a:cs typeface="Times New Roman"/>
              </a:rPr>
              <a:t>t</a:t>
            </a:r>
            <a:r>
              <a:rPr sz="2400" dirty="0">
                <a:latin typeface="Times New Roman"/>
                <a:cs typeface="Times New Roman"/>
              </a:rPr>
              <a:t>o the</a:t>
            </a:r>
            <a:endParaRPr sz="2400">
              <a:latin typeface="Times New Roman"/>
              <a:cs typeface="Times New Roman"/>
            </a:endParaRPr>
          </a:p>
        </p:txBody>
      </p:sp>
      <p:sp>
        <p:nvSpPr>
          <p:cNvPr id="3" name="object 3"/>
          <p:cNvSpPr txBox="1"/>
          <p:nvPr/>
        </p:nvSpPr>
        <p:spPr>
          <a:xfrm>
            <a:off x="8793481" y="6251141"/>
            <a:ext cx="1737875" cy="254000"/>
          </a:xfrm>
          <a:prstGeom prst="rect">
            <a:avLst/>
          </a:prstGeom>
        </p:spPr>
        <p:txBody>
          <a:bodyPr wrap="square" lIns="0" tIns="0" rIns="0" bIns="0" rtlCol="0">
            <a:noAutofit/>
          </a:bodyPr>
          <a:lstStyle/>
          <a:p>
            <a:pPr marL="12700">
              <a:lnSpc>
                <a:spcPts val="1939"/>
              </a:lnSpc>
              <a:spcBef>
                <a:spcPts val="97"/>
              </a:spcBef>
            </a:pPr>
            <a:endParaRPr dirty="0">
              <a:latin typeface="Times New Roman"/>
              <a:cs typeface="Times New Roman"/>
            </a:endParaRPr>
          </a:p>
        </p:txBody>
      </p:sp>
    </p:spTree>
    <p:extLst>
      <p:ext uri="{BB962C8B-B14F-4D97-AF65-F5344CB8AC3E}">
        <p14:creationId xmlns:p14="http://schemas.microsoft.com/office/powerpoint/2010/main" val="3482279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3" name="object 13"/>
          <p:cNvSpPr txBox="1"/>
          <p:nvPr/>
        </p:nvSpPr>
        <p:spPr>
          <a:xfrm>
            <a:off x="-87149" y="459430"/>
            <a:ext cx="12279149" cy="125476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B</a:t>
            </a:r>
            <a:r>
              <a:rPr sz="4400" spc="4" dirty="0">
                <a:latin typeface="Times New Roman"/>
                <a:cs typeface="Times New Roman"/>
              </a:rPr>
              <a:t>u</a:t>
            </a:r>
            <a:r>
              <a:rPr sz="4400" dirty="0">
                <a:latin typeface="Times New Roman"/>
                <a:cs typeface="Times New Roman"/>
              </a:rPr>
              <a:t>ild</a:t>
            </a:r>
            <a:r>
              <a:rPr sz="4400" spc="4" dirty="0">
                <a:latin typeface="Times New Roman"/>
                <a:cs typeface="Times New Roman"/>
              </a:rPr>
              <a:t>i</a:t>
            </a:r>
            <a:r>
              <a:rPr sz="4400" dirty="0">
                <a:latin typeface="Times New Roman"/>
                <a:cs typeface="Times New Roman"/>
              </a:rPr>
              <a:t>ng R</a:t>
            </a:r>
            <a:r>
              <a:rPr sz="4400" spc="-9" dirty="0">
                <a:latin typeface="Times New Roman"/>
                <a:cs typeface="Times New Roman"/>
              </a:rPr>
              <a:t>E</a:t>
            </a:r>
            <a:r>
              <a:rPr sz="4400" dirty="0">
                <a:latin typeface="Times New Roman"/>
                <a:cs typeface="Times New Roman"/>
              </a:rPr>
              <a:t>STful W</a:t>
            </a:r>
            <a:r>
              <a:rPr sz="4400" spc="-4" dirty="0">
                <a:latin typeface="Times New Roman"/>
                <a:cs typeface="Times New Roman"/>
              </a:rPr>
              <a:t>e</a:t>
            </a:r>
            <a:r>
              <a:rPr sz="4400" dirty="0">
                <a:latin typeface="Times New Roman"/>
                <a:cs typeface="Times New Roman"/>
              </a:rPr>
              <a:t>b </a:t>
            </a:r>
            <a:r>
              <a:rPr sz="4400" dirty="0" smtClean="0">
                <a:latin typeface="Times New Roman"/>
                <a:cs typeface="Times New Roman"/>
              </a:rPr>
              <a:t>Se</a:t>
            </a:r>
            <a:r>
              <a:rPr sz="4400" spc="-4" dirty="0" smtClean="0">
                <a:latin typeface="Times New Roman"/>
                <a:cs typeface="Times New Roman"/>
              </a:rPr>
              <a:t>r</a:t>
            </a:r>
            <a:r>
              <a:rPr sz="4400" spc="4" dirty="0" smtClean="0">
                <a:latin typeface="Times New Roman"/>
                <a:cs typeface="Times New Roman"/>
              </a:rPr>
              <a:t>v</a:t>
            </a:r>
            <a:r>
              <a:rPr sz="4400" dirty="0" smtClean="0">
                <a:latin typeface="Times New Roman"/>
                <a:cs typeface="Times New Roman"/>
              </a:rPr>
              <a:t>i</a:t>
            </a:r>
            <a:r>
              <a:rPr sz="4400" spc="-4" dirty="0" smtClean="0">
                <a:latin typeface="Times New Roman"/>
                <a:cs typeface="Times New Roman"/>
              </a:rPr>
              <a:t>c</a:t>
            </a:r>
            <a:r>
              <a:rPr sz="4400" dirty="0" smtClean="0">
                <a:latin typeface="Times New Roman"/>
                <a:cs typeface="Times New Roman"/>
              </a:rPr>
              <a:t>es</a:t>
            </a:r>
            <a:r>
              <a:rPr lang="en-US" sz="4400" dirty="0" smtClean="0">
                <a:latin typeface="Times New Roman"/>
                <a:cs typeface="Times New Roman"/>
              </a:rPr>
              <a:t> </a:t>
            </a:r>
            <a:r>
              <a:rPr sz="4400" dirty="0" smtClean="0">
                <a:latin typeface="Times New Roman"/>
                <a:cs typeface="Times New Roman"/>
              </a:rPr>
              <a:t>with </a:t>
            </a:r>
            <a:r>
              <a:rPr sz="4400" dirty="0">
                <a:latin typeface="Times New Roman"/>
                <a:cs typeface="Times New Roman"/>
              </a:rPr>
              <a:t>JA</a:t>
            </a:r>
            <a:r>
              <a:rPr sz="4400" spc="4" dirty="0">
                <a:latin typeface="Times New Roman"/>
                <a:cs typeface="Times New Roman"/>
              </a:rPr>
              <a:t>X</a:t>
            </a:r>
            <a:r>
              <a:rPr sz="4400" spc="-4" dirty="0">
                <a:latin typeface="Times New Roman"/>
                <a:cs typeface="Times New Roman"/>
              </a:rPr>
              <a:t>-</a:t>
            </a:r>
            <a:r>
              <a:rPr sz="4400" dirty="0">
                <a:latin typeface="Times New Roman"/>
                <a:cs typeface="Times New Roman"/>
              </a:rPr>
              <a:t>RS</a:t>
            </a:r>
          </a:p>
        </p:txBody>
      </p:sp>
      <p:sp>
        <p:nvSpPr>
          <p:cNvPr id="12" name="object 12"/>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1" name="object 11"/>
          <p:cNvSpPr txBox="1"/>
          <p:nvPr/>
        </p:nvSpPr>
        <p:spPr>
          <a:xfrm>
            <a:off x="2611121" y="1465425"/>
            <a:ext cx="6963257" cy="152908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dirty="0">
                <a:latin typeface="Times New Roman"/>
                <a:cs typeface="Times New Roman"/>
              </a:rPr>
              <a:t>is a j</a:t>
            </a:r>
            <a:r>
              <a:rPr sz="2400" spc="4" dirty="0">
                <a:latin typeface="Times New Roman"/>
                <a:cs typeface="Times New Roman"/>
              </a:rPr>
              <a:t>a</a:t>
            </a:r>
            <a:r>
              <a:rPr sz="2400" dirty="0">
                <a:latin typeface="Times New Roman"/>
                <a:cs typeface="Times New Roman"/>
              </a:rPr>
              <a:t>va l</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g</a:t>
            </a:r>
            <a:r>
              <a:rPr sz="2400" dirty="0">
                <a:latin typeface="Times New Roman"/>
                <a:cs typeface="Times New Roman"/>
              </a:rPr>
              <a:t>u</a:t>
            </a:r>
            <a:r>
              <a:rPr sz="2400" spc="4" dirty="0">
                <a:latin typeface="Times New Roman"/>
                <a:cs typeface="Times New Roman"/>
              </a:rPr>
              <a:t>a</a:t>
            </a:r>
            <a:r>
              <a:rPr sz="2400" dirty="0">
                <a:latin typeface="Times New Roman"/>
                <a:cs typeface="Times New Roman"/>
              </a:rPr>
              <a:t>ge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ca</a:t>
            </a:r>
            <a:r>
              <a:rPr sz="2400" dirty="0">
                <a:latin typeface="Times New Roman"/>
                <a:cs typeface="Times New Roman"/>
              </a:rPr>
              <a:t>tion f</a:t>
            </a:r>
            <a:r>
              <a:rPr sz="2400" spc="4" dirty="0">
                <a:latin typeface="Times New Roman"/>
                <a:cs typeface="Times New Roman"/>
              </a:rPr>
              <a:t>o</a:t>
            </a:r>
            <a:r>
              <a:rPr sz="2400" dirty="0">
                <a:latin typeface="Times New Roman"/>
                <a:cs typeface="Times New Roman"/>
              </a:rPr>
              <a:t>r </a:t>
            </a:r>
            <a:r>
              <a:rPr sz="2400" spc="-9" dirty="0">
                <a:latin typeface="Times New Roman"/>
                <a:cs typeface="Times New Roman"/>
              </a:rPr>
              <a:t>R</a:t>
            </a:r>
            <a:r>
              <a:rPr sz="2400" spc="4" dirty="0">
                <a:latin typeface="Times New Roman"/>
                <a:cs typeface="Times New Roman"/>
              </a:rPr>
              <a:t>es</a:t>
            </a:r>
            <a:r>
              <a:rPr sz="2400" dirty="0">
                <a:latin typeface="Times New Roman"/>
                <a:cs typeface="Times New Roman"/>
              </a:rPr>
              <a:t>t</a:t>
            </a:r>
            <a:r>
              <a:rPr sz="2400" spc="9" dirty="0">
                <a:latin typeface="Times New Roman"/>
                <a:cs typeface="Times New Roman"/>
              </a:rPr>
              <a:t>f</a:t>
            </a:r>
            <a:r>
              <a:rPr sz="2400" spc="-9" dirty="0">
                <a:latin typeface="Times New Roman"/>
                <a:cs typeface="Times New Roman"/>
              </a:rPr>
              <a:t>u</a:t>
            </a:r>
            <a:r>
              <a:rPr sz="2400" dirty="0">
                <a:latin typeface="Times New Roman"/>
                <a:cs typeface="Times New Roman"/>
              </a:rPr>
              <a:t>l</a:t>
            </a:r>
            <a:r>
              <a:rPr sz="2400" spc="9" dirty="0">
                <a:latin typeface="Times New Roman"/>
                <a:cs typeface="Times New Roman"/>
              </a:rPr>
              <a:t> </a:t>
            </a:r>
            <a:r>
              <a:rPr sz="2400" spc="-9" dirty="0">
                <a:latin typeface="Times New Roman"/>
                <a:cs typeface="Times New Roman"/>
              </a:rPr>
              <a:t>w</a:t>
            </a:r>
            <a:r>
              <a:rPr sz="2400" spc="4" dirty="0">
                <a:latin typeface="Times New Roman"/>
                <a:cs typeface="Times New Roman"/>
              </a:rPr>
              <a:t>e</a:t>
            </a:r>
            <a:r>
              <a:rPr sz="2400" dirty="0">
                <a:latin typeface="Times New Roman"/>
                <a:cs typeface="Times New Roman"/>
              </a:rPr>
              <a:t>b</a:t>
            </a:r>
          </a:p>
          <a:p>
            <a:pPr marL="12700" marR="45720">
              <a:lnSpc>
                <a:spcPct val="95825"/>
              </a:lnSpc>
            </a:pP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a:t>
            </a:r>
          </a:p>
          <a:p>
            <a:pPr marL="12700" marR="45720">
              <a:lnSpc>
                <a:spcPct val="95825"/>
              </a:lnSpc>
              <a:spcBef>
                <a:spcPts val="920"/>
              </a:spcBef>
            </a:pPr>
            <a:r>
              <a:rPr sz="2400" spc="-4"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re </a:t>
            </a:r>
            <a:r>
              <a:rPr sz="2400" spc="4" dirty="0">
                <a:latin typeface="Times New Roman"/>
                <a:cs typeface="Times New Roman"/>
              </a:rPr>
              <a:t>a</a:t>
            </a:r>
            <a:r>
              <a:rPr sz="2400" dirty="0">
                <a:latin typeface="Times New Roman"/>
                <a:cs typeface="Times New Roman"/>
              </a:rPr>
              <a:t>re di</a:t>
            </a:r>
            <a:r>
              <a:rPr sz="2400" spc="9" dirty="0">
                <a:latin typeface="Times New Roman"/>
                <a:cs typeface="Times New Roman"/>
              </a:rPr>
              <a:t>f</a:t>
            </a:r>
            <a:r>
              <a:rPr sz="2400" dirty="0">
                <a:latin typeface="Times New Roman"/>
                <a:cs typeface="Times New Roman"/>
              </a:rPr>
              <a:t>f</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nt i</a:t>
            </a:r>
            <a:r>
              <a:rPr sz="2400" spc="9" dirty="0">
                <a:latin typeface="Times New Roman"/>
                <a:cs typeface="Times New Roman"/>
              </a:rPr>
              <a:t>m</a:t>
            </a:r>
            <a:r>
              <a:rPr sz="2400" dirty="0">
                <a:latin typeface="Times New Roman"/>
                <a:cs typeface="Times New Roman"/>
              </a:rPr>
              <a:t>pl</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tions </a:t>
            </a:r>
            <a:r>
              <a:rPr sz="2400" spc="4" dirty="0">
                <a:latin typeface="Times New Roman"/>
                <a:cs typeface="Times New Roman"/>
              </a:rPr>
              <a:t>e</a:t>
            </a:r>
            <a:r>
              <a:rPr sz="2400" spc="-9" dirty="0">
                <a:latin typeface="Times New Roman"/>
                <a:cs typeface="Times New Roman"/>
              </a:rPr>
              <a:t>x</a:t>
            </a:r>
            <a:r>
              <a:rPr sz="2400" spc="9" dirty="0">
                <a:latin typeface="Times New Roman"/>
                <a:cs typeface="Times New Roman"/>
              </a:rPr>
              <a:t>i</a:t>
            </a:r>
            <a:r>
              <a:rPr sz="2400" spc="-4" dirty="0">
                <a:latin typeface="Times New Roman"/>
                <a:cs typeface="Times New Roman"/>
              </a:rPr>
              <a:t>s</a:t>
            </a:r>
            <a:r>
              <a:rPr sz="2400" dirty="0">
                <a:latin typeface="Times New Roman"/>
                <a:cs typeface="Times New Roman"/>
              </a:rPr>
              <a:t>t </a:t>
            </a:r>
            <a:r>
              <a:rPr sz="2400" spc="9" dirty="0">
                <a:latin typeface="Times New Roman"/>
                <a:cs typeface="Times New Roman"/>
              </a:rPr>
              <a:t>f</a:t>
            </a:r>
            <a:r>
              <a:rPr sz="2400" dirty="0">
                <a:latin typeface="Times New Roman"/>
                <a:cs typeface="Times New Roman"/>
              </a:rPr>
              <a:t>or </a:t>
            </a:r>
            <a:r>
              <a:rPr sz="2400" spc="4" dirty="0">
                <a:latin typeface="Times New Roman"/>
                <a:cs typeface="Times New Roman"/>
              </a:rPr>
              <a:t>J</a:t>
            </a:r>
            <a:r>
              <a:rPr sz="2400" spc="-4" dirty="0">
                <a:latin typeface="Times New Roman"/>
                <a:cs typeface="Times New Roman"/>
              </a:rPr>
              <a:t>AX</a:t>
            </a:r>
            <a:r>
              <a:rPr sz="2400" dirty="0">
                <a:latin typeface="Times New Roman"/>
                <a:cs typeface="Times New Roman"/>
              </a:rPr>
              <a:t>-</a:t>
            </a:r>
            <a:r>
              <a:rPr sz="2400" spc="-9" dirty="0">
                <a:latin typeface="Times New Roman"/>
                <a:cs typeface="Times New Roman"/>
              </a:rPr>
              <a:t>R</a:t>
            </a:r>
            <a:r>
              <a:rPr sz="2400" dirty="0">
                <a:latin typeface="Times New Roman"/>
                <a:cs typeface="Times New Roman"/>
              </a:rPr>
              <a:t>S</a:t>
            </a:r>
          </a:p>
          <a:p>
            <a:pPr marL="12700" marR="45720">
              <a:lnSpc>
                <a:spcPct val="95825"/>
              </a:lnSpc>
              <a:spcBef>
                <a:spcPts val="120"/>
              </a:spcBef>
            </a:pP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c</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 </a:t>
            </a:r>
            <a:r>
              <a:rPr sz="2400" spc="-4" dirty="0">
                <a:latin typeface="Times New Roman"/>
                <a:cs typeface="Times New Roman"/>
              </a:rPr>
              <a:t>s</a:t>
            </a:r>
            <a:r>
              <a:rPr sz="2400" dirty="0">
                <a:latin typeface="Times New Roman"/>
                <a:cs typeface="Times New Roman"/>
              </a:rPr>
              <a:t>ome </a:t>
            </a:r>
            <a:r>
              <a:rPr sz="2400" spc="4" dirty="0">
                <a:latin typeface="Times New Roman"/>
                <a:cs typeface="Times New Roman"/>
              </a:rPr>
              <a:t>a</a:t>
            </a:r>
            <a:r>
              <a:rPr sz="2400" dirty="0">
                <a:latin typeface="Times New Roman"/>
                <a:cs typeface="Times New Roman"/>
              </a:rPr>
              <a:t>re</a:t>
            </a:r>
          </a:p>
        </p:txBody>
      </p:sp>
      <p:sp>
        <p:nvSpPr>
          <p:cNvPr id="10" name="object 10"/>
          <p:cNvSpPr txBox="1"/>
          <p:nvPr/>
        </p:nvSpPr>
        <p:spPr>
          <a:xfrm>
            <a:off x="2287271" y="2278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3201671" y="3098646"/>
            <a:ext cx="223519" cy="169290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92"/>
              </a:spcBef>
            </a:pPr>
            <a:r>
              <a:rPr sz="2400" dirty="0">
                <a:latin typeface="Times New Roman"/>
                <a:cs typeface="Times New Roman"/>
              </a:rPr>
              <a:t>–</a:t>
            </a:r>
            <a:endParaRPr sz="2400">
              <a:latin typeface="Times New Roman"/>
              <a:cs typeface="Times New Roman"/>
            </a:endParaRPr>
          </a:p>
          <a:p>
            <a:pPr marL="12700">
              <a:lnSpc>
                <a:spcPct val="95825"/>
              </a:lnSpc>
              <a:spcBef>
                <a:spcPts val="810"/>
              </a:spcBef>
            </a:pPr>
            <a:r>
              <a:rPr sz="2400" dirty="0">
                <a:latin typeface="Times New Roman"/>
                <a:cs typeface="Times New Roman"/>
              </a:rPr>
              <a:t>–</a:t>
            </a:r>
            <a:endParaRPr sz="2400">
              <a:latin typeface="Times New Roman"/>
              <a:cs typeface="Times New Roman"/>
            </a:endParaRPr>
          </a:p>
          <a:p>
            <a:pPr marL="12700">
              <a:lnSpc>
                <a:spcPct val="95825"/>
              </a:lnSpc>
              <a:spcBef>
                <a:spcPts val="820"/>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3761740" y="3118965"/>
            <a:ext cx="4562348" cy="78359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J</a:t>
            </a:r>
            <a:r>
              <a:rPr sz="2400" spc="4" dirty="0">
                <a:latin typeface="Times New Roman"/>
                <a:cs typeface="Times New Roman"/>
              </a:rPr>
              <a:t>e</a:t>
            </a:r>
            <a:r>
              <a:rPr sz="2400" spc="9" dirty="0">
                <a:latin typeface="Times New Roman"/>
                <a:cs typeface="Times New Roman"/>
              </a:rPr>
              <a:t>r</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y, the </a:t>
            </a:r>
            <a:r>
              <a:rPr sz="2400" spc="9" dirty="0">
                <a:latin typeface="Times New Roman"/>
                <a:cs typeface="Times New Roman"/>
              </a:rPr>
              <a:t>r</a:t>
            </a:r>
            <a:r>
              <a:rPr sz="2400" spc="-4" dirty="0">
                <a:latin typeface="Times New Roman"/>
                <a:cs typeface="Times New Roman"/>
              </a:rPr>
              <a:t>e</a:t>
            </a:r>
            <a:r>
              <a:rPr sz="2400" spc="9" dirty="0">
                <a:latin typeface="Times New Roman"/>
                <a:cs typeface="Times New Roman"/>
              </a:rPr>
              <a:t>f</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c</a:t>
            </a:r>
            <a:r>
              <a:rPr sz="2400" dirty="0">
                <a:latin typeface="Times New Roman"/>
                <a:cs typeface="Times New Roman"/>
              </a:rPr>
              <a:t>e </a:t>
            </a:r>
            <a:r>
              <a:rPr sz="2400" spc="9" dirty="0">
                <a:latin typeface="Times New Roman"/>
                <a:cs typeface="Times New Roman"/>
              </a:rPr>
              <a:t>i</a:t>
            </a:r>
            <a:r>
              <a:rPr sz="2400" dirty="0">
                <a:latin typeface="Times New Roman"/>
                <a:cs typeface="Times New Roman"/>
              </a:rPr>
              <a:t>mpl</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a:t>
            </a:r>
            <a:endParaRPr sz="2400">
              <a:latin typeface="Times New Roman"/>
              <a:cs typeface="Times New Roman"/>
            </a:endParaRPr>
          </a:p>
          <a:p>
            <a:pPr marL="12700" marR="45720">
              <a:lnSpc>
                <a:spcPct val="95825"/>
              </a:lnSpc>
              <a:spcBef>
                <a:spcPts val="682"/>
              </a:spcBef>
            </a:pPr>
            <a:r>
              <a:rPr sz="2400" dirty="0">
                <a:latin typeface="Times New Roman"/>
                <a:cs typeface="Times New Roman"/>
              </a:rPr>
              <a:t>R</a:t>
            </a:r>
            <a:r>
              <a:rPr sz="2400" spc="-9" dirty="0">
                <a:latin typeface="Times New Roman"/>
                <a:cs typeface="Times New Roman"/>
              </a:rPr>
              <a:t>E</a:t>
            </a:r>
            <a:r>
              <a:rPr sz="2400" spc="-4" dirty="0">
                <a:latin typeface="Times New Roman"/>
                <a:cs typeface="Times New Roman"/>
              </a:rPr>
              <a:t>S</a:t>
            </a:r>
            <a:r>
              <a:rPr sz="2400" spc="4" dirty="0">
                <a:latin typeface="Times New Roman"/>
                <a:cs typeface="Times New Roman"/>
              </a:rPr>
              <a:t>T</a:t>
            </a:r>
            <a:r>
              <a:rPr sz="2400" spc="-4" dirty="0">
                <a:latin typeface="Times New Roman"/>
                <a:cs typeface="Times New Roman"/>
              </a:rPr>
              <a:t>e</a:t>
            </a:r>
            <a:r>
              <a:rPr sz="2400" spc="4" dirty="0">
                <a:latin typeface="Times New Roman"/>
                <a:cs typeface="Times New Roman"/>
              </a:rPr>
              <a:t>as</a:t>
            </a:r>
            <a:r>
              <a:rPr sz="2400" dirty="0">
                <a:latin typeface="Times New Roman"/>
                <a:cs typeface="Times New Roman"/>
              </a:rPr>
              <a:t>y f</a:t>
            </a:r>
            <a:r>
              <a:rPr sz="2400" spc="9" dirty="0">
                <a:latin typeface="Times New Roman"/>
                <a:cs typeface="Times New Roman"/>
              </a:rPr>
              <a:t>r</a:t>
            </a:r>
            <a:r>
              <a:rPr sz="2400" spc="-9" dirty="0">
                <a:latin typeface="Times New Roman"/>
                <a:cs typeface="Times New Roman"/>
              </a:rPr>
              <a:t>o</a:t>
            </a:r>
            <a:r>
              <a:rPr sz="2400" dirty="0">
                <a:latin typeface="Times New Roman"/>
                <a:cs typeface="Times New Roman"/>
              </a:rPr>
              <a:t>m</a:t>
            </a:r>
            <a:r>
              <a:rPr sz="2400" spc="9" dirty="0">
                <a:latin typeface="Times New Roman"/>
                <a:cs typeface="Times New Roman"/>
              </a:rPr>
              <a:t> </a:t>
            </a:r>
            <a:r>
              <a:rPr sz="2400" spc="-4" dirty="0">
                <a:latin typeface="Times New Roman"/>
                <a:cs typeface="Times New Roman"/>
              </a:rPr>
              <a:t>J</a:t>
            </a:r>
            <a:r>
              <a:rPr sz="2400" dirty="0">
                <a:latin typeface="Times New Roman"/>
                <a:cs typeface="Times New Roman"/>
              </a:rPr>
              <a:t>bo</a:t>
            </a:r>
            <a:r>
              <a:rPr sz="2400" spc="4" dirty="0">
                <a:latin typeface="Times New Roman"/>
                <a:cs typeface="Times New Roman"/>
              </a:rPr>
              <a:t>s</a:t>
            </a:r>
            <a:r>
              <a:rPr sz="2400" dirty="0">
                <a:latin typeface="Times New Roman"/>
                <a:cs typeface="Times New Roman"/>
              </a:rPr>
              <a:t>s</a:t>
            </a:r>
            <a:endParaRPr sz="2400">
              <a:latin typeface="Times New Roman"/>
              <a:cs typeface="Times New Roman"/>
            </a:endParaRPr>
          </a:p>
        </p:txBody>
      </p:sp>
      <p:sp>
        <p:nvSpPr>
          <p:cNvPr id="7" name="object 7"/>
          <p:cNvSpPr txBox="1"/>
          <p:nvPr/>
        </p:nvSpPr>
        <p:spPr>
          <a:xfrm>
            <a:off x="8405369" y="3118965"/>
            <a:ext cx="960221"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O</a:t>
            </a:r>
            <a:r>
              <a:rPr sz="2400" dirty="0">
                <a:latin typeface="Times New Roman"/>
                <a:cs typeface="Times New Roman"/>
              </a:rPr>
              <a:t>r</a:t>
            </a:r>
            <a:r>
              <a:rPr sz="2400" spc="4" dirty="0">
                <a:latin typeface="Times New Roman"/>
                <a:cs typeface="Times New Roman"/>
              </a:rPr>
              <a:t>ac</a:t>
            </a:r>
            <a:r>
              <a:rPr sz="2400" dirty="0">
                <a:latin typeface="Times New Roman"/>
                <a:cs typeface="Times New Roman"/>
              </a:rPr>
              <a:t>l</a:t>
            </a:r>
            <a:r>
              <a:rPr sz="2400" spc="4" dirty="0">
                <a:latin typeface="Times New Roman"/>
                <a:cs typeface="Times New Roman"/>
              </a:rPr>
              <a:t>e</a:t>
            </a: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3761741" y="4027016"/>
            <a:ext cx="1001323" cy="784859"/>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A</a:t>
            </a:r>
            <a:r>
              <a:rPr sz="2400" dirty="0">
                <a:latin typeface="Times New Roman"/>
                <a:cs typeface="Times New Roman"/>
              </a:rPr>
              <a:t>p</a:t>
            </a:r>
            <a:r>
              <a:rPr sz="2400" spc="4" dirty="0">
                <a:latin typeface="Times New Roman"/>
                <a:cs typeface="Times New Roman"/>
              </a:rPr>
              <a:t>a</a:t>
            </a:r>
            <a:r>
              <a:rPr sz="2400" spc="-4" dirty="0">
                <a:latin typeface="Times New Roman"/>
                <a:cs typeface="Times New Roman"/>
              </a:rPr>
              <a:t>c</a:t>
            </a:r>
            <a:r>
              <a:rPr sz="2400" dirty="0">
                <a:latin typeface="Times New Roman"/>
                <a:cs typeface="Times New Roman"/>
              </a:rPr>
              <a:t>he</a:t>
            </a:r>
            <a:endParaRPr sz="2400">
              <a:latin typeface="Times New Roman"/>
              <a:cs typeface="Times New Roman"/>
            </a:endParaRPr>
          </a:p>
          <a:p>
            <a:pPr marL="12700" marR="7268">
              <a:lnSpc>
                <a:spcPct val="95825"/>
              </a:lnSpc>
              <a:spcBef>
                <a:spcPts val="692"/>
              </a:spcBef>
            </a:pPr>
            <a:r>
              <a:rPr sz="2400"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tl</a:t>
            </a:r>
            <a:r>
              <a:rPr sz="2400" spc="4" dirty="0">
                <a:latin typeface="Times New Roman"/>
                <a:cs typeface="Times New Roman"/>
              </a:rPr>
              <a:t>e</a:t>
            </a:r>
            <a:r>
              <a:rPr sz="2400" dirty="0">
                <a:latin typeface="Times New Roman"/>
                <a:cs typeface="Times New Roman"/>
              </a:rPr>
              <a:t>t,</a:t>
            </a:r>
            <a:endParaRPr sz="2400">
              <a:latin typeface="Times New Roman"/>
              <a:cs typeface="Times New Roman"/>
            </a:endParaRPr>
          </a:p>
        </p:txBody>
      </p:sp>
      <p:sp>
        <p:nvSpPr>
          <p:cNvPr id="5" name="object 5"/>
          <p:cNvSpPr txBox="1"/>
          <p:nvPr/>
        </p:nvSpPr>
        <p:spPr>
          <a:xfrm>
            <a:off x="4760875" y="4027016"/>
            <a:ext cx="3230625" cy="784859"/>
          </a:xfrm>
          <a:prstGeom prst="rect">
            <a:avLst/>
          </a:prstGeom>
        </p:spPr>
        <p:txBody>
          <a:bodyPr wrap="square" lIns="0" tIns="0" rIns="0" bIns="0" rtlCol="0">
            <a:noAutofit/>
          </a:bodyPr>
          <a:lstStyle/>
          <a:p>
            <a:pPr marL="20319" marR="45720">
              <a:lnSpc>
                <a:spcPts val="2550"/>
              </a:lnSpc>
              <a:spcBef>
                <a:spcPts val="127"/>
              </a:spcBef>
            </a:pPr>
            <a:r>
              <a:rPr sz="2400" spc="4" dirty="0">
                <a:latin typeface="Times New Roman"/>
                <a:cs typeface="Times New Roman"/>
              </a:rPr>
              <a:t>W</a:t>
            </a:r>
            <a:r>
              <a:rPr sz="2400" dirty="0">
                <a:latin typeface="Times New Roman"/>
                <a:cs typeface="Times New Roman"/>
              </a:rPr>
              <a:t>ink f</a:t>
            </a:r>
            <a:r>
              <a:rPr sz="2400" spc="9" dirty="0">
                <a:latin typeface="Times New Roman"/>
                <a:cs typeface="Times New Roman"/>
              </a:rPr>
              <a:t>r</a:t>
            </a:r>
            <a:r>
              <a:rPr sz="2400" dirty="0">
                <a:latin typeface="Times New Roman"/>
                <a:cs typeface="Times New Roman"/>
              </a:rPr>
              <a:t>om </a:t>
            </a:r>
            <a:r>
              <a:rPr sz="2400" spc="4" dirty="0">
                <a:latin typeface="Times New Roman"/>
                <a:cs typeface="Times New Roman"/>
              </a:rPr>
              <a:t>a</a:t>
            </a:r>
            <a:r>
              <a:rPr sz="2400" dirty="0">
                <a:latin typeface="Times New Roman"/>
                <a:cs typeface="Times New Roman"/>
              </a:rPr>
              <a:t>p</a:t>
            </a:r>
            <a:r>
              <a:rPr sz="2400" spc="4" dirty="0">
                <a:latin typeface="Times New Roman"/>
                <a:cs typeface="Times New Roman"/>
              </a:rPr>
              <a:t>ac</a:t>
            </a:r>
            <a:r>
              <a:rPr sz="2400" spc="-9" dirty="0">
                <a:latin typeface="Times New Roman"/>
                <a:cs typeface="Times New Roman"/>
              </a:rPr>
              <a:t>h</a:t>
            </a:r>
            <a:r>
              <a:rPr sz="2400" dirty="0">
                <a:latin typeface="Times New Roman"/>
                <a:cs typeface="Times New Roman"/>
              </a:rPr>
              <a:t>e</a:t>
            </a:r>
            <a:endParaRPr sz="2400">
              <a:latin typeface="Times New Roman"/>
              <a:cs typeface="Times New Roman"/>
            </a:endParaRPr>
          </a:p>
          <a:p>
            <a:pPr marL="12700">
              <a:lnSpc>
                <a:spcPct val="95825"/>
              </a:lnSpc>
              <a:spcBef>
                <a:spcPts val="692"/>
              </a:spcBef>
            </a:pPr>
            <a:r>
              <a:rPr sz="2400" spc="4" dirty="0">
                <a:latin typeface="Times New Roman"/>
                <a:cs typeface="Times New Roman"/>
              </a:rPr>
              <a:t>c</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by </a:t>
            </a:r>
            <a:r>
              <a:rPr sz="2400" spc="4" dirty="0">
                <a:latin typeface="Times New Roman"/>
                <a:cs typeface="Times New Roman"/>
              </a:rPr>
              <a:t>J</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ome </a:t>
            </a:r>
            <a:r>
              <a:rPr sz="2400" spc="-4" dirty="0">
                <a:latin typeface="Times New Roman"/>
                <a:cs typeface="Times New Roman"/>
              </a:rPr>
              <a:t>L</a:t>
            </a:r>
            <a:r>
              <a:rPr sz="2400" dirty="0">
                <a:latin typeface="Times New Roman"/>
                <a:cs typeface="Times New Roman"/>
              </a:rPr>
              <a:t>ouv</a:t>
            </a:r>
            <a:r>
              <a:rPr sz="2400" spc="4" dirty="0">
                <a:latin typeface="Times New Roman"/>
                <a:cs typeface="Times New Roman"/>
              </a:rPr>
              <a:t>e</a:t>
            </a:r>
            <a:r>
              <a:rPr sz="2400" dirty="0">
                <a:latin typeface="Times New Roman"/>
                <a:cs typeface="Times New Roman"/>
              </a:rPr>
              <a:t>l</a:t>
            </a:r>
            <a:endParaRPr sz="2400">
              <a:latin typeface="Times New Roman"/>
              <a:cs typeface="Times New Roman"/>
            </a:endParaRPr>
          </a:p>
        </p:txBody>
      </p:sp>
    </p:spTree>
    <p:extLst>
      <p:ext uri="{BB962C8B-B14F-4D97-AF65-F5344CB8AC3E}">
        <p14:creationId xmlns:p14="http://schemas.microsoft.com/office/powerpoint/2010/main" val="1177956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1" name="object 11"/>
          <p:cNvSpPr txBox="1"/>
          <p:nvPr/>
        </p:nvSpPr>
        <p:spPr>
          <a:xfrm>
            <a:off x="2058670" y="476178"/>
            <a:ext cx="484225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JAX-RS S</a:t>
            </a:r>
            <a:r>
              <a:rPr sz="4400" spc="4" dirty="0">
                <a:latin typeface="Times New Roman"/>
                <a:cs typeface="Times New Roman"/>
              </a:rPr>
              <a:t>p</a:t>
            </a:r>
            <a:r>
              <a:rPr sz="4400" dirty="0">
                <a:latin typeface="Times New Roman"/>
                <a:cs typeface="Times New Roman"/>
              </a:rPr>
              <a:t>ci</a:t>
            </a:r>
            <a:r>
              <a:rPr sz="4400" spc="-4" dirty="0">
                <a:latin typeface="Times New Roman"/>
                <a:cs typeface="Times New Roman"/>
              </a:rPr>
              <a:t>f</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ati</a:t>
            </a:r>
            <a:r>
              <a:rPr sz="4400" spc="-4" dirty="0">
                <a:latin typeface="Times New Roman"/>
                <a:cs typeface="Times New Roman"/>
              </a:rPr>
              <a:t>o</a:t>
            </a:r>
            <a:r>
              <a:rPr sz="4400" dirty="0">
                <a:latin typeface="Times New Roman"/>
                <a:cs typeface="Times New Roman"/>
              </a:rPr>
              <a:t>n</a:t>
            </a:r>
            <a:endParaRPr sz="4400">
              <a:latin typeface="Times New Roman"/>
              <a:cs typeface="Times New Roman"/>
            </a:endParaRPr>
          </a:p>
        </p:txBody>
      </p:sp>
      <p:sp>
        <p:nvSpPr>
          <p:cNvPr id="10" name="object 10"/>
          <p:cNvSpPr txBox="1"/>
          <p:nvPr/>
        </p:nvSpPr>
        <p:spPr>
          <a:xfrm>
            <a:off x="2555241" y="1455255"/>
            <a:ext cx="2242893" cy="278129"/>
          </a:xfrm>
          <a:prstGeom prst="rect">
            <a:avLst/>
          </a:prstGeom>
        </p:spPr>
        <p:txBody>
          <a:bodyPr wrap="square" lIns="0" tIns="0" rIns="0" bIns="0" rtlCol="0">
            <a:noAutofit/>
          </a:bodyPr>
          <a:lstStyle/>
          <a:p>
            <a:pPr marL="12700">
              <a:lnSpc>
                <a:spcPts val="2125"/>
              </a:lnSpc>
              <a:spcBef>
                <a:spcPts val="106"/>
              </a:spcBef>
            </a:pPr>
            <a:r>
              <a:rPr sz="1950" spc="9" dirty="0">
                <a:latin typeface="Times New Roman"/>
                <a:cs typeface="Times New Roman"/>
              </a:rPr>
              <a:t>R</a:t>
            </a:r>
            <a:r>
              <a:rPr sz="1950" spc="-4" dirty="0">
                <a:latin typeface="Times New Roman"/>
                <a:cs typeface="Times New Roman"/>
              </a:rPr>
              <a:t>o</a:t>
            </a:r>
            <a:r>
              <a:rPr sz="1950" spc="4" dirty="0">
                <a:latin typeface="Times New Roman"/>
                <a:cs typeface="Times New Roman"/>
              </a:rPr>
              <a:t>o</a:t>
            </a:r>
            <a:r>
              <a:rPr sz="1950" dirty="0">
                <a:latin typeface="Times New Roman"/>
                <a:cs typeface="Times New Roman"/>
              </a:rPr>
              <a:t>t</a:t>
            </a:r>
            <a:r>
              <a:rPr sz="1950" spc="80" dirty="0">
                <a:latin typeface="Times New Roman"/>
                <a:cs typeface="Times New Roman"/>
              </a:rPr>
              <a:t> </a:t>
            </a:r>
            <a:r>
              <a:rPr sz="1950" dirty="0">
                <a:latin typeface="Times New Roman"/>
                <a:cs typeface="Times New Roman"/>
              </a:rPr>
              <a:t>r</a:t>
            </a:r>
            <a:r>
              <a:rPr sz="1950" spc="4" dirty="0">
                <a:latin typeface="Times New Roman"/>
                <a:cs typeface="Times New Roman"/>
              </a:rPr>
              <a:t>eso</a:t>
            </a:r>
            <a:r>
              <a:rPr sz="1950" spc="-4" dirty="0">
                <a:latin typeface="Times New Roman"/>
                <a:cs typeface="Times New Roman"/>
              </a:rPr>
              <a:t>u</a:t>
            </a:r>
            <a:r>
              <a:rPr sz="1950" dirty="0">
                <a:latin typeface="Times New Roman"/>
                <a:cs typeface="Times New Roman"/>
              </a:rPr>
              <a:t>r</a:t>
            </a:r>
            <a:r>
              <a:rPr sz="1950" spc="4" dirty="0">
                <a:latin typeface="Times New Roman"/>
                <a:cs typeface="Times New Roman"/>
              </a:rPr>
              <a:t>c</a:t>
            </a:r>
            <a:r>
              <a:rPr sz="1950" dirty="0">
                <a:latin typeface="Times New Roman"/>
                <a:cs typeface="Times New Roman"/>
              </a:rPr>
              <a:t>e</a:t>
            </a:r>
            <a:r>
              <a:rPr sz="1950" spc="146" dirty="0">
                <a:latin typeface="Times New Roman"/>
                <a:cs typeface="Times New Roman"/>
              </a:rPr>
              <a:t> </a:t>
            </a:r>
            <a:r>
              <a:rPr sz="1950" spc="5" dirty="0">
                <a:latin typeface="Times New Roman"/>
                <a:cs typeface="Times New Roman"/>
              </a:rPr>
              <a:t>c</a:t>
            </a:r>
            <a:r>
              <a:rPr sz="1950" spc="-5" dirty="0">
                <a:latin typeface="Times New Roman"/>
                <a:cs typeface="Times New Roman"/>
              </a:rPr>
              <a:t>l</a:t>
            </a:r>
            <a:r>
              <a:rPr sz="1950" spc="5" dirty="0">
                <a:latin typeface="Times New Roman"/>
                <a:cs typeface="Times New Roman"/>
              </a:rPr>
              <a:t>asse</a:t>
            </a:r>
            <a:r>
              <a:rPr sz="1950" dirty="0">
                <a:latin typeface="Times New Roman"/>
                <a:cs typeface="Times New Roman"/>
              </a:rPr>
              <a:t>s</a:t>
            </a:r>
            <a:endParaRPr sz="1950">
              <a:latin typeface="Times New Roman"/>
              <a:cs typeface="Times New Roman"/>
            </a:endParaRPr>
          </a:p>
        </p:txBody>
      </p:sp>
      <p:sp>
        <p:nvSpPr>
          <p:cNvPr id="9" name="object 9"/>
          <p:cNvSpPr txBox="1"/>
          <p:nvPr/>
        </p:nvSpPr>
        <p:spPr>
          <a:xfrm>
            <a:off x="2287271" y="1466685"/>
            <a:ext cx="151789" cy="27812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p:txBody>
      </p:sp>
      <p:sp>
        <p:nvSpPr>
          <p:cNvPr id="8" name="object 8"/>
          <p:cNvSpPr txBox="1"/>
          <p:nvPr/>
        </p:nvSpPr>
        <p:spPr>
          <a:xfrm>
            <a:off x="3514089" y="1832444"/>
            <a:ext cx="6142502" cy="2696210"/>
          </a:xfrm>
          <a:prstGeom prst="rect">
            <a:avLst/>
          </a:prstGeom>
        </p:spPr>
        <p:txBody>
          <a:bodyPr wrap="square" lIns="0" tIns="0" rIns="0" bIns="0" rtlCol="0">
            <a:noAutofit/>
          </a:bodyPr>
          <a:lstStyle/>
          <a:p>
            <a:pPr marL="12700" marR="31111">
              <a:lnSpc>
                <a:spcPts val="2125"/>
              </a:lnSpc>
              <a:spcBef>
                <a:spcPts val="106"/>
              </a:spcBef>
            </a:pPr>
            <a:r>
              <a:rPr sz="1950" spc="-4" dirty="0">
                <a:latin typeface="Times New Roman"/>
                <a:cs typeface="Times New Roman"/>
              </a:rPr>
              <a:t>e</a:t>
            </a:r>
            <a:r>
              <a:rPr sz="1950" spc="4" dirty="0">
                <a:latin typeface="Times New Roman"/>
                <a:cs typeface="Times New Roman"/>
              </a:rPr>
              <a:t>n</a:t>
            </a:r>
            <a:r>
              <a:rPr sz="1950" spc="-4" dirty="0">
                <a:latin typeface="Times New Roman"/>
                <a:cs typeface="Times New Roman"/>
              </a:rPr>
              <a:t>t</a:t>
            </a:r>
            <a:r>
              <a:rPr sz="1950" dirty="0">
                <a:latin typeface="Times New Roman"/>
                <a:cs typeface="Times New Roman"/>
              </a:rPr>
              <a:t>ry</a:t>
            </a:r>
            <a:r>
              <a:rPr sz="1950" spc="94" dirty="0">
                <a:latin typeface="Times New Roman"/>
                <a:cs typeface="Times New Roman"/>
              </a:rPr>
              <a:t> </a:t>
            </a:r>
            <a:r>
              <a:rPr sz="1950" spc="4" dirty="0">
                <a:latin typeface="Times New Roman"/>
                <a:cs typeface="Times New Roman"/>
              </a:rPr>
              <a:t>p</a:t>
            </a:r>
            <a:r>
              <a:rPr sz="1950" spc="-4" dirty="0">
                <a:latin typeface="Times New Roman"/>
                <a:cs typeface="Times New Roman"/>
              </a:rPr>
              <a:t>o</a:t>
            </a:r>
            <a:r>
              <a:rPr sz="1950" spc="4" dirty="0">
                <a:latin typeface="Times New Roman"/>
                <a:cs typeface="Times New Roman"/>
              </a:rPr>
              <a:t>i</a:t>
            </a:r>
            <a:r>
              <a:rPr sz="1950" spc="-4" dirty="0">
                <a:latin typeface="Times New Roman"/>
                <a:cs typeface="Times New Roman"/>
              </a:rPr>
              <a:t>n</a:t>
            </a:r>
            <a:r>
              <a:rPr sz="1950" dirty="0">
                <a:latin typeface="Times New Roman"/>
                <a:cs typeface="Times New Roman"/>
              </a:rPr>
              <a:t>t</a:t>
            </a:r>
            <a:r>
              <a:rPr sz="1950" spc="95" dirty="0">
                <a:latin typeface="Times New Roman"/>
                <a:cs typeface="Times New Roman"/>
              </a:rPr>
              <a:t> </a:t>
            </a:r>
            <a:r>
              <a:rPr sz="1950" spc="-4" dirty="0">
                <a:latin typeface="Times New Roman"/>
                <a:cs typeface="Times New Roman"/>
              </a:rPr>
              <a:t>i</a:t>
            </a:r>
            <a:r>
              <a:rPr sz="1950" spc="4" dirty="0">
                <a:latin typeface="Times New Roman"/>
                <a:cs typeface="Times New Roman"/>
              </a:rPr>
              <a:t>n</a:t>
            </a:r>
            <a:r>
              <a:rPr sz="1950" spc="-4" dirty="0">
                <a:latin typeface="Times New Roman"/>
                <a:cs typeface="Times New Roman"/>
              </a:rPr>
              <a:t>t</a:t>
            </a:r>
            <a:r>
              <a:rPr sz="1950" dirty="0">
                <a:latin typeface="Times New Roman"/>
                <a:cs typeface="Times New Roman"/>
              </a:rPr>
              <a:t>o </a:t>
            </a:r>
            <a:r>
              <a:rPr sz="1950" spc="85" dirty="0">
                <a:latin typeface="Times New Roman"/>
                <a:cs typeface="Times New Roman"/>
              </a:rPr>
              <a:t> </a:t>
            </a:r>
            <a:r>
              <a:rPr sz="1950" spc="9" dirty="0">
                <a:latin typeface="Times New Roman"/>
                <a:cs typeface="Times New Roman"/>
              </a:rPr>
              <a:t>W</a:t>
            </a:r>
            <a:r>
              <a:rPr sz="1950" spc="-4" dirty="0">
                <a:latin typeface="Times New Roman"/>
                <a:cs typeface="Times New Roman"/>
              </a:rPr>
              <a:t>e</a:t>
            </a:r>
            <a:r>
              <a:rPr sz="1950" dirty="0">
                <a:latin typeface="Times New Roman"/>
                <a:cs typeface="Times New Roman"/>
              </a:rPr>
              <a:t>b</a:t>
            </a:r>
            <a:r>
              <a:rPr sz="1950" spc="98" dirty="0">
                <a:latin typeface="Times New Roman"/>
                <a:cs typeface="Times New Roman"/>
              </a:rPr>
              <a:t> </a:t>
            </a:r>
            <a:r>
              <a:rPr sz="1950" spc="-5" dirty="0">
                <a:latin typeface="Times New Roman"/>
                <a:cs typeface="Times New Roman"/>
              </a:rPr>
              <a:t>s</a:t>
            </a:r>
            <a:r>
              <a:rPr sz="1950" spc="5" dirty="0">
                <a:latin typeface="Times New Roman"/>
                <a:cs typeface="Times New Roman"/>
              </a:rPr>
              <a:t>e</a:t>
            </a:r>
            <a:r>
              <a:rPr sz="1950" dirty="0">
                <a:latin typeface="Times New Roman"/>
                <a:cs typeface="Times New Roman"/>
              </a:rPr>
              <a:t>r</a:t>
            </a:r>
            <a:r>
              <a:rPr sz="1950" spc="5" dirty="0">
                <a:latin typeface="Times New Roman"/>
                <a:cs typeface="Times New Roman"/>
              </a:rPr>
              <a:t>v</a:t>
            </a:r>
            <a:r>
              <a:rPr sz="1950" spc="-5" dirty="0">
                <a:latin typeface="Times New Roman"/>
                <a:cs typeface="Times New Roman"/>
              </a:rPr>
              <a:t>i</a:t>
            </a:r>
            <a:r>
              <a:rPr sz="1950" spc="5" dirty="0">
                <a:latin typeface="Times New Roman"/>
                <a:cs typeface="Times New Roman"/>
              </a:rPr>
              <a:t>ce</a:t>
            </a:r>
            <a:r>
              <a:rPr sz="1950" dirty="0">
                <a:latin typeface="Times New Roman"/>
                <a:cs typeface="Times New Roman"/>
              </a:rPr>
              <a:t>s</a:t>
            </a:r>
            <a:endParaRPr sz="1950">
              <a:latin typeface="Times New Roman"/>
              <a:cs typeface="Times New Roman"/>
            </a:endParaRPr>
          </a:p>
          <a:p>
            <a:pPr marL="12700" marR="489913">
              <a:lnSpc>
                <a:spcPts val="2242"/>
              </a:lnSpc>
              <a:spcBef>
                <a:spcPts val="621"/>
              </a:spcBef>
            </a:pPr>
            <a:r>
              <a:rPr sz="1950" dirty="0">
                <a:latin typeface="Times New Roman"/>
                <a:cs typeface="Times New Roman"/>
              </a:rPr>
              <a:t>I</a:t>
            </a:r>
            <a:r>
              <a:rPr sz="1950" spc="-4" dirty="0">
                <a:latin typeface="Times New Roman"/>
                <a:cs typeface="Times New Roman"/>
              </a:rPr>
              <a:t>t</a:t>
            </a:r>
            <a:r>
              <a:rPr sz="1950" dirty="0">
                <a:latin typeface="Times New Roman"/>
                <a:cs typeface="Times New Roman"/>
              </a:rPr>
              <a:t>s</a:t>
            </a:r>
            <a:r>
              <a:rPr sz="1950" spc="53" dirty="0">
                <a:latin typeface="Times New Roman"/>
                <a:cs typeface="Times New Roman"/>
              </a:rPr>
              <a:t> </a:t>
            </a:r>
            <a:r>
              <a:rPr sz="1950" dirty="0">
                <a:latin typeface="Times New Roman"/>
                <a:cs typeface="Times New Roman"/>
              </a:rPr>
              <a:t>m</a:t>
            </a:r>
            <a:r>
              <a:rPr sz="1950" spc="4" dirty="0">
                <a:latin typeface="Times New Roman"/>
                <a:cs typeface="Times New Roman"/>
              </a:rPr>
              <a:t>e</a:t>
            </a:r>
            <a:r>
              <a:rPr sz="1950" spc="-4" dirty="0">
                <a:latin typeface="Times New Roman"/>
                <a:cs typeface="Times New Roman"/>
              </a:rPr>
              <a:t>t</a:t>
            </a:r>
            <a:r>
              <a:rPr sz="1950" spc="4" dirty="0">
                <a:latin typeface="Times New Roman"/>
                <a:cs typeface="Times New Roman"/>
              </a:rPr>
              <a:t>h</a:t>
            </a:r>
            <a:r>
              <a:rPr sz="1950" spc="-4" dirty="0">
                <a:latin typeface="Times New Roman"/>
                <a:cs typeface="Times New Roman"/>
              </a:rPr>
              <a:t>o</a:t>
            </a:r>
            <a:r>
              <a:rPr sz="1950" spc="4" dirty="0">
                <a:latin typeface="Times New Roman"/>
                <a:cs typeface="Times New Roman"/>
              </a:rPr>
              <a:t>d</a:t>
            </a:r>
            <a:r>
              <a:rPr sz="1950" dirty="0">
                <a:latin typeface="Times New Roman"/>
                <a:cs typeface="Times New Roman"/>
              </a:rPr>
              <a:t>s</a:t>
            </a:r>
            <a:r>
              <a:rPr sz="1950" spc="146" dirty="0">
                <a:latin typeface="Times New Roman"/>
                <a:cs typeface="Times New Roman"/>
              </a:rPr>
              <a:t> </a:t>
            </a:r>
            <a:r>
              <a:rPr sz="1950" spc="4" dirty="0">
                <a:latin typeface="Times New Roman"/>
                <a:cs typeface="Times New Roman"/>
              </a:rPr>
              <a:t>e</a:t>
            </a:r>
            <a:r>
              <a:rPr sz="1950" spc="-4" dirty="0">
                <a:latin typeface="Times New Roman"/>
                <a:cs typeface="Times New Roman"/>
              </a:rPr>
              <a:t>it</a:t>
            </a:r>
            <a:r>
              <a:rPr sz="1950" spc="4" dirty="0">
                <a:latin typeface="Times New Roman"/>
                <a:cs typeface="Times New Roman"/>
              </a:rPr>
              <a:t>he</a:t>
            </a:r>
            <a:r>
              <a:rPr sz="1950" dirty="0">
                <a:latin typeface="Times New Roman"/>
                <a:cs typeface="Times New Roman"/>
              </a:rPr>
              <a:t>r</a:t>
            </a:r>
            <a:r>
              <a:rPr sz="1950" spc="98" dirty="0">
                <a:latin typeface="Times New Roman"/>
                <a:cs typeface="Times New Roman"/>
              </a:rPr>
              <a:t> </a:t>
            </a:r>
            <a:r>
              <a:rPr sz="1950" spc="4" dirty="0">
                <a:latin typeface="Times New Roman"/>
                <a:cs typeface="Times New Roman"/>
              </a:rPr>
              <a:t>d</a:t>
            </a:r>
            <a:r>
              <a:rPr sz="1950" spc="-4" dirty="0">
                <a:latin typeface="Times New Roman"/>
                <a:cs typeface="Times New Roman"/>
              </a:rPr>
              <a:t>i</a:t>
            </a:r>
            <a:r>
              <a:rPr sz="1950" dirty="0">
                <a:latin typeface="Times New Roman"/>
                <a:cs typeface="Times New Roman"/>
              </a:rPr>
              <a:t>r</a:t>
            </a:r>
            <a:r>
              <a:rPr sz="1950" spc="4" dirty="0">
                <a:latin typeface="Times New Roman"/>
                <a:cs typeface="Times New Roman"/>
              </a:rPr>
              <a:t>ec</a:t>
            </a:r>
            <a:r>
              <a:rPr sz="1950" spc="-4" dirty="0">
                <a:latin typeface="Times New Roman"/>
                <a:cs typeface="Times New Roman"/>
              </a:rPr>
              <a:t>tl</a:t>
            </a:r>
            <a:r>
              <a:rPr sz="1950" dirty="0">
                <a:latin typeface="Times New Roman"/>
                <a:cs typeface="Times New Roman"/>
              </a:rPr>
              <a:t>y</a:t>
            </a:r>
            <a:r>
              <a:rPr sz="1950" spc="133" dirty="0">
                <a:latin typeface="Times New Roman"/>
                <a:cs typeface="Times New Roman"/>
              </a:rPr>
              <a:t> </a:t>
            </a:r>
            <a:r>
              <a:rPr sz="1950" spc="-4" dirty="0">
                <a:latin typeface="Times New Roman"/>
                <a:cs typeface="Times New Roman"/>
              </a:rPr>
              <a:t>i</a:t>
            </a:r>
            <a:r>
              <a:rPr sz="1950" dirty="0">
                <a:latin typeface="Times New Roman"/>
                <a:cs typeface="Times New Roman"/>
              </a:rPr>
              <a:t>m</a:t>
            </a:r>
            <a:r>
              <a:rPr sz="1950" spc="4" dirty="0">
                <a:latin typeface="Times New Roman"/>
                <a:cs typeface="Times New Roman"/>
              </a:rPr>
              <a:t>p</a:t>
            </a:r>
            <a:r>
              <a:rPr sz="1950" spc="-4" dirty="0">
                <a:latin typeface="Times New Roman"/>
                <a:cs typeface="Times New Roman"/>
              </a:rPr>
              <a:t>l</a:t>
            </a:r>
            <a:r>
              <a:rPr sz="1950" spc="4" dirty="0">
                <a:latin typeface="Times New Roman"/>
                <a:cs typeface="Times New Roman"/>
              </a:rPr>
              <a:t>e</a:t>
            </a:r>
            <a:r>
              <a:rPr sz="1950" spc="-9" dirty="0">
                <a:latin typeface="Times New Roman"/>
                <a:cs typeface="Times New Roman"/>
              </a:rPr>
              <a:t>m</a:t>
            </a:r>
            <a:r>
              <a:rPr sz="1950" spc="4" dirty="0">
                <a:latin typeface="Times New Roman"/>
                <a:cs typeface="Times New Roman"/>
              </a:rPr>
              <a:t>en</a:t>
            </a:r>
            <a:r>
              <a:rPr sz="1950" dirty="0">
                <a:latin typeface="Times New Roman"/>
                <a:cs typeface="Times New Roman"/>
              </a:rPr>
              <a:t>t</a:t>
            </a:r>
            <a:r>
              <a:rPr sz="1950" spc="171" dirty="0">
                <a:latin typeface="Times New Roman"/>
                <a:cs typeface="Times New Roman"/>
              </a:rPr>
              <a:t> </a:t>
            </a:r>
            <a:r>
              <a:rPr sz="1950" spc="4" dirty="0">
                <a:latin typeface="Times New Roman"/>
                <a:cs typeface="Times New Roman"/>
              </a:rPr>
              <a:t>op</a:t>
            </a:r>
            <a:r>
              <a:rPr sz="1950" spc="-4" dirty="0">
                <a:latin typeface="Times New Roman"/>
                <a:cs typeface="Times New Roman"/>
              </a:rPr>
              <a:t>e</a:t>
            </a:r>
            <a:r>
              <a:rPr sz="1950" dirty="0">
                <a:latin typeface="Times New Roman"/>
                <a:cs typeface="Times New Roman"/>
              </a:rPr>
              <a:t>r</a:t>
            </a:r>
            <a:r>
              <a:rPr sz="1950" spc="4" dirty="0">
                <a:latin typeface="Times New Roman"/>
                <a:cs typeface="Times New Roman"/>
              </a:rPr>
              <a:t>a</a:t>
            </a:r>
            <a:r>
              <a:rPr sz="1950" spc="-4" dirty="0">
                <a:latin typeface="Times New Roman"/>
                <a:cs typeface="Times New Roman"/>
              </a:rPr>
              <a:t>t</a:t>
            </a:r>
            <a:r>
              <a:rPr sz="1950" spc="4" dirty="0">
                <a:latin typeface="Times New Roman"/>
                <a:cs typeface="Times New Roman"/>
              </a:rPr>
              <a:t>i</a:t>
            </a:r>
            <a:r>
              <a:rPr sz="1950" spc="-4" dirty="0">
                <a:latin typeface="Times New Roman"/>
                <a:cs typeface="Times New Roman"/>
              </a:rPr>
              <a:t>o</a:t>
            </a:r>
            <a:r>
              <a:rPr sz="1950" spc="4" dirty="0">
                <a:latin typeface="Times New Roman"/>
                <a:cs typeface="Times New Roman"/>
              </a:rPr>
              <a:t>n</a:t>
            </a:r>
            <a:r>
              <a:rPr sz="1950" dirty="0">
                <a:latin typeface="Times New Roman"/>
                <a:cs typeface="Times New Roman"/>
              </a:rPr>
              <a:t>s</a:t>
            </a:r>
            <a:r>
              <a:rPr sz="1950" spc="177" dirty="0">
                <a:latin typeface="Times New Roman"/>
                <a:cs typeface="Times New Roman"/>
              </a:rPr>
              <a:t> </a:t>
            </a:r>
            <a:r>
              <a:rPr sz="1950" spc="4" dirty="0">
                <a:latin typeface="Times New Roman"/>
                <a:cs typeface="Times New Roman"/>
              </a:rPr>
              <a:t>o</a:t>
            </a:r>
            <a:r>
              <a:rPr sz="1950" dirty="0">
                <a:latin typeface="Times New Roman"/>
                <a:cs typeface="Times New Roman"/>
              </a:rPr>
              <a:t>n</a:t>
            </a:r>
            <a:r>
              <a:rPr sz="1950" spc="53" dirty="0">
                <a:latin typeface="Times New Roman"/>
                <a:cs typeface="Times New Roman"/>
              </a:rPr>
              <a:t> </a:t>
            </a:r>
            <a:r>
              <a:rPr sz="1950" spc="-5" dirty="0">
                <a:latin typeface="Times New Roman"/>
                <a:cs typeface="Times New Roman"/>
              </a:rPr>
              <a:t>t</a:t>
            </a:r>
            <a:r>
              <a:rPr sz="1950" spc="5" dirty="0">
                <a:latin typeface="Times New Roman"/>
                <a:cs typeface="Times New Roman"/>
              </a:rPr>
              <a:t>h</a:t>
            </a:r>
            <a:r>
              <a:rPr sz="1950" dirty="0">
                <a:latin typeface="Times New Roman"/>
                <a:cs typeface="Times New Roman"/>
              </a:rPr>
              <a:t>e </a:t>
            </a:r>
            <a:endParaRPr sz="1950">
              <a:latin typeface="Times New Roman"/>
              <a:cs typeface="Times New Roman"/>
            </a:endParaRPr>
          </a:p>
          <a:p>
            <a:pPr marL="12700" marR="489913">
              <a:lnSpc>
                <a:spcPts val="2242"/>
              </a:lnSpc>
              <a:spcBef>
                <a:spcPts val="147"/>
              </a:spcBef>
            </a:pPr>
            <a:r>
              <a:rPr sz="1950" dirty="0">
                <a:latin typeface="Times New Roman"/>
                <a:cs typeface="Times New Roman"/>
              </a:rPr>
              <a:t>r</a:t>
            </a:r>
            <a:r>
              <a:rPr sz="1950" spc="-4" dirty="0">
                <a:latin typeface="Times New Roman"/>
                <a:cs typeface="Times New Roman"/>
              </a:rPr>
              <a:t>e</a:t>
            </a:r>
            <a:r>
              <a:rPr sz="1950" spc="4" dirty="0">
                <a:latin typeface="Times New Roman"/>
                <a:cs typeface="Times New Roman"/>
              </a:rPr>
              <a:t>sou</a:t>
            </a:r>
            <a:r>
              <a:rPr sz="1950" dirty="0">
                <a:latin typeface="Times New Roman"/>
                <a:cs typeface="Times New Roman"/>
              </a:rPr>
              <a:t>r</a:t>
            </a:r>
            <a:r>
              <a:rPr sz="1950" spc="-4" dirty="0">
                <a:latin typeface="Times New Roman"/>
                <a:cs typeface="Times New Roman"/>
              </a:rPr>
              <a:t>c</a:t>
            </a:r>
            <a:r>
              <a:rPr sz="1950" dirty="0">
                <a:latin typeface="Times New Roman"/>
                <a:cs typeface="Times New Roman"/>
              </a:rPr>
              <a:t>e</a:t>
            </a:r>
            <a:r>
              <a:rPr sz="1950" spc="156" dirty="0">
                <a:latin typeface="Times New Roman"/>
                <a:cs typeface="Times New Roman"/>
              </a:rPr>
              <a:t> </a:t>
            </a:r>
            <a:r>
              <a:rPr sz="1950" spc="-4" dirty="0">
                <a:latin typeface="Times New Roman"/>
                <a:cs typeface="Times New Roman"/>
              </a:rPr>
              <a:t>o</a:t>
            </a:r>
            <a:r>
              <a:rPr sz="1950" dirty="0">
                <a:latin typeface="Times New Roman"/>
                <a:cs typeface="Times New Roman"/>
              </a:rPr>
              <a:t>r</a:t>
            </a:r>
            <a:r>
              <a:rPr sz="1950" spc="52" dirty="0">
                <a:latin typeface="Times New Roman"/>
                <a:cs typeface="Times New Roman"/>
              </a:rPr>
              <a:t> </a:t>
            </a:r>
            <a:r>
              <a:rPr sz="1950" spc="-4" dirty="0">
                <a:latin typeface="Times New Roman"/>
                <a:cs typeface="Times New Roman"/>
              </a:rPr>
              <a:t>p</a:t>
            </a:r>
            <a:r>
              <a:rPr sz="1950" dirty="0">
                <a:latin typeface="Times New Roman"/>
                <a:cs typeface="Times New Roman"/>
              </a:rPr>
              <a:t>r</a:t>
            </a:r>
            <a:r>
              <a:rPr sz="1950" spc="4" dirty="0">
                <a:latin typeface="Times New Roman"/>
                <a:cs typeface="Times New Roman"/>
              </a:rPr>
              <a:t>o</a:t>
            </a:r>
            <a:r>
              <a:rPr sz="1950" spc="-4" dirty="0">
                <a:latin typeface="Times New Roman"/>
                <a:cs typeface="Times New Roman"/>
              </a:rPr>
              <a:t>v</a:t>
            </a:r>
            <a:r>
              <a:rPr sz="1950" spc="4" dirty="0">
                <a:latin typeface="Times New Roman"/>
                <a:cs typeface="Times New Roman"/>
              </a:rPr>
              <a:t>i</a:t>
            </a:r>
            <a:r>
              <a:rPr sz="1950" spc="-4" dirty="0">
                <a:latin typeface="Times New Roman"/>
                <a:cs typeface="Times New Roman"/>
              </a:rPr>
              <a:t>d</a:t>
            </a:r>
            <a:r>
              <a:rPr sz="1950" dirty="0">
                <a:latin typeface="Times New Roman"/>
                <a:cs typeface="Times New Roman"/>
              </a:rPr>
              <a:t>e</a:t>
            </a:r>
            <a:r>
              <a:rPr sz="1950" spc="133" dirty="0">
                <a:latin typeface="Times New Roman"/>
                <a:cs typeface="Times New Roman"/>
              </a:rPr>
              <a:t> </a:t>
            </a:r>
            <a:r>
              <a:rPr sz="1950" spc="4" dirty="0">
                <a:latin typeface="Times New Roman"/>
                <a:cs typeface="Times New Roman"/>
              </a:rPr>
              <a:t>acces</a:t>
            </a:r>
            <a:r>
              <a:rPr sz="1950" dirty="0">
                <a:latin typeface="Times New Roman"/>
                <a:cs typeface="Times New Roman"/>
              </a:rPr>
              <a:t>s</a:t>
            </a:r>
            <a:r>
              <a:rPr sz="1950" spc="114" dirty="0">
                <a:latin typeface="Times New Roman"/>
                <a:cs typeface="Times New Roman"/>
              </a:rPr>
              <a:t> </a:t>
            </a:r>
            <a:r>
              <a:rPr sz="1950" spc="-4" dirty="0">
                <a:latin typeface="Times New Roman"/>
                <a:cs typeface="Times New Roman"/>
              </a:rPr>
              <a:t>t</a:t>
            </a:r>
            <a:r>
              <a:rPr sz="1950" dirty="0">
                <a:latin typeface="Times New Roman"/>
                <a:cs typeface="Times New Roman"/>
              </a:rPr>
              <a:t>o</a:t>
            </a:r>
            <a:r>
              <a:rPr sz="1950" spc="45" dirty="0">
                <a:latin typeface="Times New Roman"/>
                <a:cs typeface="Times New Roman"/>
              </a:rPr>
              <a:t> </a:t>
            </a:r>
            <a:r>
              <a:rPr sz="1950" spc="5" dirty="0">
                <a:latin typeface="Times New Roman"/>
                <a:cs typeface="Times New Roman"/>
              </a:rPr>
              <a:t>su</a:t>
            </a:r>
            <a:r>
              <a:rPr sz="1950" spc="-5" dirty="0">
                <a:latin typeface="Times New Roman"/>
                <a:cs typeface="Times New Roman"/>
              </a:rPr>
              <a:t>b</a:t>
            </a:r>
            <a:r>
              <a:rPr sz="1950" dirty="0">
                <a:latin typeface="Times New Roman"/>
                <a:cs typeface="Times New Roman"/>
              </a:rPr>
              <a:t>-r</a:t>
            </a:r>
            <a:r>
              <a:rPr sz="1950" spc="5" dirty="0">
                <a:latin typeface="Times New Roman"/>
                <a:cs typeface="Times New Roman"/>
              </a:rPr>
              <a:t>eso</a:t>
            </a:r>
            <a:r>
              <a:rPr sz="1950" spc="-5" dirty="0">
                <a:latin typeface="Times New Roman"/>
                <a:cs typeface="Times New Roman"/>
              </a:rPr>
              <a:t>u</a:t>
            </a:r>
            <a:r>
              <a:rPr sz="1950" dirty="0">
                <a:latin typeface="Times New Roman"/>
                <a:cs typeface="Times New Roman"/>
              </a:rPr>
              <a:t>r</a:t>
            </a:r>
            <a:r>
              <a:rPr sz="1950" spc="5" dirty="0">
                <a:latin typeface="Times New Roman"/>
                <a:cs typeface="Times New Roman"/>
              </a:rPr>
              <a:t>ces</a:t>
            </a:r>
            <a:r>
              <a:rPr sz="1950" dirty="0">
                <a:latin typeface="Times New Roman"/>
                <a:cs typeface="Times New Roman"/>
              </a:rPr>
              <a:t>.</a:t>
            </a:r>
            <a:endParaRPr sz="1950">
              <a:latin typeface="Times New Roman"/>
              <a:cs typeface="Times New Roman"/>
            </a:endParaRPr>
          </a:p>
          <a:p>
            <a:pPr marL="12700" marR="31111">
              <a:lnSpc>
                <a:spcPct val="95825"/>
              </a:lnSpc>
              <a:spcBef>
                <a:spcPts val="723"/>
              </a:spcBef>
            </a:pPr>
            <a:r>
              <a:rPr sz="1950" spc="-4" dirty="0">
                <a:latin typeface="Times New Roman"/>
                <a:cs typeface="Times New Roman"/>
              </a:rPr>
              <a:t>Th</a:t>
            </a:r>
            <a:r>
              <a:rPr sz="1950" dirty="0">
                <a:latin typeface="Times New Roman"/>
                <a:cs typeface="Times New Roman"/>
              </a:rPr>
              <a:t>e</a:t>
            </a:r>
            <a:r>
              <a:rPr sz="1950" spc="85" dirty="0">
                <a:latin typeface="Times New Roman"/>
                <a:cs typeface="Times New Roman"/>
              </a:rPr>
              <a:t> </a:t>
            </a:r>
            <a:r>
              <a:rPr sz="1950" spc="-4" dirty="0">
                <a:latin typeface="Times New Roman"/>
                <a:cs typeface="Times New Roman"/>
              </a:rPr>
              <a:t>c</a:t>
            </a:r>
            <a:r>
              <a:rPr sz="1950" spc="4" dirty="0">
                <a:latin typeface="Times New Roman"/>
                <a:cs typeface="Times New Roman"/>
              </a:rPr>
              <a:t>l</a:t>
            </a:r>
            <a:r>
              <a:rPr sz="1950" spc="-4" dirty="0">
                <a:latin typeface="Times New Roman"/>
                <a:cs typeface="Times New Roman"/>
              </a:rPr>
              <a:t>a</a:t>
            </a:r>
            <a:r>
              <a:rPr sz="1950" spc="4" dirty="0">
                <a:latin typeface="Times New Roman"/>
                <a:cs typeface="Times New Roman"/>
              </a:rPr>
              <a:t>s</a:t>
            </a:r>
            <a:r>
              <a:rPr sz="1950" dirty="0">
                <a:latin typeface="Times New Roman"/>
                <a:cs typeface="Times New Roman"/>
              </a:rPr>
              <a:t>s</a:t>
            </a:r>
            <a:r>
              <a:rPr sz="1950" spc="100" dirty="0">
                <a:latin typeface="Times New Roman"/>
                <a:cs typeface="Times New Roman"/>
              </a:rPr>
              <a:t> </a:t>
            </a:r>
            <a:r>
              <a:rPr sz="1950" dirty="0">
                <a:latin typeface="Times New Roman"/>
                <a:cs typeface="Times New Roman"/>
              </a:rPr>
              <a:t>m</a:t>
            </a:r>
            <a:r>
              <a:rPr sz="1950" spc="-4" dirty="0">
                <a:latin typeface="Times New Roman"/>
                <a:cs typeface="Times New Roman"/>
              </a:rPr>
              <a:t>u</a:t>
            </a:r>
            <a:r>
              <a:rPr sz="1950" spc="4" dirty="0">
                <a:latin typeface="Times New Roman"/>
                <a:cs typeface="Times New Roman"/>
              </a:rPr>
              <a:t>s</a:t>
            </a:r>
            <a:r>
              <a:rPr sz="1950" dirty="0">
                <a:latin typeface="Times New Roman"/>
                <a:cs typeface="Times New Roman"/>
              </a:rPr>
              <a:t>t</a:t>
            </a:r>
            <a:r>
              <a:rPr sz="1950" spc="90" dirty="0">
                <a:latin typeface="Times New Roman"/>
                <a:cs typeface="Times New Roman"/>
              </a:rPr>
              <a:t> </a:t>
            </a:r>
            <a:r>
              <a:rPr sz="1950" spc="-4" dirty="0">
                <a:latin typeface="Times New Roman"/>
                <a:cs typeface="Times New Roman"/>
              </a:rPr>
              <a:t>b</a:t>
            </a:r>
            <a:r>
              <a:rPr sz="1950" dirty="0">
                <a:latin typeface="Times New Roman"/>
                <a:cs typeface="Times New Roman"/>
              </a:rPr>
              <a:t>e</a:t>
            </a:r>
            <a:r>
              <a:rPr sz="1950" spc="61" dirty="0">
                <a:latin typeface="Times New Roman"/>
                <a:cs typeface="Times New Roman"/>
              </a:rPr>
              <a:t> </a:t>
            </a:r>
            <a:r>
              <a:rPr sz="1950" spc="-4" dirty="0">
                <a:latin typeface="Times New Roman"/>
                <a:cs typeface="Times New Roman"/>
              </a:rPr>
              <a:t>d</a:t>
            </a:r>
            <a:r>
              <a:rPr sz="1950" spc="4" dirty="0">
                <a:latin typeface="Times New Roman"/>
                <a:cs typeface="Times New Roman"/>
              </a:rPr>
              <a:t>ec</a:t>
            </a:r>
            <a:r>
              <a:rPr sz="1950" spc="-4" dirty="0">
                <a:latin typeface="Times New Roman"/>
                <a:cs typeface="Times New Roman"/>
              </a:rPr>
              <a:t>o</a:t>
            </a:r>
            <a:r>
              <a:rPr sz="1950" dirty="0">
                <a:latin typeface="Times New Roman"/>
                <a:cs typeface="Times New Roman"/>
              </a:rPr>
              <a:t>r</a:t>
            </a:r>
            <a:r>
              <a:rPr sz="1950" spc="4" dirty="0">
                <a:latin typeface="Times New Roman"/>
                <a:cs typeface="Times New Roman"/>
              </a:rPr>
              <a:t>a</a:t>
            </a:r>
            <a:r>
              <a:rPr sz="1950" spc="-4" dirty="0">
                <a:latin typeface="Times New Roman"/>
                <a:cs typeface="Times New Roman"/>
              </a:rPr>
              <a:t>t</a:t>
            </a:r>
            <a:r>
              <a:rPr sz="1950" spc="4" dirty="0">
                <a:latin typeface="Times New Roman"/>
                <a:cs typeface="Times New Roman"/>
              </a:rPr>
              <a:t>e</a:t>
            </a:r>
            <a:r>
              <a:rPr sz="1950" dirty="0">
                <a:latin typeface="Times New Roman"/>
                <a:cs typeface="Times New Roman"/>
              </a:rPr>
              <a:t>d</a:t>
            </a:r>
            <a:r>
              <a:rPr sz="1950" spc="166" dirty="0">
                <a:latin typeface="Times New Roman"/>
                <a:cs typeface="Times New Roman"/>
              </a:rPr>
              <a:t> </a:t>
            </a:r>
            <a:r>
              <a:rPr sz="1950" dirty="0">
                <a:latin typeface="Times New Roman"/>
                <a:cs typeface="Times New Roman"/>
              </a:rPr>
              <a:t>w</a:t>
            </a:r>
            <a:r>
              <a:rPr sz="1950" spc="-4" dirty="0">
                <a:latin typeface="Times New Roman"/>
                <a:cs typeface="Times New Roman"/>
              </a:rPr>
              <a:t>i</a:t>
            </a:r>
            <a:r>
              <a:rPr sz="1950" spc="4" dirty="0">
                <a:latin typeface="Times New Roman"/>
                <a:cs typeface="Times New Roman"/>
              </a:rPr>
              <a:t>t</a:t>
            </a:r>
            <a:r>
              <a:rPr sz="1950" dirty="0">
                <a:latin typeface="Times New Roman"/>
                <a:cs typeface="Times New Roman"/>
              </a:rPr>
              <a:t>h</a:t>
            </a:r>
            <a:r>
              <a:rPr sz="1950" spc="84" dirty="0">
                <a:latin typeface="Times New Roman"/>
                <a:cs typeface="Times New Roman"/>
              </a:rPr>
              <a:t> </a:t>
            </a:r>
            <a:r>
              <a:rPr sz="1950" spc="-4" dirty="0">
                <a:latin typeface="Times New Roman"/>
                <a:cs typeface="Times New Roman"/>
              </a:rPr>
              <a:t>th</a:t>
            </a:r>
            <a:r>
              <a:rPr sz="1950" dirty="0">
                <a:latin typeface="Times New Roman"/>
                <a:cs typeface="Times New Roman"/>
              </a:rPr>
              <a:t>e</a:t>
            </a:r>
            <a:r>
              <a:rPr sz="1950" spc="72" dirty="0">
                <a:latin typeface="Times New Roman"/>
                <a:cs typeface="Times New Roman"/>
              </a:rPr>
              <a:t> </a:t>
            </a:r>
            <a:r>
              <a:rPr sz="1950" dirty="0">
                <a:latin typeface="Times New Roman"/>
                <a:cs typeface="Times New Roman"/>
                <a:hlinkClick r:id="rId2"/>
              </a:rPr>
              <a:t>@P</a:t>
            </a:r>
            <a:r>
              <a:rPr sz="1950" spc="-4" dirty="0">
                <a:latin typeface="Times New Roman"/>
                <a:cs typeface="Times New Roman"/>
                <a:hlinkClick r:id="rId2"/>
              </a:rPr>
              <a:t>a</a:t>
            </a:r>
            <a:r>
              <a:rPr sz="1950" spc="4" dirty="0">
                <a:latin typeface="Times New Roman"/>
                <a:cs typeface="Times New Roman"/>
                <a:hlinkClick r:id="rId2"/>
              </a:rPr>
              <a:t>t</a:t>
            </a:r>
            <a:r>
              <a:rPr sz="1950" dirty="0">
                <a:latin typeface="Times New Roman"/>
                <a:cs typeface="Times New Roman"/>
                <a:hlinkClick r:id="rId2"/>
              </a:rPr>
              <a:t>h</a:t>
            </a:r>
            <a:r>
              <a:rPr sz="1950" spc="120" dirty="0">
                <a:latin typeface="Times New Roman"/>
                <a:cs typeface="Times New Roman"/>
              </a:rPr>
              <a:t> </a:t>
            </a:r>
            <a:r>
              <a:rPr sz="1950" spc="-5" dirty="0">
                <a:latin typeface="Times New Roman"/>
                <a:cs typeface="Times New Roman"/>
              </a:rPr>
              <a:t>a</a:t>
            </a:r>
            <a:r>
              <a:rPr sz="1950" spc="5" dirty="0">
                <a:latin typeface="Times New Roman"/>
                <a:cs typeface="Times New Roman"/>
              </a:rPr>
              <a:t>nn</a:t>
            </a:r>
            <a:r>
              <a:rPr sz="1950" spc="-5" dirty="0">
                <a:latin typeface="Times New Roman"/>
                <a:cs typeface="Times New Roman"/>
              </a:rPr>
              <a:t>ot</a:t>
            </a:r>
            <a:r>
              <a:rPr sz="1950" spc="5" dirty="0">
                <a:latin typeface="Times New Roman"/>
                <a:cs typeface="Times New Roman"/>
              </a:rPr>
              <a:t>a</a:t>
            </a:r>
            <a:r>
              <a:rPr sz="1950" spc="-5" dirty="0">
                <a:latin typeface="Times New Roman"/>
                <a:cs typeface="Times New Roman"/>
              </a:rPr>
              <a:t>t</a:t>
            </a:r>
            <a:r>
              <a:rPr sz="1950" spc="5" dirty="0">
                <a:latin typeface="Times New Roman"/>
                <a:cs typeface="Times New Roman"/>
              </a:rPr>
              <a:t>i</a:t>
            </a:r>
            <a:r>
              <a:rPr sz="1950" spc="-5" dirty="0">
                <a:latin typeface="Times New Roman"/>
                <a:cs typeface="Times New Roman"/>
              </a:rPr>
              <a:t>o</a:t>
            </a:r>
            <a:r>
              <a:rPr sz="1950" dirty="0">
                <a:latin typeface="Times New Roman"/>
                <a:cs typeface="Times New Roman"/>
              </a:rPr>
              <a:t>n</a:t>
            </a:r>
            <a:endParaRPr sz="1950">
              <a:latin typeface="Times New Roman"/>
              <a:cs typeface="Times New Roman"/>
            </a:endParaRPr>
          </a:p>
          <a:p>
            <a:pPr marL="12700" marR="129397">
              <a:lnSpc>
                <a:spcPct val="100137"/>
              </a:lnSpc>
              <a:spcBef>
                <a:spcPts val="727"/>
              </a:spcBef>
            </a:pPr>
            <a:r>
              <a:rPr sz="1950" spc="-4" dirty="0">
                <a:latin typeface="Times New Roman"/>
                <a:cs typeface="Times New Roman"/>
              </a:rPr>
              <a:t>Th</a:t>
            </a:r>
            <a:r>
              <a:rPr sz="1950" dirty="0">
                <a:latin typeface="Times New Roman"/>
                <a:cs typeface="Times New Roman"/>
              </a:rPr>
              <a:t>e</a:t>
            </a:r>
            <a:r>
              <a:rPr sz="1950" spc="85" dirty="0">
                <a:latin typeface="Times New Roman"/>
                <a:cs typeface="Times New Roman"/>
              </a:rPr>
              <a:t> </a:t>
            </a:r>
            <a:r>
              <a:rPr sz="1950" spc="-4" dirty="0">
                <a:latin typeface="Times New Roman"/>
                <a:cs typeface="Times New Roman"/>
              </a:rPr>
              <a:t>c</a:t>
            </a:r>
            <a:r>
              <a:rPr sz="1950" spc="4" dirty="0">
                <a:latin typeface="Times New Roman"/>
                <a:cs typeface="Times New Roman"/>
              </a:rPr>
              <a:t>l</a:t>
            </a:r>
            <a:r>
              <a:rPr sz="1950" spc="-4" dirty="0">
                <a:latin typeface="Times New Roman"/>
                <a:cs typeface="Times New Roman"/>
              </a:rPr>
              <a:t>a</a:t>
            </a:r>
            <a:r>
              <a:rPr sz="1950" spc="4" dirty="0">
                <a:latin typeface="Times New Roman"/>
                <a:cs typeface="Times New Roman"/>
              </a:rPr>
              <a:t>s</a:t>
            </a:r>
            <a:r>
              <a:rPr sz="1950" dirty="0">
                <a:latin typeface="Times New Roman"/>
                <a:cs typeface="Times New Roman"/>
              </a:rPr>
              <a:t>s</a:t>
            </a:r>
            <a:r>
              <a:rPr sz="1950" spc="100" dirty="0">
                <a:latin typeface="Times New Roman"/>
                <a:cs typeface="Times New Roman"/>
              </a:rPr>
              <a:t> </a:t>
            </a:r>
            <a:r>
              <a:rPr sz="1950" dirty="0">
                <a:latin typeface="Times New Roman"/>
                <a:cs typeface="Times New Roman"/>
              </a:rPr>
              <a:t>m</a:t>
            </a:r>
            <a:r>
              <a:rPr sz="1950" spc="-4" dirty="0">
                <a:latin typeface="Times New Roman"/>
                <a:cs typeface="Times New Roman"/>
              </a:rPr>
              <a:t>u</a:t>
            </a:r>
            <a:r>
              <a:rPr sz="1950" spc="4" dirty="0">
                <a:latin typeface="Times New Roman"/>
                <a:cs typeface="Times New Roman"/>
              </a:rPr>
              <a:t>s</a:t>
            </a:r>
            <a:r>
              <a:rPr sz="1950" dirty="0">
                <a:latin typeface="Times New Roman"/>
                <a:cs typeface="Times New Roman"/>
              </a:rPr>
              <a:t>t</a:t>
            </a:r>
            <a:r>
              <a:rPr sz="1950" spc="90" dirty="0">
                <a:latin typeface="Times New Roman"/>
                <a:cs typeface="Times New Roman"/>
              </a:rPr>
              <a:t> </a:t>
            </a:r>
            <a:r>
              <a:rPr sz="1950" spc="-4" dirty="0">
                <a:latin typeface="Times New Roman"/>
                <a:cs typeface="Times New Roman"/>
              </a:rPr>
              <a:t>h</a:t>
            </a:r>
            <a:r>
              <a:rPr sz="1950" spc="4" dirty="0">
                <a:latin typeface="Times New Roman"/>
                <a:cs typeface="Times New Roman"/>
              </a:rPr>
              <a:t>av</a:t>
            </a:r>
            <a:r>
              <a:rPr sz="1950" dirty="0">
                <a:latin typeface="Times New Roman"/>
                <a:cs typeface="Times New Roman"/>
              </a:rPr>
              <a:t>e</a:t>
            </a:r>
            <a:r>
              <a:rPr sz="1950" spc="88" dirty="0">
                <a:latin typeface="Times New Roman"/>
                <a:cs typeface="Times New Roman"/>
              </a:rPr>
              <a:t> </a:t>
            </a:r>
            <a:r>
              <a:rPr sz="1950" dirty="0">
                <a:latin typeface="Times New Roman"/>
                <a:cs typeface="Times New Roman"/>
              </a:rPr>
              <a:t>a</a:t>
            </a:r>
            <a:r>
              <a:rPr sz="1950" spc="32" dirty="0">
                <a:latin typeface="Times New Roman"/>
                <a:cs typeface="Times New Roman"/>
              </a:rPr>
              <a:t> </a:t>
            </a:r>
            <a:r>
              <a:rPr sz="1950" spc="4" dirty="0">
                <a:latin typeface="Times New Roman"/>
                <a:cs typeface="Times New Roman"/>
              </a:rPr>
              <a:t>p</a:t>
            </a:r>
            <a:r>
              <a:rPr sz="1950" spc="-4" dirty="0">
                <a:latin typeface="Times New Roman"/>
                <a:cs typeface="Times New Roman"/>
              </a:rPr>
              <a:t>u</a:t>
            </a:r>
            <a:r>
              <a:rPr sz="1950" spc="4" dirty="0">
                <a:latin typeface="Times New Roman"/>
                <a:cs typeface="Times New Roman"/>
              </a:rPr>
              <a:t>b</a:t>
            </a:r>
            <a:r>
              <a:rPr sz="1950" spc="-4" dirty="0">
                <a:latin typeface="Times New Roman"/>
                <a:cs typeface="Times New Roman"/>
              </a:rPr>
              <a:t>li</a:t>
            </a:r>
            <a:r>
              <a:rPr sz="1950" dirty="0">
                <a:latin typeface="Times New Roman"/>
                <a:cs typeface="Times New Roman"/>
              </a:rPr>
              <a:t>c</a:t>
            </a:r>
            <a:r>
              <a:rPr sz="1950" spc="122" dirty="0">
                <a:latin typeface="Times New Roman"/>
                <a:cs typeface="Times New Roman"/>
              </a:rPr>
              <a:t> </a:t>
            </a:r>
            <a:r>
              <a:rPr sz="1950" spc="4" dirty="0">
                <a:latin typeface="Times New Roman"/>
                <a:cs typeface="Times New Roman"/>
              </a:rPr>
              <a:t>c</a:t>
            </a:r>
            <a:r>
              <a:rPr sz="1950" spc="-4" dirty="0">
                <a:latin typeface="Times New Roman"/>
                <a:cs typeface="Times New Roman"/>
              </a:rPr>
              <a:t>o</a:t>
            </a:r>
            <a:r>
              <a:rPr sz="1950" spc="4" dirty="0">
                <a:latin typeface="Times New Roman"/>
                <a:cs typeface="Times New Roman"/>
              </a:rPr>
              <a:t>ns</a:t>
            </a:r>
            <a:r>
              <a:rPr sz="1950" spc="-4" dirty="0">
                <a:latin typeface="Times New Roman"/>
                <a:cs typeface="Times New Roman"/>
              </a:rPr>
              <a:t>t</a:t>
            </a:r>
            <a:r>
              <a:rPr sz="1950" dirty="0">
                <a:latin typeface="Times New Roman"/>
                <a:cs typeface="Times New Roman"/>
              </a:rPr>
              <a:t>r</a:t>
            </a:r>
            <a:r>
              <a:rPr sz="1950" spc="-4" dirty="0">
                <a:latin typeface="Times New Roman"/>
                <a:cs typeface="Times New Roman"/>
              </a:rPr>
              <a:t>u</a:t>
            </a:r>
            <a:r>
              <a:rPr sz="1950" spc="4" dirty="0">
                <a:latin typeface="Times New Roman"/>
                <a:cs typeface="Times New Roman"/>
              </a:rPr>
              <a:t>c</a:t>
            </a:r>
            <a:r>
              <a:rPr sz="1950" spc="-4" dirty="0">
                <a:latin typeface="Times New Roman"/>
                <a:cs typeface="Times New Roman"/>
              </a:rPr>
              <a:t>t</a:t>
            </a:r>
            <a:r>
              <a:rPr sz="1950" spc="4" dirty="0">
                <a:latin typeface="Times New Roman"/>
                <a:cs typeface="Times New Roman"/>
              </a:rPr>
              <a:t>o</a:t>
            </a:r>
            <a:r>
              <a:rPr sz="1950" dirty="0">
                <a:latin typeface="Times New Roman"/>
                <a:cs typeface="Times New Roman"/>
              </a:rPr>
              <a:t>r</a:t>
            </a:r>
            <a:r>
              <a:rPr sz="1950" spc="185" dirty="0">
                <a:latin typeface="Times New Roman"/>
                <a:cs typeface="Times New Roman"/>
              </a:rPr>
              <a:t> </a:t>
            </a:r>
            <a:r>
              <a:rPr sz="1950" dirty="0">
                <a:latin typeface="Times New Roman"/>
                <a:cs typeface="Times New Roman"/>
              </a:rPr>
              <a:t>f</a:t>
            </a:r>
            <a:r>
              <a:rPr sz="1950" spc="4" dirty="0">
                <a:latin typeface="Times New Roman"/>
                <a:cs typeface="Times New Roman"/>
              </a:rPr>
              <a:t>o</a:t>
            </a:r>
            <a:r>
              <a:rPr sz="1950" dirty="0">
                <a:latin typeface="Times New Roman"/>
                <a:cs typeface="Times New Roman"/>
              </a:rPr>
              <a:t>r</a:t>
            </a:r>
            <a:r>
              <a:rPr sz="1950" spc="55" dirty="0">
                <a:latin typeface="Times New Roman"/>
                <a:cs typeface="Times New Roman"/>
              </a:rPr>
              <a:t> </a:t>
            </a:r>
            <a:r>
              <a:rPr sz="1950" spc="4" dirty="0">
                <a:latin typeface="Times New Roman"/>
                <a:cs typeface="Times New Roman"/>
              </a:rPr>
              <a:t>t</a:t>
            </a:r>
            <a:r>
              <a:rPr sz="1950" spc="-4" dirty="0">
                <a:latin typeface="Times New Roman"/>
                <a:cs typeface="Times New Roman"/>
              </a:rPr>
              <a:t>h</a:t>
            </a:r>
            <a:r>
              <a:rPr sz="1950" dirty="0">
                <a:latin typeface="Times New Roman"/>
                <a:cs typeface="Times New Roman"/>
              </a:rPr>
              <a:t>e</a:t>
            </a:r>
            <a:r>
              <a:rPr sz="1950" spc="62" dirty="0">
                <a:latin typeface="Times New Roman"/>
                <a:cs typeface="Times New Roman"/>
              </a:rPr>
              <a:t> </a:t>
            </a:r>
            <a:r>
              <a:rPr sz="1950" dirty="0">
                <a:latin typeface="Times New Roman"/>
                <a:cs typeface="Times New Roman"/>
              </a:rPr>
              <a:t>r</a:t>
            </a:r>
            <a:r>
              <a:rPr sz="1950" spc="4" dirty="0">
                <a:latin typeface="Times New Roman"/>
                <a:cs typeface="Times New Roman"/>
              </a:rPr>
              <a:t>un</a:t>
            </a:r>
            <a:r>
              <a:rPr sz="1950" spc="-4" dirty="0">
                <a:latin typeface="Times New Roman"/>
                <a:cs typeface="Times New Roman"/>
              </a:rPr>
              <a:t>ti</a:t>
            </a:r>
            <a:r>
              <a:rPr sz="1950" dirty="0">
                <a:latin typeface="Times New Roman"/>
                <a:cs typeface="Times New Roman"/>
              </a:rPr>
              <a:t>me</a:t>
            </a:r>
            <a:r>
              <a:rPr sz="1950" spc="136" dirty="0">
                <a:latin typeface="Times New Roman"/>
                <a:cs typeface="Times New Roman"/>
              </a:rPr>
              <a:t> </a:t>
            </a:r>
            <a:r>
              <a:rPr sz="1950" spc="-5" dirty="0">
                <a:latin typeface="Times New Roman"/>
                <a:cs typeface="Times New Roman"/>
              </a:rPr>
              <a:t>t</a:t>
            </a:r>
            <a:r>
              <a:rPr sz="1950" dirty="0">
                <a:latin typeface="Times New Roman"/>
                <a:cs typeface="Times New Roman"/>
              </a:rPr>
              <a:t>o </a:t>
            </a:r>
            <a:r>
              <a:rPr sz="2000" spc="-4" dirty="0">
                <a:latin typeface="Times New Roman"/>
                <a:cs typeface="Times New Roman"/>
              </a:rPr>
              <a:t>in</a:t>
            </a:r>
            <a:r>
              <a:rPr sz="2000" spc="4" dirty="0">
                <a:latin typeface="Times New Roman"/>
                <a:cs typeface="Times New Roman"/>
              </a:rPr>
              <a:t>vo</a:t>
            </a:r>
            <a:r>
              <a:rPr sz="2000" spc="-4" dirty="0">
                <a:latin typeface="Times New Roman"/>
                <a:cs typeface="Times New Roman"/>
              </a:rPr>
              <a:t>k</a:t>
            </a:r>
            <a:r>
              <a:rPr sz="2000" dirty="0">
                <a:latin typeface="Times New Roman"/>
                <a:cs typeface="Times New Roman"/>
              </a:rPr>
              <a:t>e</a:t>
            </a:r>
            <a:endParaRPr sz="2000">
              <a:latin typeface="Times New Roman"/>
              <a:cs typeface="Times New Roman"/>
            </a:endParaRPr>
          </a:p>
          <a:p>
            <a:pPr marL="12700">
              <a:lnSpc>
                <a:spcPct val="99562"/>
              </a:lnSpc>
              <a:spcBef>
                <a:spcPts val="570"/>
              </a:spcBef>
            </a:pPr>
            <a:r>
              <a:rPr sz="2000" dirty="0">
                <a:latin typeface="Times New Roman"/>
                <a:cs typeface="Times New Roman"/>
              </a:rPr>
              <a:t>At</a:t>
            </a:r>
            <a:r>
              <a:rPr sz="2000" spc="-24" dirty="0">
                <a:latin typeface="Times New Roman"/>
                <a:cs typeface="Times New Roman"/>
              </a:rPr>
              <a:t> </a:t>
            </a:r>
            <a:r>
              <a:rPr sz="2000" spc="-4" dirty="0">
                <a:latin typeface="Times New Roman"/>
                <a:cs typeface="Times New Roman"/>
              </a:rPr>
              <a:t>l</a:t>
            </a:r>
            <a:r>
              <a:rPr sz="2000" spc="4" dirty="0">
                <a:latin typeface="Times New Roman"/>
                <a:cs typeface="Times New Roman"/>
              </a:rPr>
              <a:t>eas</a:t>
            </a:r>
            <a:r>
              <a:rPr sz="2000" dirty="0">
                <a:latin typeface="Times New Roman"/>
                <a:cs typeface="Times New Roman"/>
              </a:rPr>
              <a:t>t</a:t>
            </a:r>
            <a:r>
              <a:rPr sz="2000" spc="-36" dirty="0">
                <a:latin typeface="Times New Roman"/>
                <a:cs typeface="Times New Roman"/>
              </a:rPr>
              <a:t> </a:t>
            </a:r>
            <a:r>
              <a:rPr sz="2000" spc="-4" dirty="0">
                <a:latin typeface="Times New Roman"/>
                <a:cs typeface="Times New Roman"/>
              </a:rPr>
              <a:t>o</a:t>
            </a:r>
            <a:r>
              <a:rPr sz="2000" spc="4" dirty="0">
                <a:latin typeface="Times New Roman"/>
                <a:cs typeface="Times New Roman"/>
              </a:rPr>
              <a:t>n</a:t>
            </a:r>
            <a:r>
              <a:rPr sz="2000" dirty="0">
                <a:latin typeface="Times New Roman"/>
                <a:cs typeface="Times New Roman"/>
              </a:rPr>
              <a:t>e</a:t>
            </a:r>
            <a:r>
              <a:rPr sz="2000" spc="-28" dirty="0">
                <a:latin typeface="Times New Roman"/>
                <a:cs typeface="Times New Roman"/>
              </a:rPr>
              <a:t> </a:t>
            </a:r>
            <a:r>
              <a:rPr sz="2000" spc="4" dirty="0">
                <a:latin typeface="Times New Roman"/>
                <a:cs typeface="Times New Roman"/>
              </a:rPr>
              <a:t>o</a:t>
            </a:r>
            <a:r>
              <a:rPr sz="2000" dirty="0">
                <a:latin typeface="Times New Roman"/>
                <a:cs typeface="Times New Roman"/>
              </a:rPr>
              <a:t>f</a:t>
            </a:r>
            <a:r>
              <a:rPr sz="2000" spc="-16" dirty="0">
                <a:latin typeface="Times New Roman"/>
                <a:cs typeface="Times New Roman"/>
              </a:rPr>
              <a:t> </a:t>
            </a:r>
            <a:r>
              <a:rPr sz="2000" spc="-4" dirty="0">
                <a:latin typeface="Times New Roman"/>
                <a:cs typeface="Times New Roman"/>
              </a:rPr>
              <a:t>t</a:t>
            </a:r>
            <a:r>
              <a:rPr sz="2000" spc="4" dirty="0">
                <a:latin typeface="Times New Roman"/>
                <a:cs typeface="Times New Roman"/>
              </a:rPr>
              <a:t>h</a:t>
            </a:r>
            <a:r>
              <a:rPr sz="2000" dirty="0">
                <a:latin typeface="Times New Roman"/>
                <a:cs typeface="Times New Roman"/>
              </a:rPr>
              <a:t>e</a:t>
            </a:r>
            <a:r>
              <a:rPr sz="2000" spc="-24" dirty="0">
                <a:latin typeface="Times New Roman"/>
                <a:cs typeface="Times New Roman"/>
              </a:rPr>
              <a:t> </a:t>
            </a:r>
            <a:r>
              <a:rPr sz="2000" spc="4" dirty="0">
                <a:latin typeface="Times New Roman"/>
                <a:cs typeface="Times New Roman"/>
              </a:rPr>
              <a:t>c</a:t>
            </a:r>
            <a:r>
              <a:rPr sz="2000" spc="-4" dirty="0">
                <a:latin typeface="Times New Roman"/>
                <a:cs typeface="Times New Roman"/>
              </a:rPr>
              <a:t>l</a:t>
            </a:r>
            <a:r>
              <a:rPr sz="2000" spc="4" dirty="0">
                <a:latin typeface="Times New Roman"/>
                <a:cs typeface="Times New Roman"/>
              </a:rPr>
              <a:t>asse</a:t>
            </a:r>
            <a:r>
              <a:rPr sz="2000" dirty="0">
                <a:latin typeface="Times New Roman"/>
                <a:cs typeface="Times New Roman"/>
              </a:rPr>
              <a:t>s</a:t>
            </a:r>
            <a:r>
              <a:rPr sz="2000" spc="-55" dirty="0">
                <a:latin typeface="Times New Roman"/>
                <a:cs typeface="Times New Roman"/>
              </a:rPr>
              <a:t> </a:t>
            </a:r>
            <a:r>
              <a:rPr sz="2000" dirty="0">
                <a:latin typeface="Times New Roman"/>
                <a:cs typeface="Times New Roman"/>
              </a:rPr>
              <a:t>m</a:t>
            </a:r>
            <a:r>
              <a:rPr sz="2000" spc="4" dirty="0">
                <a:latin typeface="Times New Roman"/>
                <a:cs typeface="Times New Roman"/>
              </a:rPr>
              <a:t>e</a:t>
            </a:r>
            <a:r>
              <a:rPr sz="2000" spc="-4" dirty="0">
                <a:latin typeface="Times New Roman"/>
                <a:cs typeface="Times New Roman"/>
              </a:rPr>
              <a:t>th</a:t>
            </a:r>
            <a:r>
              <a:rPr sz="2000" spc="4" dirty="0">
                <a:latin typeface="Times New Roman"/>
                <a:cs typeface="Times New Roman"/>
              </a:rPr>
              <a:t>od</a:t>
            </a:r>
            <a:r>
              <a:rPr sz="2000" dirty="0">
                <a:latin typeface="Times New Roman"/>
                <a:cs typeface="Times New Roman"/>
              </a:rPr>
              <a:t>s</a:t>
            </a:r>
            <a:r>
              <a:rPr sz="2000" spc="-67" dirty="0">
                <a:latin typeface="Times New Roman"/>
                <a:cs typeface="Times New Roman"/>
              </a:rPr>
              <a:t> </a:t>
            </a:r>
            <a:r>
              <a:rPr sz="2000" dirty="0">
                <a:latin typeface="Times New Roman"/>
                <a:cs typeface="Times New Roman"/>
              </a:rPr>
              <a:t>m</a:t>
            </a:r>
            <a:r>
              <a:rPr sz="2000" spc="-4" dirty="0">
                <a:latin typeface="Times New Roman"/>
                <a:cs typeface="Times New Roman"/>
              </a:rPr>
              <a:t>u</a:t>
            </a:r>
            <a:r>
              <a:rPr sz="2000" spc="4" dirty="0">
                <a:latin typeface="Times New Roman"/>
                <a:cs typeface="Times New Roman"/>
              </a:rPr>
              <a:t>s</a:t>
            </a:r>
            <a:r>
              <a:rPr sz="2000" dirty="0">
                <a:latin typeface="Times New Roman"/>
                <a:cs typeface="Times New Roman"/>
              </a:rPr>
              <a:t>t</a:t>
            </a:r>
            <a:r>
              <a:rPr sz="2000" spc="-38" dirty="0">
                <a:latin typeface="Times New Roman"/>
                <a:cs typeface="Times New Roman"/>
              </a:rPr>
              <a:t> </a:t>
            </a:r>
            <a:r>
              <a:rPr sz="2000" spc="4" dirty="0">
                <a:latin typeface="Times New Roman"/>
                <a:cs typeface="Times New Roman"/>
              </a:rPr>
              <a:t>e</a:t>
            </a:r>
            <a:r>
              <a:rPr sz="2000" spc="-4" dirty="0">
                <a:latin typeface="Times New Roman"/>
                <a:cs typeface="Times New Roman"/>
              </a:rPr>
              <a:t>it</a:t>
            </a:r>
            <a:r>
              <a:rPr sz="2000" spc="4" dirty="0">
                <a:latin typeface="Times New Roman"/>
                <a:cs typeface="Times New Roman"/>
              </a:rPr>
              <a:t>he</a:t>
            </a:r>
            <a:r>
              <a:rPr sz="2000" dirty="0">
                <a:latin typeface="Times New Roman"/>
                <a:cs typeface="Times New Roman"/>
              </a:rPr>
              <a:t>r</a:t>
            </a:r>
            <a:r>
              <a:rPr sz="2000" spc="-45" dirty="0">
                <a:latin typeface="Times New Roman"/>
                <a:cs typeface="Times New Roman"/>
              </a:rPr>
              <a:t> </a:t>
            </a:r>
            <a:r>
              <a:rPr sz="2000" spc="4" dirty="0">
                <a:latin typeface="Times New Roman"/>
                <a:cs typeface="Times New Roman"/>
              </a:rPr>
              <a:t>b</a:t>
            </a:r>
            <a:r>
              <a:rPr sz="2000" dirty="0">
                <a:latin typeface="Times New Roman"/>
                <a:cs typeface="Times New Roman"/>
              </a:rPr>
              <a:t>e</a:t>
            </a:r>
            <a:r>
              <a:rPr sz="2000" spc="-18" dirty="0">
                <a:latin typeface="Times New Roman"/>
                <a:cs typeface="Times New Roman"/>
              </a:rPr>
              <a:t> </a:t>
            </a:r>
            <a:r>
              <a:rPr sz="2000" spc="-4" dirty="0">
                <a:latin typeface="Times New Roman"/>
                <a:cs typeface="Times New Roman"/>
              </a:rPr>
              <a:t>d</a:t>
            </a:r>
            <a:r>
              <a:rPr sz="2000" spc="4" dirty="0">
                <a:latin typeface="Times New Roman"/>
                <a:cs typeface="Times New Roman"/>
              </a:rPr>
              <a:t>eco</a:t>
            </a:r>
            <a:r>
              <a:rPr sz="2000" dirty="0">
                <a:latin typeface="Times New Roman"/>
                <a:cs typeface="Times New Roman"/>
              </a:rPr>
              <a:t>r</a:t>
            </a:r>
            <a:r>
              <a:rPr sz="2000" spc="-4" dirty="0">
                <a:latin typeface="Times New Roman"/>
                <a:cs typeface="Times New Roman"/>
              </a:rPr>
              <a:t>a</a:t>
            </a:r>
            <a:r>
              <a:rPr sz="2000" spc="4" dirty="0">
                <a:latin typeface="Times New Roman"/>
                <a:cs typeface="Times New Roman"/>
              </a:rPr>
              <a:t>t</a:t>
            </a:r>
            <a:r>
              <a:rPr sz="2000" spc="-4" dirty="0">
                <a:latin typeface="Times New Roman"/>
                <a:cs typeface="Times New Roman"/>
              </a:rPr>
              <a:t>e</a:t>
            </a:r>
            <a:r>
              <a:rPr sz="2000" dirty="0">
                <a:latin typeface="Times New Roman"/>
                <a:cs typeface="Times New Roman"/>
              </a:rPr>
              <a:t>d w</a:t>
            </a:r>
            <a:r>
              <a:rPr sz="2000" spc="-4" dirty="0">
                <a:latin typeface="Times New Roman"/>
                <a:cs typeface="Times New Roman"/>
              </a:rPr>
              <a:t>it</a:t>
            </a:r>
            <a:r>
              <a:rPr sz="2000" dirty="0">
                <a:latin typeface="Times New Roman"/>
                <a:cs typeface="Times New Roman"/>
              </a:rPr>
              <a:t>h</a:t>
            </a:r>
            <a:r>
              <a:rPr sz="2000" spc="-35" dirty="0">
                <a:latin typeface="Times New Roman"/>
                <a:cs typeface="Times New Roman"/>
              </a:rPr>
              <a:t> </a:t>
            </a:r>
            <a:r>
              <a:rPr sz="2000" spc="4" dirty="0">
                <a:latin typeface="Times New Roman"/>
                <a:cs typeface="Times New Roman"/>
              </a:rPr>
              <a:t>a</a:t>
            </a:r>
            <a:r>
              <a:rPr sz="2000" dirty="0">
                <a:latin typeface="Times New Roman"/>
                <a:cs typeface="Times New Roman"/>
              </a:rPr>
              <a:t>n</a:t>
            </a:r>
            <a:r>
              <a:rPr sz="2000" spc="-18" dirty="0">
                <a:latin typeface="Times New Roman"/>
                <a:cs typeface="Times New Roman"/>
              </a:rPr>
              <a:t> </a:t>
            </a:r>
            <a:r>
              <a:rPr sz="2000" dirty="0">
                <a:latin typeface="Times New Roman"/>
                <a:cs typeface="Times New Roman"/>
              </a:rPr>
              <a:t>H</a:t>
            </a:r>
            <a:r>
              <a:rPr sz="2000" spc="-4" dirty="0">
                <a:latin typeface="Times New Roman"/>
                <a:cs typeface="Times New Roman"/>
              </a:rPr>
              <a:t>TT</a:t>
            </a:r>
            <a:r>
              <a:rPr sz="2000" dirty="0">
                <a:latin typeface="Times New Roman"/>
                <a:cs typeface="Times New Roman"/>
              </a:rPr>
              <a:t>P</a:t>
            </a:r>
            <a:r>
              <a:rPr sz="2000" spc="-49" dirty="0">
                <a:latin typeface="Times New Roman"/>
                <a:cs typeface="Times New Roman"/>
              </a:rPr>
              <a:t> </a:t>
            </a:r>
            <a:r>
              <a:rPr sz="2000" spc="4" dirty="0">
                <a:latin typeface="Times New Roman"/>
                <a:cs typeface="Times New Roman"/>
              </a:rPr>
              <a:t>v</a:t>
            </a:r>
            <a:r>
              <a:rPr sz="2000" spc="-4" dirty="0">
                <a:latin typeface="Times New Roman"/>
                <a:cs typeface="Times New Roman"/>
              </a:rPr>
              <a:t>e</a:t>
            </a:r>
            <a:r>
              <a:rPr sz="2000" dirty="0">
                <a:latin typeface="Times New Roman"/>
                <a:cs typeface="Times New Roman"/>
              </a:rPr>
              <a:t>rb</a:t>
            </a:r>
            <a:r>
              <a:rPr sz="2000" spc="-35" dirty="0">
                <a:latin typeface="Times New Roman"/>
                <a:cs typeface="Times New Roman"/>
              </a:rPr>
              <a:t> </a:t>
            </a:r>
            <a:r>
              <a:rPr sz="2000" spc="4" dirty="0">
                <a:latin typeface="Times New Roman"/>
                <a:cs typeface="Times New Roman"/>
              </a:rPr>
              <a:t>an</a:t>
            </a:r>
            <a:r>
              <a:rPr sz="2000" spc="-4" dirty="0">
                <a:latin typeface="Times New Roman"/>
                <a:cs typeface="Times New Roman"/>
              </a:rPr>
              <a:t>n</a:t>
            </a:r>
            <a:r>
              <a:rPr sz="2000" spc="4" dirty="0">
                <a:latin typeface="Times New Roman"/>
                <a:cs typeface="Times New Roman"/>
              </a:rPr>
              <a:t>o</a:t>
            </a:r>
            <a:r>
              <a:rPr sz="2000" spc="-4" dirty="0">
                <a:latin typeface="Times New Roman"/>
                <a:cs typeface="Times New Roman"/>
              </a:rPr>
              <a:t>t</a:t>
            </a:r>
            <a:r>
              <a:rPr sz="2000" spc="4" dirty="0">
                <a:latin typeface="Times New Roman"/>
                <a:cs typeface="Times New Roman"/>
              </a:rPr>
              <a:t>a</a:t>
            </a:r>
            <a:r>
              <a:rPr sz="2000" spc="-4" dirty="0">
                <a:latin typeface="Times New Roman"/>
                <a:cs typeface="Times New Roman"/>
              </a:rPr>
              <a:t>ti</a:t>
            </a:r>
            <a:r>
              <a:rPr sz="2000" spc="4" dirty="0">
                <a:latin typeface="Times New Roman"/>
                <a:cs typeface="Times New Roman"/>
              </a:rPr>
              <a:t>o</a:t>
            </a:r>
            <a:r>
              <a:rPr sz="2000" dirty="0">
                <a:latin typeface="Times New Roman"/>
                <a:cs typeface="Times New Roman"/>
              </a:rPr>
              <a:t>n</a:t>
            </a:r>
            <a:r>
              <a:rPr sz="2000" spc="-84" dirty="0">
                <a:latin typeface="Times New Roman"/>
                <a:cs typeface="Times New Roman"/>
              </a:rPr>
              <a:t> </a:t>
            </a:r>
            <a:r>
              <a:rPr sz="2000" spc="4" dirty="0">
                <a:latin typeface="Times New Roman"/>
                <a:cs typeface="Times New Roman"/>
              </a:rPr>
              <a:t>o</a:t>
            </a:r>
            <a:r>
              <a:rPr sz="2000" dirty="0">
                <a:latin typeface="Times New Roman"/>
                <a:cs typeface="Times New Roman"/>
              </a:rPr>
              <a:t>r</a:t>
            </a:r>
            <a:r>
              <a:rPr sz="2000" spc="-16" dirty="0">
                <a:latin typeface="Times New Roman"/>
                <a:cs typeface="Times New Roman"/>
              </a:rPr>
              <a:t> </a:t>
            </a:r>
            <a:r>
              <a:rPr sz="2000" spc="-4" dirty="0">
                <a:latin typeface="Times New Roman"/>
                <a:cs typeface="Times New Roman"/>
              </a:rPr>
              <a:t>t</a:t>
            </a:r>
            <a:r>
              <a:rPr sz="2000" spc="4" dirty="0">
                <a:latin typeface="Times New Roman"/>
                <a:cs typeface="Times New Roman"/>
              </a:rPr>
              <a:t>h</a:t>
            </a:r>
            <a:r>
              <a:rPr sz="2000" dirty="0">
                <a:latin typeface="Times New Roman"/>
                <a:cs typeface="Times New Roman"/>
              </a:rPr>
              <a:t>e</a:t>
            </a:r>
            <a:r>
              <a:rPr sz="2000" spc="-24" dirty="0">
                <a:latin typeface="Times New Roman"/>
                <a:cs typeface="Times New Roman"/>
              </a:rPr>
              <a:t> </a:t>
            </a:r>
            <a:r>
              <a:rPr sz="2000" spc="4" dirty="0">
                <a:latin typeface="Times New Roman"/>
                <a:cs typeface="Times New Roman"/>
                <a:hlinkClick r:id="rId2"/>
              </a:rPr>
              <a:t>@</a:t>
            </a:r>
            <a:r>
              <a:rPr sz="2000" spc="-4" dirty="0">
                <a:latin typeface="Times New Roman"/>
                <a:cs typeface="Times New Roman"/>
                <a:hlinkClick r:id="rId2"/>
              </a:rPr>
              <a:t>P</a:t>
            </a:r>
            <a:r>
              <a:rPr sz="2000" spc="4" dirty="0">
                <a:latin typeface="Times New Roman"/>
                <a:cs typeface="Times New Roman"/>
                <a:hlinkClick r:id="rId2"/>
              </a:rPr>
              <a:t>a</a:t>
            </a:r>
            <a:r>
              <a:rPr sz="2000" spc="-4" dirty="0">
                <a:latin typeface="Times New Roman"/>
                <a:cs typeface="Times New Roman"/>
                <a:hlinkClick r:id="rId2"/>
              </a:rPr>
              <a:t>t</a:t>
            </a:r>
            <a:r>
              <a:rPr sz="2000" dirty="0">
                <a:latin typeface="Times New Roman"/>
                <a:cs typeface="Times New Roman"/>
                <a:hlinkClick r:id="rId2"/>
              </a:rPr>
              <a:t>h</a:t>
            </a:r>
            <a:r>
              <a:rPr sz="2000" spc="-53" dirty="0">
                <a:latin typeface="Times New Roman"/>
                <a:cs typeface="Times New Roman"/>
              </a:rPr>
              <a:t> </a:t>
            </a:r>
            <a:r>
              <a:rPr sz="2000" spc="4" dirty="0">
                <a:latin typeface="Times New Roman"/>
                <a:cs typeface="Times New Roman"/>
              </a:rPr>
              <a:t>an</a:t>
            </a:r>
            <a:r>
              <a:rPr sz="2000" spc="-4" dirty="0">
                <a:latin typeface="Times New Roman"/>
                <a:cs typeface="Times New Roman"/>
              </a:rPr>
              <a:t>n</a:t>
            </a:r>
            <a:r>
              <a:rPr sz="2000" spc="4" dirty="0">
                <a:latin typeface="Times New Roman"/>
                <a:cs typeface="Times New Roman"/>
              </a:rPr>
              <a:t>o</a:t>
            </a:r>
            <a:r>
              <a:rPr sz="2000" spc="-4" dirty="0">
                <a:latin typeface="Times New Roman"/>
                <a:cs typeface="Times New Roman"/>
              </a:rPr>
              <a:t>t</a:t>
            </a:r>
            <a:r>
              <a:rPr sz="2000" spc="4" dirty="0">
                <a:latin typeface="Times New Roman"/>
                <a:cs typeface="Times New Roman"/>
              </a:rPr>
              <a:t>a</a:t>
            </a:r>
            <a:r>
              <a:rPr sz="2000" spc="-4" dirty="0">
                <a:latin typeface="Times New Roman"/>
                <a:cs typeface="Times New Roman"/>
              </a:rPr>
              <a:t>ti</a:t>
            </a:r>
            <a:r>
              <a:rPr sz="2000" spc="4" dirty="0">
                <a:latin typeface="Times New Roman"/>
                <a:cs typeface="Times New Roman"/>
              </a:rPr>
              <a:t>o</a:t>
            </a:r>
            <a:r>
              <a:rPr sz="2000" dirty="0">
                <a:latin typeface="Times New Roman"/>
                <a:cs typeface="Times New Roman"/>
              </a:rPr>
              <a:t>n</a:t>
            </a:r>
            <a:endParaRPr sz="2000">
              <a:latin typeface="Times New Roman"/>
              <a:cs typeface="Times New Roman"/>
            </a:endParaRPr>
          </a:p>
        </p:txBody>
      </p:sp>
      <p:sp>
        <p:nvSpPr>
          <p:cNvPr id="7" name="object 7"/>
          <p:cNvSpPr txBox="1"/>
          <p:nvPr/>
        </p:nvSpPr>
        <p:spPr>
          <a:xfrm>
            <a:off x="3045460" y="1843875"/>
            <a:ext cx="189674" cy="65531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a:p>
            <a:pPr marL="12700">
              <a:lnSpc>
                <a:spcPct val="95825"/>
              </a:lnSpc>
              <a:spcBef>
                <a:spcPts val="621"/>
              </a:spcBef>
            </a:pPr>
            <a:r>
              <a:rPr sz="1950" dirty="0">
                <a:latin typeface="Times New Roman"/>
                <a:cs typeface="Times New Roman"/>
              </a:rPr>
              <a:t>–</a:t>
            </a:r>
            <a:endParaRPr sz="1950">
              <a:latin typeface="Times New Roman"/>
              <a:cs typeface="Times New Roman"/>
            </a:endParaRPr>
          </a:p>
        </p:txBody>
      </p:sp>
      <p:sp>
        <p:nvSpPr>
          <p:cNvPr id="6" name="object 6"/>
          <p:cNvSpPr txBox="1"/>
          <p:nvPr/>
        </p:nvSpPr>
        <p:spPr>
          <a:xfrm>
            <a:off x="3045460" y="2901785"/>
            <a:ext cx="189674" cy="65531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a:p>
            <a:pPr marL="12700">
              <a:lnSpc>
                <a:spcPct val="95825"/>
              </a:lnSpc>
              <a:spcBef>
                <a:spcPts val="621"/>
              </a:spcBef>
            </a:pPr>
            <a:r>
              <a:rPr sz="1950" dirty="0">
                <a:latin typeface="Times New Roman"/>
                <a:cs typeface="Times New Roman"/>
              </a:rPr>
              <a:t>–</a:t>
            </a:r>
            <a:endParaRPr sz="1950">
              <a:latin typeface="Times New Roman"/>
              <a:cs typeface="Times New Roman"/>
            </a:endParaRPr>
          </a:p>
        </p:txBody>
      </p:sp>
      <p:sp>
        <p:nvSpPr>
          <p:cNvPr id="5" name="object 5"/>
          <p:cNvSpPr txBox="1"/>
          <p:nvPr/>
        </p:nvSpPr>
        <p:spPr>
          <a:xfrm>
            <a:off x="3045460" y="3958424"/>
            <a:ext cx="189674" cy="278130"/>
          </a:xfrm>
          <a:prstGeom prst="rect">
            <a:avLst/>
          </a:prstGeom>
        </p:spPr>
        <p:txBody>
          <a:bodyPr wrap="square" lIns="0" tIns="0" rIns="0" bIns="0" rtlCol="0">
            <a:noAutofit/>
          </a:bodyPr>
          <a:lstStyle/>
          <a:p>
            <a:pPr marL="12700">
              <a:lnSpc>
                <a:spcPts val="2135"/>
              </a:lnSpc>
              <a:spcBef>
                <a:spcPts val="106"/>
              </a:spcBef>
            </a:pPr>
            <a:r>
              <a:rPr sz="2000" dirty="0">
                <a:latin typeface="Times New Roman"/>
                <a:cs typeface="Times New Roman"/>
              </a:rPr>
              <a:t>–</a:t>
            </a:r>
            <a:endParaRPr sz="2000">
              <a:latin typeface="Times New Roman"/>
              <a:cs typeface="Times New Roman"/>
            </a:endParaRPr>
          </a:p>
        </p:txBody>
      </p:sp>
    </p:spTree>
    <p:extLst>
      <p:ext uri="{BB962C8B-B14F-4D97-AF65-F5344CB8AC3E}">
        <p14:creationId xmlns:p14="http://schemas.microsoft.com/office/powerpoint/2010/main" val="4175668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1" name="object 11"/>
          <p:cNvSpPr txBox="1"/>
          <p:nvPr/>
        </p:nvSpPr>
        <p:spPr>
          <a:xfrm>
            <a:off x="2058670" y="476178"/>
            <a:ext cx="484225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JAX-RS S</a:t>
            </a:r>
            <a:r>
              <a:rPr sz="4400" spc="4" dirty="0">
                <a:latin typeface="Times New Roman"/>
                <a:cs typeface="Times New Roman"/>
              </a:rPr>
              <a:t>p</a:t>
            </a:r>
            <a:r>
              <a:rPr sz="4400" dirty="0">
                <a:latin typeface="Times New Roman"/>
                <a:cs typeface="Times New Roman"/>
              </a:rPr>
              <a:t>ci</a:t>
            </a:r>
            <a:r>
              <a:rPr sz="4400" spc="-4" dirty="0">
                <a:latin typeface="Times New Roman"/>
                <a:cs typeface="Times New Roman"/>
              </a:rPr>
              <a:t>f</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ati</a:t>
            </a:r>
            <a:r>
              <a:rPr sz="4400" spc="-4" dirty="0">
                <a:latin typeface="Times New Roman"/>
                <a:cs typeface="Times New Roman"/>
              </a:rPr>
              <a:t>o</a:t>
            </a:r>
            <a:r>
              <a:rPr sz="4400" dirty="0">
                <a:latin typeface="Times New Roman"/>
                <a:cs typeface="Times New Roman"/>
              </a:rPr>
              <a:t>n</a:t>
            </a:r>
            <a:endParaRPr sz="4400">
              <a:latin typeface="Times New Roman"/>
              <a:cs typeface="Times New Roman"/>
            </a:endParaRPr>
          </a:p>
        </p:txBody>
      </p:sp>
      <p:sp>
        <p:nvSpPr>
          <p:cNvPr id="10" name="object 10"/>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2611121" y="1465425"/>
            <a:ext cx="2314801"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R</a:t>
            </a:r>
            <a:r>
              <a:rPr sz="2400" spc="4" dirty="0">
                <a:latin typeface="Times New Roman"/>
                <a:cs typeface="Times New Roman"/>
              </a:rPr>
              <a:t>es</a:t>
            </a:r>
            <a:r>
              <a:rPr sz="2400" dirty="0">
                <a:latin typeface="Times New Roman"/>
                <a:cs typeface="Times New Roman"/>
              </a:rPr>
              <a:t>our</a:t>
            </a:r>
            <a:r>
              <a:rPr sz="2400" spc="4" dirty="0">
                <a:latin typeface="Times New Roman"/>
                <a:cs typeface="Times New Roman"/>
              </a:rPr>
              <a:t>c</a:t>
            </a:r>
            <a:r>
              <a:rPr sz="2400" dirty="0">
                <a:latin typeface="Times New Roman"/>
                <a:cs typeface="Times New Roman"/>
              </a:rPr>
              <a:t>e m</a:t>
            </a:r>
            <a:r>
              <a:rPr sz="2400" spc="4" dirty="0">
                <a:latin typeface="Times New Roman"/>
                <a:cs typeface="Times New Roman"/>
              </a:rPr>
              <a:t>e</a:t>
            </a:r>
            <a:r>
              <a:rPr sz="2400" dirty="0">
                <a:latin typeface="Times New Roman"/>
                <a:cs typeface="Times New Roman"/>
              </a:rPr>
              <a:t>thods</a:t>
            </a:r>
            <a:endParaRPr sz="2400">
              <a:latin typeface="Times New Roman"/>
              <a:cs typeface="Times New Roman"/>
            </a:endParaRPr>
          </a:p>
        </p:txBody>
      </p:sp>
      <p:sp>
        <p:nvSpPr>
          <p:cNvPr id="8" name="object 8"/>
          <p:cNvSpPr txBox="1"/>
          <p:nvPr/>
        </p:nvSpPr>
        <p:spPr>
          <a:xfrm>
            <a:off x="3201671" y="1899765"/>
            <a:ext cx="223519" cy="78486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92"/>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3764281" y="1920085"/>
            <a:ext cx="6026247" cy="3244850"/>
          </a:xfrm>
          <a:prstGeom prst="rect">
            <a:avLst/>
          </a:prstGeom>
        </p:spPr>
        <p:txBody>
          <a:bodyPr wrap="square" lIns="0" tIns="0" rIns="0" bIns="0" rtlCol="0">
            <a:noAutofit/>
          </a:bodyPr>
          <a:lstStyle/>
          <a:p>
            <a:pPr marL="12700" marR="268627" algn="just">
              <a:lnSpc>
                <a:spcPts val="2550"/>
              </a:lnSpc>
              <a:spcBef>
                <a:spcPts val="127"/>
              </a:spcBef>
            </a:pP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hods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u</a:t>
            </a:r>
            <a:r>
              <a:rPr sz="2400" spc="4" dirty="0">
                <a:latin typeface="Times New Roman"/>
                <a:cs typeface="Times New Roman"/>
              </a:rPr>
              <a:t>s</a:t>
            </a:r>
            <a:r>
              <a:rPr sz="2400" dirty="0">
                <a:latin typeface="Times New Roman"/>
                <a:cs typeface="Times New Roman"/>
              </a:rPr>
              <a:t>ing </a:t>
            </a: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a:t>
            </a:r>
            <a:r>
              <a:rPr sz="2400" spc="-9" dirty="0">
                <a:latin typeface="Times New Roman"/>
                <a:cs typeface="Times New Roman"/>
              </a:rPr>
              <a:t>n</a:t>
            </a:r>
            <a:r>
              <a:rPr sz="2400" dirty="0">
                <a:latin typeface="Times New Roman"/>
                <a:cs typeface="Times New Roman"/>
              </a:rPr>
              <a:t>s</a:t>
            </a:r>
            <a:endParaRPr sz="2400">
              <a:latin typeface="Times New Roman"/>
              <a:cs typeface="Times New Roman"/>
            </a:endParaRPr>
          </a:p>
          <a:p>
            <a:pPr marL="12700" marR="139903" algn="just">
              <a:lnSpc>
                <a:spcPct val="100041"/>
              </a:lnSpc>
              <a:spcBef>
                <a:spcPts val="682"/>
              </a:spcBef>
            </a:pPr>
            <a:r>
              <a:rPr sz="2400" spc="4"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y h</a:t>
            </a:r>
            <a:r>
              <a:rPr sz="2400" spc="4" dirty="0">
                <a:latin typeface="Times New Roman"/>
                <a:cs typeface="Times New Roman"/>
              </a:rPr>
              <a:t>a</a:t>
            </a:r>
            <a:r>
              <a:rPr sz="2400" spc="-9" dirty="0">
                <a:latin typeface="Times New Roman"/>
                <a:cs typeface="Times New Roman"/>
              </a:rPr>
              <a:t>v</a:t>
            </a:r>
            <a:r>
              <a:rPr sz="2400" dirty="0">
                <a:latin typeface="Times New Roman"/>
                <a:cs typeface="Times New Roman"/>
              </a:rPr>
              <a:t>e one of </a:t>
            </a:r>
            <a:r>
              <a:rPr sz="2400" spc="9" dirty="0">
                <a:latin typeface="Times New Roman"/>
                <a:cs typeface="Times New Roman"/>
              </a:rPr>
              <a:t>t</a:t>
            </a:r>
            <a:r>
              <a:rPr sz="2400" dirty="0">
                <a:latin typeface="Times New Roman"/>
                <a:cs typeface="Times New Roman"/>
              </a:rPr>
              <a:t>he </a:t>
            </a:r>
            <a:r>
              <a:rPr sz="2400" spc="-4" dirty="0">
                <a:latin typeface="Times New Roman"/>
                <a:cs typeface="Times New Roman"/>
              </a:rPr>
              <a:t>H</a:t>
            </a:r>
            <a:r>
              <a:rPr sz="2400" spc="4" dirty="0">
                <a:latin typeface="Times New Roman"/>
                <a:cs typeface="Times New Roman"/>
              </a:rPr>
              <a:t>T</a:t>
            </a:r>
            <a:r>
              <a:rPr sz="2400" spc="-4" dirty="0">
                <a:latin typeface="Times New Roman"/>
                <a:cs typeface="Times New Roman"/>
              </a:rPr>
              <a:t>T</a:t>
            </a:r>
            <a:r>
              <a:rPr sz="2400" dirty="0">
                <a:latin typeface="Times New Roman"/>
                <a:cs typeface="Times New Roman"/>
              </a:rPr>
              <a:t>P </a:t>
            </a:r>
            <a:r>
              <a:rPr sz="2400" spc="9" dirty="0">
                <a:latin typeface="Times New Roman"/>
                <a:cs typeface="Times New Roman"/>
              </a:rPr>
              <a:t>m</a:t>
            </a:r>
            <a:r>
              <a:rPr sz="2400" spc="-4" dirty="0">
                <a:latin typeface="Times New Roman"/>
                <a:cs typeface="Times New Roman"/>
              </a:rPr>
              <a:t>e</a:t>
            </a:r>
            <a:r>
              <a:rPr sz="2400" dirty="0">
                <a:latin typeface="Times New Roman"/>
                <a:cs typeface="Times New Roman"/>
              </a:rPr>
              <a:t>t</a:t>
            </a:r>
            <a:r>
              <a:rPr sz="2400" spc="4" dirty="0">
                <a:latin typeface="Times New Roman"/>
                <a:cs typeface="Times New Roman"/>
              </a:rPr>
              <a:t>h</a:t>
            </a:r>
            <a:r>
              <a:rPr sz="2400" spc="-9" dirty="0">
                <a:latin typeface="Times New Roman"/>
                <a:cs typeface="Times New Roman"/>
              </a:rPr>
              <a:t>o</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ifyi</a:t>
            </a:r>
            <a:r>
              <a:rPr sz="2400" spc="4" dirty="0">
                <a:latin typeface="Times New Roman"/>
                <a:cs typeface="Times New Roman"/>
              </a:rPr>
              <a:t>n</a:t>
            </a:r>
            <a:r>
              <a:rPr sz="2400" dirty="0">
                <a:latin typeface="Times New Roman"/>
                <a:cs typeface="Times New Roman"/>
              </a:rPr>
              <a:t>g the</a:t>
            </a:r>
            <a:r>
              <a:rPr sz="2400" spc="-4" dirty="0">
                <a:latin typeface="Times New Roman"/>
                <a:cs typeface="Times New Roman"/>
              </a:rPr>
              <a:t> </a:t>
            </a:r>
            <a:r>
              <a:rPr sz="2400" spc="9" dirty="0">
                <a:latin typeface="Times New Roman"/>
                <a:cs typeface="Times New Roman"/>
              </a:rPr>
              <a:t>t</a:t>
            </a:r>
            <a:r>
              <a:rPr sz="2400" dirty="0">
                <a:latin typeface="Times New Roman"/>
                <a:cs typeface="Times New Roman"/>
              </a:rPr>
              <a:t>yp</a:t>
            </a:r>
            <a:r>
              <a:rPr sz="2400" spc="4" dirty="0">
                <a:latin typeface="Times New Roman"/>
                <a:cs typeface="Times New Roman"/>
              </a:rPr>
              <a:t>e</a:t>
            </a:r>
            <a:r>
              <a:rPr sz="2400" dirty="0">
                <a:latin typeface="Times New Roman"/>
                <a:cs typeface="Times New Roman"/>
              </a:rPr>
              <a:t>s of </a:t>
            </a: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ts th</a:t>
            </a:r>
            <a:r>
              <a:rPr sz="2400" spc="4" dirty="0">
                <a:latin typeface="Times New Roman"/>
                <a:cs typeface="Times New Roman"/>
              </a:rPr>
              <a:t>a</a:t>
            </a:r>
            <a:r>
              <a:rPr sz="2400" dirty="0">
                <a:latin typeface="Times New Roman"/>
                <a:cs typeface="Times New Roman"/>
              </a:rPr>
              <a:t>t the m</a:t>
            </a:r>
            <a:r>
              <a:rPr sz="2400" spc="4" dirty="0">
                <a:latin typeface="Times New Roman"/>
                <a:cs typeface="Times New Roman"/>
              </a:rPr>
              <a:t>e</a:t>
            </a:r>
            <a:r>
              <a:rPr sz="2400" dirty="0">
                <a:latin typeface="Times New Roman"/>
                <a:cs typeface="Times New Roman"/>
              </a:rPr>
              <a:t>thod p</a:t>
            </a:r>
            <a:r>
              <a:rPr sz="2400" spc="9" dirty="0">
                <a:latin typeface="Times New Roman"/>
                <a:cs typeface="Times New Roman"/>
              </a:rPr>
              <a:t>r</a:t>
            </a:r>
            <a:r>
              <a:rPr sz="2400" dirty="0">
                <a:latin typeface="Times New Roman"/>
                <a:cs typeface="Times New Roman"/>
              </a:rPr>
              <a:t>o</a:t>
            </a:r>
            <a:r>
              <a:rPr sz="2400" spc="4" dirty="0">
                <a:latin typeface="Times New Roman"/>
                <a:cs typeface="Times New Roman"/>
              </a:rPr>
              <a:t>ce</a:t>
            </a:r>
            <a:r>
              <a:rPr sz="2400" spc="-4" dirty="0">
                <a:latin typeface="Times New Roman"/>
                <a:cs typeface="Times New Roman"/>
              </a:rPr>
              <a:t>s</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s</a:t>
            </a:r>
            <a:endParaRPr sz="2400">
              <a:latin typeface="Times New Roman"/>
              <a:cs typeface="Times New Roman"/>
            </a:endParaRPr>
          </a:p>
          <a:p>
            <a:pPr marL="12700" marR="4171077" algn="just">
              <a:lnSpc>
                <a:spcPct val="95825"/>
              </a:lnSpc>
              <a:spcBef>
                <a:spcPts val="703"/>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b</a:t>
            </a:r>
            <a:r>
              <a:rPr sz="2400" dirty="0">
                <a:latin typeface="Times New Roman"/>
                <a:cs typeface="Times New Roman"/>
              </a:rPr>
              <a:t>e pub</a:t>
            </a:r>
            <a:r>
              <a:rPr sz="2400" spc="9" dirty="0">
                <a:latin typeface="Times New Roman"/>
                <a:cs typeface="Times New Roman"/>
              </a:rPr>
              <a:t>l</a:t>
            </a:r>
            <a:r>
              <a:rPr sz="2400" dirty="0">
                <a:latin typeface="Times New Roman"/>
                <a:cs typeface="Times New Roman"/>
              </a:rPr>
              <a:t>ic</a:t>
            </a:r>
            <a:endParaRPr sz="2400">
              <a:latin typeface="Times New Roman"/>
              <a:cs typeface="Times New Roman"/>
            </a:endParaRPr>
          </a:p>
          <a:p>
            <a:pPr marL="12700">
              <a:lnSpc>
                <a:spcPct val="100041"/>
              </a:lnSpc>
              <a:spcBef>
                <a:spcPts val="820"/>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b</a:t>
            </a:r>
            <a:r>
              <a:rPr sz="2400" dirty="0">
                <a:latin typeface="Times New Roman"/>
                <a:cs typeface="Times New Roman"/>
              </a:rPr>
              <a:t>e d</a:t>
            </a:r>
            <a:r>
              <a:rPr sz="2400" spc="4" dirty="0">
                <a:latin typeface="Times New Roman"/>
                <a:cs typeface="Times New Roman"/>
              </a:rPr>
              <a:t>ec</a:t>
            </a:r>
            <a:r>
              <a:rPr sz="2400" dirty="0">
                <a:latin typeface="Times New Roman"/>
                <a:cs typeface="Times New Roman"/>
              </a:rPr>
              <a:t>or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w</a:t>
            </a:r>
            <a:r>
              <a:rPr sz="2400" dirty="0">
                <a:latin typeface="Times New Roman"/>
                <a:cs typeface="Times New Roman"/>
              </a:rPr>
              <a:t>ith one of </a:t>
            </a:r>
            <a:r>
              <a:rPr sz="2400" spc="9" dirty="0">
                <a:latin typeface="Times New Roman"/>
                <a:cs typeface="Times New Roman"/>
              </a:rPr>
              <a:t>t</a:t>
            </a:r>
            <a:r>
              <a:rPr sz="2400" dirty="0">
                <a:latin typeface="Times New Roman"/>
                <a:cs typeface="Times New Roman"/>
              </a:rPr>
              <a:t>he</a:t>
            </a:r>
            <a:r>
              <a:rPr sz="2400" spc="-4" dirty="0">
                <a:latin typeface="Times New Roman"/>
                <a:cs typeface="Times New Roman"/>
              </a:rPr>
              <a:t> H</a:t>
            </a:r>
            <a:r>
              <a:rPr sz="2400" spc="4" dirty="0">
                <a:latin typeface="Times New Roman"/>
                <a:cs typeface="Times New Roman"/>
              </a:rPr>
              <a:t>T</a:t>
            </a:r>
            <a:r>
              <a:rPr sz="2400" spc="-4" dirty="0">
                <a:latin typeface="Times New Roman"/>
                <a:cs typeface="Times New Roman"/>
              </a:rPr>
              <a:t>T</a:t>
            </a:r>
            <a:r>
              <a:rPr sz="2400" dirty="0">
                <a:latin typeface="Times New Roman"/>
                <a:cs typeface="Times New Roman"/>
              </a:rPr>
              <a:t>P </a:t>
            </a: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a:t>
            </a:r>
            <a:r>
              <a:rPr sz="2400" spc="-9" dirty="0">
                <a:latin typeface="Times New Roman"/>
                <a:cs typeface="Times New Roman"/>
              </a:rPr>
              <a:t>o</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ions</a:t>
            </a:r>
            <a:endParaRPr sz="2400">
              <a:latin typeface="Times New Roman"/>
              <a:cs typeface="Times New Roman"/>
            </a:endParaRPr>
          </a:p>
          <a:p>
            <a:pPr marL="12700" marR="367429" algn="just">
              <a:lnSpc>
                <a:spcPct val="95825"/>
              </a:lnSpc>
              <a:spcBef>
                <a:spcPts val="703"/>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n</a:t>
            </a:r>
            <a:r>
              <a:rPr sz="2400" dirty="0">
                <a:latin typeface="Times New Roman"/>
                <a:cs typeface="Times New Roman"/>
              </a:rPr>
              <a:t>ot</a:t>
            </a:r>
            <a:r>
              <a:rPr sz="2400" spc="9" dirty="0">
                <a:latin typeface="Times New Roman"/>
                <a:cs typeface="Times New Roman"/>
              </a:rPr>
              <a:t> </a:t>
            </a:r>
            <a:r>
              <a:rPr sz="2400" dirty="0">
                <a:latin typeface="Times New Roman"/>
                <a:cs typeface="Times New Roman"/>
              </a:rPr>
              <a:t>h</a:t>
            </a:r>
            <a:r>
              <a:rPr sz="2400" spc="-4" dirty="0">
                <a:latin typeface="Times New Roman"/>
                <a:cs typeface="Times New Roman"/>
              </a:rPr>
              <a:t>a</a:t>
            </a:r>
            <a:r>
              <a:rPr sz="2400" spc="4" dirty="0">
                <a:latin typeface="Times New Roman"/>
                <a:cs typeface="Times New Roman"/>
              </a:rPr>
              <a:t>v</a:t>
            </a:r>
            <a:r>
              <a:rPr sz="2400" dirty="0">
                <a:latin typeface="Times New Roman"/>
                <a:cs typeface="Times New Roman"/>
              </a:rPr>
              <a:t>e m</a:t>
            </a:r>
            <a:r>
              <a:rPr sz="2400" spc="4" dirty="0">
                <a:latin typeface="Times New Roman"/>
                <a:cs typeface="Times New Roman"/>
              </a:rPr>
              <a:t>o</a:t>
            </a:r>
            <a:r>
              <a:rPr sz="2400" dirty="0">
                <a:latin typeface="Times New Roman"/>
                <a:cs typeface="Times New Roman"/>
              </a:rPr>
              <a:t>re th</a:t>
            </a:r>
            <a:r>
              <a:rPr sz="2400" spc="4" dirty="0">
                <a:latin typeface="Times New Roman"/>
                <a:cs typeface="Times New Roman"/>
              </a:rPr>
              <a:t>a</a:t>
            </a:r>
            <a:r>
              <a:rPr sz="2400" dirty="0">
                <a:latin typeface="Times New Roman"/>
                <a:cs typeface="Times New Roman"/>
              </a:rPr>
              <a:t>n one </a:t>
            </a:r>
            <a:r>
              <a:rPr sz="2400" spc="4" dirty="0">
                <a:latin typeface="Times New Roman"/>
                <a:cs typeface="Times New Roman"/>
              </a:rPr>
              <a:t>e</a:t>
            </a:r>
            <a:r>
              <a:rPr sz="2400" dirty="0">
                <a:latin typeface="Times New Roman"/>
                <a:cs typeface="Times New Roman"/>
              </a:rPr>
              <a:t>nt</a:t>
            </a:r>
            <a:r>
              <a:rPr sz="2400" spc="9" dirty="0">
                <a:latin typeface="Times New Roman"/>
                <a:cs typeface="Times New Roman"/>
              </a:rPr>
              <a:t>i</a:t>
            </a:r>
            <a:r>
              <a:rPr sz="2400" dirty="0">
                <a:latin typeface="Times New Roman"/>
                <a:cs typeface="Times New Roman"/>
              </a:rPr>
              <a:t>ty p</a:t>
            </a:r>
            <a:r>
              <a:rPr sz="2400" spc="4" dirty="0">
                <a:latin typeface="Times New Roman"/>
                <a:cs typeface="Times New Roman"/>
              </a:rPr>
              <a:t>a</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p:txBody>
      </p:sp>
      <p:sp>
        <p:nvSpPr>
          <p:cNvPr id="6" name="object 6"/>
          <p:cNvSpPr txBox="1"/>
          <p:nvPr/>
        </p:nvSpPr>
        <p:spPr>
          <a:xfrm>
            <a:off x="3201671" y="3540606"/>
            <a:ext cx="223519" cy="78358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82"/>
              </a:spcBef>
            </a:pPr>
            <a:r>
              <a:rPr sz="2400" dirty="0">
                <a:latin typeface="Times New Roman"/>
                <a:cs typeface="Times New Roman"/>
              </a:rPr>
              <a:t>–</a:t>
            </a:r>
            <a:endParaRPr sz="2400">
              <a:latin typeface="Times New Roman"/>
              <a:cs typeface="Times New Roman"/>
            </a:endParaRPr>
          </a:p>
        </p:txBody>
      </p:sp>
      <p:sp>
        <p:nvSpPr>
          <p:cNvPr id="5" name="object 5"/>
          <p:cNvSpPr txBox="1"/>
          <p:nvPr/>
        </p:nvSpPr>
        <p:spPr>
          <a:xfrm>
            <a:off x="3201671" y="4814415"/>
            <a:ext cx="22351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Tree>
    <p:extLst>
      <p:ext uri="{BB962C8B-B14F-4D97-AF65-F5344CB8AC3E}">
        <p14:creationId xmlns:p14="http://schemas.microsoft.com/office/powerpoint/2010/main" val="3909199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058671" y="476178"/>
            <a:ext cx="6102439"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Basic JAX</a:t>
            </a:r>
            <a:r>
              <a:rPr sz="4400" spc="-4" dirty="0">
                <a:latin typeface="Times New Roman"/>
                <a:cs typeface="Times New Roman"/>
              </a:rPr>
              <a:t>-</a:t>
            </a:r>
            <a:r>
              <a:rPr sz="4400" spc="9" dirty="0">
                <a:latin typeface="Times New Roman"/>
                <a:cs typeface="Times New Roman"/>
              </a:rPr>
              <a:t>R</a:t>
            </a:r>
            <a:r>
              <a:rPr sz="4400" dirty="0">
                <a:latin typeface="Times New Roman"/>
                <a:cs typeface="Times New Roman"/>
              </a:rPr>
              <a:t>S an</a:t>
            </a:r>
            <a:r>
              <a:rPr sz="4400" spc="4" dirty="0">
                <a:latin typeface="Times New Roman"/>
                <a:cs typeface="Times New Roman"/>
              </a:rPr>
              <a:t>no</a:t>
            </a:r>
            <a:r>
              <a:rPr sz="4400" dirty="0">
                <a:latin typeface="Times New Roman"/>
                <a:cs typeface="Times New Roman"/>
              </a:rPr>
              <a:t>t</a:t>
            </a:r>
            <a:r>
              <a:rPr sz="4400" spc="-4" dirty="0">
                <a:latin typeface="Times New Roman"/>
                <a:cs typeface="Times New Roman"/>
              </a:rPr>
              <a:t>a</a:t>
            </a:r>
            <a:r>
              <a:rPr sz="4400" dirty="0">
                <a:latin typeface="Times New Roman"/>
                <a:cs typeface="Times New Roman"/>
              </a:rPr>
              <a:t>tio</a:t>
            </a:r>
            <a:r>
              <a:rPr sz="4400" spc="4" dirty="0">
                <a:latin typeface="Times New Roman"/>
                <a:cs typeface="Times New Roman"/>
              </a:rPr>
              <a:t>n</a:t>
            </a:r>
            <a:r>
              <a:rPr sz="4400" dirty="0">
                <a:latin typeface="Times New Roman"/>
                <a:cs typeface="Times New Roman"/>
              </a:rPr>
              <a:t>s</a:t>
            </a:r>
            <a:endParaRPr sz="4400">
              <a:latin typeface="Times New Roman"/>
              <a:cs typeface="Times New Roman"/>
            </a:endParaRPr>
          </a:p>
        </p:txBody>
      </p:sp>
      <p:sp>
        <p:nvSpPr>
          <p:cNvPr id="12" name="object 12"/>
          <p:cNvSpPr txBox="1"/>
          <p:nvPr/>
        </p:nvSpPr>
        <p:spPr>
          <a:xfrm>
            <a:off x="2561590" y="1456496"/>
            <a:ext cx="6871610" cy="1300479"/>
          </a:xfrm>
          <a:prstGeom prst="rect">
            <a:avLst/>
          </a:prstGeom>
        </p:spPr>
        <p:txBody>
          <a:bodyPr wrap="square" lIns="0" tIns="0" rIns="0" bIns="0" rtlCol="0">
            <a:noAutofit/>
          </a:bodyPr>
          <a:lstStyle/>
          <a:p>
            <a:pPr marL="12700" marR="31111">
              <a:lnSpc>
                <a:spcPts val="2175"/>
              </a:lnSpc>
              <a:spcBef>
                <a:spcPts val="108"/>
              </a:spcBef>
            </a:pPr>
            <a:r>
              <a:rPr sz="2000" spc="4" dirty="0">
                <a:latin typeface="Times New Roman"/>
                <a:cs typeface="Times New Roman"/>
              </a:rPr>
              <a:t>J</a:t>
            </a:r>
            <a:r>
              <a:rPr sz="2000" dirty="0">
                <a:latin typeface="Times New Roman"/>
                <a:cs typeface="Times New Roman"/>
              </a:rPr>
              <a:t>A</a:t>
            </a:r>
            <a:r>
              <a:rPr sz="2000" spc="4" dirty="0">
                <a:latin typeface="Times New Roman"/>
                <a:cs typeface="Times New Roman"/>
              </a:rPr>
              <a:t>X</a:t>
            </a:r>
            <a:r>
              <a:rPr sz="2000" dirty="0">
                <a:latin typeface="Times New Roman"/>
                <a:cs typeface="Times New Roman"/>
              </a:rPr>
              <a:t>-RS</a:t>
            </a:r>
            <a:r>
              <a:rPr sz="2000" spc="155" dirty="0">
                <a:latin typeface="Times New Roman"/>
                <a:cs typeface="Times New Roman"/>
              </a:rPr>
              <a:t> </a:t>
            </a:r>
            <a:r>
              <a:rPr sz="2000" dirty="0">
                <a:latin typeface="Times New Roman"/>
                <a:cs typeface="Times New Roman"/>
              </a:rPr>
              <a:t>d</a:t>
            </a:r>
            <a:r>
              <a:rPr sz="2000" spc="-14" dirty="0">
                <a:latin typeface="Times New Roman"/>
                <a:cs typeface="Times New Roman"/>
              </a:rPr>
              <a:t>e</a:t>
            </a:r>
            <a:r>
              <a:rPr sz="2000" spc="9" dirty="0">
                <a:latin typeface="Times New Roman"/>
                <a:cs typeface="Times New Roman"/>
              </a:rPr>
              <a:t>f</a:t>
            </a:r>
            <a:r>
              <a:rPr sz="2000" spc="-4" dirty="0">
                <a:latin typeface="Times New Roman"/>
                <a:cs typeface="Times New Roman"/>
              </a:rPr>
              <a:t>i</a:t>
            </a:r>
            <a:r>
              <a:rPr sz="2000" dirty="0">
                <a:latin typeface="Times New Roman"/>
                <a:cs typeface="Times New Roman"/>
              </a:rPr>
              <a:t>n</a:t>
            </a:r>
            <a:r>
              <a:rPr sz="2000" spc="-4" dirty="0">
                <a:latin typeface="Times New Roman"/>
                <a:cs typeface="Times New Roman"/>
              </a:rPr>
              <a:t>e</a:t>
            </a:r>
            <a:r>
              <a:rPr sz="2000" dirty="0">
                <a:latin typeface="Times New Roman"/>
                <a:cs typeface="Times New Roman"/>
              </a:rPr>
              <a:t>s</a:t>
            </a:r>
            <a:r>
              <a:rPr sz="2000" spc="130" dirty="0">
                <a:latin typeface="Times New Roman"/>
                <a:cs typeface="Times New Roman"/>
              </a:rPr>
              <a:t> </a:t>
            </a:r>
            <a:r>
              <a:rPr sz="2000" dirty="0">
                <a:latin typeface="Times New Roman"/>
                <a:cs typeface="Times New Roman"/>
              </a:rPr>
              <a:t>a</a:t>
            </a:r>
            <a:r>
              <a:rPr sz="2000" spc="27" dirty="0">
                <a:latin typeface="Times New Roman"/>
                <a:cs typeface="Times New Roman"/>
              </a:rPr>
              <a:t> </a:t>
            </a:r>
            <a:r>
              <a:rPr sz="2000" spc="-4" dirty="0">
                <a:latin typeface="Times New Roman"/>
                <a:cs typeface="Times New Roman"/>
              </a:rPr>
              <a:t>se</a:t>
            </a:r>
            <a:r>
              <a:rPr sz="2000" dirty="0">
                <a:latin typeface="Times New Roman"/>
                <a:cs typeface="Times New Roman"/>
              </a:rPr>
              <a:t>t</a:t>
            </a:r>
            <a:r>
              <a:rPr sz="2000" spc="54" dirty="0">
                <a:latin typeface="Times New Roman"/>
                <a:cs typeface="Times New Roman"/>
              </a:rPr>
              <a:t> </a:t>
            </a:r>
            <a:r>
              <a:rPr sz="2000" dirty="0">
                <a:latin typeface="Times New Roman"/>
                <a:cs typeface="Times New Roman"/>
              </a:rPr>
              <a:t>of</a:t>
            </a:r>
            <a:r>
              <a:rPr sz="2000" spc="53" dirty="0">
                <a:latin typeface="Times New Roman"/>
                <a:cs typeface="Times New Roman"/>
              </a:rPr>
              <a:t> </a:t>
            </a:r>
            <a:r>
              <a:rPr sz="2000" spc="-4" dirty="0">
                <a:latin typeface="Times New Roman"/>
                <a:cs typeface="Times New Roman"/>
              </a:rPr>
              <a:t>a</a:t>
            </a:r>
            <a:r>
              <a:rPr sz="2000" dirty="0">
                <a:latin typeface="Times New Roman"/>
                <a:cs typeface="Times New Roman"/>
              </a:rPr>
              <a:t>nno</a:t>
            </a:r>
            <a:r>
              <a:rPr sz="2000" spc="-4" dirty="0">
                <a:latin typeface="Times New Roman"/>
                <a:cs typeface="Times New Roman"/>
              </a:rPr>
              <a:t>ta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ons</a:t>
            </a:r>
            <a:r>
              <a:rPr sz="2000" spc="199" dirty="0">
                <a:latin typeface="Times New Roman"/>
                <a:cs typeface="Times New Roman"/>
              </a:rPr>
              <a:t> </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a</a:t>
            </a:r>
            <a:r>
              <a:rPr sz="2000" dirty="0">
                <a:latin typeface="Times New Roman"/>
                <a:cs typeface="Times New Roman"/>
              </a:rPr>
              <a:t>t</a:t>
            </a:r>
            <a:r>
              <a:rPr sz="2000" spc="69" dirty="0">
                <a:latin typeface="Times New Roman"/>
                <a:cs typeface="Times New Roman"/>
              </a:rPr>
              <a:t> </a:t>
            </a:r>
            <a:r>
              <a:rPr sz="2000" dirty="0">
                <a:latin typeface="Times New Roman"/>
                <a:cs typeface="Times New Roman"/>
              </a:rPr>
              <a:t>p</a:t>
            </a:r>
            <a:r>
              <a:rPr sz="2000" spc="9" dirty="0">
                <a:latin typeface="Times New Roman"/>
                <a:cs typeface="Times New Roman"/>
              </a:rPr>
              <a:t>r</a:t>
            </a:r>
            <a:r>
              <a:rPr sz="2000" dirty="0">
                <a:latin typeface="Times New Roman"/>
                <a:cs typeface="Times New Roman"/>
              </a:rPr>
              <a:t>ov</a:t>
            </a:r>
            <a:r>
              <a:rPr sz="2000" spc="-4" dirty="0">
                <a:latin typeface="Times New Roman"/>
                <a:cs typeface="Times New Roman"/>
              </a:rPr>
              <a:t>i</a:t>
            </a:r>
            <a:r>
              <a:rPr sz="2000" dirty="0">
                <a:latin typeface="Times New Roman"/>
                <a:cs typeface="Times New Roman"/>
              </a:rPr>
              <a:t>de</a:t>
            </a:r>
            <a:r>
              <a:rPr sz="2000" spc="132" dirty="0">
                <a:latin typeface="Times New Roman"/>
                <a:cs typeface="Times New Roman"/>
              </a:rPr>
              <a:t> </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i</a:t>
            </a:r>
            <a:r>
              <a:rPr sz="2000" dirty="0">
                <a:latin typeface="Times New Roman"/>
                <a:cs typeface="Times New Roman"/>
              </a:rPr>
              <a:t>s</a:t>
            </a:r>
            <a:r>
              <a:rPr sz="2000" spc="72" dirty="0">
                <a:latin typeface="Times New Roman"/>
                <a:cs typeface="Times New Roman"/>
              </a:rPr>
              <a:t> </a:t>
            </a:r>
            <a:r>
              <a:rPr sz="2000" dirty="0">
                <a:latin typeface="Times New Roman"/>
                <a:cs typeface="Times New Roman"/>
              </a:rPr>
              <a:t>b</a:t>
            </a:r>
            <a:r>
              <a:rPr sz="2000" spc="-5" dirty="0">
                <a:latin typeface="Times New Roman"/>
                <a:cs typeface="Times New Roman"/>
              </a:rPr>
              <a:t>a</a:t>
            </a:r>
            <a:r>
              <a:rPr sz="2000" spc="5" dirty="0">
                <a:latin typeface="Times New Roman"/>
                <a:cs typeface="Times New Roman"/>
              </a:rPr>
              <a:t>s</a:t>
            </a:r>
            <a:r>
              <a:rPr sz="2000" spc="-5" dirty="0">
                <a:latin typeface="Times New Roman"/>
                <a:cs typeface="Times New Roman"/>
              </a:rPr>
              <a:t>i</a:t>
            </a:r>
            <a:r>
              <a:rPr sz="2000" dirty="0">
                <a:latin typeface="Times New Roman"/>
                <a:cs typeface="Times New Roman"/>
              </a:rPr>
              <a:t>c</a:t>
            </a:r>
            <a:endParaRPr sz="2000">
              <a:latin typeface="Times New Roman"/>
              <a:cs typeface="Times New Roman"/>
            </a:endParaRPr>
          </a:p>
          <a:p>
            <a:pPr marL="12700" marR="31111">
              <a:lnSpc>
                <a:spcPct val="95825"/>
              </a:lnSpc>
              <a:spcBef>
                <a:spcPts val="31"/>
              </a:spcBef>
            </a:pPr>
            <a:r>
              <a:rPr sz="2000" dirty="0">
                <a:latin typeface="Times New Roman"/>
                <a:cs typeface="Times New Roman"/>
              </a:rPr>
              <a:t>info</a:t>
            </a:r>
            <a:r>
              <a:rPr sz="2000" spc="9" dirty="0">
                <a:latin typeface="Times New Roman"/>
                <a:cs typeface="Times New Roman"/>
              </a:rPr>
              <a:t>r</a:t>
            </a:r>
            <a:r>
              <a:rPr sz="2000" spc="-4" dirty="0">
                <a:latin typeface="Times New Roman"/>
                <a:cs typeface="Times New Roman"/>
              </a:rPr>
              <a:t>ma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endParaRPr sz="2000">
              <a:latin typeface="Times New Roman"/>
              <a:cs typeface="Times New Roman"/>
            </a:endParaRPr>
          </a:p>
          <a:p>
            <a:pPr marL="12700">
              <a:lnSpc>
                <a:spcPts val="2299"/>
              </a:lnSpc>
              <a:spcBef>
                <a:spcPts val="820"/>
              </a:spcBef>
            </a:pPr>
            <a:r>
              <a:rPr sz="2000" dirty="0">
                <a:latin typeface="Times New Roman"/>
                <a:cs typeface="Times New Roman"/>
              </a:rPr>
              <a:t>The</a:t>
            </a:r>
            <a:r>
              <a:rPr sz="2000" spc="72" dirty="0">
                <a:latin typeface="Times New Roman"/>
                <a:cs typeface="Times New Roman"/>
              </a:rPr>
              <a:t> </a:t>
            </a:r>
            <a:r>
              <a:rPr sz="2000" spc="-4" dirty="0">
                <a:latin typeface="Times New Roman"/>
                <a:cs typeface="Times New Roman"/>
              </a:rPr>
              <a:t>m</a:t>
            </a:r>
            <a:r>
              <a:rPr sz="2000" dirty="0">
                <a:latin typeface="Times New Roman"/>
                <a:cs typeface="Times New Roman"/>
              </a:rPr>
              <a:t>o</a:t>
            </a:r>
            <a:r>
              <a:rPr sz="2000" spc="4" dirty="0">
                <a:latin typeface="Times New Roman"/>
                <a:cs typeface="Times New Roman"/>
              </a:rPr>
              <a:t>s</a:t>
            </a:r>
            <a:r>
              <a:rPr sz="2000" dirty="0">
                <a:latin typeface="Times New Roman"/>
                <a:cs typeface="Times New Roman"/>
              </a:rPr>
              <a:t>t</a:t>
            </a:r>
            <a:r>
              <a:rPr sz="2000" spc="87" dirty="0">
                <a:latin typeface="Times New Roman"/>
                <a:cs typeface="Times New Roman"/>
              </a:rPr>
              <a:t> </a:t>
            </a:r>
            <a:r>
              <a:rPr sz="2000" dirty="0">
                <a:latin typeface="Times New Roman"/>
                <a:cs typeface="Times New Roman"/>
              </a:rPr>
              <a:t>b</a:t>
            </a:r>
            <a:r>
              <a:rPr sz="2000" spc="-14" dirty="0">
                <a:latin typeface="Times New Roman"/>
                <a:cs typeface="Times New Roman"/>
              </a:rPr>
              <a:t>a</a:t>
            </a:r>
            <a:r>
              <a:rPr sz="2000" spc="4" dirty="0">
                <a:latin typeface="Times New Roman"/>
                <a:cs typeface="Times New Roman"/>
              </a:rPr>
              <a:t>s</a:t>
            </a:r>
            <a:r>
              <a:rPr sz="2000" spc="-4" dirty="0">
                <a:latin typeface="Times New Roman"/>
                <a:cs typeface="Times New Roman"/>
              </a:rPr>
              <a:t>i</a:t>
            </a:r>
            <a:r>
              <a:rPr sz="2000" dirty="0">
                <a:latin typeface="Times New Roman"/>
                <a:cs typeface="Times New Roman"/>
              </a:rPr>
              <a:t>c</a:t>
            </a:r>
            <a:r>
              <a:rPr sz="2000" spc="91" dirty="0">
                <a:latin typeface="Times New Roman"/>
                <a:cs typeface="Times New Roman"/>
              </a:rPr>
              <a:t> </a:t>
            </a:r>
            <a:r>
              <a:rPr sz="2000" dirty="0">
                <a:latin typeface="Times New Roman"/>
                <a:cs typeface="Times New Roman"/>
              </a:rPr>
              <a:t>p</a:t>
            </a:r>
            <a:r>
              <a:rPr sz="2000" spc="-4" dirty="0">
                <a:latin typeface="Times New Roman"/>
                <a:cs typeface="Times New Roman"/>
              </a:rPr>
              <a:t>iece</a:t>
            </a:r>
            <a:r>
              <a:rPr sz="2000" dirty="0">
                <a:latin typeface="Times New Roman"/>
                <a:cs typeface="Times New Roman"/>
              </a:rPr>
              <a:t>s</a:t>
            </a:r>
            <a:r>
              <a:rPr sz="2000" spc="114" dirty="0">
                <a:latin typeface="Times New Roman"/>
                <a:cs typeface="Times New Roman"/>
              </a:rPr>
              <a:t> </a:t>
            </a:r>
            <a:r>
              <a:rPr sz="2000" dirty="0">
                <a:latin typeface="Times New Roman"/>
                <a:cs typeface="Times New Roman"/>
              </a:rPr>
              <a:t>of</a:t>
            </a:r>
            <a:r>
              <a:rPr sz="2000" spc="53" dirty="0">
                <a:latin typeface="Times New Roman"/>
                <a:cs typeface="Times New Roman"/>
              </a:rPr>
              <a:t> </a:t>
            </a:r>
            <a:r>
              <a:rPr sz="2000" spc="-4" dirty="0">
                <a:latin typeface="Times New Roman"/>
                <a:cs typeface="Times New Roman"/>
              </a:rPr>
              <a:t>i</a:t>
            </a:r>
            <a:r>
              <a:rPr sz="2000" dirty="0">
                <a:latin typeface="Times New Roman"/>
                <a:cs typeface="Times New Roman"/>
              </a:rPr>
              <a:t>n</a:t>
            </a:r>
            <a:r>
              <a:rPr sz="2000" spc="9" dirty="0">
                <a:latin typeface="Times New Roman"/>
                <a:cs typeface="Times New Roman"/>
              </a:rPr>
              <a:t>f</a:t>
            </a:r>
            <a:r>
              <a:rPr sz="2000" dirty="0">
                <a:latin typeface="Times New Roman"/>
                <a:cs typeface="Times New Roman"/>
              </a:rPr>
              <a:t>or</a:t>
            </a:r>
            <a:r>
              <a:rPr sz="2000" spc="-4" dirty="0">
                <a:latin typeface="Times New Roman"/>
                <a:cs typeface="Times New Roman"/>
              </a:rPr>
              <a:t>ma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r>
              <a:rPr sz="2000" spc="188" dirty="0">
                <a:latin typeface="Times New Roman"/>
                <a:cs typeface="Times New Roman"/>
              </a:rPr>
              <a:t> </a:t>
            </a:r>
            <a:r>
              <a:rPr sz="2000" dirty="0">
                <a:latin typeface="Times New Roman"/>
                <a:cs typeface="Times New Roman"/>
              </a:rPr>
              <a:t>r</a:t>
            </a:r>
            <a:r>
              <a:rPr sz="2000" spc="-4" dirty="0">
                <a:latin typeface="Times New Roman"/>
                <a:cs typeface="Times New Roman"/>
              </a:rPr>
              <a:t>e</a:t>
            </a:r>
            <a:r>
              <a:rPr sz="2000" dirty="0">
                <a:latin typeface="Times New Roman"/>
                <a:cs typeface="Times New Roman"/>
              </a:rPr>
              <a:t>quir</a:t>
            </a:r>
            <a:r>
              <a:rPr sz="2000" spc="-4" dirty="0">
                <a:latin typeface="Times New Roman"/>
                <a:cs typeface="Times New Roman"/>
              </a:rPr>
              <a:t>e</a:t>
            </a:r>
            <a:r>
              <a:rPr sz="2000" dirty="0">
                <a:latin typeface="Times New Roman"/>
                <a:cs typeface="Times New Roman"/>
              </a:rPr>
              <a:t>d</a:t>
            </a:r>
            <a:r>
              <a:rPr sz="2000" spc="143" dirty="0">
                <a:latin typeface="Times New Roman"/>
                <a:cs typeface="Times New Roman"/>
              </a:rPr>
              <a:t> </a:t>
            </a:r>
            <a:r>
              <a:rPr sz="2000" dirty="0">
                <a:latin typeface="Times New Roman"/>
                <a:cs typeface="Times New Roman"/>
              </a:rPr>
              <a:t>by</a:t>
            </a:r>
            <a:r>
              <a:rPr sz="2000" spc="29" dirty="0">
                <a:latin typeface="Times New Roman"/>
                <a:cs typeface="Times New Roman"/>
              </a:rPr>
              <a:t> </a:t>
            </a:r>
            <a:r>
              <a:rPr sz="2000" dirty="0">
                <a:latin typeface="Times New Roman"/>
                <a:cs typeface="Times New Roman"/>
              </a:rPr>
              <a:t>a</a:t>
            </a:r>
            <a:r>
              <a:rPr sz="2000" spc="27" dirty="0">
                <a:latin typeface="Times New Roman"/>
                <a:cs typeface="Times New Roman"/>
              </a:rPr>
              <a:t> </a:t>
            </a:r>
            <a:r>
              <a:rPr sz="2000" dirty="0">
                <a:latin typeface="Times New Roman"/>
                <a:cs typeface="Times New Roman"/>
              </a:rPr>
              <a:t>R</a:t>
            </a:r>
            <a:r>
              <a:rPr sz="2000" spc="-9" dirty="0">
                <a:latin typeface="Times New Roman"/>
                <a:cs typeface="Times New Roman"/>
              </a:rPr>
              <a:t>E</a:t>
            </a:r>
            <a:r>
              <a:rPr sz="2000" spc="4" dirty="0">
                <a:latin typeface="Times New Roman"/>
                <a:cs typeface="Times New Roman"/>
              </a:rPr>
              <a:t>S</a:t>
            </a:r>
            <a:r>
              <a:rPr sz="2000" dirty="0">
                <a:latin typeface="Times New Roman"/>
                <a:cs typeface="Times New Roman"/>
              </a:rPr>
              <a:t>T</a:t>
            </a:r>
            <a:r>
              <a:rPr sz="2000" spc="9" dirty="0">
                <a:latin typeface="Times New Roman"/>
                <a:cs typeface="Times New Roman"/>
              </a:rPr>
              <a:t>f</a:t>
            </a:r>
            <a:r>
              <a:rPr sz="2000" dirty="0">
                <a:latin typeface="Times New Roman"/>
                <a:cs typeface="Times New Roman"/>
              </a:rPr>
              <a:t>ul</a:t>
            </a:r>
            <a:r>
              <a:rPr sz="2000" spc="151" dirty="0">
                <a:latin typeface="Times New Roman"/>
                <a:cs typeface="Times New Roman"/>
              </a:rPr>
              <a:t> </a:t>
            </a:r>
            <a:r>
              <a:rPr sz="2000" spc="-14" dirty="0">
                <a:latin typeface="Times New Roman"/>
                <a:cs typeface="Times New Roman"/>
              </a:rPr>
              <a:t>W</a:t>
            </a:r>
            <a:r>
              <a:rPr sz="2000" spc="-4" dirty="0">
                <a:latin typeface="Times New Roman"/>
                <a:cs typeface="Times New Roman"/>
              </a:rPr>
              <a:t>e</a:t>
            </a:r>
            <a:r>
              <a:rPr sz="2000" dirty="0">
                <a:latin typeface="Times New Roman"/>
                <a:cs typeface="Times New Roman"/>
              </a:rPr>
              <a:t>b </a:t>
            </a:r>
            <a:endParaRPr sz="2000">
              <a:latin typeface="Times New Roman"/>
              <a:cs typeface="Times New Roman"/>
            </a:endParaRPr>
          </a:p>
          <a:p>
            <a:pPr marL="12700">
              <a:lnSpc>
                <a:spcPts val="2299"/>
              </a:lnSpc>
              <a:spcBef>
                <a:spcPts val="140"/>
              </a:spcBef>
            </a:pPr>
            <a:r>
              <a:rPr sz="2000" spc="4" dirty="0">
                <a:latin typeface="Times New Roman"/>
                <a:cs typeface="Times New Roman"/>
              </a:rPr>
              <a:t>s</a:t>
            </a:r>
            <a:r>
              <a:rPr sz="2000" spc="-4" dirty="0">
                <a:latin typeface="Times New Roman"/>
                <a:cs typeface="Times New Roman"/>
              </a:rPr>
              <a:t>e</a:t>
            </a:r>
            <a:r>
              <a:rPr sz="2000" dirty="0">
                <a:latin typeface="Times New Roman"/>
                <a:cs typeface="Times New Roman"/>
              </a:rPr>
              <a:t>rv</a:t>
            </a:r>
            <a:r>
              <a:rPr sz="2000" spc="-4" dirty="0">
                <a:latin typeface="Times New Roman"/>
                <a:cs typeface="Times New Roman"/>
              </a:rPr>
              <a:t>i</a:t>
            </a:r>
            <a:r>
              <a:rPr sz="2000" dirty="0">
                <a:latin typeface="Times New Roman"/>
                <a:cs typeface="Times New Roman"/>
              </a:rPr>
              <a:t>ce</a:t>
            </a:r>
            <a:r>
              <a:rPr sz="2000" spc="113" dirty="0">
                <a:latin typeface="Times New Roman"/>
                <a:cs typeface="Times New Roman"/>
              </a:rPr>
              <a:t> </a:t>
            </a:r>
            <a:r>
              <a:rPr sz="2000" spc="-4" dirty="0">
                <a:latin typeface="Times New Roman"/>
                <a:cs typeface="Times New Roman"/>
              </a:rPr>
              <a:t>i</a:t>
            </a:r>
            <a:r>
              <a:rPr sz="2000" dirty="0">
                <a:latin typeface="Times New Roman"/>
                <a:cs typeface="Times New Roman"/>
              </a:rPr>
              <a:t>mp</a:t>
            </a:r>
            <a:r>
              <a:rPr sz="2000" spc="-4" dirty="0">
                <a:latin typeface="Times New Roman"/>
                <a:cs typeface="Times New Roman"/>
              </a:rPr>
              <a:t>le</a:t>
            </a:r>
            <a:r>
              <a:rPr sz="2000" dirty="0">
                <a:latin typeface="Times New Roman"/>
                <a:cs typeface="Times New Roman"/>
              </a:rPr>
              <a:t>m</a:t>
            </a:r>
            <a:r>
              <a:rPr sz="2000" spc="-4" dirty="0">
                <a:latin typeface="Times New Roman"/>
                <a:cs typeface="Times New Roman"/>
              </a:rPr>
              <a:t>e</a:t>
            </a:r>
            <a:r>
              <a:rPr sz="2000" dirty="0">
                <a:latin typeface="Times New Roman"/>
                <a:cs typeface="Times New Roman"/>
              </a:rPr>
              <a:t>n</a:t>
            </a:r>
            <a:r>
              <a:rPr sz="2000" spc="-4" dirty="0">
                <a:latin typeface="Times New Roman"/>
                <a:cs typeface="Times New Roman"/>
              </a:rPr>
              <a:t>ta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r>
              <a:rPr sz="2000" spc="240" dirty="0">
                <a:latin typeface="Times New Roman"/>
                <a:cs typeface="Times New Roman"/>
              </a:rPr>
              <a:t> </a:t>
            </a:r>
            <a:r>
              <a:rPr sz="2000" spc="-5" dirty="0">
                <a:latin typeface="Times New Roman"/>
                <a:cs typeface="Times New Roman"/>
              </a:rPr>
              <a:t>a</a:t>
            </a:r>
            <a:r>
              <a:rPr sz="2000" spc="10" dirty="0">
                <a:latin typeface="Times New Roman"/>
                <a:cs typeface="Times New Roman"/>
              </a:rPr>
              <a:t>r</a:t>
            </a:r>
            <a:r>
              <a:rPr sz="2000" dirty="0">
                <a:latin typeface="Times New Roman"/>
                <a:cs typeface="Times New Roman"/>
              </a:rPr>
              <a:t>e</a:t>
            </a:r>
            <a:endParaRPr sz="2000">
              <a:latin typeface="Times New Roman"/>
              <a:cs typeface="Times New Roman"/>
            </a:endParaRPr>
          </a:p>
        </p:txBody>
      </p:sp>
      <p:sp>
        <p:nvSpPr>
          <p:cNvPr id="11" name="object 11"/>
          <p:cNvSpPr txBox="1"/>
          <p:nvPr/>
        </p:nvSpPr>
        <p:spPr>
          <a:xfrm>
            <a:off x="2287271" y="146411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0" name="object 10"/>
          <p:cNvSpPr txBox="1"/>
          <p:nvPr/>
        </p:nvSpPr>
        <p:spPr>
          <a:xfrm>
            <a:off x="2287271" y="217150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9" name="object 9"/>
          <p:cNvSpPr txBox="1"/>
          <p:nvPr/>
        </p:nvSpPr>
        <p:spPr>
          <a:xfrm>
            <a:off x="3543301" y="2858576"/>
            <a:ext cx="5070245" cy="670559"/>
          </a:xfrm>
          <a:prstGeom prst="rect">
            <a:avLst/>
          </a:prstGeom>
        </p:spPr>
        <p:txBody>
          <a:bodyPr wrap="square" lIns="0" tIns="0" rIns="0" bIns="0" rtlCol="0">
            <a:noAutofit/>
          </a:bodyPr>
          <a:lstStyle/>
          <a:p>
            <a:pPr marL="12700" marR="38861">
              <a:lnSpc>
                <a:spcPts val="2175"/>
              </a:lnSpc>
              <a:spcBef>
                <a:spcPts val="108"/>
              </a:spcBef>
            </a:pPr>
            <a:r>
              <a:rPr sz="2000" dirty="0">
                <a:latin typeface="Times New Roman"/>
                <a:cs typeface="Times New Roman"/>
              </a:rPr>
              <a:t>The</a:t>
            </a:r>
            <a:r>
              <a:rPr sz="2000" spc="62" dirty="0">
                <a:latin typeface="Times New Roman"/>
                <a:cs typeface="Times New Roman"/>
              </a:rPr>
              <a:t> </a:t>
            </a:r>
            <a:r>
              <a:rPr sz="2000" spc="4" dirty="0">
                <a:latin typeface="Times New Roman"/>
                <a:cs typeface="Times New Roman"/>
              </a:rPr>
              <a:t>U</a:t>
            </a:r>
            <a:r>
              <a:rPr sz="2000" dirty="0">
                <a:latin typeface="Times New Roman"/>
                <a:cs typeface="Times New Roman"/>
              </a:rPr>
              <a:t>RI</a:t>
            </a:r>
            <a:r>
              <a:rPr sz="2000" spc="78" dirty="0">
                <a:latin typeface="Times New Roman"/>
                <a:cs typeface="Times New Roman"/>
              </a:rPr>
              <a:t> </a:t>
            </a:r>
            <a:r>
              <a:rPr sz="2000" spc="9" dirty="0">
                <a:latin typeface="Times New Roman"/>
                <a:cs typeface="Times New Roman"/>
              </a:rPr>
              <a:t>o</a:t>
            </a:r>
            <a:r>
              <a:rPr sz="2000" dirty="0">
                <a:latin typeface="Times New Roman"/>
                <a:cs typeface="Times New Roman"/>
              </a:rPr>
              <a:t>f</a:t>
            </a:r>
            <a:r>
              <a:rPr sz="2000" spc="33" dirty="0">
                <a:latin typeface="Times New Roman"/>
                <a:cs typeface="Times New Roman"/>
              </a:rPr>
              <a:t> </a:t>
            </a:r>
            <a:r>
              <a:rPr sz="2000" dirty="0">
                <a:latin typeface="Times New Roman"/>
                <a:cs typeface="Times New Roman"/>
              </a:rPr>
              <a:t>the</a:t>
            </a:r>
            <a:r>
              <a:rPr sz="2000" spc="58" dirty="0">
                <a:latin typeface="Times New Roman"/>
                <a:cs typeface="Times New Roman"/>
              </a:rPr>
              <a:t> </a:t>
            </a:r>
            <a:r>
              <a:rPr sz="2000" spc="-4" dirty="0">
                <a:latin typeface="Times New Roman"/>
                <a:cs typeface="Times New Roman"/>
              </a:rPr>
              <a:t>se</a:t>
            </a:r>
            <a:r>
              <a:rPr sz="2000" dirty="0">
                <a:latin typeface="Times New Roman"/>
                <a:cs typeface="Times New Roman"/>
              </a:rPr>
              <a:t>rvi</a:t>
            </a:r>
            <a:r>
              <a:rPr sz="2000" spc="-14" dirty="0">
                <a:latin typeface="Times New Roman"/>
                <a:cs typeface="Times New Roman"/>
              </a:rPr>
              <a:t>c</a:t>
            </a:r>
            <a:r>
              <a:rPr sz="2000" dirty="0">
                <a:latin typeface="Times New Roman"/>
                <a:cs typeface="Times New Roman"/>
              </a:rPr>
              <a:t>e's</a:t>
            </a:r>
            <a:r>
              <a:rPr sz="2000" spc="140" dirty="0">
                <a:latin typeface="Times New Roman"/>
                <a:cs typeface="Times New Roman"/>
              </a:rPr>
              <a:t> </a:t>
            </a:r>
            <a:r>
              <a:rPr sz="2000" spc="10" dirty="0">
                <a:latin typeface="Times New Roman"/>
                <a:cs typeface="Times New Roman"/>
              </a:rPr>
              <a:t>r</a:t>
            </a:r>
            <a:r>
              <a:rPr sz="2000" spc="-5" dirty="0">
                <a:latin typeface="Times New Roman"/>
                <a:cs typeface="Times New Roman"/>
              </a:rPr>
              <a:t>es</a:t>
            </a:r>
            <a:r>
              <a:rPr sz="2000" dirty="0">
                <a:latin typeface="Times New Roman"/>
                <a:cs typeface="Times New Roman"/>
              </a:rPr>
              <a:t>ourc</a:t>
            </a:r>
            <a:r>
              <a:rPr sz="2000" spc="-15" dirty="0">
                <a:latin typeface="Times New Roman"/>
                <a:cs typeface="Times New Roman"/>
              </a:rPr>
              <a:t>e</a:t>
            </a:r>
            <a:r>
              <a:rPr sz="2000" dirty="0">
                <a:latin typeface="Times New Roman"/>
                <a:cs typeface="Times New Roman"/>
              </a:rPr>
              <a:t>s</a:t>
            </a:r>
            <a:endParaRPr sz="2000">
              <a:latin typeface="Times New Roman"/>
              <a:cs typeface="Times New Roman"/>
            </a:endParaRPr>
          </a:p>
          <a:p>
            <a:pPr marL="12700">
              <a:lnSpc>
                <a:spcPct val="95825"/>
              </a:lnSpc>
              <a:spcBef>
                <a:spcPts val="631"/>
              </a:spcBef>
            </a:pPr>
            <a:r>
              <a:rPr sz="2000" dirty="0">
                <a:latin typeface="Times New Roman"/>
                <a:cs typeface="Times New Roman"/>
              </a:rPr>
              <a:t>how</a:t>
            </a:r>
            <a:r>
              <a:rPr sz="2000" spc="83"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58" dirty="0">
                <a:latin typeface="Times New Roman"/>
                <a:cs typeface="Times New Roman"/>
              </a:rPr>
              <a:t> </a:t>
            </a:r>
            <a:r>
              <a:rPr sz="2000" spc="-4" dirty="0">
                <a:latin typeface="Times New Roman"/>
                <a:cs typeface="Times New Roman"/>
              </a:rPr>
              <a:t>cl</a:t>
            </a:r>
            <a:r>
              <a:rPr sz="2000" dirty="0">
                <a:latin typeface="Times New Roman"/>
                <a:cs typeface="Times New Roman"/>
              </a:rPr>
              <a:t>a</a:t>
            </a:r>
            <a:r>
              <a:rPr sz="2000" spc="-4" dirty="0">
                <a:latin typeface="Times New Roman"/>
                <a:cs typeface="Times New Roman"/>
              </a:rPr>
              <a:t>ss</a:t>
            </a:r>
            <a:r>
              <a:rPr sz="2000" dirty="0">
                <a:latin typeface="Times New Roman"/>
                <a:cs typeface="Times New Roman"/>
              </a:rPr>
              <a:t>'</a:t>
            </a:r>
            <a:r>
              <a:rPr sz="2000" spc="104" dirty="0">
                <a:latin typeface="Times New Roman"/>
                <a:cs typeface="Times New Roman"/>
              </a:rPr>
              <a:t> </a:t>
            </a:r>
            <a:r>
              <a:rPr sz="2000" spc="-4" dirty="0">
                <a:latin typeface="Times New Roman"/>
                <a:cs typeface="Times New Roman"/>
              </a:rPr>
              <a:t>met</a:t>
            </a:r>
            <a:r>
              <a:rPr sz="2000" spc="9" dirty="0">
                <a:latin typeface="Times New Roman"/>
                <a:cs typeface="Times New Roman"/>
              </a:rPr>
              <a:t>h</a:t>
            </a:r>
            <a:r>
              <a:rPr sz="2000" dirty="0">
                <a:latin typeface="Times New Roman"/>
                <a:cs typeface="Times New Roman"/>
              </a:rPr>
              <a:t>ods</a:t>
            </a:r>
            <a:r>
              <a:rPr sz="2000" spc="130" dirty="0">
                <a:latin typeface="Times New Roman"/>
                <a:cs typeface="Times New Roman"/>
              </a:rPr>
              <a:t> </a:t>
            </a:r>
            <a:r>
              <a:rPr sz="2000" spc="-4" dirty="0">
                <a:latin typeface="Times New Roman"/>
                <a:cs typeface="Times New Roman"/>
              </a:rPr>
              <a:t>a</a:t>
            </a:r>
            <a:r>
              <a:rPr sz="2000" spc="9" dirty="0">
                <a:latin typeface="Times New Roman"/>
                <a:cs typeface="Times New Roman"/>
              </a:rPr>
              <a:t>r</a:t>
            </a:r>
            <a:r>
              <a:rPr sz="2000" dirty="0">
                <a:latin typeface="Times New Roman"/>
                <a:cs typeface="Times New Roman"/>
              </a:rPr>
              <a:t>e</a:t>
            </a:r>
            <a:r>
              <a:rPr sz="2000" spc="48" dirty="0">
                <a:latin typeface="Times New Roman"/>
                <a:cs typeface="Times New Roman"/>
              </a:rPr>
              <a:t> </a:t>
            </a:r>
            <a:r>
              <a:rPr sz="2000" dirty="0">
                <a:latin typeface="Times New Roman"/>
                <a:cs typeface="Times New Roman"/>
              </a:rPr>
              <a:t>m</a:t>
            </a:r>
            <a:r>
              <a:rPr sz="2000" spc="-4" dirty="0">
                <a:latin typeface="Times New Roman"/>
                <a:cs typeface="Times New Roman"/>
              </a:rPr>
              <a:t>a</a:t>
            </a:r>
            <a:r>
              <a:rPr sz="2000" dirty="0">
                <a:latin typeface="Times New Roman"/>
                <a:cs typeface="Times New Roman"/>
              </a:rPr>
              <a:t>pp</a:t>
            </a:r>
            <a:r>
              <a:rPr sz="2000" spc="-4" dirty="0">
                <a:latin typeface="Times New Roman"/>
                <a:cs typeface="Times New Roman"/>
              </a:rPr>
              <a:t>e</a:t>
            </a:r>
            <a:r>
              <a:rPr sz="2000" dirty="0">
                <a:latin typeface="Times New Roman"/>
                <a:cs typeface="Times New Roman"/>
              </a:rPr>
              <a:t>d</a:t>
            </a:r>
            <a:r>
              <a:rPr sz="2000" spc="126"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48" dirty="0">
                <a:latin typeface="Times New Roman"/>
                <a:cs typeface="Times New Roman"/>
              </a:rPr>
              <a:t> </a:t>
            </a:r>
            <a:r>
              <a:rPr sz="2000" spc="5" dirty="0">
                <a:latin typeface="Times New Roman"/>
                <a:cs typeface="Times New Roman"/>
              </a:rPr>
              <a:t>H</a:t>
            </a:r>
            <a:r>
              <a:rPr sz="2000" dirty="0">
                <a:latin typeface="Times New Roman"/>
                <a:cs typeface="Times New Roman"/>
              </a:rPr>
              <a:t>T</a:t>
            </a:r>
            <a:r>
              <a:rPr sz="2000" spc="-5" dirty="0">
                <a:latin typeface="Times New Roman"/>
                <a:cs typeface="Times New Roman"/>
              </a:rPr>
              <a:t>T</a:t>
            </a:r>
            <a:r>
              <a:rPr sz="2000" dirty="0">
                <a:latin typeface="Times New Roman"/>
                <a:cs typeface="Times New Roman"/>
              </a:rPr>
              <a:t>P</a:t>
            </a:r>
            <a:endParaRPr sz="2000">
              <a:latin typeface="Times New Roman"/>
              <a:cs typeface="Times New Roman"/>
            </a:endParaRPr>
          </a:p>
        </p:txBody>
      </p:sp>
      <p:sp>
        <p:nvSpPr>
          <p:cNvPr id="8" name="object 8"/>
          <p:cNvSpPr txBox="1"/>
          <p:nvPr/>
        </p:nvSpPr>
        <p:spPr>
          <a:xfrm>
            <a:off x="3064510" y="2867466"/>
            <a:ext cx="193802" cy="66928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a:p>
            <a:pPr marL="12700">
              <a:lnSpc>
                <a:spcPct val="95825"/>
              </a:lnSpc>
              <a:spcBef>
                <a:spcPts val="621"/>
              </a:spcBef>
            </a:pPr>
            <a:r>
              <a:rPr sz="2000" dirty="0">
                <a:latin typeface="Times New Roman"/>
                <a:cs typeface="Times New Roman"/>
              </a:rPr>
              <a:t>–</a:t>
            </a:r>
            <a:endParaRPr sz="2000">
              <a:latin typeface="Times New Roman"/>
              <a:cs typeface="Times New Roman"/>
            </a:endParaRPr>
          </a:p>
        </p:txBody>
      </p:sp>
      <p:sp>
        <p:nvSpPr>
          <p:cNvPr id="7" name="object 7"/>
          <p:cNvSpPr txBox="1"/>
          <p:nvPr/>
        </p:nvSpPr>
        <p:spPr>
          <a:xfrm>
            <a:off x="8615569" y="3244656"/>
            <a:ext cx="625729"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v</a:t>
            </a:r>
            <a:r>
              <a:rPr sz="2000" spc="-5" dirty="0">
                <a:latin typeface="Times New Roman"/>
                <a:cs typeface="Times New Roman"/>
              </a:rPr>
              <a:t>e</a:t>
            </a:r>
            <a:r>
              <a:rPr sz="2000" spc="10" dirty="0">
                <a:latin typeface="Times New Roman"/>
                <a:cs typeface="Times New Roman"/>
              </a:rPr>
              <a:t>r</a:t>
            </a:r>
            <a:r>
              <a:rPr sz="2000" dirty="0">
                <a:latin typeface="Times New Roman"/>
                <a:cs typeface="Times New Roman"/>
              </a:rPr>
              <a:t>bs</a:t>
            </a:r>
            <a:endParaRPr sz="2000">
              <a:latin typeface="Times New Roman"/>
              <a:cs typeface="Times New Roman"/>
            </a:endParaRPr>
          </a:p>
        </p:txBody>
      </p:sp>
      <p:sp>
        <p:nvSpPr>
          <p:cNvPr id="6" name="object 6"/>
          <p:cNvSpPr txBox="1"/>
          <p:nvPr/>
        </p:nvSpPr>
        <p:spPr>
          <a:xfrm>
            <a:off x="2287270" y="3640895"/>
            <a:ext cx="6119392" cy="990600"/>
          </a:xfrm>
          <a:prstGeom prst="rect">
            <a:avLst/>
          </a:prstGeom>
        </p:spPr>
        <p:txBody>
          <a:bodyPr wrap="square" lIns="0" tIns="0" rIns="0" bIns="0" rtlCol="0">
            <a:noAutofit/>
          </a:bodyPr>
          <a:lstStyle/>
          <a:p>
            <a:pPr marL="287020" marR="38861">
              <a:lnSpc>
                <a:spcPts val="2185"/>
              </a:lnSpc>
              <a:spcBef>
                <a:spcPts val="109"/>
              </a:spcBef>
            </a:pPr>
            <a:r>
              <a:rPr sz="2050" spc="4" dirty="0">
                <a:latin typeface="Times New Roman"/>
                <a:cs typeface="Times New Roman"/>
              </a:rPr>
              <a:t>A</a:t>
            </a:r>
            <a:r>
              <a:rPr sz="2050" dirty="0">
                <a:latin typeface="Times New Roman"/>
                <a:cs typeface="Times New Roman"/>
              </a:rPr>
              <a:t>ll</a:t>
            </a:r>
            <a:r>
              <a:rPr sz="2050" spc="-26" dirty="0">
                <a:latin typeface="Times New Roman"/>
                <a:cs typeface="Times New Roman"/>
              </a:rPr>
              <a:t> </a:t>
            </a:r>
            <a:r>
              <a:rPr sz="2050"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a:t>
            </a:r>
            <a:r>
              <a:rPr sz="2050" dirty="0">
                <a:latin typeface="Times New Roman"/>
                <a:cs typeface="Times New Roman"/>
              </a:rPr>
              <a:t>e</a:t>
            </a:r>
            <a:r>
              <a:rPr sz="2050" spc="-69" dirty="0">
                <a:latin typeface="Times New Roman"/>
                <a:cs typeface="Times New Roman"/>
              </a:rPr>
              <a:t> </a:t>
            </a:r>
            <a:r>
              <a:rPr sz="2050" spc="-4" dirty="0">
                <a:latin typeface="Times New Roman"/>
                <a:cs typeface="Times New Roman"/>
              </a:rPr>
              <a:t>cla</a:t>
            </a:r>
            <a:r>
              <a:rPr sz="2050" spc="4" dirty="0">
                <a:latin typeface="Times New Roman"/>
                <a:cs typeface="Times New Roman"/>
              </a:rPr>
              <a:t>s</a:t>
            </a:r>
            <a:r>
              <a:rPr sz="2050" spc="-4" dirty="0">
                <a:latin typeface="Times New Roman"/>
                <a:cs typeface="Times New Roman"/>
              </a:rPr>
              <a:t>se</a:t>
            </a:r>
            <a:r>
              <a:rPr sz="2050" dirty="0">
                <a:latin typeface="Times New Roman"/>
                <a:cs typeface="Times New Roman"/>
              </a:rPr>
              <a:t>s</a:t>
            </a:r>
            <a:r>
              <a:rPr sz="2050" spc="-56" dirty="0">
                <a:latin typeface="Times New Roman"/>
                <a:cs typeface="Times New Roman"/>
              </a:rPr>
              <a:t> </a:t>
            </a:r>
            <a:r>
              <a:rPr sz="2050" spc="-4" dirty="0">
                <a:latin typeface="Times New Roman"/>
                <a:cs typeface="Times New Roman"/>
              </a:rPr>
              <a:t>m</a:t>
            </a:r>
            <a:r>
              <a:rPr sz="2050" dirty="0">
                <a:latin typeface="Times New Roman"/>
                <a:cs typeface="Times New Roman"/>
              </a:rPr>
              <a:t>u</a:t>
            </a:r>
            <a:r>
              <a:rPr sz="2050" spc="-4" dirty="0">
                <a:latin typeface="Times New Roman"/>
                <a:cs typeface="Times New Roman"/>
              </a:rPr>
              <a:t>s</a:t>
            </a:r>
            <a:r>
              <a:rPr sz="2050" dirty="0">
                <a:latin typeface="Times New Roman"/>
                <a:cs typeface="Times New Roman"/>
              </a:rPr>
              <a:t>t</a:t>
            </a:r>
            <a:r>
              <a:rPr sz="2050" spc="-39" dirty="0">
                <a:latin typeface="Times New Roman"/>
                <a:cs typeface="Times New Roman"/>
              </a:rPr>
              <a:t> </a:t>
            </a:r>
            <a:r>
              <a:rPr sz="2050" dirty="0">
                <a:latin typeface="Times New Roman"/>
                <a:cs typeface="Times New Roman"/>
              </a:rPr>
              <a:t>h</a:t>
            </a:r>
            <a:r>
              <a:rPr sz="2050" spc="-4" dirty="0">
                <a:latin typeface="Times New Roman"/>
                <a:cs typeface="Times New Roman"/>
              </a:rPr>
              <a:t>a</a:t>
            </a:r>
            <a:r>
              <a:rPr sz="2050" dirty="0">
                <a:latin typeface="Times New Roman"/>
                <a:cs typeface="Times New Roman"/>
              </a:rPr>
              <a:t>ve</a:t>
            </a:r>
            <a:r>
              <a:rPr sz="2050" spc="-38" dirty="0">
                <a:latin typeface="Times New Roman"/>
                <a:cs typeface="Times New Roman"/>
              </a:rPr>
              <a:t> </a:t>
            </a:r>
            <a:r>
              <a:rPr sz="2050" spc="-4" dirty="0">
                <a:latin typeface="Times New Roman"/>
                <a:cs typeface="Times New Roman"/>
              </a:rPr>
              <a:t>a</a:t>
            </a:r>
            <a:r>
              <a:rPr sz="2050" dirty="0">
                <a:latin typeface="Times New Roman"/>
                <a:cs typeface="Times New Roman"/>
              </a:rPr>
              <a:t>t</a:t>
            </a:r>
            <a:r>
              <a:rPr sz="2050" spc="-14" dirty="0">
                <a:latin typeface="Times New Roman"/>
                <a:cs typeface="Times New Roman"/>
              </a:rPr>
              <a:t> </a:t>
            </a:r>
            <a:r>
              <a:rPr sz="2050" spc="-4" dirty="0">
                <a:latin typeface="Times New Roman"/>
                <a:cs typeface="Times New Roman"/>
              </a:rPr>
              <a:t>leas</a:t>
            </a:r>
            <a:r>
              <a:rPr sz="2050" dirty="0">
                <a:latin typeface="Times New Roman"/>
                <a:cs typeface="Times New Roman"/>
              </a:rPr>
              <a:t>t</a:t>
            </a:r>
            <a:r>
              <a:rPr sz="2050" spc="-37" dirty="0">
                <a:latin typeface="Times New Roman"/>
                <a:cs typeface="Times New Roman"/>
              </a:rPr>
              <a:t> </a:t>
            </a:r>
            <a:r>
              <a:rPr sz="2050" dirty="0">
                <a:latin typeface="Times New Roman"/>
                <a:cs typeface="Times New Roman"/>
              </a:rPr>
              <a:t>one</a:t>
            </a:r>
            <a:r>
              <a:rPr sz="2050" spc="487"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t</a:t>
            </a:r>
            <a:r>
              <a:rPr sz="2050" dirty="0">
                <a:latin typeface="Times New Roman"/>
                <a:cs typeface="Times New Roman"/>
              </a:rPr>
              <a:t>h</a:t>
            </a:r>
            <a:r>
              <a:rPr sz="2050" spc="-4" dirty="0">
                <a:latin typeface="Times New Roman"/>
                <a:cs typeface="Times New Roman"/>
              </a:rPr>
              <a:t>es</a:t>
            </a:r>
            <a:r>
              <a:rPr sz="2050" dirty="0">
                <a:latin typeface="Times New Roman"/>
                <a:cs typeface="Times New Roman"/>
              </a:rPr>
              <a:t>e</a:t>
            </a:r>
            <a:endParaRPr sz="2050">
              <a:latin typeface="Times New Roman"/>
              <a:cs typeface="Times New Roman"/>
            </a:endParaRPr>
          </a:p>
          <a:p>
            <a:pPr marL="287020">
              <a:lnSpc>
                <a:spcPct val="95825"/>
              </a:lnSpc>
            </a:pPr>
            <a:r>
              <a:rPr sz="2050" dirty="0">
                <a:latin typeface="Times New Roman"/>
                <a:cs typeface="Times New Roman"/>
              </a:rPr>
              <a:t>a</a:t>
            </a:r>
            <a:r>
              <a:rPr sz="2050" spc="-9" dirty="0">
                <a:latin typeface="Times New Roman"/>
                <a:cs typeface="Times New Roman"/>
              </a:rPr>
              <a:t>n</a:t>
            </a:r>
            <a:r>
              <a:rPr sz="2050" dirty="0">
                <a:latin typeface="Times New Roman"/>
                <a:cs typeface="Times New Roman"/>
              </a:rPr>
              <a:t>not</a:t>
            </a:r>
            <a:r>
              <a:rPr sz="2050" spc="-4" dirty="0">
                <a:latin typeface="Times New Roman"/>
                <a:cs typeface="Times New Roman"/>
              </a:rPr>
              <a:t>at</a:t>
            </a:r>
            <a:r>
              <a:rPr sz="2050" dirty="0">
                <a:latin typeface="Times New Roman"/>
                <a:cs typeface="Times New Roman"/>
              </a:rPr>
              <a:t>ion</a:t>
            </a:r>
            <a:r>
              <a:rPr sz="2050" spc="-4" dirty="0">
                <a:latin typeface="Times New Roman"/>
                <a:cs typeface="Times New Roman"/>
              </a:rPr>
              <a:t>s</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P</a:t>
            </a:r>
            <a:r>
              <a:rPr sz="2050" spc="-4" dirty="0">
                <a:latin typeface="Times New Roman"/>
                <a:cs typeface="Times New Roman"/>
                <a:hlinkClick r:id="rId2"/>
              </a:rPr>
              <a:t>at</a:t>
            </a:r>
            <a:r>
              <a:rPr sz="2050" dirty="0">
                <a:latin typeface="Times New Roman"/>
                <a:cs typeface="Times New Roman"/>
                <a:hlinkClick r:id="rId2"/>
              </a:rPr>
              <a:t>h</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D</a:t>
            </a:r>
            <a:r>
              <a:rPr sz="2050" dirty="0">
                <a:latin typeface="Times New Roman"/>
                <a:cs typeface="Times New Roman"/>
                <a:hlinkClick r:id="rId2"/>
              </a:rPr>
              <a:t>EL</a:t>
            </a:r>
            <a:r>
              <a:rPr sz="2050" spc="-4" dirty="0">
                <a:latin typeface="Times New Roman"/>
                <a:cs typeface="Times New Roman"/>
                <a:hlinkClick r:id="rId2"/>
              </a:rPr>
              <a:t>E</a:t>
            </a:r>
            <a:r>
              <a:rPr sz="2050" dirty="0">
                <a:latin typeface="Times New Roman"/>
                <a:cs typeface="Times New Roman"/>
                <a:hlinkClick r:id="rId2"/>
              </a:rPr>
              <a:t>TE,</a:t>
            </a:r>
            <a:r>
              <a:rPr sz="2050" spc="9" dirty="0">
                <a:latin typeface="Times New Roman"/>
                <a:cs typeface="Times New Roman"/>
                <a:hlinkClick r:id="rId2"/>
              </a:rPr>
              <a:t>@</a:t>
            </a:r>
            <a:r>
              <a:rPr sz="2050" spc="4" dirty="0">
                <a:latin typeface="Times New Roman"/>
                <a:cs typeface="Times New Roman"/>
                <a:hlinkClick r:id="rId2"/>
              </a:rPr>
              <a:t>G</a:t>
            </a:r>
            <a:r>
              <a:rPr sz="2050" spc="-4" dirty="0">
                <a:latin typeface="Times New Roman"/>
                <a:cs typeface="Times New Roman"/>
                <a:hlinkClick r:id="rId2"/>
              </a:rPr>
              <a:t>E</a:t>
            </a:r>
            <a:r>
              <a:rPr sz="2050" dirty="0">
                <a:latin typeface="Times New Roman"/>
                <a:cs typeface="Times New Roman"/>
                <a:hlinkClick r:id="rId2"/>
              </a:rPr>
              <a:t>T</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POS</a:t>
            </a:r>
            <a:r>
              <a:rPr sz="2050" spc="-4" dirty="0">
                <a:latin typeface="Times New Roman"/>
                <a:cs typeface="Times New Roman"/>
                <a:hlinkClick r:id="rId2"/>
              </a:rPr>
              <a:t>T</a:t>
            </a:r>
            <a:r>
              <a:rPr sz="2050" spc="9" dirty="0">
                <a:latin typeface="Times New Roman"/>
                <a:cs typeface="Times New Roman"/>
                <a:hlinkClick r:id="rId3"/>
              </a:rPr>
              <a:t>,</a:t>
            </a:r>
            <a:r>
              <a:rPr sz="2050" dirty="0">
                <a:latin typeface="Times New Roman"/>
                <a:cs typeface="Times New Roman"/>
                <a:hlinkClick r:id="rId3"/>
              </a:rPr>
              <a:t>@</a:t>
            </a:r>
            <a:r>
              <a:rPr sz="2050" spc="4" dirty="0">
                <a:latin typeface="Times New Roman"/>
                <a:cs typeface="Times New Roman"/>
                <a:hlinkClick r:id="rId3"/>
              </a:rPr>
              <a:t>PU</a:t>
            </a:r>
            <a:r>
              <a:rPr sz="2050" dirty="0">
                <a:latin typeface="Times New Roman"/>
                <a:cs typeface="Times New Roman"/>
                <a:hlinkClick r:id="rId3"/>
              </a:rPr>
              <a:t>T</a:t>
            </a:r>
            <a:endParaRPr sz="2050">
              <a:latin typeface="Times New Roman"/>
              <a:cs typeface="Times New Roman"/>
            </a:endParaRPr>
          </a:p>
          <a:p>
            <a:pPr marL="12700" marR="38861">
              <a:lnSpc>
                <a:spcPct val="95825"/>
              </a:lnSpc>
              <a:spcBef>
                <a:spcPts val="762"/>
              </a:spcBef>
            </a:pPr>
            <a:r>
              <a:rPr sz="2050" dirty="0">
                <a:latin typeface="Times New Roman"/>
                <a:cs typeface="Times New Roman"/>
                <a:hlinkClick r:id="rId4"/>
              </a:rPr>
              <a:t>@</a:t>
            </a:r>
            <a:r>
              <a:rPr sz="2050" spc="4" dirty="0">
                <a:latin typeface="Times New Roman"/>
                <a:cs typeface="Times New Roman"/>
                <a:hlinkClick r:id="rId4"/>
              </a:rPr>
              <a:t>H</a:t>
            </a:r>
            <a:r>
              <a:rPr sz="2050" dirty="0">
                <a:latin typeface="Times New Roman"/>
                <a:cs typeface="Times New Roman"/>
                <a:hlinkClick r:id="rId4"/>
              </a:rPr>
              <a:t>EAD</a:t>
            </a:r>
            <a:endParaRPr sz="2050">
              <a:latin typeface="Times New Roman"/>
              <a:cs typeface="Times New Roman"/>
            </a:endParaRPr>
          </a:p>
        </p:txBody>
      </p:sp>
      <p:sp>
        <p:nvSpPr>
          <p:cNvPr id="5" name="object 5"/>
          <p:cNvSpPr txBox="1"/>
          <p:nvPr/>
        </p:nvSpPr>
        <p:spPr>
          <a:xfrm>
            <a:off x="2287271" y="3648515"/>
            <a:ext cx="154965"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Tree>
    <p:extLst>
      <p:ext uri="{BB962C8B-B14F-4D97-AF65-F5344CB8AC3E}">
        <p14:creationId xmlns:p14="http://schemas.microsoft.com/office/powerpoint/2010/main" val="3370365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21" name="object 21"/>
          <p:cNvSpPr/>
          <p:nvPr/>
        </p:nvSpPr>
        <p:spPr>
          <a:xfrm>
            <a:off x="1524000" y="6858000"/>
            <a:ext cx="0" cy="0"/>
          </a:xfrm>
          <a:custGeom>
            <a:avLst/>
            <a:gdLst/>
            <a:ahLst/>
            <a:cxnLst/>
            <a:rect l="l" t="t" r="r" b="b"/>
            <a:pathLst>
              <a:path>
                <a:moveTo>
                  <a:pt x="0" y="0"/>
                </a:moveTo>
                <a:lnTo>
                  <a:pt x="0" y="0"/>
                </a:lnTo>
              </a:path>
            </a:pathLst>
          </a:custGeom>
          <a:ln w="1270">
            <a:solidFill>
              <a:srgbClr val="000000"/>
            </a:solidFill>
          </a:ln>
        </p:spPr>
        <p:txBody>
          <a:bodyPr wrap="square" lIns="0" tIns="0" rIns="0" bIns="0" rtlCol="0">
            <a:noAutofit/>
          </a:bodyPr>
          <a:lstStyle/>
          <a:p>
            <a:endParaRPr/>
          </a:p>
        </p:txBody>
      </p:sp>
      <p:sp>
        <p:nvSpPr>
          <p:cNvPr id="17" name="object 17"/>
          <p:cNvSpPr txBox="1"/>
          <p:nvPr/>
        </p:nvSpPr>
        <p:spPr>
          <a:xfrm>
            <a:off x="2058671" y="476178"/>
            <a:ext cx="318364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A </a:t>
            </a:r>
            <a:r>
              <a:rPr sz="4400" spc="4" dirty="0">
                <a:latin typeface="Times New Roman"/>
                <a:cs typeface="Times New Roman"/>
              </a:rPr>
              <a:t>s</a:t>
            </a:r>
            <a:r>
              <a:rPr sz="4400" dirty="0">
                <a:latin typeface="Times New Roman"/>
                <a:cs typeface="Times New Roman"/>
              </a:rPr>
              <a:t>im</a:t>
            </a:r>
            <a:r>
              <a:rPr sz="4400" spc="-4" dirty="0">
                <a:latin typeface="Times New Roman"/>
                <a:cs typeface="Times New Roman"/>
              </a:rPr>
              <a:t>p</a:t>
            </a:r>
            <a:r>
              <a:rPr sz="4400" spc="4" dirty="0">
                <a:latin typeface="Times New Roman"/>
                <a:cs typeface="Times New Roman"/>
              </a:rPr>
              <a:t>l</a:t>
            </a:r>
            <a:r>
              <a:rPr sz="4400" dirty="0">
                <a:latin typeface="Times New Roman"/>
                <a:cs typeface="Times New Roman"/>
              </a:rPr>
              <a:t>e r</a:t>
            </a:r>
            <a:r>
              <a:rPr sz="4400" spc="4" dirty="0">
                <a:latin typeface="Times New Roman"/>
                <a:cs typeface="Times New Roman"/>
              </a:rPr>
              <a:t>oo</a:t>
            </a:r>
            <a:r>
              <a:rPr sz="4400" dirty="0">
                <a:latin typeface="Times New Roman"/>
                <a:cs typeface="Times New Roman"/>
              </a:rPr>
              <a:t>t</a:t>
            </a:r>
            <a:endParaRPr sz="4400">
              <a:latin typeface="Times New Roman"/>
              <a:cs typeface="Times New Roman"/>
            </a:endParaRPr>
          </a:p>
        </p:txBody>
      </p:sp>
      <p:sp>
        <p:nvSpPr>
          <p:cNvPr id="16" name="object 16"/>
          <p:cNvSpPr txBox="1"/>
          <p:nvPr/>
        </p:nvSpPr>
        <p:spPr>
          <a:xfrm>
            <a:off x="5272328" y="476178"/>
            <a:ext cx="200226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res</a:t>
            </a:r>
            <a:r>
              <a:rPr sz="4400" spc="4" dirty="0">
                <a:latin typeface="Times New Roman"/>
                <a:cs typeface="Times New Roman"/>
              </a:rPr>
              <a:t>ou</a:t>
            </a:r>
            <a:r>
              <a:rPr sz="4400" spc="-4" dirty="0">
                <a:latin typeface="Times New Roman"/>
                <a:cs typeface="Times New Roman"/>
              </a:rPr>
              <a:t>r</a:t>
            </a:r>
            <a:r>
              <a:rPr sz="4400" dirty="0">
                <a:latin typeface="Times New Roman"/>
                <a:cs typeface="Times New Roman"/>
              </a:rPr>
              <a:t>ce</a:t>
            </a:r>
            <a:endParaRPr sz="4400">
              <a:latin typeface="Times New Roman"/>
              <a:cs typeface="Times New Roman"/>
            </a:endParaRPr>
          </a:p>
        </p:txBody>
      </p:sp>
      <p:sp>
        <p:nvSpPr>
          <p:cNvPr id="15" name="object 15"/>
          <p:cNvSpPr txBox="1"/>
          <p:nvPr/>
        </p:nvSpPr>
        <p:spPr>
          <a:xfrm>
            <a:off x="7305244" y="476178"/>
            <a:ext cx="1195057"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cl</a:t>
            </a:r>
            <a:r>
              <a:rPr sz="4400" spc="-4" dirty="0">
                <a:latin typeface="Times New Roman"/>
                <a:cs typeface="Times New Roman"/>
              </a:rPr>
              <a:t>a</a:t>
            </a:r>
            <a:r>
              <a:rPr sz="4400" spc="4" dirty="0">
                <a:latin typeface="Times New Roman"/>
                <a:cs typeface="Times New Roman"/>
              </a:rPr>
              <a:t>s</a:t>
            </a:r>
            <a:r>
              <a:rPr sz="4400" dirty="0">
                <a:latin typeface="Times New Roman"/>
                <a:cs typeface="Times New Roman"/>
              </a:rPr>
              <a:t>s</a:t>
            </a:r>
            <a:endParaRPr sz="4400">
              <a:latin typeface="Times New Roman"/>
              <a:cs typeface="Times New Roman"/>
            </a:endParaRPr>
          </a:p>
        </p:txBody>
      </p:sp>
      <p:grpSp>
        <p:nvGrpSpPr>
          <p:cNvPr id="51" name="Group 50"/>
          <p:cNvGrpSpPr/>
          <p:nvPr/>
        </p:nvGrpSpPr>
        <p:grpSpPr>
          <a:xfrm>
            <a:off x="1981200" y="1295400"/>
            <a:ext cx="8686800" cy="3964198"/>
            <a:chOff x="457200" y="1295400"/>
            <a:chExt cx="8686800" cy="3964198"/>
          </a:xfrm>
        </p:grpSpPr>
        <p:sp>
          <p:nvSpPr>
            <p:cNvPr id="22" name="object 22"/>
            <p:cNvSpPr/>
            <p:nvPr/>
          </p:nvSpPr>
          <p:spPr>
            <a:xfrm>
              <a:off x="914400" y="4343400"/>
              <a:ext cx="4800600" cy="685800"/>
            </a:xfrm>
            <a:custGeom>
              <a:avLst/>
              <a:gdLst/>
              <a:ahLst/>
              <a:cxnLst/>
              <a:rect l="l" t="t" r="r" b="b"/>
              <a:pathLst>
                <a:path w="4800600" h="685800">
                  <a:moveTo>
                    <a:pt x="2400300" y="685800"/>
                  </a:moveTo>
                  <a:lnTo>
                    <a:pt x="4800600" y="685800"/>
                  </a:lnTo>
                  <a:lnTo>
                    <a:pt x="4800600" y="0"/>
                  </a:lnTo>
                  <a:lnTo>
                    <a:pt x="0" y="0"/>
                  </a:lnTo>
                  <a:lnTo>
                    <a:pt x="0" y="685800"/>
                  </a:lnTo>
                  <a:lnTo>
                    <a:pt x="2400300" y="685800"/>
                  </a:lnTo>
                  <a:close/>
                </a:path>
              </a:pathLst>
            </a:custGeom>
            <a:solidFill>
              <a:srgbClr val="98CCFF"/>
            </a:solidFill>
          </p:spPr>
          <p:txBody>
            <a:bodyPr wrap="square" lIns="0" tIns="0" rIns="0" bIns="0" rtlCol="0">
              <a:noAutofit/>
            </a:bodyPr>
            <a:lstStyle/>
            <a:p>
              <a:endParaRPr/>
            </a:p>
          </p:txBody>
        </p:sp>
        <p:sp>
          <p:nvSpPr>
            <p:cNvPr id="24" name="object 24"/>
            <p:cNvSpPr/>
            <p:nvPr/>
          </p:nvSpPr>
          <p:spPr>
            <a:xfrm>
              <a:off x="5539740" y="4566920"/>
              <a:ext cx="638810" cy="11430"/>
            </a:xfrm>
            <a:custGeom>
              <a:avLst/>
              <a:gdLst/>
              <a:ahLst/>
              <a:cxnLst/>
              <a:rect l="l" t="t" r="r" b="b"/>
              <a:pathLst>
                <a:path w="638810" h="11429">
                  <a:moveTo>
                    <a:pt x="638810" y="10159"/>
                  </a:moveTo>
                  <a:lnTo>
                    <a:pt x="638810" y="0"/>
                  </a:lnTo>
                  <a:lnTo>
                    <a:pt x="0" y="1269"/>
                  </a:lnTo>
                  <a:lnTo>
                    <a:pt x="0" y="11429"/>
                  </a:lnTo>
                  <a:lnTo>
                    <a:pt x="638810" y="10159"/>
                  </a:lnTo>
                  <a:close/>
                </a:path>
              </a:pathLst>
            </a:custGeom>
            <a:solidFill>
              <a:srgbClr val="000000"/>
            </a:solidFill>
          </p:spPr>
          <p:txBody>
            <a:bodyPr wrap="square" lIns="0" tIns="0" rIns="0" bIns="0" rtlCol="0">
              <a:noAutofit/>
            </a:bodyPr>
            <a:lstStyle/>
            <a:p>
              <a:endParaRPr/>
            </a:p>
          </p:txBody>
        </p:sp>
        <p:sp>
          <p:nvSpPr>
            <p:cNvPr id="14" name="object 14"/>
            <p:cNvSpPr txBox="1"/>
            <p:nvPr/>
          </p:nvSpPr>
          <p:spPr>
            <a:xfrm>
              <a:off x="685800" y="1295400"/>
              <a:ext cx="5715000" cy="1219200"/>
            </a:xfrm>
            <a:prstGeom prst="rect">
              <a:avLst/>
            </a:prstGeom>
          </p:spPr>
          <p:txBody>
            <a:bodyPr wrap="square" lIns="0" tIns="0" rIns="0" bIns="0" rtlCol="0">
              <a:noAutofit/>
            </a:bodyPr>
            <a:lstStyle/>
            <a:p>
              <a:pPr marL="12700" marR="23812">
                <a:lnSpc>
                  <a:spcPts val="1375"/>
                </a:lnSpc>
                <a:spcBef>
                  <a:spcPts val="68"/>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s.G</a:t>
              </a:r>
              <a:r>
                <a:rPr sz="1600" spc="4" dirty="0">
                  <a:latin typeface="Times New Roman"/>
                  <a:cs typeface="Times New Roman"/>
                </a:rPr>
                <a:t>E</a:t>
              </a:r>
              <a:r>
                <a:rPr sz="1600" spc="-4" dirty="0">
                  <a:latin typeface="Times New Roman"/>
                  <a:cs typeface="Times New Roman"/>
                </a:rPr>
                <a:t>T</a:t>
              </a:r>
              <a:r>
                <a:rPr sz="1600" dirty="0">
                  <a:latin typeface="Times New Roman"/>
                  <a:cs typeface="Times New Roman"/>
                </a:rPr>
                <a:t>;</a:t>
              </a:r>
              <a:endParaRPr sz="1600">
                <a:latin typeface="Times New Roman"/>
                <a:cs typeface="Times New Roman"/>
              </a:endParaRPr>
            </a:p>
            <a:p>
              <a:pPr marL="12700" marR="23812">
                <a:lnSpc>
                  <a:spcPct val="95825"/>
                </a:lnSpc>
                <a:spcBef>
                  <a:spcPts val="401"/>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t</a:t>
              </a:r>
              <a:r>
                <a:rPr sz="1600" spc="-4" dirty="0">
                  <a:latin typeface="Times New Roman"/>
                  <a:cs typeface="Times New Roman"/>
                </a:rPr>
                <a:t>h</a:t>
              </a:r>
              <a:r>
                <a:rPr sz="1600" dirty="0">
                  <a:latin typeface="Times New Roman"/>
                  <a:cs typeface="Times New Roman"/>
                </a:rPr>
                <a:t>;</a:t>
              </a:r>
              <a:endParaRPr sz="1600">
                <a:latin typeface="Times New Roman"/>
                <a:cs typeface="Times New Roman"/>
              </a:endParaRPr>
            </a:p>
            <a:p>
              <a:pPr marL="12700" marR="23812">
                <a:lnSpc>
                  <a:spcPct val="95825"/>
                </a:lnSpc>
                <a:spcBef>
                  <a:spcPts val="470"/>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t</a:t>
              </a:r>
              <a:r>
                <a:rPr sz="1600" spc="-4" dirty="0">
                  <a:latin typeface="Times New Roman"/>
                  <a:cs typeface="Times New Roman"/>
                </a:rPr>
                <a:t>h</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r</a:t>
              </a:r>
              <a:r>
                <a:rPr sz="1600" spc="-4" dirty="0">
                  <a:latin typeface="Times New Roman"/>
                  <a:cs typeface="Times New Roman"/>
                </a:rPr>
                <a:t>a</a:t>
              </a:r>
              <a:r>
                <a:rPr sz="1600" dirty="0">
                  <a:latin typeface="Times New Roman"/>
                  <a:cs typeface="Times New Roman"/>
                </a:rPr>
                <a:t>m;</a:t>
              </a:r>
              <a:endParaRPr sz="1600">
                <a:latin typeface="Times New Roman"/>
                <a:cs typeface="Times New Roman"/>
              </a:endParaRPr>
            </a:p>
            <a:p>
              <a:pPr marL="12700">
                <a:lnSpc>
                  <a:spcPct val="95825"/>
                </a:lnSpc>
                <a:spcBef>
                  <a:spcPts val="470"/>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s.c</a:t>
              </a:r>
              <a:r>
                <a:rPr sz="1600" spc="4" dirty="0">
                  <a:latin typeface="Times New Roman"/>
                  <a:cs typeface="Times New Roman"/>
                </a:rPr>
                <a:t>o</a:t>
              </a:r>
              <a:r>
                <a:rPr sz="1600" dirty="0">
                  <a:latin typeface="Times New Roman"/>
                  <a:cs typeface="Times New Roman"/>
                </a:rPr>
                <a:t>r</a:t>
              </a:r>
              <a:r>
                <a:rPr sz="1600" spc="-4" dirty="0">
                  <a:latin typeface="Times New Roman"/>
                  <a:cs typeface="Times New Roman"/>
                </a:rPr>
                <a:t>e.Resp</a:t>
              </a:r>
              <a:r>
                <a:rPr sz="1600" spc="4" dirty="0">
                  <a:latin typeface="Times New Roman"/>
                  <a:cs typeface="Times New Roman"/>
                </a:rPr>
                <a:t>o</a:t>
              </a:r>
              <a:r>
                <a:rPr sz="1600" spc="-4" dirty="0">
                  <a:latin typeface="Times New Roman"/>
                  <a:cs typeface="Times New Roman"/>
                </a:rPr>
                <a:t>nse</a:t>
              </a:r>
              <a:r>
                <a:rPr sz="1600" dirty="0">
                  <a:latin typeface="Times New Roman"/>
                  <a:cs typeface="Times New Roman"/>
                </a:rPr>
                <a:t>;</a:t>
              </a:r>
              <a:endParaRPr sz="1600">
                <a:latin typeface="Times New Roman"/>
                <a:cs typeface="Times New Roman"/>
              </a:endParaRPr>
            </a:p>
          </p:txBody>
        </p:sp>
        <p:sp>
          <p:nvSpPr>
            <p:cNvPr id="13" name="object 13"/>
            <p:cNvSpPr txBox="1"/>
            <p:nvPr/>
          </p:nvSpPr>
          <p:spPr>
            <a:xfrm>
              <a:off x="5105400" y="1447800"/>
              <a:ext cx="3810000" cy="416560"/>
            </a:xfrm>
            <a:prstGeom prst="rect">
              <a:avLst/>
            </a:prstGeom>
          </p:spPr>
          <p:txBody>
            <a:bodyPr wrap="square" lIns="0" tIns="0" rIns="0" bIns="0" rtlCol="0">
              <a:noAutofit/>
            </a:bodyPr>
            <a:lstStyle/>
            <a:p>
              <a:pPr marL="12700">
                <a:lnSpc>
                  <a:spcPts val="1530"/>
                </a:lnSpc>
                <a:spcBef>
                  <a:spcPts val="76"/>
                </a:spcBef>
              </a:pPr>
              <a:r>
                <a:rPr dirty="0">
                  <a:latin typeface="Times New Roman"/>
                  <a:cs typeface="Times New Roman"/>
                </a:rPr>
                <a:t>1.</a:t>
              </a:r>
              <a:r>
                <a:rPr spc="4" dirty="0">
                  <a:latin typeface="Times New Roman"/>
                  <a:cs typeface="Times New Roman"/>
                </a:rPr>
                <a:t>R</a:t>
              </a:r>
              <a:r>
                <a:rPr dirty="0">
                  <a:latin typeface="Times New Roman"/>
                  <a:cs typeface="Times New Roman"/>
                </a:rPr>
                <a:t>e</a:t>
              </a:r>
              <a:r>
                <a:rPr spc="4" dirty="0">
                  <a:latin typeface="Times New Roman"/>
                  <a:cs typeface="Times New Roman"/>
                </a:rPr>
                <a:t>s</a:t>
              </a:r>
              <a:r>
                <a:rPr spc="9" dirty="0">
                  <a:latin typeface="Times New Roman"/>
                  <a:cs typeface="Times New Roman"/>
                </a:rPr>
                <a:t>ou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spc="4" dirty="0">
                  <a:latin typeface="Times New Roman"/>
                  <a:cs typeface="Times New Roman"/>
                </a:rPr>
                <a:t>c</a:t>
              </a:r>
              <a:r>
                <a:rPr dirty="0">
                  <a:latin typeface="Times New Roman"/>
                  <a:cs typeface="Times New Roman"/>
                </a:rPr>
                <a:t>an</a:t>
              </a:r>
              <a:r>
                <a:rPr spc="4" dirty="0">
                  <a:latin typeface="Times New Roman"/>
                  <a:cs typeface="Times New Roman"/>
                </a:rPr>
                <a:t> </a:t>
              </a:r>
              <a:r>
                <a:rPr spc="9" dirty="0">
                  <a:latin typeface="Times New Roman"/>
                  <a:cs typeface="Times New Roman"/>
                </a:rPr>
                <a:t>b</a:t>
              </a:r>
              <a:r>
                <a:rPr dirty="0">
                  <a:latin typeface="Times New Roman"/>
                  <a:cs typeface="Times New Roman"/>
                </a:rPr>
                <a:t>e a</a:t>
              </a:r>
              <a:r>
                <a:rPr spc="4" dirty="0">
                  <a:latin typeface="Times New Roman"/>
                  <a:cs typeface="Times New Roman"/>
                </a:rPr>
                <a:t>c</a:t>
              </a:r>
              <a:r>
                <a:rPr dirty="0">
                  <a:latin typeface="Times New Roman"/>
                  <a:cs typeface="Times New Roman"/>
                </a:rPr>
                <a:t>ce</a:t>
              </a:r>
              <a:r>
                <a:rPr spc="9" dirty="0">
                  <a:latin typeface="Times New Roman"/>
                  <a:cs typeface="Times New Roman"/>
                </a:rPr>
                <a:t>s</a:t>
              </a:r>
              <a:r>
                <a:rPr spc="4" dirty="0">
                  <a:latin typeface="Times New Roman"/>
                  <a:cs typeface="Times New Roman"/>
                </a:rPr>
                <a:t>s</a:t>
              </a:r>
              <a:r>
                <a:rPr dirty="0">
                  <a:latin typeface="Times New Roman"/>
                  <a:cs typeface="Times New Roman"/>
                </a:rPr>
                <a:t>ed</a:t>
              </a:r>
              <a:r>
                <a:rPr spc="4" dirty="0">
                  <a:latin typeface="Times New Roman"/>
                  <a:cs typeface="Times New Roman"/>
                </a:rPr>
                <a:t> f</a:t>
              </a:r>
              <a:r>
                <a:rPr spc="-4" dirty="0">
                  <a:latin typeface="Times New Roman"/>
                  <a:cs typeface="Times New Roman"/>
                </a:rPr>
                <a:t>r</a:t>
              </a:r>
              <a:r>
                <a:rPr spc="9" dirty="0">
                  <a:latin typeface="Times New Roman"/>
                  <a:cs typeface="Times New Roman"/>
                </a:rPr>
                <a:t>o</a:t>
              </a:r>
              <a:r>
                <a:rPr dirty="0">
                  <a:latin typeface="Times New Roman"/>
                  <a:cs typeface="Times New Roman"/>
                </a:rPr>
                <a:t>m </a:t>
              </a:r>
              <a:r>
                <a:rPr spc="4" dirty="0">
                  <a:latin typeface="Times New Roman"/>
                  <a:cs typeface="Times New Roman"/>
                </a:rPr>
                <a:t>r</a:t>
              </a:r>
              <a:r>
                <a:rPr spc="9" dirty="0">
                  <a:latin typeface="Times New Roman"/>
                  <a:cs typeface="Times New Roman"/>
                </a:rPr>
                <a:t>oo</a:t>
              </a:r>
              <a:r>
                <a:rPr dirty="0">
                  <a:latin typeface="Times New Roman"/>
                  <a:cs typeface="Times New Roman"/>
                </a:rPr>
                <a:t>t </a:t>
              </a:r>
              <a:r>
                <a:rPr spc="9">
                  <a:latin typeface="Times New Roman"/>
                  <a:cs typeface="Times New Roman"/>
                </a:rPr>
                <a:t>p</a:t>
              </a:r>
              <a:r>
                <a:rPr>
                  <a:latin typeface="Times New Roman"/>
                  <a:cs typeface="Times New Roman"/>
                </a:rPr>
                <a:t>a</a:t>
              </a:r>
              <a:r>
                <a:rPr spc="9">
                  <a:latin typeface="Times New Roman"/>
                  <a:cs typeface="Times New Roman"/>
                </a:rPr>
                <a:t>t</a:t>
              </a:r>
              <a:r>
                <a:rPr>
                  <a:latin typeface="Times New Roman"/>
                  <a:cs typeface="Times New Roman"/>
                </a:rPr>
                <a:t>h </a:t>
              </a:r>
              <a:r>
                <a:rPr spc="9">
                  <a:latin typeface="Times New Roman"/>
                  <a:cs typeface="Times New Roman"/>
                </a:rPr>
                <a:t>o</a:t>
              </a:r>
              <a:r>
                <a:rPr>
                  <a:latin typeface="Times New Roman"/>
                  <a:cs typeface="Times New Roman"/>
                </a:rPr>
                <a:t>f</a:t>
              </a:r>
              <a:r>
                <a:rPr lang="en-US" dirty="0">
                  <a:latin typeface="Times New Roman"/>
                  <a:cs typeface="Times New Roman"/>
                </a:rPr>
                <a:t>  </a:t>
              </a:r>
              <a:r>
                <a:rPr>
                  <a:latin typeface="Times New Roman"/>
                  <a:cs typeface="Times New Roman"/>
                </a:rPr>
                <a:t>a</a:t>
              </a:r>
              <a:r>
                <a:rPr spc="4">
                  <a:latin typeface="Times New Roman"/>
                  <a:cs typeface="Times New Roman"/>
                </a:rPr>
                <a:t>p</a:t>
              </a:r>
              <a:r>
                <a:rPr spc="9">
                  <a:latin typeface="Times New Roman"/>
                  <a:cs typeface="Times New Roman"/>
                </a:rPr>
                <a:t>p</a:t>
              </a:r>
              <a:r>
                <a:rPr>
                  <a:latin typeface="Times New Roman"/>
                  <a:cs typeface="Times New Roman"/>
                </a:rPr>
                <a:t>l</a:t>
              </a:r>
              <a:r>
                <a:rPr spc="9">
                  <a:latin typeface="Times New Roman"/>
                  <a:cs typeface="Times New Roman"/>
                </a:rPr>
                <a:t>i</a:t>
              </a:r>
              <a:r>
                <a:rPr>
                  <a:latin typeface="Times New Roman"/>
                  <a:cs typeface="Times New Roman"/>
                </a:rPr>
                <a:t>c</a:t>
              </a:r>
              <a:r>
                <a:rPr spc="9">
                  <a:latin typeface="Times New Roman"/>
                  <a:cs typeface="Times New Roman"/>
                </a:rPr>
                <a:t>t</a:t>
              </a:r>
              <a:r>
                <a:rPr>
                  <a:latin typeface="Times New Roman"/>
                  <a:cs typeface="Times New Roman"/>
                </a:rPr>
                <a:t>i</a:t>
              </a:r>
              <a:r>
                <a:rPr spc="9">
                  <a:latin typeface="Times New Roman"/>
                  <a:cs typeface="Times New Roman"/>
                </a:rPr>
                <a:t>o</a:t>
              </a:r>
              <a:r>
                <a:rPr>
                  <a:latin typeface="Times New Roman"/>
                  <a:cs typeface="Times New Roman"/>
                </a:rPr>
                <a:t>n</a:t>
              </a:r>
            </a:p>
          </p:txBody>
        </p:sp>
        <p:sp>
          <p:nvSpPr>
            <p:cNvPr id="12" name="object 12"/>
            <p:cNvSpPr txBox="1"/>
            <p:nvPr/>
          </p:nvSpPr>
          <p:spPr>
            <a:xfrm>
              <a:off x="765810" y="2762992"/>
              <a:ext cx="3882390" cy="742208"/>
            </a:xfrm>
            <a:prstGeom prst="rect">
              <a:avLst/>
            </a:prstGeom>
          </p:spPr>
          <p:txBody>
            <a:bodyPr wrap="square" lIns="0" tIns="0" rIns="0" bIns="0" rtlCol="0">
              <a:noAutofit/>
            </a:bodyPr>
            <a:lstStyle/>
            <a:p>
              <a:pPr marL="12700" marR="23812">
                <a:lnSpc>
                  <a:spcPts val="1375"/>
                </a:lnSpc>
                <a:spcBef>
                  <a:spcPts val="68"/>
                </a:spcBef>
              </a:pPr>
              <a:r>
                <a:rPr dirty="0">
                  <a:latin typeface="Times New Roman"/>
                  <a:cs typeface="Times New Roman"/>
                  <a:hlinkClick r:id="rId2"/>
                </a:rPr>
                <a:t>@</a:t>
              </a:r>
              <a:r>
                <a:rPr spc="-4" dirty="0">
                  <a:latin typeface="Times New Roman"/>
                  <a:cs typeface="Times New Roman"/>
                  <a:hlinkClick r:id="rId2"/>
                </a:rPr>
                <a:t>P</a:t>
              </a:r>
              <a:r>
                <a:rPr spc="4" dirty="0">
                  <a:latin typeface="Times New Roman"/>
                  <a:cs typeface="Times New Roman"/>
                  <a:hlinkClick r:id="rId2"/>
                </a:rPr>
                <a:t>a</a:t>
              </a:r>
              <a:r>
                <a:rPr spc="-4" dirty="0">
                  <a:latin typeface="Times New Roman"/>
                  <a:cs typeface="Times New Roman"/>
                  <a:hlinkClick r:id="rId2"/>
                </a:rPr>
                <a:t>t</a:t>
              </a:r>
              <a:r>
                <a:rPr spc="4" dirty="0">
                  <a:latin typeface="Times New Roman"/>
                  <a:cs typeface="Times New Roman"/>
                  <a:hlinkClick r:id="rId2"/>
                </a:rPr>
                <a:t>h</a:t>
              </a:r>
              <a:r>
                <a:rPr dirty="0">
                  <a:latin typeface="Times New Roman"/>
                  <a:cs typeface="Times New Roman"/>
                </a:rPr>
                <a:t>(</a:t>
              </a:r>
              <a:r>
                <a:rPr spc="-9" dirty="0">
                  <a:latin typeface="Times New Roman"/>
                  <a:cs typeface="Times New Roman"/>
                </a:rPr>
                <a:t>"</a:t>
              </a:r>
              <a:r>
                <a:rPr dirty="0">
                  <a:latin typeface="Times New Roman"/>
                  <a:cs typeface="Times New Roman"/>
                </a:rPr>
                <a:t>/</a:t>
              </a:r>
              <a:r>
                <a:rPr spc="-9" dirty="0">
                  <a:latin typeface="Times New Roman"/>
                  <a:cs typeface="Times New Roman"/>
                </a:rPr>
                <a:t>"</a:t>
              </a:r>
              <a:r>
                <a:rPr dirty="0">
                  <a:latin typeface="Times New Roman"/>
                  <a:cs typeface="Times New Roman"/>
                </a:rPr>
                <a:t>)</a:t>
              </a:r>
              <a:endParaRPr>
                <a:latin typeface="Times New Roman"/>
                <a:cs typeface="Times New Roman"/>
              </a:endParaRPr>
            </a:p>
            <a:p>
              <a:pPr marL="12700">
                <a:lnSpc>
                  <a:spcPct val="95825"/>
                </a:lnSpc>
                <a:spcBef>
                  <a:spcPts val="401"/>
                </a:spcBef>
              </a:pPr>
              <a:r>
                <a:rPr spc="-4" dirty="0">
                  <a:latin typeface="Times New Roman"/>
                  <a:cs typeface="Times New Roman"/>
                </a:rPr>
                <a:t>pu</a:t>
              </a:r>
              <a:r>
                <a:rPr spc="4" dirty="0">
                  <a:latin typeface="Times New Roman"/>
                  <a:cs typeface="Times New Roman"/>
                </a:rPr>
                <a:t>b</a:t>
              </a:r>
              <a:r>
                <a:rPr dirty="0">
                  <a:latin typeface="Times New Roman"/>
                  <a:cs typeface="Times New Roman"/>
                </a:rPr>
                <a:t>l</a:t>
              </a:r>
              <a:r>
                <a:rPr spc="-4" dirty="0">
                  <a:latin typeface="Times New Roman"/>
                  <a:cs typeface="Times New Roman"/>
                </a:rPr>
                <a:t>i</a:t>
              </a:r>
              <a:r>
                <a:rPr dirty="0">
                  <a:latin typeface="Times New Roman"/>
                  <a:cs typeface="Times New Roman"/>
                </a:rPr>
                <a:t>c </a:t>
              </a:r>
              <a:r>
                <a:rPr spc="-4" dirty="0">
                  <a:latin typeface="Times New Roman"/>
                  <a:cs typeface="Times New Roman"/>
                </a:rPr>
                <a:t>c</a:t>
              </a:r>
              <a:r>
                <a:rPr dirty="0">
                  <a:latin typeface="Times New Roman"/>
                  <a:cs typeface="Times New Roman"/>
                </a:rPr>
                <a:t>l</a:t>
              </a:r>
              <a:r>
                <a:rPr spc="-4" dirty="0">
                  <a:latin typeface="Times New Roman"/>
                  <a:cs typeface="Times New Roman"/>
                </a:rPr>
                <a:t>as</a:t>
              </a:r>
              <a:r>
                <a:rPr dirty="0">
                  <a:latin typeface="Times New Roman"/>
                  <a:cs typeface="Times New Roman"/>
                </a:rPr>
                <a:t>s</a:t>
              </a:r>
              <a:r>
                <a:rPr spc="-9" dirty="0">
                  <a:latin typeface="Times New Roman"/>
                  <a:cs typeface="Times New Roman"/>
                </a:rPr>
                <a:t> </a:t>
              </a:r>
              <a:r>
                <a:rPr spc="-4" dirty="0">
                  <a:latin typeface="Times New Roman"/>
                  <a:cs typeface="Times New Roman"/>
                </a:rPr>
                <a:t>He</a:t>
              </a:r>
              <a:r>
                <a:rPr dirty="0">
                  <a:latin typeface="Times New Roman"/>
                  <a:cs typeface="Times New Roman"/>
                </a:rPr>
                <a:t>ll</a:t>
              </a:r>
              <a:r>
                <a:rPr spc="-4" dirty="0">
                  <a:latin typeface="Times New Roman"/>
                  <a:cs typeface="Times New Roman"/>
                </a:rPr>
                <a:t>o</a:t>
              </a:r>
              <a:r>
                <a:rPr spc="4" dirty="0">
                  <a:latin typeface="Times New Roman"/>
                  <a:cs typeface="Times New Roman"/>
                </a:rPr>
                <a:t>S</a:t>
              </a:r>
              <a:r>
                <a:rPr spc="-4" dirty="0">
                  <a:latin typeface="Times New Roman"/>
                  <a:cs typeface="Times New Roman"/>
                </a:rPr>
                <a:t>e</a:t>
              </a:r>
              <a:r>
                <a:rPr dirty="0">
                  <a:latin typeface="Times New Roman"/>
                  <a:cs typeface="Times New Roman"/>
                </a:rPr>
                <a:t>r</a:t>
              </a:r>
              <a:r>
                <a:rPr spc="4" dirty="0">
                  <a:latin typeface="Times New Roman"/>
                  <a:cs typeface="Times New Roman"/>
                </a:rPr>
                <a:t>v</a:t>
              </a:r>
              <a:r>
                <a:rPr spc="-4" dirty="0">
                  <a:latin typeface="Times New Roman"/>
                  <a:cs typeface="Times New Roman"/>
                </a:rPr>
                <a:t>i</a:t>
              </a:r>
              <a:r>
                <a:rPr spc="4" dirty="0">
                  <a:latin typeface="Times New Roman"/>
                  <a:cs typeface="Times New Roman"/>
                </a:rPr>
                <a:t>c</a:t>
              </a:r>
              <a:r>
                <a:rPr dirty="0">
                  <a:latin typeface="Times New Roman"/>
                  <a:cs typeface="Times New Roman"/>
                </a:rPr>
                <a:t>e</a:t>
              </a:r>
              <a:r>
                <a:rPr spc="-4" dirty="0">
                  <a:latin typeface="Times New Roman"/>
                  <a:cs typeface="Times New Roman"/>
                </a:rPr>
                <a:t> </a:t>
              </a:r>
              <a:r>
                <a:rPr dirty="0">
                  <a:latin typeface="Times New Roman"/>
                  <a:cs typeface="Times New Roman"/>
                </a:rPr>
                <a:t>{</a:t>
              </a:r>
              <a:endParaRPr>
                <a:latin typeface="Times New Roman"/>
                <a:cs typeface="Times New Roman"/>
              </a:endParaRPr>
            </a:p>
          </p:txBody>
        </p:sp>
        <p:sp>
          <p:nvSpPr>
            <p:cNvPr id="11" name="object 11"/>
            <p:cNvSpPr txBox="1"/>
            <p:nvPr/>
          </p:nvSpPr>
          <p:spPr>
            <a:xfrm>
              <a:off x="5106670" y="2209800"/>
              <a:ext cx="4037330" cy="41656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T</a:t>
              </a:r>
              <a:r>
                <a:rPr dirty="0">
                  <a:latin typeface="Times New Roman"/>
                  <a:cs typeface="Times New Roman"/>
                </a:rPr>
                <a:t>h</a:t>
              </a:r>
              <a:r>
                <a:rPr spc="9" dirty="0">
                  <a:latin typeface="Times New Roman"/>
                  <a:cs typeface="Times New Roman"/>
                </a:rPr>
                <a:t>i</a:t>
              </a:r>
              <a:r>
                <a:rPr dirty="0">
                  <a:latin typeface="Times New Roman"/>
                  <a:cs typeface="Times New Roman"/>
                </a:rPr>
                <a:t>s</a:t>
              </a:r>
              <a:r>
                <a:rPr spc="4" dirty="0">
                  <a:latin typeface="Times New Roman"/>
                  <a:cs typeface="Times New Roman"/>
                </a:rPr>
                <a:t> r</a:t>
              </a:r>
              <a:r>
                <a:rPr dirty="0">
                  <a:latin typeface="Times New Roman"/>
                  <a:cs typeface="Times New Roman"/>
                </a:rPr>
                <a:t>e</a:t>
              </a:r>
              <a:r>
                <a:rPr spc="14" dirty="0">
                  <a:latin typeface="Times New Roman"/>
                  <a:cs typeface="Times New Roman"/>
                </a:rPr>
                <a:t>s</a:t>
              </a:r>
              <a:r>
                <a:rPr dirty="0">
                  <a:latin typeface="Times New Roman"/>
                  <a:cs typeface="Times New Roman"/>
                </a:rPr>
                <a:t>o</a:t>
              </a:r>
              <a:r>
                <a:rPr spc="9" dirty="0">
                  <a:latin typeface="Times New Roman"/>
                  <a:cs typeface="Times New Roman"/>
                </a:rPr>
                <a:t>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dirty="0">
                  <a:latin typeface="Times New Roman"/>
                  <a:cs typeface="Times New Roman"/>
                </a:rPr>
                <a:t>me</a:t>
              </a:r>
              <a:r>
                <a:rPr spc="9" dirty="0">
                  <a:latin typeface="Times New Roman"/>
                  <a:cs typeface="Times New Roman"/>
                </a:rPr>
                <a:t>th</a:t>
              </a:r>
              <a:r>
                <a:rPr dirty="0">
                  <a:latin typeface="Times New Roman"/>
                  <a:cs typeface="Times New Roman"/>
                </a:rPr>
                <a:t>od</a:t>
              </a:r>
              <a:r>
                <a:rPr spc="9" dirty="0">
                  <a:latin typeface="Times New Roman"/>
                  <a:cs typeface="Times New Roman"/>
                </a:rPr>
                <a:t> i</a:t>
              </a:r>
              <a:r>
                <a:rPr dirty="0">
                  <a:latin typeface="Times New Roman"/>
                  <a:cs typeface="Times New Roman"/>
                </a:rPr>
                <a:t>n</a:t>
              </a:r>
              <a:r>
                <a:rPr spc="9" dirty="0">
                  <a:latin typeface="Times New Roman"/>
                  <a:cs typeface="Times New Roman"/>
                </a:rPr>
                <a:t>vok</a:t>
              </a:r>
              <a:r>
                <a:rPr dirty="0">
                  <a:latin typeface="Times New Roman"/>
                  <a:cs typeface="Times New Roman"/>
                </a:rPr>
                <a:t>ed</a:t>
              </a:r>
              <a:r>
                <a:rPr spc="4" dirty="0">
                  <a:latin typeface="Times New Roman"/>
                  <a:cs typeface="Times New Roman"/>
                </a:rPr>
                <a:t> </a:t>
              </a:r>
              <a:r>
                <a:rPr spc="9" dirty="0">
                  <a:latin typeface="Times New Roman"/>
                  <a:cs typeface="Times New Roman"/>
                </a:rPr>
                <a:t>w</a:t>
              </a:r>
              <a:r>
                <a:rPr dirty="0">
                  <a:latin typeface="Times New Roman"/>
                  <a:cs typeface="Times New Roman"/>
                </a:rPr>
                <a:t>h</a:t>
              </a:r>
              <a:r>
                <a:rPr spc="4" dirty="0">
                  <a:latin typeface="Times New Roman"/>
                  <a:cs typeface="Times New Roman"/>
                </a:rPr>
                <a:t>e</a:t>
              </a:r>
              <a:r>
                <a:rPr dirty="0">
                  <a:latin typeface="Times New Roman"/>
                  <a:cs typeface="Times New Roman"/>
                </a:rPr>
                <a:t>n</a:t>
              </a:r>
              <a:r>
                <a:rPr spc="9" dirty="0">
                  <a:latin typeface="Times New Roman"/>
                  <a:cs typeface="Times New Roman"/>
                </a:rPr>
                <a:t> </a:t>
              </a:r>
              <a:r>
                <a:rPr spc="4" dirty="0">
                  <a:latin typeface="Times New Roman"/>
                  <a:cs typeface="Times New Roman"/>
                </a:rPr>
                <a:t>s</a:t>
              </a:r>
              <a:r>
                <a:rPr dirty="0">
                  <a:latin typeface="Times New Roman"/>
                  <a:cs typeface="Times New Roman"/>
                </a:rPr>
                <a:t>er</a:t>
              </a:r>
              <a:r>
                <a:rPr spc="9" dirty="0">
                  <a:latin typeface="Times New Roman"/>
                  <a:cs typeface="Times New Roman"/>
                </a:rPr>
                <a:t>v</a:t>
              </a:r>
              <a:r>
                <a:rPr dirty="0">
                  <a:latin typeface="Times New Roman"/>
                  <a:cs typeface="Times New Roman"/>
                </a:rPr>
                <a:t>er</a:t>
              </a:r>
              <a:endParaRPr>
                <a:latin typeface="Times New Roman"/>
                <a:cs typeface="Times New Roman"/>
              </a:endParaRPr>
            </a:p>
            <a:p>
              <a:pPr marL="12700" marR="26670">
                <a:lnSpc>
                  <a:spcPct val="95825"/>
                </a:lnSpc>
              </a:pPr>
              <a:r>
                <a:rPr spc="-4" dirty="0">
                  <a:latin typeface="Times New Roman"/>
                  <a:cs typeface="Times New Roman"/>
                </a:rPr>
                <a:t>r</a:t>
              </a:r>
              <a:r>
                <a:rPr spc="4" dirty="0">
                  <a:latin typeface="Times New Roman"/>
                  <a:cs typeface="Times New Roman"/>
                </a:rPr>
                <a:t>e</a:t>
              </a:r>
              <a:r>
                <a:rPr dirty="0">
                  <a:latin typeface="Times New Roman"/>
                  <a:cs typeface="Times New Roman"/>
                </a:rPr>
                <a:t>c</a:t>
              </a:r>
              <a:r>
                <a:rPr spc="4" dirty="0">
                  <a:latin typeface="Times New Roman"/>
                  <a:cs typeface="Times New Roman"/>
                </a:rPr>
                <a:t>e</a:t>
              </a:r>
              <a:r>
                <a:rPr dirty="0">
                  <a:latin typeface="Times New Roman"/>
                  <a:cs typeface="Times New Roman"/>
                </a:rPr>
                <a:t>i</a:t>
              </a:r>
              <a:r>
                <a:rPr spc="9" dirty="0">
                  <a:latin typeface="Times New Roman"/>
                  <a:cs typeface="Times New Roman"/>
                </a:rPr>
                <a:t>v</a:t>
              </a:r>
              <a:r>
                <a:rPr dirty="0">
                  <a:latin typeface="Times New Roman"/>
                  <a:cs typeface="Times New Roman"/>
                </a:rPr>
                <a:t>es </a:t>
              </a:r>
              <a:r>
                <a:rPr spc="9" dirty="0">
                  <a:latin typeface="Times New Roman"/>
                  <a:cs typeface="Times New Roman"/>
                </a:rPr>
                <a:t>H</a:t>
              </a:r>
              <a:r>
                <a:rPr spc="4" dirty="0">
                  <a:latin typeface="Times New Roman"/>
                  <a:cs typeface="Times New Roman"/>
                </a:rPr>
                <a:t>T</a:t>
              </a:r>
              <a:r>
                <a:rPr spc="-4" dirty="0">
                  <a:latin typeface="Times New Roman"/>
                  <a:cs typeface="Times New Roman"/>
                </a:rPr>
                <a:t>T</a:t>
              </a:r>
              <a:r>
                <a:rPr dirty="0">
                  <a:latin typeface="Times New Roman"/>
                  <a:cs typeface="Times New Roman"/>
                </a:rPr>
                <a:t>P G</a:t>
              </a:r>
              <a:r>
                <a:rPr spc="4" dirty="0">
                  <a:latin typeface="Times New Roman"/>
                  <a:cs typeface="Times New Roman"/>
                </a:rPr>
                <a:t>E</a:t>
              </a:r>
              <a:r>
                <a:rPr dirty="0">
                  <a:latin typeface="Times New Roman"/>
                  <a:cs typeface="Times New Roman"/>
                </a:rPr>
                <a:t>T</a:t>
              </a:r>
              <a:r>
                <a:rPr spc="-4" dirty="0">
                  <a:latin typeface="Times New Roman"/>
                  <a:cs typeface="Times New Roman"/>
                </a:rPr>
                <a:t> </a:t>
              </a:r>
              <a:r>
                <a:rPr dirty="0">
                  <a:latin typeface="Times New Roman"/>
                  <a:cs typeface="Times New Roman"/>
                </a:rPr>
                <a:t>me</a:t>
              </a:r>
              <a:r>
                <a:rPr spc="9" dirty="0">
                  <a:latin typeface="Times New Roman"/>
                  <a:cs typeface="Times New Roman"/>
                </a:rPr>
                <a:t>tho</a:t>
              </a:r>
              <a:r>
                <a:rPr dirty="0">
                  <a:latin typeface="Times New Roman"/>
                  <a:cs typeface="Times New Roman"/>
                </a:rPr>
                <a:t>d</a:t>
              </a:r>
              <a:endParaRPr>
                <a:latin typeface="Times New Roman"/>
                <a:cs typeface="Times New Roman"/>
              </a:endParaRPr>
            </a:p>
          </p:txBody>
        </p:sp>
        <p:sp>
          <p:nvSpPr>
            <p:cNvPr id="10" name="object 10"/>
            <p:cNvSpPr txBox="1"/>
            <p:nvPr/>
          </p:nvSpPr>
          <p:spPr>
            <a:xfrm>
              <a:off x="990600" y="3505200"/>
              <a:ext cx="3429000" cy="426720"/>
            </a:xfrm>
            <a:prstGeom prst="rect">
              <a:avLst/>
            </a:prstGeom>
          </p:spPr>
          <p:txBody>
            <a:bodyPr wrap="square" lIns="0" tIns="0" rIns="0" bIns="0" rtlCol="0">
              <a:noAutofit/>
            </a:bodyPr>
            <a:lstStyle/>
            <a:p>
              <a:pPr marL="12700" marR="23812">
                <a:lnSpc>
                  <a:spcPts val="1375"/>
                </a:lnSpc>
                <a:spcBef>
                  <a:spcPts val="68"/>
                </a:spcBef>
              </a:pPr>
              <a:r>
                <a:rPr dirty="0">
                  <a:latin typeface="Times New Roman"/>
                  <a:cs typeface="Times New Roman"/>
                  <a:hlinkClick r:id="rId3"/>
                </a:rPr>
                <a:t>@</a:t>
              </a:r>
              <a:r>
                <a:rPr spc="4" dirty="0">
                  <a:latin typeface="Times New Roman"/>
                  <a:cs typeface="Times New Roman"/>
                  <a:hlinkClick r:id="rId3"/>
                </a:rPr>
                <a:t>G</a:t>
              </a:r>
              <a:r>
                <a:rPr spc="-4" dirty="0">
                  <a:latin typeface="Times New Roman"/>
                  <a:cs typeface="Times New Roman"/>
                  <a:hlinkClick r:id="rId3"/>
                </a:rPr>
                <a:t>E</a:t>
              </a:r>
              <a:r>
                <a:rPr dirty="0">
                  <a:latin typeface="Times New Roman"/>
                  <a:cs typeface="Times New Roman"/>
                  <a:hlinkClick r:id="rId3"/>
                </a:rPr>
                <a:t>T</a:t>
              </a:r>
              <a:endParaRPr>
                <a:latin typeface="Times New Roman"/>
                <a:cs typeface="Times New Roman"/>
              </a:endParaRPr>
            </a:p>
            <a:p>
              <a:pPr marL="12700">
                <a:lnSpc>
                  <a:spcPct val="95825"/>
                </a:lnSpc>
                <a:spcBef>
                  <a:spcPts val="401"/>
                </a:spcBef>
              </a:pPr>
              <a:r>
                <a:rPr dirty="0">
                  <a:latin typeface="Times New Roman"/>
                  <a:cs typeface="Times New Roman"/>
                  <a:hlinkClick r:id="rId2"/>
                </a:rPr>
                <a:t>@</a:t>
              </a:r>
              <a:r>
                <a:rPr>
                  <a:latin typeface="Times New Roman"/>
                  <a:cs typeface="Times New Roman"/>
                  <a:hlinkClick r:id="rId2"/>
                </a:rPr>
                <a:t>P</a:t>
              </a:r>
              <a:r>
                <a:rPr spc="-4">
                  <a:latin typeface="Times New Roman"/>
                  <a:cs typeface="Times New Roman"/>
                  <a:hlinkClick r:id="rId2"/>
                </a:rPr>
                <a:t>a</a:t>
              </a:r>
              <a:r>
                <a:rPr>
                  <a:latin typeface="Times New Roman"/>
                  <a:cs typeface="Times New Roman"/>
                  <a:hlinkClick r:id="rId2"/>
                </a:rPr>
                <a:t>t</a:t>
              </a:r>
              <a:r>
                <a:rPr spc="4">
                  <a:latin typeface="Times New Roman"/>
                  <a:cs typeface="Times New Roman"/>
                </a:rPr>
                <a:t>h</a:t>
              </a:r>
              <a:r>
                <a:rPr>
                  <a:latin typeface="Times New Roman"/>
                  <a:cs typeface="Times New Roman"/>
                </a:rPr>
                <a:t>(</a:t>
              </a:r>
              <a:r>
                <a:rPr lang="en-US" dirty="0">
                  <a:latin typeface="Times New Roman"/>
                  <a:cs typeface="Times New Roman"/>
                </a:rPr>
                <a:t>"</a:t>
              </a:r>
              <a:r>
                <a:rPr>
                  <a:latin typeface="Times New Roman"/>
                  <a:cs typeface="Times New Roman"/>
                </a:rPr>
                <a:t>/</a:t>
              </a:r>
              <a:r>
                <a:rPr spc="-4" dirty="0">
                  <a:latin typeface="Times New Roman"/>
                  <a:cs typeface="Times New Roman"/>
                </a:rPr>
                <a:t>He</a:t>
              </a:r>
              <a:r>
                <a:rPr dirty="0">
                  <a:latin typeface="Times New Roman"/>
                  <a:cs typeface="Times New Roman"/>
                </a:rPr>
                <a:t>l</a:t>
              </a:r>
              <a:r>
                <a:rPr spc="-4" dirty="0">
                  <a:latin typeface="Times New Roman"/>
                  <a:cs typeface="Times New Roman"/>
                </a:rPr>
                <a:t>l</a:t>
              </a:r>
              <a:r>
                <a:rPr spc="4" dirty="0">
                  <a:latin typeface="Times New Roman"/>
                  <a:cs typeface="Times New Roman"/>
                </a:rPr>
                <a:t>o</a:t>
              </a:r>
              <a:r>
                <a:rPr dirty="0">
                  <a:latin typeface="Times New Roman"/>
                  <a:cs typeface="Times New Roman"/>
                </a:rPr>
                <a:t>/{</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dirty="0">
                  <a:latin typeface="Times New Roman"/>
                  <a:cs typeface="Times New Roman"/>
                </a:rPr>
                <a:t>}</a:t>
              </a:r>
              <a:r>
                <a:rPr spc="-9" dirty="0">
                  <a:latin typeface="Times New Roman"/>
                  <a:cs typeface="Times New Roman"/>
                </a:rPr>
                <a:t>"</a:t>
              </a:r>
              <a:r>
                <a:rPr dirty="0">
                  <a:latin typeface="Times New Roman"/>
                  <a:cs typeface="Times New Roman"/>
                </a:rPr>
                <a:t>)</a:t>
              </a:r>
              <a:endParaRPr>
                <a:latin typeface="Times New Roman"/>
                <a:cs typeface="Times New Roman"/>
              </a:endParaRPr>
            </a:p>
          </p:txBody>
        </p:sp>
        <p:sp>
          <p:nvSpPr>
            <p:cNvPr id="9" name="object 9"/>
            <p:cNvSpPr txBox="1"/>
            <p:nvPr/>
          </p:nvSpPr>
          <p:spPr>
            <a:xfrm>
              <a:off x="7764145" y="4343400"/>
              <a:ext cx="1075055" cy="68580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spc="4" dirty="0">
                  <a:latin typeface="Times New Roman"/>
                  <a:cs typeface="Times New Roman"/>
                </a:rPr>
                <a:t>es</a:t>
              </a:r>
              <a:r>
                <a:rPr spc="9" dirty="0">
                  <a:latin typeface="Times New Roman"/>
                  <a:cs typeface="Times New Roman"/>
                </a:rPr>
                <a:t>ou</a:t>
              </a:r>
              <a:r>
                <a:rPr spc="-4" dirty="0">
                  <a:latin typeface="Times New Roman"/>
                  <a:cs typeface="Times New Roman"/>
                </a:rPr>
                <a:t>r</a:t>
              </a:r>
              <a:r>
                <a:rPr spc="4" dirty="0">
                  <a:latin typeface="Times New Roman"/>
                  <a:cs typeface="Times New Roman"/>
                </a:rPr>
                <a:t>c</a:t>
              </a:r>
              <a:r>
                <a:rPr dirty="0">
                  <a:latin typeface="Times New Roman"/>
                  <a:cs typeface="Times New Roman"/>
                </a:rPr>
                <a:t>e m</a:t>
              </a:r>
              <a:r>
                <a:rPr spc="4" dirty="0">
                  <a:latin typeface="Times New Roman"/>
                  <a:cs typeface="Times New Roman"/>
                </a:rPr>
                <a:t>e</a:t>
              </a:r>
              <a:r>
                <a:rPr dirty="0">
                  <a:latin typeface="Times New Roman"/>
                  <a:cs typeface="Times New Roman"/>
                </a:rPr>
                <a:t>t</a:t>
              </a:r>
              <a:r>
                <a:rPr spc="9" dirty="0">
                  <a:latin typeface="Times New Roman"/>
                  <a:cs typeface="Times New Roman"/>
                </a:rPr>
                <a:t>ho</a:t>
              </a:r>
              <a:r>
                <a:rPr dirty="0">
                  <a:latin typeface="Times New Roman"/>
                  <a:cs typeface="Times New Roman"/>
                </a:rPr>
                <a:t>d</a:t>
              </a:r>
              <a:endParaRPr>
                <a:latin typeface="Times New Roman"/>
                <a:cs typeface="Times New Roman"/>
              </a:endParaRPr>
            </a:p>
          </p:txBody>
        </p:sp>
        <p:sp>
          <p:nvSpPr>
            <p:cNvPr id="8" name="object 8"/>
            <p:cNvSpPr txBox="1"/>
            <p:nvPr/>
          </p:nvSpPr>
          <p:spPr>
            <a:xfrm>
              <a:off x="5105400" y="3429000"/>
              <a:ext cx="2835910" cy="380999"/>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spc="4" dirty="0">
                  <a:latin typeface="Times New Roman"/>
                  <a:cs typeface="Times New Roman"/>
                </a:rPr>
                <a:t>es</a:t>
              </a:r>
              <a:r>
                <a:rPr spc="9" dirty="0">
                  <a:latin typeface="Times New Roman"/>
                  <a:cs typeface="Times New Roman"/>
                </a:rPr>
                <a:t>ou</a:t>
              </a:r>
              <a:r>
                <a:rPr spc="-4" dirty="0">
                  <a:latin typeface="Times New Roman"/>
                  <a:cs typeface="Times New Roman"/>
                </a:rPr>
                <a:t>r</a:t>
              </a:r>
              <a:r>
                <a:rPr spc="4" dirty="0">
                  <a:latin typeface="Times New Roman"/>
                  <a:cs typeface="Times New Roman"/>
                </a:rPr>
                <a:t>c</a:t>
              </a:r>
              <a:r>
                <a:rPr dirty="0">
                  <a:latin typeface="Times New Roman"/>
                  <a:cs typeface="Times New Roman"/>
                </a:rPr>
                <a:t>e m</a:t>
              </a:r>
              <a:r>
                <a:rPr spc="4" dirty="0">
                  <a:latin typeface="Times New Roman"/>
                  <a:cs typeface="Times New Roman"/>
                </a:rPr>
                <a:t>e</a:t>
              </a:r>
              <a:r>
                <a:rPr dirty="0">
                  <a:latin typeface="Times New Roman"/>
                  <a:cs typeface="Times New Roman"/>
                </a:rPr>
                <a:t>t</a:t>
              </a:r>
              <a:r>
                <a:rPr spc="9" dirty="0">
                  <a:latin typeface="Times New Roman"/>
                  <a:cs typeface="Times New Roman"/>
                </a:rPr>
                <a:t>ho</a:t>
              </a:r>
              <a:r>
                <a:rPr dirty="0">
                  <a:latin typeface="Times New Roman"/>
                  <a:cs typeface="Times New Roman"/>
                </a:rPr>
                <a:t>d </a:t>
              </a:r>
              <a:r>
                <a:rPr spc="9" dirty="0">
                  <a:latin typeface="Times New Roman"/>
                  <a:cs typeface="Times New Roman"/>
                </a:rPr>
                <a:t>p</a:t>
              </a:r>
              <a:r>
                <a:rPr spc="4" dirty="0">
                  <a:latin typeface="Times New Roman"/>
                  <a:cs typeface="Times New Roman"/>
                </a:rPr>
                <a:t>a</a:t>
              </a:r>
              <a:r>
                <a:rPr spc="-4" dirty="0">
                  <a:latin typeface="Times New Roman"/>
                  <a:cs typeface="Times New Roman"/>
                </a:rPr>
                <a:t>r</a:t>
              </a:r>
              <a:r>
                <a:rPr spc="4" dirty="0">
                  <a:latin typeface="Times New Roman"/>
                  <a:cs typeface="Times New Roman"/>
                </a:rPr>
                <a:t>a</a:t>
              </a:r>
              <a:r>
                <a:rPr dirty="0">
                  <a:latin typeface="Times New Roman"/>
                  <a:cs typeface="Times New Roman"/>
                </a:rPr>
                <a:t>me</a:t>
              </a:r>
              <a:r>
                <a:rPr spc="9" dirty="0">
                  <a:latin typeface="Times New Roman"/>
                  <a:cs typeface="Times New Roman"/>
                </a:rPr>
                <a:t>t</a:t>
              </a:r>
              <a:r>
                <a:rPr dirty="0">
                  <a:latin typeface="Times New Roman"/>
                  <a:cs typeface="Times New Roman"/>
                </a:rPr>
                <a:t>er</a:t>
              </a:r>
              <a:endParaRPr>
                <a:latin typeface="Times New Roman"/>
                <a:cs typeface="Times New Roman"/>
              </a:endParaRPr>
            </a:p>
          </p:txBody>
        </p:sp>
        <p:sp>
          <p:nvSpPr>
            <p:cNvPr id="7" name="object 7"/>
            <p:cNvSpPr txBox="1"/>
            <p:nvPr/>
          </p:nvSpPr>
          <p:spPr>
            <a:xfrm>
              <a:off x="765810" y="5075448"/>
              <a:ext cx="125409" cy="184150"/>
            </a:xfrm>
            <a:prstGeom prst="rect">
              <a:avLst/>
            </a:prstGeom>
          </p:spPr>
          <p:txBody>
            <a:bodyPr wrap="square" lIns="0" tIns="0" rIns="0" bIns="0" rtlCol="0">
              <a:noAutofit/>
            </a:bodyPr>
            <a:lstStyle/>
            <a:p>
              <a:pPr marL="12700">
                <a:lnSpc>
                  <a:spcPts val="1375"/>
                </a:lnSpc>
                <a:spcBef>
                  <a:spcPts val="68"/>
                </a:spcBef>
              </a:pPr>
              <a:r>
                <a:rPr sz="1250" dirty="0">
                  <a:latin typeface="Times New Roman"/>
                  <a:cs typeface="Times New Roman"/>
                </a:rPr>
                <a:t>}</a:t>
              </a:r>
              <a:endParaRPr sz="1250">
                <a:latin typeface="Times New Roman"/>
                <a:cs typeface="Times New Roman"/>
              </a:endParaRPr>
            </a:p>
          </p:txBody>
        </p:sp>
        <p:sp>
          <p:nvSpPr>
            <p:cNvPr id="6" name="object 6"/>
            <p:cNvSpPr txBox="1"/>
            <p:nvPr/>
          </p:nvSpPr>
          <p:spPr>
            <a:xfrm>
              <a:off x="5181600" y="2819400"/>
              <a:ext cx="3962400" cy="41529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dirty="0">
                  <a:latin typeface="Times New Roman"/>
                  <a:cs typeface="Times New Roman"/>
                </a:rPr>
                <a:t>e</a:t>
              </a:r>
              <a:r>
                <a:rPr spc="14" dirty="0">
                  <a:latin typeface="Times New Roman"/>
                  <a:cs typeface="Times New Roman"/>
                </a:rPr>
                <a:t>s</a:t>
              </a:r>
              <a:r>
                <a:rPr spc="9" dirty="0">
                  <a:latin typeface="Times New Roman"/>
                  <a:cs typeface="Times New Roman"/>
                </a:rPr>
                <a:t>o</a:t>
              </a:r>
              <a:r>
                <a:rPr dirty="0">
                  <a:latin typeface="Times New Roman"/>
                  <a:cs typeface="Times New Roman"/>
                </a:rPr>
                <a:t>u</a:t>
              </a:r>
              <a:r>
                <a:rPr spc="4" dirty="0">
                  <a:latin typeface="Times New Roman"/>
                  <a:cs typeface="Times New Roman"/>
                </a:rPr>
                <a:t>rc</a:t>
              </a:r>
              <a:r>
                <a:rPr dirty="0">
                  <a:latin typeface="Times New Roman"/>
                  <a:cs typeface="Times New Roman"/>
                </a:rPr>
                <a:t>e </a:t>
              </a:r>
              <a:r>
                <a:rPr spc="9" dirty="0">
                  <a:latin typeface="Times New Roman"/>
                  <a:cs typeface="Times New Roman"/>
                </a:rPr>
                <a:t>n</a:t>
              </a:r>
              <a:r>
                <a:rPr dirty="0">
                  <a:latin typeface="Times New Roman"/>
                  <a:cs typeface="Times New Roman"/>
                </a:rPr>
                <a:t>ame </a:t>
              </a:r>
              <a:r>
                <a:rPr spc="4" dirty="0">
                  <a:latin typeface="Times New Roman"/>
                  <a:cs typeface="Times New Roman"/>
                </a:rPr>
                <a:t>re</a:t>
              </a:r>
              <a:r>
                <a:rPr dirty="0">
                  <a:latin typeface="Times New Roman"/>
                  <a:cs typeface="Times New Roman"/>
                </a:rPr>
                <a:t>l</a:t>
              </a:r>
              <a:r>
                <a:rPr spc="4" dirty="0">
                  <a:latin typeface="Times New Roman"/>
                  <a:cs typeface="Times New Roman"/>
                </a:rPr>
                <a:t>a</a:t>
              </a:r>
              <a:r>
                <a:rPr dirty="0">
                  <a:latin typeface="Times New Roman"/>
                  <a:cs typeface="Times New Roman"/>
                </a:rPr>
                <a:t>t</a:t>
              </a:r>
              <a:r>
                <a:rPr spc="9" dirty="0">
                  <a:latin typeface="Times New Roman"/>
                  <a:cs typeface="Times New Roman"/>
                </a:rPr>
                <a:t>iv</a:t>
              </a:r>
              <a:r>
                <a:rPr dirty="0">
                  <a:latin typeface="Times New Roman"/>
                  <a:cs typeface="Times New Roman"/>
                </a:rPr>
                <a:t>e to</a:t>
              </a:r>
              <a:r>
                <a:rPr spc="9" dirty="0">
                  <a:latin typeface="Times New Roman"/>
                  <a:cs typeface="Times New Roman"/>
                </a:rPr>
                <a:t> </a:t>
              </a:r>
              <a:r>
                <a:rPr spc="4" dirty="0">
                  <a:latin typeface="Times New Roman"/>
                  <a:cs typeface="Times New Roman"/>
                </a:rPr>
                <a:t>r</a:t>
              </a:r>
              <a:r>
                <a:rPr dirty="0">
                  <a:latin typeface="Times New Roman"/>
                  <a:cs typeface="Times New Roman"/>
                </a:rPr>
                <a:t>e</a:t>
              </a:r>
              <a:r>
                <a:rPr spc="4" dirty="0">
                  <a:latin typeface="Times New Roman"/>
                  <a:cs typeface="Times New Roman"/>
                </a:rPr>
                <a:t>s</a:t>
              </a:r>
              <a:r>
                <a:rPr spc="9" dirty="0">
                  <a:latin typeface="Times New Roman"/>
                  <a:cs typeface="Times New Roman"/>
                </a:rPr>
                <a:t>ou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spc="9" dirty="0">
                  <a:latin typeface="Times New Roman"/>
                  <a:cs typeface="Times New Roman"/>
                </a:rPr>
                <a:t>p</a:t>
              </a:r>
              <a:r>
                <a:rPr spc="4" dirty="0">
                  <a:latin typeface="Times New Roman"/>
                  <a:cs typeface="Times New Roman"/>
                </a:rPr>
                <a:t>a</a:t>
              </a:r>
              <a:r>
                <a:rPr dirty="0">
                  <a:latin typeface="Times New Roman"/>
                  <a:cs typeface="Times New Roman"/>
                </a:rPr>
                <a:t>th</a:t>
              </a:r>
              <a:r>
                <a:rPr spc="9" dirty="0">
                  <a:latin typeface="Times New Roman"/>
                  <a:cs typeface="Times New Roman"/>
                </a:rPr>
                <a:t> o</a:t>
              </a:r>
              <a:r>
                <a:rPr dirty="0">
                  <a:latin typeface="Times New Roman"/>
                  <a:cs typeface="Times New Roman"/>
                </a:rPr>
                <a:t>f</a:t>
              </a:r>
              <a:endParaRPr>
                <a:latin typeface="Times New Roman"/>
                <a:cs typeface="Times New Roman"/>
              </a:endParaRPr>
            </a:p>
            <a:p>
              <a:pPr marL="12700" marR="26670">
                <a:lnSpc>
                  <a:spcPct val="95825"/>
                </a:lnSpc>
              </a:pPr>
              <a:r>
                <a:rPr dirty="0">
                  <a:latin typeface="Times New Roman"/>
                  <a:cs typeface="Times New Roman"/>
                </a:rPr>
                <a:t>c</a:t>
              </a:r>
              <a:r>
                <a:rPr spc="9" dirty="0">
                  <a:latin typeface="Times New Roman"/>
                  <a:cs typeface="Times New Roman"/>
                </a:rPr>
                <a:t>l</a:t>
              </a:r>
              <a:r>
                <a:rPr dirty="0">
                  <a:latin typeface="Times New Roman"/>
                  <a:cs typeface="Times New Roman"/>
                </a:rPr>
                <a:t>a</a:t>
              </a:r>
              <a:r>
                <a:rPr spc="4" dirty="0">
                  <a:latin typeface="Times New Roman"/>
                  <a:cs typeface="Times New Roman"/>
                </a:rPr>
                <a:t>ss(</a:t>
              </a:r>
              <a:r>
                <a:rPr spc="9" dirty="0">
                  <a:latin typeface="Times New Roman"/>
                  <a:cs typeface="Times New Roman"/>
                </a:rPr>
                <a:t>1</a:t>
              </a:r>
              <a:r>
                <a:rPr dirty="0">
                  <a:latin typeface="Times New Roman"/>
                  <a:cs typeface="Times New Roman"/>
                </a:rPr>
                <a:t>)</a:t>
              </a:r>
              <a:endParaRPr>
                <a:latin typeface="Times New Roman"/>
                <a:cs typeface="Times New Roman"/>
              </a:endParaRPr>
            </a:p>
          </p:txBody>
        </p:sp>
        <p:sp>
          <p:nvSpPr>
            <p:cNvPr id="2" name="object 2"/>
            <p:cNvSpPr txBox="1"/>
            <p:nvPr/>
          </p:nvSpPr>
          <p:spPr>
            <a:xfrm>
              <a:off x="457200" y="4038600"/>
              <a:ext cx="7239000" cy="1219200"/>
            </a:xfrm>
            <a:prstGeom prst="rect">
              <a:avLst/>
            </a:prstGeom>
            <a:solidFill>
              <a:schemeClr val="accent5">
                <a:lumMod val="20000"/>
                <a:lumOff val="80000"/>
              </a:schemeClr>
            </a:solidFill>
          </p:spPr>
          <p:txBody>
            <a:bodyPr wrap="square" lIns="0" tIns="0" rIns="0" bIns="0" rtlCol="0">
              <a:noAutofit/>
            </a:bodyPr>
            <a:lstStyle/>
            <a:p>
              <a:pPr marL="21590">
                <a:lnSpc>
                  <a:spcPts val="1410"/>
                </a:lnSpc>
                <a:spcBef>
                  <a:spcPts val="70"/>
                </a:spcBef>
              </a:pPr>
              <a:endParaRPr lang="en-US" spc="4" dirty="0">
                <a:latin typeface="Times New Roman"/>
                <a:cs typeface="Times New Roman"/>
              </a:endParaRPr>
            </a:p>
            <a:p>
              <a:pPr marL="21590">
                <a:lnSpc>
                  <a:spcPts val="1410"/>
                </a:lnSpc>
                <a:spcBef>
                  <a:spcPts val="70"/>
                </a:spcBef>
              </a:pPr>
              <a:r>
                <a:rPr spc="4">
                  <a:latin typeface="Times New Roman"/>
                  <a:cs typeface="Times New Roman"/>
                </a:rPr>
                <a:t>p</a:t>
              </a:r>
              <a:r>
                <a:rPr spc="-4">
                  <a:latin typeface="Times New Roman"/>
                  <a:cs typeface="Times New Roman"/>
                </a:rPr>
                <a:t>ub</a:t>
              </a:r>
              <a:r>
                <a:rPr>
                  <a:latin typeface="Times New Roman"/>
                  <a:cs typeface="Times New Roman"/>
                </a:rPr>
                <a:t>lic </a:t>
              </a:r>
              <a:r>
                <a:rPr spc="-14" dirty="0">
                  <a:latin typeface="Times New Roman"/>
                  <a:cs typeface="Times New Roman"/>
                </a:rPr>
                <a:t>R</a:t>
              </a:r>
              <a:r>
                <a:rPr spc="4" dirty="0">
                  <a:latin typeface="Times New Roman"/>
                  <a:cs typeface="Times New Roman"/>
                </a:rPr>
                <a:t>e</a:t>
              </a:r>
              <a:r>
                <a:rPr spc="-4" dirty="0">
                  <a:latin typeface="Times New Roman"/>
                  <a:cs typeface="Times New Roman"/>
                </a:rPr>
                <a:t>spo</a:t>
              </a:r>
              <a:r>
                <a:rPr spc="4" dirty="0">
                  <a:latin typeface="Times New Roman"/>
                  <a:cs typeface="Times New Roman"/>
                </a:rPr>
                <a:t>n</a:t>
              </a:r>
              <a:r>
                <a:rPr spc="-4" dirty="0">
                  <a:latin typeface="Times New Roman"/>
                  <a:cs typeface="Times New Roman"/>
                </a:rPr>
                <a:t>s</a:t>
              </a:r>
              <a:r>
                <a:rPr dirty="0">
                  <a:latin typeface="Times New Roman"/>
                  <a:cs typeface="Times New Roman"/>
                </a:rPr>
                <a:t>e</a:t>
              </a:r>
              <a:r>
                <a:rPr spc="-4" dirty="0">
                  <a:latin typeface="Times New Roman"/>
                  <a:cs typeface="Times New Roman"/>
                </a:rPr>
                <a:t> </a:t>
              </a:r>
              <a:r>
                <a:rPr spc="4" dirty="0">
                  <a:latin typeface="Times New Roman"/>
                  <a:cs typeface="Times New Roman"/>
                </a:rPr>
                <a:t>p</a:t>
              </a:r>
              <a:r>
                <a:rPr dirty="0">
                  <a:latin typeface="Times New Roman"/>
                  <a:cs typeface="Times New Roman"/>
                </a:rPr>
                <a:t>r</a:t>
              </a:r>
              <a:r>
                <a:rPr spc="-4" dirty="0">
                  <a:latin typeface="Times New Roman"/>
                  <a:cs typeface="Times New Roman"/>
                </a:rPr>
                <a:t>i</a:t>
              </a:r>
              <a:r>
                <a:rPr spc="4" dirty="0">
                  <a:latin typeface="Times New Roman"/>
                  <a:cs typeface="Times New Roman"/>
                </a:rPr>
                <a:t>n</a:t>
              </a:r>
              <a:r>
                <a:rPr spc="-4" dirty="0">
                  <a:latin typeface="Times New Roman"/>
                  <a:cs typeface="Times New Roman"/>
                </a:rPr>
                <a:t>t</a:t>
              </a:r>
              <a:r>
                <a:rPr dirty="0">
                  <a:latin typeface="Times New Roman"/>
                  <a:cs typeface="Times New Roman"/>
                </a:rPr>
                <a:t>M</a:t>
              </a:r>
              <a:r>
                <a:rPr spc="-4" dirty="0">
                  <a:latin typeface="Times New Roman"/>
                  <a:cs typeface="Times New Roman"/>
                </a:rPr>
                <a:t>essa</a:t>
              </a:r>
              <a:r>
                <a:rPr spc="4" dirty="0">
                  <a:latin typeface="Times New Roman"/>
                  <a:cs typeface="Times New Roman"/>
                </a:rPr>
                <a:t>g</a:t>
              </a:r>
              <a:r>
                <a:rPr spc="-4" dirty="0">
                  <a:latin typeface="Times New Roman"/>
                  <a:cs typeface="Times New Roman"/>
                </a:rPr>
                <a:t>e</a:t>
              </a:r>
              <a:r>
                <a:rPr dirty="0">
                  <a:latin typeface="Times New Roman"/>
                  <a:cs typeface="Times New Roman"/>
                  <a:hlinkClick r:id="rId4"/>
                </a:rPr>
                <a:t>(@P</a:t>
              </a:r>
              <a:r>
                <a:rPr spc="-4" dirty="0">
                  <a:latin typeface="Times New Roman"/>
                  <a:cs typeface="Times New Roman"/>
                  <a:hlinkClick r:id="rId4"/>
                </a:rPr>
                <a:t>a</a:t>
              </a:r>
              <a:r>
                <a:rPr dirty="0">
                  <a:latin typeface="Times New Roman"/>
                  <a:cs typeface="Times New Roman"/>
                  <a:hlinkClick r:id="rId4"/>
                </a:rPr>
                <a:t>t</a:t>
              </a:r>
              <a:r>
                <a:rPr spc="-4" dirty="0">
                  <a:latin typeface="Times New Roman"/>
                  <a:cs typeface="Times New Roman"/>
                  <a:hlinkClick r:id="rId4"/>
                </a:rPr>
                <a:t>h</a:t>
              </a:r>
              <a:r>
                <a:rPr spc="4" dirty="0">
                  <a:latin typeface="Times New Roman"/>
                  <a:cs typeface="Times New Roman"/>
                  <a:hlinkClick r:id="rId4"/>
                </a:rPr>
                <a:t>P</a:t>
              </a:r>
              <a:r>
                <a:rPr spc="-4" dirty="0">
                  <a:latin typeface="Times New Roman"/>
                  <a:cs typeface="Times New Roman"/>
                  <a:hlinkClick r:id="rId4"/>
                </a:rPr>
                <a:t>a</a:t>
              </a:r>
              <a:r>
                <a:rPr dirty="0">
                  <a:latin typeface="Times New Roman"/>
                  <a:cs typeface="Times New Roman"/>
                  <a:hlinkClick r:id="rId4"/>
                </a:rPr>
                <a:t>r</a:t>
              </a:r>
              <a:r>
                <a:rPr spc="-4" dirty="0">
                  <a:latin typeface="Times New Roman"/>
                  <a:cs typeface="Times New Roman"/>
                  <a:hlinkClick r:id="rId4"/>
                </a:rPr>
                <a:t>a</a:t>
              </a:r>
              <a:r>
                <a:rPr dirty="0">
                  <a:latin typeface="Times New Roman"/>
                  <a:cs typeface="Times New Roman"/>
                  <a:hlinkClick r:id="rId4"/>
                </a:rPr>
                <a:t>m("</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spc="-9" dirty="0">
                  <a:latin typeface="Times New Roman"/>
                  <a:cs typeface="Times New Roman"/>
                </a:rPr>
                <a:t>"</a:t>
              </a:r>
              <a:r>
                <a:rPr dirty="0">
                  <a:latin typeface="Times New Roman"/>
                  <a:cs typeface="Times New Roman"/>
                </a:rPr>
                <a:t>) </a:t>
              </a:r>
              <a:r>
                <a:rPr spc="4" dirty="0">
                  <a:latin typeface="Times New Roman"/>
                  <a:cs typeface="Times New Roman"/>
                </a:rPr>
                <a:t>S</a:t>
              </a:r>
              <a:r>
                <a:rPr dirty="0">
                  <a:latin typeface="Times New Roman"/>
                  <a:cs typeface="Times New Roman"/>
                </a:rPr>
                <a:t>tr</a:t>
              </a:r>
              <a:r>
                <a:rPr spc="-4" dirty="0">
                  <a:latin typeface="Times New Roman"/>
                  <a:cs typeface="Times New Roman"/>
                </a:rPr>
                <a:t>i</a:t>
              </a:r>
              <a:r>
                <a:rPr spc="4" dirty="0">
                  <a:latin typeface="Times New Roman"/>
                  <a:cs typeface="Times New Roman"/>
                </a:rPr>
                <a:t>n</a:t>
              </a:r>
              <a:r>
                <a:rPr dirty="0">
                  <a:latin typeface="Times New Roman"/>
                  <a:cs typeface="Times New Roman"/>
                </a:rPr>
                <a:t>g </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a:latin typeface="Times New Roman"/>
                  <a:cs typeface="Times New Roman"/>
                </a:rPr>
                <a:t>)</a:t>
              </a:r>
              <a:r>
                <a:rPr spc="9">
                  <a:latin typeface="Times New Roman"/>
                  <a:cs typeface="Times New Roman"/>
                </a:rPr>
                <a:t> </a:t>
              </a:r>
              <a:r>
                <a:rPr>
                  <a:latin typeface="Times New Roman"/>
                  <a:cs typeface="Times New Roman"/>
                </a:rPr>
                <a:t>{</a:t>
              </a:r>
            </a:p>
            <a:p>
              <a:pPr marL="180340">
                <a:lnSpc>
                  <a:spcPct val="95825"/>
                </a:lnSpc>
                <a:spcBef>
                  <a:spcPts val="399"/>
                </a:spcBef>
              </a:pPr>
              <a:r>
                <a:rPr dirty="0">
                  <a:latin typeface="Times New Roman"/>
                  <a:cs typeface="Times New Roman"/>
                </a:rPr>
                <a:t>r</a:t>
              </a:r>
              <a:r>
                <a:rPr spc="4" dirty="0">
                  <a:latin typeface="Times New Roman"/>
                  <a:cs typeface="Times New Roman"/>
                </a:rPr>
                <a:t>e</a:t>
              </a:r>
              <a:r>
                <a:rPr spc="-4" dirty="0">
                  <a:latin typeface="Times New Roman"/>
                  <a:cs typeface="Times New Roman"/>
                </a:rPr>
                <a:t>t</a:t>
              </a:r>
              <a:r>
                <a:rPr spc="4" dirty="0">
                  <a:latin typeface="Times New Roman"/>
                  <a:cs typeface="Times New Roman"/>
                </a:rPr>
                <a:t>u</a:t>
              </a:r>
              <a:r>
                <a:rPr dirty="0">
                  <a:latin typeface="Times New Roman"/>
                  <a:cs typeface="Times New Roman"/>
                </a:rPr>
                <a:t>rn</a:t>
              </a:r>
              <a:r>
                <a:rPr spc="-9" dirty="0">
                  <a:latin typeface="Times New Roman"/>
                  <a:cs typeface="Times New Roman"/>
                </a:rPr>
                <a:t> </a:t>
              </a:r>
              <a:r>
                <a:rPr spc="-4" dirty="0">
                  <a:latin typeface="Times New Roman"/>
                  <a:cs typeface="Times New Roman"/>
                </a:rPr>
                <a:t>Res</a:t>
              </a:r>
              <a:r>
                <a:rPr spc="4" dirty="0">
                  <a:latin typeface="Times New Roman"/>
                  <a:cs typeface="Times New Roman"/>
                </a:rPr>
                <a:t>p</a:t>
              </a:r>
              <a:r>
                <a:rPr spc="-4" dirty="0">
                  <a:latin typeface="Times New Roman"/>
                  <a:cs typeface="Times New Roman"/>
                </a:rPr>
                <a:t>o</a:t>
              </a:r>
              <a:r>
                <a:rPr spc="4" dirty="0">
                  <a:latin typeface="Times New Roman"/>
                  <a:cs typeface="Times New Roman"/>
                </a:rPr>
                <a:t>n</a:t>
              </a:r>
              <a:r>
                <a:rPr spc="-14" dirty="0">
                  <a:latin typeface="Times New Roman"/>
                  <a:cs typeface="Times New Roman"/>
                </a:rPr>
                <a:t>s</a:t>
              </a:r>
              <a:r>
                <a:rPr spc="4" dirty="0">
                  <a:latin typeface="Times New Roman"/>
                  <a:cs typeface="Times New Roman"/>
                </a:rPr>
                <a:t>e</a:t>
              </a:r>
              <a:r>
                <a:rPr spc="-4" dirty="0">
                  <a:latin typeface="Times New Roman"/>
                  <a:cs typeface="Times New Roman"/>
                </a:rPr>
                <a:t>.s</a:t>
              </a:r>
              <a:r>
                <a:rPr dirty="0">
                  <a:latin typeface="Times New Roman"/>
                  <a:cs typeface="Times New Roman"/>
                </a:rPr>
                <a:t>t</a:t>
              </a:r>
              <a:r>
                <a:rPr spc="-4" dirty="0">
                  <a:latin typeface="Times New Roman"/>
                  <a:cs typeface="Times New Roman"/>
                </a:rPr>
                <a:t>a</a:t>
              </a:r>
              <a:r>
                <a:rPr dirty="0">
                  <a:latin typeface="Times New Roman"/>
                  <a:cs typeface="Times New Roman"/>
                </a:rPr>
                <a:t>t</a:t>
              </a:r>
              <a:r>
                <a:rPr spc="-4" dirty="0">
                  <a:latin typeface="Times New Roman"/>
                  <a:cs typeface="Times New Roman"/>
                </a:rPr>
                <a:t>us</a:t>
              </a:r>
              <a:r>
                <a:rPr dirty="0">
                  <a:latin typeface="Times New Roman"/>
                  <a:cs typeface="Times New Roman"/>
                </a:rPr>
                <a:t>(</a:t>
              </a:r>
              <a:r>
                <a:rPr spc="-4" dirty="0">
                  <a:latin typeface="Times New Roman"/>
                  <a:cs typeface="Times New Roman"/>
                </a:rPr>
                <a:t>2</a:t>
              </a:r>
              <a:r>
                <a:rPr spc="4" dirty="0">
                  <a:latin typeface="Times New Roman"/>
                  <a:cs typeface="Times New Roman"/>
                </a:rPr>
                <a:t>0</a:t>
              </a:r>
              <a:r>
                <a:rPr spc="-4" dirty="0">
                  <a:latin typeface="Times New Roman"/>
                  <a:cs typeface="Times New Roman"/>
                </a:rPr>
                <a:t>0</a:t>
              </a:r>
              <a:r>
                <a:rPr dirty="0">
                  <a:latin typeface="Times New Roman"/>
                  <a:cs typeface="Times New Roman"/>
                </a:rPr>
                <a:t>)</a:t>
              </a:r>
              <a:r>
                <a:rPr spc="4" dirty="0">
                  <a:latin typeface="Times New Roman"/>
                  <a:cs typeface="Times New Roman"/>
                </a:rPr>
                <a:t>.</a:t>
              </a:r>
              <a:r>
                <a:rPr spc="-4" dirty="0">
                  <a:latin typeface="Times New Roman"/>
                  <a:cs typeface="Times New Roman"/>
                </a:rPr>
                <a:t>en</a:t>
              </a:r>
              <a:r>
                <a:rPr dirty="0">
                  <a:latin typeface="Times New Roman"/>
                  <a:cs typeface="Times New Roman"/>
                </a:rPr>
                <a:t>tit</a:t>
              </a:r>
              <a:r>
                <a:rPr spc="-4" dirty="0">
                  <a:latin typeface="Times New Roman"/>
                  <a:cs typeface="Times New Roman"/>
                </a:rPr>
                <a:t>y</a:t>
              </a:r>
              <a:r>
                <a:rPr dirty="0">
                  <a:latin typeface="Times New Roman"/>
                  <a:cs typeface="Times New Roman"/>
                </a:rPr>
                <a:t>(</a:t>
              </a:r>
              <a:r>
                <a:rPr spc="-9" dirty="0">
                  <a:latin typeface="Times New Roman"/>
                  <a:cs typeface="Times New Roman"/>
                </a:rPr>
                <a:t>"</a:t>
              </a:r>
              <a:r>
                <a:rPr spc="-4" dirty="0">
                  <a:latin typeface="Times New Roman"/>
                  <a:cs typeface="Times New Roman"/>
                </a:rPr>
                <a:t>He</a:t>
              </a:r>
              <a:r>
                <a:rPr dirty="0">
                  <a:latin typeface="Times New Roman"/>
                  <a:cs typeface="Times New Roman"/>
                </a:rPr>
                <a:t>llo </a:t>
              </a:r>
              <a:r>
                <a:rPr>
                  <a:latin typeface="Times New Roman"/>
                  <a:cs typeface="Times New Roman"/>
                </a:rPr>
                <a:t>"</a:t>
              </a:r>
              <a:r>
                <a:rPr spc="-14">
                  <a:latin typeface="Times New Roman"/>
                  <a:cs typeface="Times New Roman"/>
                </a:rPr>
                <a:t> </a:t>
              </a:r>
              <a:r>
                <a:rPr>
                  <a:latin typeface="Times New Roman"/>
                  <a:cs typeface="Times New Roman"/>
                </a:rPr>
                <a:t>+</a:t>
              </a:r>
              <a:r>
                <a:rPr lang="en-US" dirty="0">
                  <a:latin typeface="Times New Roman"/>
                  <a:cs typeface="Times New Roman"/>
                </a:rPr>
                <a:t> n</a:t>
              </a:r>
              <a:r>
                <a:rPr spc="-4">
                  <a:latin typeface="Times New Roman"/>
                  <a:cs typeface="Times New Roman"/>
                </a:rPr>
                <a:t>a</a:t>
              </a:r>
              <a:r>
                <a:rPr>
                  <a:latin typeface="Times New Roman"/>
                  <a:cs typeface="Times New Roman"/>
                </a:rPr>
                <a:t>m</a:t>
              </a:r>
              <a:r>
                <a:rPr spc="-4">
                  <a:latin typeface="Times New Roman"/>
                  <a:cs typeface="Times New Roman"/>
                </a:rPr>
                <a:t>e</a:t>
              </a:r>
              <a:r>
                <a:rPr dirty="0">
                  <a:latin typeface="Times New Roman"/>
                  <a:cs typeface="Times New Roman"/>
                </a:rPr>
                <a:t>).</a:t>
              </a:r>
              <a:r>
                <a:rPr spc="4" dirty="0">
                  <a:latin typeface="Times New Roman"/>
                  <a:cs typeface="Times New Roman"/>
                </a:rPr>
                <a:t>b</a:t>
              </a:r>
              <a:r>
                <a:rPr spc="-4" dirty="0">
                  <a:latin typeface="Times New Roman"/>
                  <a:cs typeface="Times New Roman"/>
                </a:rPr>
                <a:t>u</a:t>
              </a:r>
              <a:r>
                <a:rPr dirty="0">
                  <a:latin typeface="Times New Roman"/>
                  <a:cs typeface="Times New Roman"/>
                </a:rPr>
                <a:t>il</a:t>
              </a:r>
              <a:r>
                <a:rPr spc="-4" dirty="0">
                  <a:latin typeface="Times New Roman"/>
                  <a:cs typeface="Times New Roman"/>
                </a:rPr>
                <a:t>d</a:t>
              </a:r>
              <a:r>
                <a:rPr dirty="0">
                  <a:latin typeface="Times New Roman"/>
                  <a:cs typeface="Times New Roman"/>
                </a:rPr>
                <a:t>();</a:t>
              </a:r>
              <a:endParaRPr>
                <a:latin typeface="Times New Roman"/>
                <a:cs typeface="Times New Roman"/>
              </a:endParaRPr>
            </a:p>
            <a:p>
              <a:pPr marL="21590">
                <a:lnSpc>
                  <a:spcPct val="95825"/>
                </a:lnSpc>
                <a:spcBef>
                  <a:spcPts val="470"/>
                </a:spcBef>
              </a:pPr>
              <a:r>
                <a:rPr dirty="0">
                  <a:latin typeface="Times New Roman"/>
                  <a:cs typeface="Times New Roman"/>
                </a:rPr>
                <a:t>}</a:t>
              </a:r>
              <a:endParaRPr>
                <a:latin typeface="Times New Roman"/>
                <a:cs typeface="Times New Roman"/>
              </a:endParaRPr>
            </a:p>
          </p:txBody>
        </p:sp>
        <p:cxnSp>
          <p:nvCxnSpPr>
            <p:cNvPr id="32" name="Straight Arrow Connector 31"/>
            <p:cNvCxnSpPr>
              <a:stCxn id="11" idx="1"/>
            </p:cNvCxnSpPr>
            <p:nvPr/>
          </p:nvCxnSpPr>
          <p:spPr>
            <a:xfrm rot="10800000" flipV="1">
              <a:off x="1600200" y="2418080"/>
              <a:ext cx="3506470" cy="1183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Right Brace 42"/>
            <p:cNvSpPr/>
            <p:nvPr/>
          </p:nvSpPr>
          <p:spPr>
            <a:xfrm>
              <a:off x="7467600" y="4038600"/>
              <a:ext cx="304800" cy="12192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rot="10800000" flipV="1">
              <a:off x="1905000" y="1752600"/>
              <a:ext cx="30480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10800000" flipV="1">
              <a:off x="2133600" y="3048000"/>
              <a:ext cx="2971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10800000" flipV="1">
              <a:off x="2895600" y="3505200"/>
              <a:ext cx="2133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2321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2058670" y="496735"/>
            <a:ext cx="5590494" cy="1955250"/>
          </a:xfrm>
          <a:prstGeom prst="rect">
            <a:avLst/>
          </a:prstGeom>
        </p:spPr>
        <p:txBody>
          <a:bodyPr wrap="square" lIns="0" tIns="0" rIns="0" bIns="0" rtlCol="0">
            <a:noAutofit/>
          </a:bodyPr>
          <a:lstStyle/>
          <a:p>
            <a:pPr marL="12700" marR="13239">
              <a:lnSpc>
                <a:spcPts val="4185"/>
              </a:lnSpc>
              <a:spcBef>
                <a:spcPts val="209"/>
              </a:spcBef>
            </a:pPr>
            <a:r>
              <a:rPr sz="4000" spc="-4" dirty="0">
                <a:latin typeface="Times New Roman"/>
                <a:cs typeface="Times New Roman"/>
              </a:rPr>
              <a:t>I</a:t>
            </a:r>
            <a:r>
              <a:rPr sz="4000" spc="9" dirty="0">
                <a:latin typeface="Times New Roman"/>
                <a:cs typeface="Times New Roman"/>
              </a:rPr>
              <a:t>n</a:t>
            </a:r>
            <a:r>
              <a:rPr sz="4000" dirty="0">
                <a:latin typeface="Times New Roman"/>
                <a:cs typeface="Times New Roman"/>
              </a:rPr>
              <a:t>vo</a:t>
            </a:r>
            <a:r>
              <a:rPr sz="4000" spc="9" dirty="0">
                <a:latin typeface="Times New Roman"/>
                <a:cs typeface="Times New Roman"/>
              </a:rPr>
              <a:t>k</a:t>
            </a:r>
            <a:r>
              <a:rPr sz="4000" dirty="0">
                <a:latin typeface="Times New Roman"/>
                <a:cs typeface="Times New Roman"/>
              </a:rPr>
              <a:t>i</a:t>
            </a:r>
            <a:r>
              <a:rPr sz="4000" spc="4" dirty="0">
                <a:latin typeface="Times New Roman"/>
                <a:cs typeface="Times New Roman"/>
              </a:rPr>
              <a:t>n</a:t>
            </a:r>
            <a:r>
              <a:rPr sz="4000" dirty="0">
                <a:latin typeface="Times New Roman"/>
                <a:cs typeface="Times New Roman"/>
              </a:rPr>
              <a:t>g t</a:t>
            </a:r>
            <a:r>
              <a:rPr sz="4000" spc="4" dirty="0">
                <a:latin typeface="Times New Roman"/>
                <a:cs typeface="Times New Roman"/>
              </a:rPr>
              <a:t>h</a:t>
            </a:r>
            <a:r>
              <a:rPr sz="4000" dirty="0">
                <a:latin typeface="Times New Roman"/>
                <a:cs typeface="Times New Roman"/>
              </a:rPr>
              <a:t>e </a:t>
            </a:r>
            <a:r>
              <a:rPr sz="4000" spc="-4" dirty="0">
                <a:latin typeface="Times New Roman"/>
                <a:cs typeface="Times New Roman"/>
              </a:rPr>
              <a:t>Pr</a:t>
            </a:r>
            <a:r>
              <a:rPr sz="4000" spc="4" dirty="0">
                <a:latin typeface="Times New Roman"/>
                <a:cs typeface="Times New Roman"/>
              </a:rPr>
              <a:t>i</a:t>
            </a:r>
            <a:r>
              <a:rPr sz="4000" dirty="0">
                <a:latin typeface="Times New Roman"/>
                <a:cs typeface="Times New Roman"/>
              </a:rPr>
              <a:t>n</a:t>
            </a:r>
            <a:r>
              <a:rPr sz="4000" spc="4" dirty="0">
                <a:latin typeface="Times New Roman"/>
                <a:cs typeface="Times New Roman"/>
              </a:rPr>
              <a:t>t</a:t>
            </a:r>
            <a:r>
              <a:rPr sz="4000" spc="-9" dirty="0">
                <a:latin typeface="Times New Roman"/>
                <a:cs typeface="Times New Roman"/>
              </a:rPr>
              <a:t>M</a:t>
            </a:r>
            <a:r>
              <a:rPr sz="4000" spc="-4" dirty="0">
                <a:latin typeface="Times New Roman"/>
                <a:cs typeface="Times New Roman"/>
              </a:rPr>
              <a:t>e</a:t>
            </a:r>
            <a:r>
              <a:rPr sz="4000" spc="9" dirty="0">
                <a:latin typeface="Times New Roman"/>
                <a:cs typeface="Times New Roman"/>
              </a:rPr>
              <a:t>s</a:t>
            </a:r>
            <a:r>
              <a:rPr sz="4000" spc="-9" dirty="0">
                <a:latin typeface="Times New Roman"/>
                <a:cs typeface="Times New Roman"/>
              </a:rPr>
              <a:t>s</a:t>
            </a:r>
            <a:r>
              <a:rPr sz="4000" dirty="0">
                <a:latin typeface="Times New Roman"/>
                <a:cs typeface="Times New Roman"/>
              </a:rPr>
              <a:t>a</a:t>
            </a:r>
            <a:r>
              <a:rPr sz="4000" spc="9" dirty="0">
                <a:latin typeface="Times New Roman"/>
                <a:cs typeface="Times New Roman"/>
              </a:rPr>
              <a:t>g</a:t>
            </a:r>
            <a:r>
              <a:rPr sz="4000" dirty="0">
                <a:latin typeface="Times New Roman"/>
                <a:cs typeface="Times New Roman"/>
              </a:rPr>
              <a:t>e</a:t>
            </a:r>
            <a:endParaRPr sz="4000">
              <a:latin typeface="Times New Roman"/>
              <a:cs typeface="Times New Roman"/>
            </a:endParaRPr>
          </a:p>
          <a:p>
            <a:pPr marL="242570">
              <a:lnSpc>
                <a:spcPct val="95825"/>
              </a:lnSpc>
              <a:spcBef>
                <a:spcPts val="3021"/>
              </a:spcBef>
            </a:pPr>
            <a:r>
              <a:rPr sz="1900" dirty="0">
                <a:latin typeface="Times New Roman"/>
                <a:cs typeface="Times New Roman"/>
              </a:rPr>
              <a:t>The</a:t>
            </a:r>
            <a:r>
              <a:rPr sz="1900" spc="29" dirty="0">
                <a:latin typeface="Times New Roman"/>
                <a:cs typeface="Times New Roman"/>
              </a:rPr>
              <a:t> </a:t>
            </a:r>
            <a:r>
              <a:rPr sz="1900" dirty="0">
                <a:latin typeface="Times New Roman"/>
                <a:cs typeface="Times New Roman"/>
                <a:hlinkClick r:id="rId2"/>
              </a:rPr>
              <a:t>@</a:t>
            </a:r>
            <a:r>
              <a:rPr sz="1900" spc="4" dirty="0">
                <a:latin typeface="Times New Roman"/>
                <a:cs typeface="Times New Roman"/>
                <a:hlinkClick r:id="rId2"/>
              </a:rPr>
              <a:t>P</a:t>
            </a:r>
            <a:r>
              <a:rPr sz="1900" spc="-4" dirty="0">
                <a:latin typeface="Times New Roman"/>
                <a:cs typeface="Times New Roman"/>
                <a:hlinkClick r:id="rId2"/>
              </a:rPr>
              <a:t>a</a:t>
            </a:r>
            <a:r>
              <a:rPr sz="1900" dirty="0">
                <a:latin typeface="Times New Roman"/>
                <a:cs typeface="Times New Roman"/>
                <a:hlinkClick r:id="rId2"/>
              </a:rPr>
              <a:t>th</a:t>
            </a:r>
            <a:r>
              <a:rPr sz="1900" spc="61" dirty="0">
                <a:latin typeface="Times New Roman"/>
                <a:cs typeface="Times New Roman"/>
              </a:rPr>
              <a:t> </a:t>
            </a:r>
            <a:r>
              <a:rPr sz="1900" spc="-4" dirty="0">
                <a:latin typeface="Times New Roman"/>
                <a:cs typeface="Times New Roman"/>
              </a:rPr>
              <a:t>a</a:t>
            </a:r>
            <a:r>
              <a:rPr sz="1900" spc="4" dirty="0">
                <a:latin typeface="Times New Roman"/>
                <a:cs typeface="Times New Roman"/>
              </a:rPr>
              <a:t>n</a:t>
            </a:r>
            <a:r>
              <a:rPr sz="1900" spc="14" dirty="0">
                <a:latin typeface="Times New Roman"/>
                <a:cs typeface="Times New Roman"/>
              </a:rPr>
              <a:t>n</a:t>
            </a:r>
            <a:r>
              <a:rPr sz="1900" spc="4" dirty="0">
                <a:latin typeface="Times New Roman"/>
                <a:cs typeface="Times New Roman"/>
              </a:rPr>
              <a:t>o</a:t>
            </a:r>
            <a:r>
              <a:rPr sz="1900" dirty="0">
                <a:latin typeface="Times New Roman"/>
                <a:cs typeface="Times New Roman"/>
              </a:rPr>
              <a:t>t</a:t>
            </a:r>
            <a:r>
              <a:rPr sz="1900" spc="-4" dirty="0">
                <a:latin typeface="Times New Roman"/>
                <a:cs typeface="Times New Roman"/>
              </a:rPr>
              <a:t>a</a:t>
            </a:r>
            <a:r>
              <a:rPr sz="1900" dirty="0">
                <a:latin typeface="Times New Roman"/>
                <a:cs typeface="Times New Roman"/>
              </a:rPr>
              <a:t>ti</a:t>
            </a:r>
            <a:r>
              <a:rPr sz="1900" spc="4" dirty="0">
                <a:latin typeface="Times New Roman"/>
                <a:cs typeface="Times New Roman"/>
              </a:rPr>
              <a:t>o</a:t>
            </a:r>
            <a:r>
              <a:rPr sz="1900" dirty="0">
                <a:latin typeface="Times New Roman"/>
                <a:cs typeface="Times New Roman"/>
              </a:rPr>
              <a:t>n</a:t>
            </a:r>
            <a:r>
              <a:rPr sz="1900" spc="90" dirty="0">
                <a:latin typeface="Times New Roman"/>
                <a:cs typeface="Times New Roman"/>
              </a:rPr>
              <a:t> </a:t>
            </a:r>
            <a:r>
              <a:rPr sz="1900" spc="4" dirty="0">
                <a:latin typeface="Times New Roman"/>
                <a:cs typeface="Times New Roman"/>
              </a:rPr>
              <a:t>sp</a:t>
            </a:r>
            <a:r>
              <a:rPr sz="1900" spc="-4" dirty="0">
                <a:latin typeface="Times New Roman"/>
                <a:cs typeface="Times New Roman"/>
              </a:rPr>
              <a:t>e</a:t>
            </a:r>
            <a:r>
              <a:rPr sz="1900" dirty="0">
                <a:latin typeface="Times New Roman"/>
                <a:cs typeface="Times New Roman"/>
              </a:rPr>
              <a:t>cifies</a:t>
            </a:r>
            <a:r>
              <a:rPr sz="1900" spc="71"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U</a:t>
            </a:r>
            <a:r>
              <a:rPr sz="1900" spc="-9" dirty="0">
                <a:latin typeface="Times New Roman"/>
                <a:cs typeface="Times New Roman"/>
              </a:rPr>
              <a:t>R</a:t>
            </a:r>
            <a:r>
              <a:rPr sz="1900" dirty="0">
                <a:latin typeface="Times New Roman"/>
                <a:cs typeface="Times New Roman"/>
              </a:rPr>
              <a:t>I</a:t>
            </a:r>
            <a:r>
              <a:rPr sz="1900" spc="42" dirty="0">
                <a:latin typeface="Times New Roman"/>
                <a:cs typeface="Times New Roman"/>
              </a:rPr>
              <a:t> </a:t>
            </a:r>
            <a:r>
              <a:rPr sz="1900" spc="4" dirty="0">
                <a:latin typeface="Times New Roman"/>
                <a:cs typeface="Times New Roman"/>
              </a:rPr>
              <a:t>o</a:t>
            </a:r>
            <a:r>
              <a:rPr sz="1900" dirty="0">
                <a:latin typeface="Times New Roman"/>
                <a:cs typeface="Times New Roman"/>
              </a:rPr>
              <a:t>f</a:t>
            </a:r>
            <a:r>
              <a:rPr sz="1900" spc="25" dirty="0">
                <a:latin typeface="Times New Roman"/>
                <a:cs typeface="Times New Roman"/>
              </a:rPr>
              <a:t> </a:t>
            </a:r>
            <a:r>
              <a:rPr sz="1900" dirty="0">
                <a:latin typeface="Times New Roman"/>
                <a:cs typeface="Times New Roman"/>
              </a:rPr>
              <a:t>a</a:t>
            </a:r>
            <a:r>
              <a:rPr sz="1900" spc="8" dirty="0">
                <a:latin typeface="Times New Roman"/>
                <a:cs typeface="Times New Roman"/>
              </a:rPr>
              <a:t> </a:t>
            </a:r>
            <a:r>
              <a:rPr sz="1900" spc="4" dirty="0">
                <a:latin typeface="Times New Roman"/>
                <a:cs typeface="Times New Roman"/>
              </a:rPr>
              <a:t>r</a:t>
            </a:r>
            <a:r>
              <a:rPr sz="1900" spc="-4" dirty="0">
                <a:latin typeface="Times New Roman"/>
                <a:cs typeface="Times New Roman"/>
              </a:rPr>
              <a:t>e</a:t>
            </a:r>
            <a:r>
              <a:rPr sz="1900" spc="4" dirty="0">
                <a:latin typeface="Times New Roman"/>
                <a:cs typeface="Times New Roman"/>
              </a:rPr>
              <a:t>sour</a:t>
            </a:r>
            <a:r>
              <a:rPr sz="1900" spc="-4" dirty="0">
                <a:latin typeface="Times New Roman"/>
                <a:cs typeface="Times New Roman"/>
              </a:rPr>
              <a:t>c</a:t>
            </a:r>
            <a:r>
              <a:rPr sz="1900" dirty="0">
                <a:latin typeface="Times New Roman"/>
                <a:cs typeface="Times New Roman"/>
              </a:rPr>
              <a:t>e</a:t>
            </a:r>
            <a:endParaRPr sz="1900">
              <a:latin typeface="Times New Roman"/>
              <a:cs typeface="Times New Roman"/>
            </a:endParaRPr>
          </a:p>
          <a:p>
            <a:pPr marL="242570" marR="41620">
              <a:lnSpc>
                <a:spcPct val="95825"/>
              </a:lnSpc>
              <a:spcBef>
                <a:spcPts val="675"/>
              </a:spcBef>
            </a:pPr>
            <a:r>
              <a:rPr sz="1900" dirty="0">
                <a:latin typeface="Times New Roman"/>
                <a:cs typeface="Times New Roman"/>
              </a:rPr>
              <a:t>Eg.</a:t>
            </a:r>
            <a:endParaRPr sz="1900">
              <a:latin typeface="Times New Roman"/>
              <a:cs typeface="Times New Roman"/>
            </a:endParaRPr>
          </a:p>
          <a:p>
            <a:pPr marL="242570" marR="41620">
              <a:lnSpc>
                <a:spcPct val="95825"/>
              </a:lnSpc>
              <a:spcBef>
                <a:spcPts val="685"/>
              </a:spcBef>
            </a:pPr>
            <a:r>
              <a:rPr sz="1900" dirty="0">
                <a:latin typeface="Times New Roman"/>
                <a:cs typeface="Times New Roman"/>
                <a:hlinkClick r:id="rId2"/>
              </a:rPr>
              <a:t>@</a:t>
            </a:r>
            <a:r>
              <a:rPr sz="1900" spc="4" dirty="0">
                <a:latin typeface="Times New Roman"/>
                <a:cs typeface="Times New Roman"/>
                <a:hlinkClick r:id="rId2"/>
              </a:rPr>
              <a:t>P</a:t>
            </a:r>
            <a:r>
              <a:rPr sz="1900" spc="-4" dirty="0">
                <a:latin typeface="Times New Roman"/>
                <a:cs typeface="Times New Roman"/>
                <a:hlinkClick r:id="rId2"/>
              </a:rPr>
              <a:t>a</a:t>
            </a:r>
            <a:r>
              <a:rPr sz="1900" dirty="0">
                <a:latin typeface="Times New Roman"/>
                <a:cs typeface="Times New Roman"/>
                <a:hlinkClick r:id="rId2"/>
              </a:rPr>
              <a:t>t</a:t>
            </a:r>
            <a:r>
              <a:rPr sz="1900" spc="4" dirty="0">
                <a:latin typeface="Times New Roman"/>
                <a:cs typeface="Times New Roman"/>
              </a:rPr>
              <a:t>h(</a:t>
            </a:r>
            <a:r>
              <a:rPr sz="1900" dirty="0">
                <a:latin typeface="Times New Roman"/>
                <a:cs typeface="Times New Roman"/>
              </a:rPr>
              <a:t>"</a:t>
            </a:r>
            <a:r>
              <a:rPr sz="1900" spc="4" dirty="0">
                <a:latin typeface="Times New Roman"/>
                <a:cs typeface="Times New Roman"/>
              </a:rPr>
              <a:t>r</a:t>
            </a:r>
            <a:r>
              <a:rPr sz="1900" spc="-4" dirty="0">
                <a:latin typeface="Times New Roman"/>
                <a:cs typeface="Times New Roman"/>
              </a:rPr>
              <a:t>e</a:t>
            </a:r>
            <a:r>
              <a:rPr sz="1900" dirty="0">
                <a:latin typeface="Times New Roman"/>
                <a:cs typeface="Times New Roman"/>
              </a:rPr>
              <a:t>s</a:t>
            </a:r>
            <a:r>
              <a:rPr sz="1900" spc="15" dirty="0">
                <a:latin typeface="Times New Roman"/>
                <a:cs typeface="Times New Roman"/>
              </a:rPr>
              <a:t>o</a:t>
            </a:r>
            <a:r>
              <a:rPr sz="1900" spc="4" dirty="0">
                <a:latin typeface="Times New Roman"/>
                <a:cs typeface="Times New Roman"/>
              </a:rPr>
              <a:t>ur</a:t>
            </a:r>
            <a:r>
              <a:rPr sz="1900" spc="-4" dirty="0">
                <a:latin typeface="Times New Roman"/>
                <a:cs typeface="Times New Roman"/>
              </a:rPr>
              <a:t>ceN</a:t>
            </a:r>
            <a:r>
              <a:rPr sz="1900" dirty="0">
                <a:latin typeface="Times New Roman"/>
                <a:cs typeface="Times New Roman"/>
              </a:rPr>
              <a:t>am</a:t>
            </a:r>
            <a:r>
              <a:rPr sz="1900" spc="-10" dirty="0">
                <a:latin typeface="Times New Roman"/>
                <a:cs typeface="Times New Roman"/>
              </a:rPr>
              <a:t>e</a:t>
            </a:r>
            <a:r>
              <a:rPr sz="1900" dirty="0">
                <a:latin typeface="Times New Roman"/>
                <a:cs typeface="Times New Roman"/>
              </a:rPr>
              <a:t>/</a:t>
            </a:r>
            <a:r>
              <a:rPr sz="1900" spc="-4" dirty="0">
                <a:latin typeface="Times New Roman"/>
                <a:cs typeface="Times New Roman"/>
              </a:rPr>
              <a:t>{</a:t>
            </a:r>
            <a:r>
              <a:rPr sz="1900" spc="15" dirty="0">
                <a:latin typeface="Times New Roman"/>
                <a:cs typeface="Times New Roman"/>
              </a:rPr>
              <a:t>p</a:t>
            </a:r>
            <a:r>
              <a:rPr sz="1900" spc="-4" dirty="0">
                <a:latin typeface="Times New Roman"/>
                <a:cs typeface="Times New Roman"/>
              </a:rPr>
              <a:t>a</a:t>
            </a:r>
            <a:r>
              <a:rPr sz="1900" dirty="0">
                <a:latin typeface="Times New Roman"/>
                <a:cs typeface="Times New Roman"/>
              </a:rPr>
              <a:t>r</a:t>
            </a:r>
            <a:r>
              <a:rPr sz="1900" spc="-4" dirty="0">
                <a:latin typeface="Times New Roman"/>
                <a:cs typeface="Times New Roman"/>
              </a:rPr>
              <a:t>a</a:t>
            </a:r>
            <a:r>
              <a:rPr sz="1900" spc="4" dirty="0">
                <a:latin typeface="Times New Roman"/>
                <a:cs typeface="Times New Roman"/>
              </a:rPr>
              <a:t>m1</a:t>
            </a:r>
            <a:r>
              <a:rPr sz="1900" spc="-4" dirty="0">
                <a:latin typeface="Times New Roman"/>
                <a:cs typeface="Times New Roman"/>
              </a:rPr>
              <a:t>}</a:t>
            </a:r>
            <a:r>
              <a:rPr sz="1900" dirty="0">
                <a:latin typeface="Times New Roman"/>
                <a:cs typeface="Times New Roman"/>
              </a:rPr>
              <a:t>/{</a:t>
            </a:r>
            <a:r>
              <a:rPr sz="1900" spc="4" dirty="0">
                <a:latin typeface="Times New Roman"/>
                <a:cs typeface="Times New Roman"/>
              </a:rPr>
              <a:t>p</a:t>
            </a:r>
            <a:r>
              <a:rPr sz="1900" spc="-4" dirty="0">
                <a:latin typeface="Times New Roman"/>
                <a:cs typeface="Times New Roman"/>
              </a:rPr>
              <a:t>a</a:t>
            </a:r>
            <a:r>
              <a:rPr sz="1900" spc="4" dirty="0">
                <a:latin typeface="Times New Roman"/>
                <a:cs typeface="Times New Roman"/>
              </a:rPr>
              <a:t>r</a:t>
            </a:r>
            <a:r>
              <a:rPr sz="1900" spc="-4" dirty="0">
                <a:latin typeface="Times New Roman"/>
                <a:cs typeface="Times New Roman"/>
              </a:rPr>
              <a:t>a</a:t>
            </a:r>
            <a:r>
              <a:rPr sz="1900" dirty="0">
                <a:latin typeface="Times New Roman"/>
                <a:cs typeface="Times New Roman"/>
              </a:rPr>
              <a:t>m2}")</a:t>
            </a:r>
            <a:endParaRPr sz="1900">
              <a:latin typeface="Times New Roman"/>
              <a:cs typeface="Times New Roman"/>
            </a:endParaRPr>
          </a:p>
        </p:txBody>
      </p:sp>
      <p:sp>
        <p:nvSpPr>
          <p:cNvPr id="7" name="object 7"/>
          <p:cNvSpPr txBox="1"/>
          <p:nvPr/>
        </p:nvSpPr>
        <p:spPr>
          <a:xfrm>
            <a:off x="7660386" y="496735"/>
            <a:ext cx="1623490" cy="533400"/>
          </a:xfrm>
          <a:prstGeom prst="rect">
            <a:avLst/>
          </a:prstGeom>
        </p:spPr>
        <p:txBody>
          <a:bodyPr wrap="square" lIns="0" tIns="0" rIns="0" bIns="0" rtlCol="0">
            <a:noAutofit/>
          </a:bodyPr>
          <a:lstStyle/>
          <a:p>
            <a:pPr marL="12700">
              <a:lnSpc>
                <a:spcPts val="4185"/>
              </a:lnSpc>
              <a:spcBef>
                <a:spcPts val="209"/>
              </a:spcBef>
            </a:pPr>
            <a:r>
              <a:rPr sz="4000" spc="-4" dirty="0">
                <a:latin typeface="Times New Roman"/>
                <a:cs typeface="Times New Roman"/>
              </a:rPr>
              <a:t>Ser</a:t>
            </a:r>
            <a:r>
              <a:rPr sz="4000" spc="9" dirty="0">
                <a:latin typeface="Times New Roman"/>
                <a:cs typeface="Times New Roman"/>
              </a:rPr>
              <a:t>v</a:t>
            </a:r>
            <a:r>
              <a:rPr sz="4000" spc="4" dirty="0">
                <a:latin typeface="Times New Roman"/>
                <a:cs typeface="Times New Roman"/>
              </a:rPr>
              <a:t>i</a:t>
            </a:r>
            <a:r>
              <a:rPr sz="4000" spc="-4" dirty="0">
                <a:latin typeface="Times New Roman"/>
                <a:cs typeface="Times New Roman"/>
              </a:rPr>
              <a:t>c</a:t>
            </a:r>
            <a:r>
              <a:rPr sz="4000" dirty="0">
                <a:latin typeface="Times New Roman"/>
                <a:cs typeface="Times New Roman"/>
              </a:rPr>
              <a:t>e</a:t>
            </a:r>
            <a:endParaRPr sz="4000">
              <a:latin typeface="Times New Roman"/>
              <a:cs typeface="Times New Roman"/>
            </a:endParaRPr>
          </a:p>
        </p:txBody>
      </p:sp>
      <p:sp>
        <p:nvSpPr>
          <p:cNvPr id="6" name="object 6"/>
          <p:cNvSpPr txBox="1"/>
          <p:nvPr/>
        </p:nvSpPr>
        <p:spPr>
          <a:xfrm>
            <a:off x="2288540" y="2909187"/>
            <a:ext cx="5979612" cy="1292859"/>
          </a:xfrm>
          <a:prstGeom prst="rect">
            <a:avLst/>
          </a:prstGeom>
        </p:spPr>
        <p:txBody>
          <a:bodyPr wrap="square" lIns="0" tIns="0" rIns="0" bIns="0" rtlCol="0">
            <a:noAutofit/>
          </a:bodyPr>
          <a:lstStyle/>
          <a:p>
            <a:pPr marL="12700">
              <a:lnSpc>
                <a:spcPts val="2065"/>
              </a:lnSpc>
              <a:spcBef>
                <a:spcPts val="103"/>
              </a:spcBef>
            </a:pPr>
            <a:r>
              <a:rPr sz="1900" spc="4" dirty="0">
                <a:latin typeface="Times New Roman"/>
                <a:cs typeface="Times New Roman"/>
              </a:rPr>
              <a:t>I</a:t>
            </a:r>
            <a:r>
              <a:rPr sz="1900" dirty="0">
                <a:latin typeface="Times New Roman"/>
                <a:cs typeface="Times New Roman"/>
              </a:rPr>
              <a:t>n</a:t>
            </a:r>
            <a:r>
              <a:rPr sz="1900" spc="25"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23" dirty="0">
                <a:latin typeface="Times New Roman"/>
                <a:cs typeface="Times New Roman"/>
              </a:rPr>
              <a:t> </a:t>
            </a:r>
            <a:r>
              <a:rPr sz="1900" spc="14" dirty="0">
                <a:latin typeface="Times New Roman"/>
                <a:cs typeface="Times New Roman"/>
              </a:rPr>
              <a:t>p</a:t>
            </a:r>
            <a:r>
              <a:rPr sz="1900" spc="4" dirty="0">
                <a:latin typeface="Times New Roman"/>
                <a:cs typeface="Times New Roman"/>
              </a:rPr>
              <a:t>r</a:t>
            </a:r>
            <a:r>
              <a:rPr sz="1900" spc="-4" dirty="0">
                <a:latin typeface="Times New Roman"/>
                <a:cs typeface="Times New Roman"/>
              </a:rPr>
              <a:t>e</a:t>
            </a:r>
            <a:r>
              <a:rPr sz="1900" spc="4" dirty="0">
                <a:latin typeface="Times New Roman"/>
                <a:cs typeface="Times New Roman"/>
              </a:rPr>
              <a:t>v</a:t>
            </a:r>
            <a:r>
              <a:rPr sz="1900" dirty="0">
                <a:latin typeface="Times New Roman"/>
                <a:cs typeface="Times New Roman"/>
              </a:rPr>
              <a:t>i</a:t>
            </a:r>
            <a:r>
              <a:rPr sz="1900" spc="4" dirty="0">
                <a:latin typeface="Times New Roman"/>
                <a:cs typeface="Times New Roman"/>
              </a:rPr>
              <a:t>ou</a:t>
            </a:r>
            <a:r>
              <a:rPr sz="1900" dirty="0">
                <a:latin typeface="Times New Roman"/>
                <a:cs typeface="Times New Roman"/>
              </a:rPr>
              <a:t>s</a:t>
            </a:r>
            <a:r>
              <a:rPr sz="1900" spc="80" dirty="0">
                <a:latin typeface="Times New Roman"/>
                <a:cs typeface="Times New Roman"/>
              </a:rPr>
              <a:t> </a:t>
            </a:r>
            <a:r>
              <a:rPr sz="1900" spc="-4" dirty="0">
                <a:latin typeface="Times New Roman"/>
                <a:cs typeface="Times New Roman"/>
              </a:rPr>
              <a:t>e</a:t>
            </a:r>
            <a:r>
              <a:rPr sz="1900" spc="4" dirty="0">
                <a:latin typeface="Times New Roman"/>
                <a:cs typeface="Times New Roman"/>
              </a:rPr>
              <a:t>x</a:t>
            </a:r>
            <a:r>
              <a:rPr sz="1900" spc="-4" dirty="0">
                <a:latin typeface="Times New Roman"/>
                <a:cs typeface="Times New Roman"/>
              </a:rPr>
              <a:t>a</a:t>
            </a:r>
            <a:r>
              <a:rPr sz="1900" spc="4" dirty="0">
                <a:latin typeface="Times New Roman"/>
                <a:cs typeface="Times New Roman"/>
              </a:rPr>
              <a:t>mp</a:t>
            </a:r>
            <a:r>
              <a:rPr sz="1900" dirty="0">
                <a:latin typeface="Times New Roman"/>
                <a:cs typeface="Times New Roman"/>
              </a:rPr>
              <a:t>le</a:t>
            </a:r>
            <a:r>
              <a:rPr sz="1900" spc="64" dirty="0">
                <a:latin typeface="Times New Roman"/>
                <a:cs typeface="Times New Roman"/>
              </a:rPr>
              <a:t> </a:t>
            </a:r>
            <a:r>
              <a:rPr sz="1900" spc="-4" dirty="0">
                <a:latin typeface="Times New Roman"/>
                <a:cs typeface="Times New Roman"/>
              </a:rPr>
              <a:t>w</a:t>
            </a:r>
            <a:r>
              <a:rPr sz="1900" dirty="0">
                <a:latin typeface="Times New Roman"/>
                <a:cs typeface="Times New Roman"/>
              </a:rPr>
              <a:t>e</a:t>
            </a:r>
            <a:r>
              <a:rPr sz="1900" spc="22" dirty="0">
                <a:latin typeface="Times New Roman"/>
                <a:cs typeface="Times New Roman"/>
              </a:rPr>
              <a:t> </a:t>
            </a:r>
            <a:r>
              <a:rPr sz="1900" spc="-4" dirty="0">
                <a:latin typeface="Times New Roman"/>
                <a:cs typeface="Times New Roman"/>
              </a:rPr>
              <a:t>w</a:t>
            </a:r>
            <a:r>
              <a:rPr sz="1900" dirty="0">
                <a:latin typeface="Times New Roman"/>
                <a:cs typeface="Times New Roman"/>
              </a:rPr>
              <a:t>ill</a:t>
            </a:r>
            <a:r>
              <a:rPr sz="1900" spc="39" dirty="0">
                <a:latin typeface="Times New Roman"/>
                <a:cs typeface="Times New Roman"/>
              </a:rPr>
              <a:t> </a:t>
            </a:r>
            <a:r>
              <a:rPr sz="1900" spc="-4" dirty="0">
                <a:latin typeface="Times New Roman"/>
                <a:cs typeface="Times New Roman"/>
              </a:rPr>
              <a:t>a</a:t>
            </a:r>
            <a:r>
              <a:rPr sz="1900" spc="4" dirty="0">
                <a:latin typeface="Times New Roman"/>
                <a:cs typeface="Times New Roman"/>
              </a:rPr>
              <a:t>ssu</a:t>
            </a:r>
            <a:r>
              <a:rPr sz="1900" dirty="0">
                <a:latin typeface="Times New Roman"/>
                <a:cs typeface="Times New Roman"/>
              </a:rPr>
              <a:t>me</a:t>
            </a:r>
            <a:r>
              <a:rPr sz="1900" spc="55"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we</a:t>
            </a:r>
            <a:r>
              <a:rPr sz="1900" dirty="0">
                <a:latin typeface="Times New Roman"/>
                <a:cs typeface="Times New Roman"/>
              </a:rPr>
              <a:t>b</a:t>
            </a:r>
            <a:r>
              <a:rPr sz="1900" spc="41" dirty="0">
                <a:latin typeface="Times New Roman"/>
                <a:cs typeface="Times New Roman"/>
              </a:rPr>
              <a:t> </a:t>
            </a:r>
            <a:r>
              <a:rPr sz="1900" spc="-4" dirty="0">
                <a:latin typeface="Times New Roman"/>
                <a:cs typeface="Times New Roman"/>
              </a:rPr>
              <a:t>a</a:t>
            </a:r>
            <a:r>
              <a:rPr sz="1900" spc="4" dirty="0">
                <a:latin typeface="Times New Roman"/>
                <a:cs typeface="Times New Roman"/>
              </a:rPr>
              <a:t>p</a:t>
            </a:r>
            <a:r>
              <a:rPr sz="1900" spc="15" dirty="0">
                <a:latin typeface="Times New Roman"/>
                <a:cs typeface="Times New Roman"/>
              </a:rPr>
              <a:t>p</a:t>
            </a:r>
            <a:r>
              <a:rPr sz="1900" dirty="0">
                <a:latin typeface="Times New Roman"/>
                <a:cs typeface="Times New Roman"/>
              </a:rPr>
              <a:t>li</a:t>
            </a:r>
            <a:r>
              <a:rPr sz="1900" spc="-4" dirty="0">
                <a:latin typeface="Times New Roman"/>
                <a:cs typeface="Times New Roman"/>
              </a:rPr>
              <a:t>ca</a:t>
            </a:r>
            <a:r>
              <a:rPr sz="1900" dirty="0">
                <a:latin typeface="Times New Roman"/>
                <a:cs typeface="Times New Roman"/>
              </a:rPr>
              <a:t>ti</a:t>
            </a:r>
            <a:r>
              <a:rPr sz="1900" spc="4" dirty="0">
                <a:latin typeface="Times New Roman"/>
                <a:cs typeface="Times New Roman"/>
              </a:rPr>
              <a:t>o</a:t>
            </a:r>
            <a:r>
              <a:rPr sz="1900" dirty="0">
                <a:latin typeface="Times New Roman"/>
                <a:cs typeface="Times New Roman"/>
              </a:rPr>
              <a:t>n</a:t>
            </a:r>
            <a:endParaRPr sz="1900">
              <a:latin typeface="Times New Roman"/>
              <a:cs typeface="Times New Roman"/>
            </a:endParaRPr>
          </a:p>
          <a:p>
            <a:pPr marL="12700" marR="36766">
              <a:lnSpc>
                <a:spcPct val="95825"/>
              </a:lnSpc>
              <a:spcBef>
                <a:spcPts val="581"/>
              </a:spcBef>
            </a:pPr>
            <a:r>
              <a:rPr sz="1900" spc="4" dirty="0">
                <a:latin typeface="Times New Roman"/>
                <a:cs typeface="Times New Roman"/>
              </a:rPr>
              <a:t>roo</a:t>
            </a:r>
            <a:r>
              <a:rPr sz="1900" dirty="0">
                <a:latin typeface="Times New Roman"/>
                <a:cs typeface="Times New Roman"/>
              </a:rPr>
              <a:t>t</a:t>
            </a:r>
            <a:r>
              <a:rPr sz="1900" spc="40" dirty="0">
                <a:latin typeface="Times New Roman"/>
                <a:cs typeface="Times New Roman"/>
              </a:rPr>
              <a:t> </a:t>
            </a:r>
            <a:r>
              <a:rPr sz="1900" spc="4" dirty="0">
                <a:latin typeface="Times New Roman"/>
                <a:cs typeface="Times New Roman"/>
              </a:rPr>
              <a:t>p</a:t>
            </a:r>
            <a:r>
              <a:rPr sz="1900" dirty="0">
                <a:latin typeface="Times New Roman"/>
                <a:cs typeface="Times New Roman"/>
              </a:rPr>
              <a:t>ath</a:t>
            </a:r>
            <a:r>
              <a:rPr sz="1900" spc="42" dirty="0">
                <a:latin typeface="Times New Roman"/>
                <a:cs typeface="Times New Roman"/>
              </a:rPr>
              <a:t> </a:t>
            </a:r>
            <a:r>
              <a:rPr sz="1900" dirty="0">
                <a:latin typeface="Times New Roman"/>
                <a:cs typeface="Times New Roman"/>
              </a:rPr>
              <a:t>is</a:t>
            </a:r>
            <a:r>
              <a:rPr sz="1900" spc="12" dirty="0">
                <a:latin typeface="Times New Roman"/>
                <a:cs typeface="Times New Roman"/>
              </a:rPr>
              <a:t> </a:t>
            </a:r>
            <a:r>
              <a:rPr sz="1900" spc="4" dirty="0">
                <a:latin typeface="Times New Roman"/>
                <a:cs typeface="Times New Roman"/>
              </a:rPr>
              <a:t>H</a:t>
            </a:r>
            <a:r>
              <a:rPr sz="1900" spc="-4" dirty="0">
                <a:latin typeface="Times New Roman"/>
                <a:cs typeface="Times New Roman"/>
              </a:rPr>
              <a:t>e</a:t>
            </a:r>
            <a:r>
              <a:rPr sz="1900" dirty="0">
                <a:latin typeface="Times New Roman"/>
                <a:cs typeface="Times New Roman"/>
              </a:rPr>
              <a:t>ll</a:t>
            </a:r>
            <a:r>
              <a:rPr sz="1900" spc="4" dirty="0">
                <a:latin typeface="Times New Roman"/>
                <a:cs typeface="Times New Roman"/>
              </a:rPr>
              <a:t>o</a:t>
            </a:r>
            <a:r>
              <a:rPr sz="1900" spc="-9" dirty="0">
                <a:latin typeface="Times New Roman"/>
                <a:cs typeface="Times New Roman"/>
              </a:rPr>
              <a:t>R</a:t>
            </a:r>
            <a:r>
              <a:rPr sz="1900" dirty="0">
                <a:latin typeface="Times New Roman"/>
                <a:cs typeface="Times New Roman"/>
              </a:rPr>
              <a:t>estE</a:t>
            </a:r>
            <a:r>
              <a:rPr sz="1900" spc="-9" dirty="0">
                <a:latin typeface="Times New Roman"/>
                <a:cs typeface="Times New Roman"/>
              </a:rPr>
              <a:t>a</a:t>
            </a:r>
            <a:r>
              <a:rPr sz="1900" dirty="0">
                <a:latin typeface="Times New Roman"/>
                <a:cs typeface="Times New Roman"/>
              </a:rPr>
              <a:t>sy</a:t>
            </a:r>
            <a:r>
              <a:rPr sz="1900" spc="132"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spc="-4" dirty="0">
                <a:latin typeface="Times New Roman"/>
                <a:cs typeface="Times New Roman"/>
              </a:rPr>
              <a:t>e</a:t>
            </a:r>
            <a:r>
              <a:rPr sz="1900" dirty="0">
                <a:latin typeface="Times New Roman"/>
                <a:cs typeface="Times New Roman"/>
              </a:rPr>
              <a:t>n</a:t>
            </a:r>
            <a:r>
              <a:rPr sz="1900" spc="42" dirty="0">
                <a:latin typeface="Times New Roman"/>
                <a:cs typeface="Times New Roman"/>
              </a:rPr>
              <a:t> </a:t>
            </a:r>
            <a:r>
              <a:rPr sz="1900" dirty="0">
                <a:latin typeface="Times New Roman"/>
                <a:cs typeface="Times New Roman"/>
              </a:rPr>
              <a:t>t</a:t>
            </a:r>
            <a:r>
              <a:rPr sz="1900" spc="14" dirty="0">
                <a:latin typeface="Times New Roman"/>
                <a:cs typeface="Times New Roman"/>
              </a:rPr>
              <a:t>h</a:t>
            </a:r>
            <a:r>
              <a:rPr sz="1900" dirty="0">
                <a:latin typeface="Times New Roman"/>
                <a:cs typeface="Times New Roman"/>
              </a:rPr>
              <a:t>e</a:t>
            </a:r>
            <a:r>
              <a:rPr sz="1900" spc="23" dirty="0">
                <a:latin typeface="Times New Roman"/>
                <a:cs typeface="Times New Roman"/>
              </a:rPr>
              <a:t> </a:t>
            </a:r>
            <a:r>
              <a:rPr sz="1900" spc="4" dirty="0">
                <a:latin typeface="Times New Roman"/>
                <a:cs typeface="Times New Roman"/>
              </a:rPr>
              <a:t>us</a:t>
            </a:r>
            <a:r>
              <a:rPr sz="1900" spc="-4" dirty="0">
                <a:latin typeface="Times New Roman"/>
                <a:cs typeface="Times New Roman"/>
              </a:rPr>
              <a:t>e</a:t>
            </a:r>
            <a:r>
              <a:rPr sz="1900" dirty="0">
                <a:latin typeface="Times New Roman"/>
                <a:cs typeface="Times New Roman"/>
              </a:rPr>
              <a:t>r</a:t>
            </a:r>
            <a:r>
              <a:rPr sz="1900" spc="41" dirty="0">
                <a:latin typeface="Times New Roman"/>
                <a:cs typeface="Times New Roman"/>
              </a:rPr>
              <a:t> </a:t>
            </a:r>
            <a:r>
              <a:rPr sz="1900" dirty="0">
                <a:latin typeface="Times New Roman"/>
                <a:cs typeface="Times New Roman"/>
              </a:rPr>
              <a:t>t</a:t>
            </a:r>
            <a:r>
              <a:rPr sz="1900" spc="4" dirty="0">
                <a:latin typeface="Times New Roman"/>
                <a:cs typeface="Times New Roman"/>
              </a:rPr>
              <a:t>yp</a:t>
            </a:r>
            <a:r>
              <a:rPr sz="1900" dirty="0">
                <a:latin typeface="Times New Roman"/>
                <a:cs typeface="Times New Roman"/>
              </a:rPr>
              <a:t>e</a:t>
            </a:r>
            <a:r>
              <a:rPr sz="1900" spc="32"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28" dirty="0">
                <a:latin typeface="Times New Roman"/>
                <a:cs typeface="Times New Roman"/>
              </a:rPr>
              <a:t> </a:t>
            </a:r>
            <a:r>
              <a:rPr sz="1900" spc="-4" dirty="0">
                <a:latin typeface="Times New Roman"/>
                <a:cs typeface="Times New Roman"/>
              </a:rPr>
              <a:t>U</a:t>
            </a:r>
            <a:r>
              <a:rPr sz="1900" spc="-10" dirty="0">
                <a:latin typeface="Times New Roman"/>
                <a:cs typeface="Times New Roman"/>
              </a:rPr>
              <a:t>R</a:t>
            </a:r>
            <a:r>
              <a:rPr sz="1900" dirty="0">
                <a:latin typeface="Times New Roman"/>
                <a:cs typeface="Times New Roman"/>
              </a:rPr>
              <a:t>L</a:t>
            </a:r>
            <a:endParaRPr sz="1900">
              <a:latin typeface="Times New Roman"/>
              <a:cs typeface="Times New Roman"/>
            </a:endParaRPr>
          </a:p>
          <a:p>
            <a:pPr marL="247650" marR="1519682" indent="-234950">
              <a:lnSpc>
                <a:spcPts val="2184"/>
              </a:lnSpc>
              <a:spcBef>
                <a:spcPts val="675"/>
              </a:spcBef>
            </a:pPr>
            <a:r>
              <a:rPr sz="1900" b="1" spc="4" dirty="0">
                <a:latin typeface="Times New Roman"/>
                <a:cs typeface="Times New Roman"/>
                <a:hlinkClick r:id="rId3"/>
              </a:rPr>
              <a:t>http</a:t>
            </a:r>
            <a:r>
              <a:rPr sz="1900" b="1" dirty="0">
                <a:latin typeface="Times New Roman"/>
                <a:cs typeface="Times New Roman"/>
                <a:hlinkClick r:id="rId3"/>
              </a:rPr>
              <a:t>://l</a:t>
            </a:r>
            <a:r>
              <a:rPr sz="1900" b="1" spc="15" dirty="0">
                <a:latin typeface="Times New Roman"/>
                <a:cs typeface="Times New Roman"/>
                <a:hlinkClick r:id="rId3"/>
              </a:rPr>
              <a:t>o</a:t>
            </a:r>
            <a:r>
              <a:rPr sz="1900" b="1" spc="-4" dirty="0">
                <a:latin typeface="Times New Roman"/>
                <a:cs typeface="Times New Roman"/>
                <a:hlinkClick r:id="rId3"/>
              </a:rPr>
              <a:t>c</a:t>
            </a:r>
            <a:r>
              <a:rPr sz="1900" b="1" spc="4" dirty="0">
                <a:latin typeface="Times New Roman"/>
                <a:cs typeface="Times New Roman"/>
                <a:hlinkClick r:id="rId3"/>
              </a:rPr>
              <a:t>a</a:t>
            </a:r>
            <a:r>
              <a:rPr sz="1900" b="1" dirty="0">
                <a:latin typeface="Times New Roman"/>
                <a:cs typeface="Times New Roman"/>
                <a:hlinkClick r:id="rId3"/>
              </a:rPr>
              <a:t>l</a:t>
            </a:r>
            <a:r>
              <a:rPr sz="1900" b="1" spc="4" dirty="0">
                <a:latin typeface="Times New Roman"/>
                <a:cs typeface="Times New Roman"/>
                <a:hlinkClick r:id="rId3"/>
              </a:rPr>
              <a:t>hos</a:t>
            </a:r>
            <a:r>
              <a:rPr sz="1900" b="1" dirty="0">
                <a:latin typeface="Times New Roman"/>
                <a:cs typeface="Times New Roman"/>
                <a:hlinkClick r:id="rId3"/>
              </a:rPr>
              <a:t>t</a:t>
            </a:r>
            <a:r>
              <a:rPr sz="1900" b="1" spc="4" dirty="0">
                <a:latin typeface="Times New Roman"/>
                <a:cs typeface="Times New Roman"/>
                <a:hlinkClick r:id="rId3"/>
              </a:rPr>
              <a:t>:</a:t>
            </a:r>
            <a:r>
              <a:rPr sz="1900" b="1" spc="15" dirty="0">
                <a:latin typeface="Times New Roman"/>
                <a:cs typeface="Times New Roman"/>
                <a:hlinkClick r:id="rId3"/>
              </a:rPr>
              <a:t>8</a:t>
            </a:r>
            <a:r>
              <a:rPr sz="1900" b="1" spc="4" dirty="0">
                <a:latin typeface="Times New Roman"/>
                <a:cs typeface="Times New Roman"/>
                <a:hlinkClick r:id="rId3"/>
              </a:rPr>
              <a:t>080</a:t>
            </a:r>
            <a:r>
              <a:rPr sz="1900" b="1" dirty="0">
                <a:latin typeface="Times New Roman"/>
                <a:cs typeface="Times New Roman"/>
                <a:hlinkClick r:id="rId3"/>
              </a:rPr>
              <a:t>/H</a:t>
            </a:r>
            <a:r>
              <a:rPr sz="1900" b="1" spc="-10" dirty="0">
                <a:latin typeface="Times New Roman"/>
                <a:cs typeface="Times New Roman"/>
                <a:hlinkClick r:id="rId3"/>
              </a:rPr>
              <a:t>e</a:t>
            </a:r>
            <a:r>
              <a:rPr sz="1900" b="1" dirty="0">
                <a:latin typeface="Times New Roman"/>
                <a:cs typeface="Times New Roman"/>
                <a:hlinkClick r:id="rId3"/>
              </a:rPr>
              <a:t>ll</a:t>
            </a:r>
            <a:r>
              <a:rPr sz="1900" b="1" spc="15" dirty="0">
                <a:latin typeface="Times New Roman"/>
                <a:cs typeface="Times New Roman"/>
                <a:hlinkClick r:id="rId3"/>
              </a:rPr>
              <a:t>o</a:t>
            </a:r>
            <a:r>
              <a:rPr sz="1900" b="1" spc="-4" dirty="0">
                <a:latin typeface="Times New Roman"/>
                <a:cs typeface="Times New Roman"/>
                <a:hlinkClick r:id="rId3"/>
              </a:rPr>
              <a:t>R</a:t>
            </a:r>
            <a:r>
              <a:rPr sz="1900" b="1" spc="-10" dirty="0">
                <a:latin typeface="Times New Roman"/>
                <a:cs typeface="Times New Roman"/>
                <a:hlinkClick r:id="rId3"/>
              </a:rPr>
              <a:t>E</a:t>
            </a:r>
            <a:r>
              <a:rPr sz="1900" b="1" spc="4" dirty="0">
                <a:latin typeface="Times New Roman"/>
                <a:cs typeface="Times New Roman"/>
                <a:hlinkClick r:id="rId3"/>
              </a:rPr>
              <a:t>S</a:t>
            </a:r>
            <a:r>
              <a:rPr sz="1900" b="1" dirty="0">
                <a:latin typeface="Times New Roman"/>
                <a:cs typeface="Times New Roman"/>
                <a:hlinkClick r:id="rId3"/>
              </a:rPr>
              <a:t>T</a:t>
            </a:r>
            <a:r>
              <a:rPr sz="1900" b="1" spc="-10" dirty="0">
                <a:latin typeface="Times New Roman"/>
                <a:cs typeface="Times New Roman"/>
                <a:hlinkClick r:id="rId3"/>
              </a:rPr>
              <a:t>E</a:t>
            </a:r>
            <a:r>
              <a:rPr sz="1900" b="1" spc="4" dirty="0">
                <a:latin typeface="Times New Roman"/>
                <a:cs typeface="Times New Roman"/>
                <a:hlinkClick r:id="rId3"/>
              </a:rPr>
              <a:t>asy-1</a:t>
            </a:r>
            <a:r>
              <a:rPr sz="1900" b="1" dirty="0">
                <a:latin typeface="Times New Roman"/>
                <a:cs typeface="Times New Roman"/>
                <a:hlinkClick r:id="rId3"/>
              </a:rPr>
              <a:t>.</a:t>
            </a:r>
            <a:r>
              <a:rPr sz="1900" b="1" spc="4" dirty="0">
                <a:latin typeface="Times New Roman"/>
                <a:cs typeface="Times New Roman"/>
                <a:hlinkClick r:id="rId3"/>
              </a:rPr>
              <a:t>0</a:t>
            </a:r>
            <a:r>
              <a:rPr sz="1900" b="1" dirty="0">
                <a:latin typeface="Times New Roman"/>
                <a:cs typeface="Times New Roman"/>
                <a:hlinkClick r:id="rId3"/>
              </a:rPr>
              <a:t>-</a:t>
            </a:r>
            <a:r>
              <a:rPr sz="1900" b="1" dirty="0">
                <a:latin typeface="Times New Roman"/>
                <a:cs typeface="Times New Roman"/>
              </a:rPr>
              <a:t> </a:t>
            </a:r>
            <a:endParaRPr sz="1900">
              <a:latin typeface="Times New Roman"/>
              <a:cs typeface="Times New Roman"/>
            </a:endParaRPr>
          </a:p>
          <a:p>
            <a:pPr marL="247650" marR="1519682">
              <a:lnSpc>
                <a:spcPts val="2184"/>
              </a:lnSpc>
              <a:spcBef>
                <a:spcPts val="135"/>
              </a:spcBef>
            </a:pPr>
            <a:r>
              <a:rPr sz="1900" b="1" spc="4" dirty="0">
                <a:latin typeface="Times New Roman"/>
                <a:cs typeface="Times New Roman"/>
              </a:rPr>
              <a:t>S</a:t>
            </a:r>
            <a:r>
              <a:rPr sz="1900" b="1" spc="-4" dirty="0">
                <a:latin typeface="Times New Roman"/>
                <a:cs typeface="Times New Roman"/>
              </a:rPr>
              <a:t>NA</a:t>
            </a:r>
            <a:r>
              <a:rPr sz="1900" b="1" dirty="0">
                <a:latin typeface="Times New Roman"/>
                <a:cs typeface="Times New Roman"/>
              </a:rPr>
              <a:t>P</a:t>
            </a:r>
            <a:r>
              <a:rPr sz="1900" b="1" spc="4" dirty="0">
                <a:latin typeface="Times New Roman"/>
                <a:cs typeface="Times New Roman"/>
              </a:rPr>
              <a:t>S</a:t>
            </a:r>
            <a:r>
              <a:rPr sz="1900" b="1" spc="-10" dirty="0">
                <a:latin typeface="Times New Roman"/>
                <a:cs typeface="Times New Roman"/>
              </a:rPr>
              <a:t>H</a:t>
            </a:r>
            <a:r>
              <a:rPr sz="1900" b="1" dirty="0">
                <a:latin typeface="Times New Roman"/>
                <a:cs typeface="Times New Roman"/>
              </a:rPr>
              <a:t>OT/H</a:t>
            </a:r>
            <a:r>
              <a:rPr sz="1900" b="1" spc="-10" dirty="0">
                <a:latin typeface="Times New Roman"/>
                <a:cs typeface="Times New Roman"/>
              </a:rPr>
              <a:t>e</a:t>
            </a:r>
            <a:r>
              <a:rPr sz="1900" b="1" dirty="0">
                <a:latin typeface="Times New Roman"/>
                <a:cs typeface="Times New Roman"/>
              </a:rPr>
              <a:t>ll</a:t>
            </a:r>
            <a:r>
              <a:rPr sz="1900" b="1" spc="4" dirty="0">
                <a:latin typeface="Times New Roman"/>
                <a:cs typeface="Times New Roman"/>
              </a:rPr>
              <a:t>o</a:t>
            </a:r>
            <a:r>
              <a:rPr sz="1900" b="1" dirty="0">
                <a:latin typeface="Times New Roman"/>
                <a:cs typeface="Times New Roman"/>
              </a:rPr>
              <a:t>/</a:t>
            </a:r>
            <a:r>
              <a:rPr sz="1900" b="1" spc="15" dirty="0">
                <a:latin typeface="Times New Roman"/>
                <a:cs typeface="Times New Roman"/>
              </a:rPr>
              <a:t>J</a:t>
            </a:r>
            <a:r>
              <a:rPr sz="1900" b="1" spc="4" dirty="0">
                <a:latin typeface="Times New Roman"/>
                <a:cs typeface="Times New Roman"/>
              </a:rPr>
              <a:t>ho</a:t>
            </a:r>
            <a:r>
              <a:rPr sz="1900" b="1" dirty="0">
                <a:latin typeface="Times New Roman"/>
                <a:cs typeface="Times New Roman"/>
              </a:rPr>
              <a:t>n</a:t>
            </a:r>
            <a:endParaRPr sz="1900">
              <a:latin typeface="Times New Roman"/>
              <a:cs typeface="Times New Roman"/>
            </a:endParaRPr>
          </a:p>
        </p:txBody>
      </p:sp>
      <p:sp>
        <p:nvSpPr>
          <p:cNvPr id="5" name="object 5"/>
          <p:cNvSpPr txBox="1"/>
          <p:nvPr/>
        </p:nvSpPr>
        <p:spPr>
          <a:xfrm>
            <a:off x="2288540" y="4659246"/>
            <a:ext cx="4489590" cy="998220"/>
          </a:xfrm>
          <a:prstGeom prst="rect">
            <a:avLst/>
          </a:prstGeom>
        </p:spPr>
        <p:txBody>
          <a:bodyPr wrap="square" lIns="0" tIns="0" rIns="0" bIns="0" rtlCol="0">
            <a:noAutofit/>
          </a:bodyPr>
          <a:lstStyle/>
          <a:p>
            <a:pPr marL="12700" marR="36766">
              <a:lnSpc>
                <a:spcPts val="2065"/>
              </a:lnSpc>
              <a:spcBef>
                <a:spcPts val="103"/>
              </a:spcBef>
            </a:pPr>
            <a:r>
              <a:rPr sz="1900" dirty="0">
                <a:latin typeface="Times New Roman"/>
                <a:cs typeface="Times New Roman"/>
              </a:rPr>
              <a:t>Th</a:t>
            </a:r>
            <a:r>
              <a:rPr sz="1900" spc="-4" dirty="0">
                <a:latin typeface="Times New Roman"/>
                <a:cs typeface="Times New Roman"/>
              </a:rPr>
              <a:t>e</a:t>
            </a:r>
            <a:r>
              <a:rPr sz="1900" dirty="0">
                <a:latin typeface="Times New Roman"/>
                <a:cs typeface="Times New Roman"/>
              </a:rPr>
              <a:t>n</a:t>
            </a:r>
            <a:r>
              <a:rPr sz="1900" spc="48"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e</a:t>
            </a:r>
            <a:r>
              <a:rPr sz="1900" spc="4" dirty="0">
                <a:latin typeface="Times New Roman"/>
                <a:cs typeface="Times New Roman"/>
              </a:rPr>
              <a:t>xp</a:t>
            </a:r>
            <a:r>
              <a:rPr sz="1900" spc="-4" dirty="0">
                <a:latin typeface="Times New Roman"/>
                <a:cs typeface="Times New Roman"/>
              </a:rPr>
              <a:t>ec</a:t>
            </a:r>
            <a:r>
              <a:rPr sz="1900" spc="9" dirty="0">
                <a:latin typeface="Times New Roman"/>
                <a:cs typeface="Times New Roman"/>
              </a:rPr>
              <a:t>t</a:t>
            </a:r>
            <a:r>
              <a:rPr sz="1900" spc="-4" dirty="0">
                <a:latin typeface="Times New Roman"/>
                <a:cs typeface="Times New Roman"/>
              </a:rPr>
              <a:t>e</a:t>
            </a:r>
            <a:r>
              <a:rPr sz="1900" dirty="0">
                <a:latin typeface="Times New Roman"/>
                <a:cs typeface="Times New Roman"/>
              </a:rPr>
              <a:t>d</a:t>
            </a:r>
            <a:r>
              <a:rPr sz="1900" spc="77" dirty="0">
                <a:latin typeface="Times New Roman"/>
                <a:cs typeface="Times New Roman"/>
              </a:rPr>
              <a:t> </a:t>
            </a:r>
            <a:r>
              <a:rPr sz="1900" spc="4" dirty="0">
                <a:latin typeface="Times New Roman"/>
                <a:cs typeface="Times New Roman"/>
              </a:rPr>
              <a:t>ou</a:t>
            </a:r>
            <a:r>
              <a:rPr sz="1900" dirty="0">
                <a:latin typeface="Times New Roman"/>
                <a:cs typeface="Times New Roman"/>
              </a:rPr>
              <a:t>t</a:t>
            </a:r>
            <a:r>
              <a:rPr sz="1900" spc="14" dirty="0">
                <a:latin typeface="Times New Roman"/>
                <a:cs typeface="Times New Roman"/>
              </a:rPr>
              <a:t>p</a:t>
            </a:r>
            <a:r>
              <a:rPr sz="1900" spc="4" dirty="0">
                <a:latin typeface="Times New Roman"/>
                <a:cs typeface="Times New Roman"/>
              </a:rPr>
              <a:t>u</a:t>
            </a:r>
            <a:r>
              <a:rPr sz="1900" dirty="0">
                <a:latin typeface="Times New Roman"/>
                <a:cs typeface="Times New Roman"/>
              </a:rPr>
              <a:t>t</a:t>
            </a:r>
            <a:r>
              <a:rPr sz="1900" spc="58" dirty="0">
                <a:latin typeface="Times New Roman"/>
                <a:cs typeface="Times New Roman"/>
              </a:rPr>
              <a:t> </a:t>
            </a:r>
            <a:r>
              <a:rPr sz="1900" dirty="0">
                <a:latin typeface="Times New Roman"/>
                <a:cs typeface="Times New Roman"/>
              </a:rPr>
              <a:t>is</a:t>
            </a:r>
            <a:endParaRPr sz="1900">
              <a:latin typeface="Times New Roman"/>
              <a:cs typeface="Times New Roman"/>
            </a:endParaRPr>
          </a:p>
          <a:p>
            <a:pPr marL="12700" marR="36766">
              <a:lnSpc>
                <a:spcPct val="95825"/>
              </a:lnSpc>
              <a:spcBef>
                <a:spcPts val="571"/>
              </a:spcBef>
            </a:pPr>
            <a:r>
              <a:rPr sz="1900" b="1" dirty="0">
                <a:latin typeface="Times New Roman"/>
                <a:cs typeface="Times New Roman"/>
              </a:rPr>
              <a:t>H</a:t>
            </a:r>
            <a:r>
              <a:rPr sz="1900" b="1" spc="-9" dirty="0">
                <a:latin typeface="Times New Roman"/>
                <a:cs typeface="Times New Roman"/>
              </a:rPr>
              <a:t>e</a:t>
            </a:r>
            <a:r>
              <a:rPr sz="1900" b="1" dirty="0">
                <a:latin typeface="Times New Roman"/>
                <a:cs typeface="Times New Roman"/>
              </a:rPr>
              <a:t>llo</a:t>
            </a:r>
            <a:r>
              <a:rPr sz="1900" b="1" spc="53" dirty="0">
                <a:latin typeface="Times New Roman"/>
                <a:cs typeface="Times New Roman"/>
              </a:rPr>
              <a:t> </a:t>
            </a:r>
            <a:r>
              <a:rPr sz="1900" b="1" spc="15" dirty="0">
                <a:latin typeface="Times New Roman"/>
                <a:cs typeface="Times New Roman"/>
              </a:rPr>
              <a:t>J</a:t>
            </a:r>
            <a:r>
              <a:rPr sz="1900" b="1" spc="4" dirty="0">
                <a:latin typeface="Times New Roman"/>
                <a:cs typeface="Times New Roman"/>
              </a:rPr>
              <a:t>ho</a:t>
            </a:r>
            <a:r>
              <a:rPr sz="1900" b="1" dirty="0">
                <a:latin typeface="Times New Roman"/>
                <a:cs typeface="Times New Roman"/>
              </a:rPr>
              <a:t>n</a:t>
            </a:r>
            <a:endParaRPr sz="1900">
              <a:latin typeface="Times New Roman"/>
              <a:cs typeface="Times New Roman"/>
            </a:endParaRPr>
          </a:p>
          <a:p>
            <a:pPr marL="12700">
              <a:lnSpc>
                <a:spcPct val="95825"/>
              </a:lnSpc>
              <a:spcBef>
                <a:spcPts val="685"/>
              </a:spcBef>
            </a:pPr>
            <a:r>
              <a:rPr sz="1900" dirty="0">
                <a:latin typeface="Times New Roman"/>
                <a:cs typeface="Times New Roman"/>
              </a:rPr>
              <a:t>We</a:t>
            </a:r>
            <a:r>
              <a:rPr sz="1900" spc="26" dirty="0">
                <a:latin typeface="Times New Roman"/>
                <a:cs typeface="Times New Roman"/>
              </a:rPr>
              <a:t> </a:t>
            </a:r>
            <a:r>
              <a:rPr sz="1900" spc="4" dirty="0">
                <a:latin typeface="Times New Roman"/>
                <a:cs typeface="Times New Roman"/>
              </a:rPr>
              <a:t>w</a:t>
            </a:r>
            <a:r>
              <a:rPr sz="1900" dirty="0">
                <a:latin typeface="Times New Roman"/>
                <a:cs typeface="Times New Roman"/>
              </a:rPr>
              <a:t>ill</a:t>
            </a:r>
            <a:r>
              <a:rPr sz="1900" spc="39" dirty="0">
                <a:latin typeface="Times New Roman"/>
                <a:cs typeface="Times New Roman"/>
              </a:rPr>
              <a:t> </a:t>
            </a:r>
            <a:r>
              <a:rPr sz="1900" spc="4" dirty="0">
                <a:latin typeface="Times New Roman"/>
                <a:cs typeface="Times New Roman"/>
              </a:rPr>
              <a:t>d</a:t>
            </a:r>
            <a:r>
              <a:rPr sz="1900" dirty="0">
                <a:latin typeface="Times New Roman"/>
                <a:cs typeface="Times New Roman"/>
              </a:rPr>
              <a:t>isc</a:t>
            </a:r>
            <a:r>
              <a:rPr sz="1900" spc="4" dirty="0">
                <a:latin typeface="Times New Roman"/>
                <a:cs typeface="Times New Roman"/>
              </a:rPr>
              <a:t>us</a:t>
            </a:r>
            <a:r>
              <a:rPr sz="1900" dirty="0">
                <a:latin typeface="Times New Roman"/>
                <a:cs typeface="Times New Roman"/>
              </a:rPr>
              <a:t>s</a:t>
            </a:r>
            <a:r>
              <a:rPr sz="1900" spc="59" dirty="0">
                <a:latin typeface="Times New Roman"/>
                <a:cs typeface="Times New Roman"/>
              </a:rPr>
              <a:t> </a:t>
            </a:r>
            <a:r>
              <a:rPr sz="1900" spc="-4" dirty="0">
                <a:latin typeface="Times New Roman"/>
                <a:cs typeface="Times New Roman"/>
              </a:rPr>
              <a:t>“</a:t>
            </a:r>
            <a:r>
              <a:rPr sz="1900" spc="14" dirty="0">
                <a:latin typeface="Times New Roman"/>
                <a:cs typeface="Times New Roman"/>
              </a:rPr>
              <a:t>1</a:t>
            </a:r>
            <a:r>
              <a:rPr sz="1900" spc="-9" dirty="0">
                <a:latin typeface="Times New Roman"/>
                <a:cs typeface="Times New Roman"/>
              </a:rPr>
              <a:t>.</a:t>
            </a:r>
            <a:r>
              <a:rPr sz="1900" spc="14" dirty="0">
                <a:latin typeface="Times New Roman"/>
                <a:cs typeface="Times New Roman"/>
              </a:rPr>
              <a:t>0</a:t>
            </a:r>
            <a:r>
              <a:rPr sz="1900" spc="4" dirty="0">
                <a:latin typeface="Times New Roman"/>
                <a:cs typeface="Times New Roman"/>
              </a:rPr>
              <a:t>-S</a:t>
            </a:r>
            <a:r>
              <a:rPr sz="1900" spc="-4" dirty="0">
                <a:latin typeface="Times New Roman"/>
                <a:cs typeface="Times New Roman"/>
              </a:rPr>
              <a:t>NA</a:t>
            </a:r>
            <a:r>
              <a:rPr sz="1900" spc="4" dirty="0">
                <a:latin typeface="Times New Roman"/>
                <a:cs typeface="Times New Roman"/>
              </a:rPr>
              <a:t>PS</a:t>
            </a:r>
            <a:r>
              <a:rPr sz="1900" spc="-4" dirty="0">
                <a:latin typeface="Times New Roman"/>
                <a:cs typeface="Times New Roman"/>
              </a:rPr>
              <a:t>HO</a:t>
            </a:r>
            <a:r>
              <a:rPr sz="1900" dirty="0">
                <a:latin typeface="Times New Roman"/>
                <a:cs typeface="Times New Roman"/>
              </a:rPr>
              <a:t>T”</a:t>
            </a:r>
            <a:r>
              <a:rPr sz="1900" spc="145" dirty="0">
                <a:latin typeface="Times New Roman"/>
                <a:cs typeface="Times New Roman"/>
              </a:rPr>
              <a:t> </a:t>
            </a:r>
            <a:r>
              <a:rPr sz="1900" spc="4" dirty="0">
                <a:latin typeface="Times New Roman"/>
                <a:cs typeface="Times New Roman"/>
              </a:rPr>
              <a:t>p</a:t>
            </a:r>
            <a:r>
              <a:rPr sz="1900" spc="-4" dirty="0">
                <a:latin typeface="Times New Roman"/>
                <a:cs typeface="Times New Roman"/>
              </a:rPr>
              <a:t>a</a:t>
            </a:r>
            <a:r>
              <a:rPr sz="1900" spc="4" dirty="0">
                <a:latin typeface="Times New Roman"/>
                <a:cs typeface="Times New Roman"/>
              </a:rPr>
              <a:t>r</a:t>
            </a:r>
            <a:r>
              <a:rPr sz="1900" dirty="0">
                <a:latin typeface="Times New Roman"/>
                <a:cs typeface="Times New Roman"/>
              </a:rPr>
              <a:t>t</a:t>
            </a:r>
            <a:r>
              <a:rPr sz="1900" spc="39" dirty="0">
                <a:latin typeface="Times New Roman"/>
                <a:cs typeface="Times New Roman"/>
              </a:rPr>
              <a:t> </a:t>
            </a:r>
            <a:r>
              <a:rPr sz="1900" dirty="0">
                <a:latin typeface="Times New Roman"/>
                <a:cs typeface="Times New Roman"/>
              </a:rPr>
              <a:t>la</a:t>
            </a:r>
            <a:r>
              <a:rPr sz="1900" spc="-4" dirty="0">
                <a:latin typeface="Times New Roman"/>
                <a:cs typeface="Times New Roman"/>
              </a:rPr>
              <a:t>t</a:t>
            </a:r>
            <a:r>
              <a:rPr sz="1900" dirty="0">
                <a:latin typeface="Times New Roman"/>
                <a:cs typeface="Times New Roman"/>
              </a:rPr>
              <a:t>er</a:t>
            </a:r>
            <a:endParaRPr sz="1900">
              <a:latin typeface="Times New Roman"/>
              <a:cs typeface="Times New Roman"/>
            </a:endParaRPr>
          </a:p>
        </p:txBody>
      </p:sp>
    </p:spTree>
    <p:extLst>
      <p:ext uri="{BB962C8B-B14F-4D97-AF65-F5344CB8AC3E}">
        <p14:creationId xmlns:p14="http://schemas.microsoft.com/office/powerpoint/2010/main" val="2486212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7" name="object 17"/>
          <p:cNvSpPr txBox="1"/>
          <p:nvPr/>
        </p:nvSpPr>
        <p:spPr>
          <a:xfrm>
            <a:off x="2058670" y="476178"/>
            <a:ext cx="3820300"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a:t>
            </a:r>
            <a:r>
              <a:rPr sz="4400" spc="4" dirty="0">
                <a:latin typeface="Times New Roman"/>
                <a:cs typeface="Times New Roman"/>
              </a:rPr>
              <a:t>v</a:t>
            </a:r>
            <a:r>
              <a:rPr sz="4400" dirty="0">
                <a:latin typeface="Times New Roman"/>
                <a:cs typeface="Times New Roman"/>
              </a:rPr>
              <a:t>a an</a:t>
            </a:r>
            <a:r>
              <a:rPr sz="4400" spc="4" dirty="0">
                <a:latin typeface="Times New Roman"/>
                <a:cs typeface="Times New Roman"/>
              </a:rPr>
              <a:t>no</a:t>
            </a:r>
            <a:r>
              <a:rPr sz="4400" dirty="0">
                <a:latin typeface="Times New Roman"/>
                <a:cs typeface="Times New Roman"/>
              </a:rPr>
              <a:t>t</a:t>
            </a:r>
            <a:r>
              <a:rPr sz="4400" spc="-4" dirty="0">
                <a:latin typeface="Times New Roman"/>
                <a:cs typeface="Times New Roman"/>
              </a:rPr>
              <a:t>a</a:t>
            </a:r>
            <a:r>
              <a:rPr sz="4400" dirty="0">
                <a:latin typeface="Times New Roman"/>
                <a:cs typeface="Times New Roman"/>
              </a:rPr>
              <a:t>tio</a:t>
            </a:r>
            <a:r>
              <a:rPr sz="4400" spc="4" dirty="0">
                <a:latin typeface="Times New Roman"/>
                <a:cs typeface="Times New Roman"/>
              </a:rPr>
              <a:t>n</a:t>
            </a:r>
            <a:r>
              <a:rPr sz="4400" dirty="0">
                <a:latin typeface="Times New Roman"/>
                <a:cs typeface="Times New Roman"/>
              </a:rPr>
              <a:t>s</a:t>
            </a:r>
            <a:endParaRPr sz="4400">
              <a:latin typeface="Times New Roman"/>
              <a:cs typeface="Times New Roman"/>
            </a:endParaRPr>
          </a:p>
        </p:txBody>
      </p:sp>
      <p:sp>
        <p:nvSpPr>
          <p:cNvPr id="16" name="object 16"/>
          <p:cNvSpPr txBox="1"/>
          <p:nvPr/>
        </p:nvSpPr>
        <p:spPr>
          <a:xfrm>
            <a:off x="2287271" y="1445106"/>
            <a:ext cx="177829" cy="7975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p:txBody>
      </p:sp>
      <p:sp>
        <p:nvSpPr>
          <p:cNvPr id="15" name="object 15"/>
          <p:cNvSpPr txBox="1"/>
          <p:nvPr/>
        </p:nvSpPr>
        <p:spPr>
          <a:xfrm>
            <a:off x="2611120" y="1465425"/>
            <a:ext cx="2271824"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T</a:t>
            </a:r>
            <a:r>
              <a:rPr sz="2400" dirty="0">
                <a:latin typeface="Times New Roman"/>
                <a:cs typeface="Times New Roman"/>
              </a:rPr>
              <a:t>he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tion is</a:t>
            </a:r>
            <a:endParaRPr sz="2400">
              <a:latin typeface="Times New Roman"/>
              <a:cs typeface="Times New Roman"/>
            </a:endParaRPr>
          </a:p>
        </p:txBody>
      </p:sp>
      <p:sp>
        <p:nvSpPr>
          <p:cNvPr id="14" name="object 14"/>
          <p:cNvSpPr txBox="1"/>
          <p:nvPr/>
        </p:nvSpPr>
        <p:spPr>
          <a:xfrm>
            <a:off x="4964786" y="1465425"/>
            <a:ext cx="4249015"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ta d</a:t>
            </a:r>
            <a:r>
              <a:rPr sz="2400" spc="4" dirty="0">
                <a:latin typeface="Times New Roman"/>
                <a:cs typeface="Times New Roman"/>
              </a:rPr>
              <a:t>a</a:t>
            </a:r>
            <a:r>
              <a:rPr sz="2400" dirty="0">
                <a:latin typeface="Times New Roman"/>
                <a:cs typeface="Times New Roman"/>
              </a:rPr>
              <a:t>ta </a:t>
            </a:r>
            <a:r>
              <a:rPr sz="2400" spc="4" dirty="0">
                <a:latin typeface="Times New Roman"/>
                <a:cs typeface="Times New Roman"/>
              </a:rPr>
              <a:t>a</a:t>
            </a:r>
            <a:r>
              <a:rPr sz="2400" spc="-9" dirty="0">
                <a:latin typeface="Times New Roman"/>
                <a:cs typeface="Times New Roman"/>
              </a:rPr>
              <a:t>b</a:t>
            </a:r>
            <a:r>
              <a:rPr sz="2400" dirty="0">
                <a:latin typeface="Times New Roman"/>
                <a:cs typeface="Times New Roman"/>
              </a:rPr>
              <a:t>o</a:t>
            </a:r>
            <a:r>
              <a:rPr sz="2400" spc="4" dirty="0">
                <a:latin typeface="Times New Roman"/>
                <a:cs typeface="Times New Roman"/>
              </a:rPr>
              <a:t>u</a:t>
            </a:r>
            <a:r>
              <a:rPr sz="2400" dirty="0">
                <a:latin typeface="Times New Roman"/>
                <a:cs typeface="Times New Roman"/>
              </a:rPr>
              <a:t>t the prog</a:t>
            </a:r>
            <a:r>
              <a:rPr sz="2400" spc="9" dirty="0">
                <a:latin typeface="Times New Roman"/>
                <a:cs typeface="Times New Roman"/>
              </a:rPr>
              <a:t>r</a:t>
            </a:r>
            <a:r>
              <a:rPr sz="2400" spc="-4" dirty="0">
                <a:latin typeface="Times New Roman"/>
                <a:cs typeface="Times New Roman"/>
              </a:rPr>
              <a:t>a</a:t>
            </a:r>
            <a:r>
              <a:rPr sz="2400" dirty="0">
                <a:latin typeface="Times New Roman"/>
                <a:cs typeface="Times New Roman"/>
              </a:rPr>
              <a:t>m </a:t>
            </a:r>
            <a:r>
              <a:rPr sz="2400" spc="9" dirty="0">
                <a:latin typeface="Times New Roman"/>
                <a:cs typeface="Times New Roman"/>
              </a:rPr>
              <a:t>i</a:t>
            </a:r>
            <a:r>
              <a:rPr sz="2400" dirty="0">
                <a:latin typeface="Times New Roman"/>
                <a:cs typeface="Times New Roman"/>
              </a:rPr>
              <a:t>t</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f</a:t>
            </a:r>
            <a:endParaRPr sz="2400">
              <a:latin typeface="Times New Roman"/>
              <a:cs typeface="Times New Roman"/>
            </a:endParaRPr>
          </a:p>
        </p:txBody>
      </p:sp>
      <p:sp>
        <p:nvSpPr>
          <p:cNvPr id="13" name="object 13"/>
          <p:cNvSpPr txBox="1"/>
          <p:nvPr/>
        </p:nvSpPr>
        <p:spPr>
          <a:xfrm>
            <a:off x="2611120" y="1932786"/>
            <a:ext cx="7240570" cy="1996439"/>
          </a:xfrm>
          <a:prstGeom prst="rect">
            <a:avLst/>
          </a:prstGeom>
        </p:spPr>
        <p:txBody>
          <a:bodyPr wrap="square" lIns="0" tIns="0" rIns="0" bIns="0" rtlCol="0">
            <a:noAutofit/>
          </a:bodyPr>
          <a:lstStyle/>
          <a:p>
            <a:pPr marL="12700" marR="39873">
              <a:lnSpc>
                <a:spcPts val="2550"/>
              </a:lnSpc>
              <a:spcBef>
                <a:spcPts val="127"/>
              </a:spcBef>
            </a:pPr>
            <a:r>
              <a:rPr sz="2400" dirty="0">
                <a:latin typeface="Times New Roman"/>
                <a:cs typeface="Times New Roman"/>
              </a:rPr>
              <a:t>In oth</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w</a:t>
            </a:r>
            <a:r>
              <a:rPr sz="2400" dirty="0">
                <a:latin typeface="Times New Roman"/>
                <a:cs typeface="Times New Roman"/>
              </a:rPr>
              <a:t>o</a:t>
            </a:r>
            <a:r>
              <a:rPr sz="2400" spc="9" dirty="0">
                <a:latin typeface="Times New Roman"/>
                <a:cs typeface="Times New Roman"/>
              </a:rPr>
              <a:t>r</a:t>
            </a:r>
            <a:r>
              <a:rPr sz="2400" dirty="0">
                <a:latin typeface="Times New Roman"/>
                <a:cs typeface="Times New Roman"/>
              </a:rPr>
              <a:t>d</a:t>
            </a:r>
            <a:r>
              <a:rPr sz="2400" spc="-4" dirty="0">
                <a:latin typeface="Times New Roman"/>
                <a:cs typeface="Times New Roman"/>
              </a:rPr>
              <a:t>s</a:t>
            </a:r>
            <a:r>
              <a:rPr sz="2400" dirty="0">
                <a:latin typeface="Times New Roman"/>
                <a:cs typeface="Times New Roman"/>
              </a:rPr>
              <a:t>, o</a:t>
            </a:r>
            <a:r>
              <a:rPr sz="2400" spc="9" dirty="0">
                <a:latin typeface="Times New Roman"/>
                <a:cs typeface="Times New Roman"/>
              </a:rPr>
              <a:t>r</a:t>
            </a:r>
            <a:r>
              <a:rPr sz="2400" dirty="0">
                <a:latin typeface="Times New Roman"/>
                <a:cs typeface="Times New Roman"/>
              </a:rPr>
              <a:t>g</a:t>
            </a:r>
            <a:r>
              <a:rPr sz="2400" spc="4" dirty="0">
                <a:latin typeface="Times New Roman"/>
                <a:cs typeface="Times New Roman"/>
              </a:rPr>
              <a:t>a</a:t>
            </a:r>
            <a:r>
              <a:rPr sz="2400" spc="-9" dirty="0">
                <a:latin typeface="Times New Roman"/>
                <a:cs typeface="Times New Roman"/>
              </a:rPr>
              <a:t>n</a:t>
            </a:r>
            <a:r>
              <a:rPr sz="2400" spc="9" dirty="0">
                <a:latin typeface="Times New Roman"/>
                <a:cs typeface="Times New Roman"/>
              </a:rPr>
              <a:t>i</a:t>
            </a:r>
            <a:r>
              <a:rPr sz="2400" spc="-4" dirty="0">
                <a:latin typeface="Times New Roman"/>
                <a:cs typeface="Times New Roman"/>
              </a:rPr>
              <a:t>z</a:t>
            </a:r>
            <a:r>
              <a:rPr sz="2400" spc="4" dirty="0">
                <a:latin typeface="Times New Roman"/>
                <a:cs typeface="Times New Roman"/>
              </a:rPr>
              <a:t>e</a:t>
            </a:r>
            <a:r>
              <a:rPr sz="2400" dirty="0">
                <a:latin typeface="Times New Roman"/>
                <a:cs typeface="Times New Roman"/>
              </a:rPr>
              <a:t>d d</a:t>
            </a:r>
            <a:r>
              <a:rPr sz="2400" spc="4" dirty="0">
                <a:latin typeface="Times New Roman"/>
                <a:cs typeface="Times New Roman"/>
              </a:rPr>
              <a:t>a</a:t>
            </a:r>
            <a:r>
              <a:rPr sz="2400" dirty="0">
                <a:latin typeface="Times New Roman"/>
                <a:cs typeface="Times New Roman"/>
              </a:rPr>
              <a:t>ta </a:t>
            </a:r>
            <a:r>
              <a:rPr sz="2400" spc="4" dirty="0">
                <a:latin typeface="Times New Roman"/>
                <a:cs typeface="Times New Roman"/>
              </a:rPr>
              <a:t>a</a:t>
            </a:r>
            <a:r>
              <a:rPr sz="2400" dirty="0">
                <a:latin typeface="Times New Roman"/>
                <a:cs typeface="Times New Roman"/>
              </a:rPr>
              <a:t>bout the </a:t>
            </a:r>
            <a:r>
              <a:rPr sz="2400" spc="4" dirty="0">
                <a:latin typeface="Times New Roman"/>
                <a:cs typeface="Times New Roman"/>
              </a:rPr>
              <a:t>c</a:t>
            </a:r>
            <a:r>
              <a:rPr sz="2400" dirty="0">
                <a:latin typeface="Times New Roman"/>
                <a:cs typeface="Times New Roman"/>
              </a:rPr>
              <a:t>od</a:t>
            </a:r>
            <a:r>
              <a:rPr sz="2400" spc="4" dirty="0">
                <a:latin typeface="Times New Roman"/>
                <a:cs typeface="Times New Roman"/>
              </a:rPr>
              <a:t>e</a:t>
            </a:r>
            <a:r>
              <a:rPr sz="2400" dirty="0">
                <a:latin typeface="Times New Roman"/>
                <a:cs typeface="Times New Roman"/>
              </a:rPr>
              <a:t>, </a:t>
            </a:r>
            <a:r>
              <a:rPr sz="2400" spc="-4" dirty="0">
                <a:latin typeface="Times New Roman"/>
                <a:cs typeface="Times New Roman"/>
              </a:rPr>
              <a:t>e</a:t>
            </a:r>
            <a:r>
              <a:rPr sz="2400" spc="9" dirty="0">
                <a:latin typeface="Times New Roman"/>
                <a:cs typeface="Times New Roman"/>
              </a:rPr>
              <a:t>m</a:t>
            </a:r>
            <a:r>
              <a:rPr sz="2400" dirty="0">
                <a:latin typeface="Times New Roman"/>
                <a:cs typeface="Times New Roman"/>
              </a:rPr>
              <a:t>b</a:t>
            </a:r>
            <a:r>
              <a:rPr sz="2400" spc="4" dirty="0">
                <a:latin typeface="Times New Roman"/>
                <a:cs typeface="Times New Roman"/>
              </a:rPr>
              <a:t>e</a:t>
            </a:r>
            <a:r>
              <a:rPr sz="2400" dirty="0">
                <a:latin typeface="Times New Roman"/>
                <a:cs typeface="Times New Roman"/>
              </a:rPr>
              <a:t>d</a:t>
            </a:r>
            <a:r>
              <a:rPr sz="2400" spc="-9" dirty="0">
                <a:latin typeface="Times New Roman"/>
                <a:cs typeface="Times New Roman"/>
              </a:rPr>
              <a:t>d</a:t>
            </a:r>
            <a:r>
              <a:rPr sz="2400" spc="4" dirty="0">
                <a:latin typeface="Times New Roman"/>
                <a:cs typeface="Times New Roman"/>
              </a:rPr>
              <a:t>e</a:t>
            </a:r>
            <a:r>
              <a:rPr sz="2400" dirty="0">
                <a:latin typeface="Times New Roman"/>
                <a:cs typeface="Times New Roman"/>
              </a:rPr>
              <a:t>d</a:t>
            </a:r>
            <a:endParaRPr sz="2400">
              <a:latin typeface="Times New Roman"/>
              <a:cs typeface="Times New Roman"/>
            </a:endParaRPr>
          </a:p>
          <a:p>
            <a:pPr marL="12700" marR="39873">
              <a:lnSpc>
                <a:spcPct val="95825"/>
              </a:lnSpc>
            </a:pPr>
            <a:r>
              <a:rPr sz="2400" spc="-4" dirty="0">
                <a:latin typeface="Times New Roman"/>
                <a:cs typeface="Times New Roman"/>
              </a:rPr>
              <a:t>w</a:t>
            </a:r>
            <a:r>
              <a:rPr sz="2400" dirty="0">
                <a:latin typeface="Times New Roman"/>
                <a:cs typeface="Times New Roman"/>
              </a:rPr>
              <a:t>ithin the </a:t>
            </a:r>
            <a:r>
              <a:rPr sz="2400" spc="4" dirty="0">
                <a:latin typeface="Times New Roman"/>
                <a:cs typeface="Times New Roman"/>
              </a:rPr>
              <a:t>c</a:t>
            </a:r>
            <a:r>
              <a:rPr sz="2400" dirty="0">
                <a:latin typeface="Times New Roman"/>
                <a:cs typeface="Times New Roman"/>
              </a:rPr>
              <a:t>ode it</a:t>
            </a:r>
            <a:r>
              <a:rPr sz="2400" spc="4" dirty="0">
                <a:latin typeface="Times New Roman"/>
                <a:cs typeface="Times New Roman"/>
              </a:rPr>
              <a:t>se</a:t>
            </a:r>
            <a:r>
              <a:rPr sz="2400" dirty="0">
                <a:latin typeface="Times New Roman"/>
                <a:cs typeface="Times New Roman"/>
              </a:rPr>
              <a:t>lf</a:t>
            </a:r>
            <a:endParaRPr sz="2400">
              <a:latin typeface="Times New Roman"/>
              <a:cs typeface="Times New Roman"/>
            </a:endParaRPr>
          </a:p>
          <a:p>
            <a:pPr marL="12700">
              <a:lnSpc>
                <a:spcPct val="100041"/>
              </a:lnSpc>
              <a:spcBef>
                <a:spcPts val="920"/>
              </a:spcBef>
            </a:pPr>
            <a:r>
              <a:rPr sz="2400" dirty="0">
                <a:latin typeface="Times New Roman"/>
                <a:cs typeface="Times New Roman"/>
              </a:rPr>
              <a:t>It </a:t>
            </a:r>
            <a:r>
              <a:rPr sz="2400" spc="4" dirty="0">
                <a:latin typeface="Times New Roman"/>
                <a:cs typeface="Times New Roman"/>
              </a:rPr>
              <a:t>ca</a:t>
            </a:r>
            <a:r>
              <a:rPr sz="2400" dirty="0">
                <a:latin typeface="Times New Roman"/>
                <a:cs typeface="Times New Roman"/>
              </a:rPr>
              <a:t>n be p</a:t>
            </a:r>
            <a:r>
              <a:rPr sz="2400" spc="4" dirty="0">
                <a:latin typeface="Times New Roman"/>
                <a:cs typeface="Times New Roman"/>
              </a:rPr>
              <a:t>a</a:t>
            </a:r>
            <a:r>
              <a:rPr sz="2400" dirty="0">
                <a:latin typeface="Times New Roman"/>
                <a:cs typeface="Times New Roman"/>
              </a:rPr>
              <a:t>r</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d by </a:t>
            </a:r>
            <a:r>
              <a:rPr sz="2400" spc="9" dirty="0">
                <a:latin typeface="Times New Roman"/>
                <a:cs typeface="Times New Roman"/>
              </a:rPr>
              <a:t>t</a:t>
            </a:r>
            <a:r>
              <a:rPr sz="2400" spc="-9" dirty="0">
                <a:latin typeface="Times New Roman"/>
                <a:cs typeface="Times New Roman"/>
              </a:rPr>
              <a:t>h</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ompi</a:t>
            </a:r>
            <a:r>
              <a:rPr sz="2400" spc="9" dirty="0">
                <a:latin typeface="Times New Roman"/>
                <a:cs typeface="Times New Roman"/>
              </a:rPr>
              <a:t>l</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n</a:t>
            </a:r>
            <a:r>
              <a:rPr sz="2400" dirty="0">
                <a:latin typeface="Times New Roman"/>
                <a:cs typeface="Times New Roman"/>
              </a:rPr>
              <a:t>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pro</a:t>
            </a:r>
            <a:r>
              <a:rPr sz="2400" spc="4" dirty="0">
                <a:latin typeface="Times New Roman"/>
                <a:cs typeface="Times New Roman"/>
              </a:rPr>
              <a:t>ces</a:t>
            </a:r>
            <a:r>
              <a:rPr sz="2400" spc="-4" dirty="0">
                <a:latin typeface="Times New Roman"/>
                <a:cs typeface="Times New Roman"/>
              </a:rPr>
              <a:t>s</a:t>
            </a:r>
            <a:r>
              <a:rPr sz="2400" dirty="0">
                <a:latin typeface="Times New Roman"/>
                <a:cs typeface="Times New Roman"/>
              </a:rPr>
              <a:t>ing tools</a:t>
            </a:r>
            <a:endParaRPr sz="2400">
              <a:latin typeface="Times New Roman"/>
              <a:cs typeface="Times New Roman"/>
            </a:endParaRPr>
          </a:p>
          <a:p>
            <a:pPr marL="12700" marR="39873">
              <a:lnSpc>
                <a:spcPct val="95825"/>
              </a:lnSpc>
              <a:spcBef>
                <a:spcPts val="803"/>
              </a:spcBef>
            </a:pPr>
            <a:r>
              <a:rPr sz="2400" spc="-4" dirty="0">
                <a:latin typeface="Times New Roman"/>
                <a:cs typeface="Times New Roman"/>
              </a:rPr>
              <a:t>M</a:t>
            </a:r>
            <a:r>
              <a:rPr sz="2400" spc="4" dirty="0">
                <a:latin typeface="Times New Roman"/>
                <a:cs typeface="Times New Roman"/>
              </a:rPr>
              <a:t>a</a:t>
            </a:r>
            <a:r>
              <a:rPr sz="2400" dirty="0">
                <a:latin typeface="Times New Roman"/>
                <a:cs typeface="Times New Roman"/>
              </a:rPr>
              <a:t>ny </a:t>
            </a:r>
            <a:r>
              <a:rPr sz="2400" spc="-4" dirty="0">
                <a:latin typeface="Times New Roman"/>
                <a:cs typeface="Times New Roman"/>
              </a:rPr>
              <a:t>AP</a:t>
            </a:r>
            <a:r>
              <a:rPr sz="2400" spc="9" dirty="0">
                <a:latin typeface="Times New Roman"/>
                <a:cs typeface="Times New Roman"/>
              </a:rPr>
              <a:t>I</a:t>
            </a:r>
            <a:r>
              <a:rPr sz="2400" dirty="0">
                <a:latin typeface="Times New Roman"/>
                <a:cs typeface="Times New Roman"/>
              </a:rPr>
              <a:t>s r</a:t>
            </a:r>
            <a:r>
              <a:rPr sz="2400" spc="4" dirty="0">
                <a:latin typeface="Times New Roman"/>
                <a:cs typeface="Times New Roman"/>
              </a:rPr>
              <a:t>e</a:t>
            </a:r>
            <a:r>
              <a:rPr sz="2400" dirty="0">
                <a:latin typeface="Times New Roman"/>
                <a:cs typeface="Times New Roman"/>
              </a:rPr>
              <a:t>qu</a:t>
            </a:r>
            <a:r>
              <a:rPr sz="2400" spc="9" dirty="0">
                <a:latin typeface="Times New Roman"/>
                <a:cs typeface="Times New Roman"/>
              </a:rPr>
              <a:t>i</a:t>
            </a:r>
            <a:r>
              <a:rPr sz="2400" dirty="0">
                <a:latin typeface="Times New Roman"/>
                <a:cs typeface="Times New Roman"/>
              </a:rPr>
              <a:t>re a</a:t>
            </a:r>
            <a:r>
              <a:rPr sz="2400" spc="-4" dirty="0">
                <a:latin typeface="Times New Roman"/>
                <a:cs typeface="Times New Roman"/>
              </a:rPr>
              <a:t> </a:t>
            </a:r>
            <a:r>
              <a:rPr sz="2400" spc="9" dirty="0">
                <a:latin typeface="Times New Roman"/>
                <a:cs typeface="Times New Roman"/>
              </a:rPr>
              <a:t>f</a:t>
            </a:r>
            <a:r>
              <a:rPr sz="2400" spc="4" dirty="0">
                <a:latin typeface="Times New Roman"/>
                <a:cs typeface="Times New Roman"/>
              </a:rPr>
              <a:t>a</a:t>
            </a:r>
            <a:r>
              <a:rPr sz="2400" dirty="0">
                <a:latin typeface="Times New Roman"/>
                <a:cs typeface="Times New Roman"/>
              </a:rPr>
              <a:t>ir </a:t>
            </a:r>
            <a:r>
              <a:rPr sz="2400" spc="4" dirty="0">
                <a:latin typeface="Times New Roman"/>
                <a:cs typeface="Times New Roman"/>
              </a:rPr>
              <a:t>a</a:t>
            </a:r>
            <a:r>
              <a:rPr sz="2400" dirty="0">
                <a:latin typeface="Times New Roman"/>
                <a:cs typeface="Times New Roman"/>
              </a:rPr>
              <a:t>mount</a:t>
            </a:r>
            <a:r>
              <a:rPr sz="2400" spc="9" dirty="0">
                <a:latin typeface="Times New Roman"/>
                <a:cs typeface="Times New Roman"/>
              </a:rPr>
              <a:t> </a:t>
            </a:r>
            <a:r>
              <a:rPr sz="2400" spc="-9" dirty="0">
                <a:latin typeface="Times New Roman"/>
                <a:cs typeface="Times New Roman"/>
              </a:rPr>
              <a:t>o</a:t>
            </a:r>
            <a:r>
              <a:rPr sz="2400" dirty="0">
                <a:latin typeface="Times New Roman"/>
                <a:cs typeface="Times New Roman"/>
              </a:rPr>
              <a:t>f</a:t>
            </a:r>
            <a:r>
              <a:rPr sz="2400" spc="9" dirty="0">
                <a:latin typeface="Times New Roman"/>
                <a:cs typeface="Times New Roman"/>
              </a:rPr>
              <a:t> </a:t>
            </a:r>
            <a:r>
              <a:rPr sz="2400" dirty="0">
                <a:latin typeface="Times New Roman"/>
                <a:cs typeface="Times New Roman"/>
              </a:rPr>
              <a:t>boil</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p</a:t>
            </a:r>
            <a:r>
              <a:rPr sz="2400" spc="9" dirty="0">
                <a:latin typeface="Times New Roman"/>
                <a:cs typeface="Times New Roman"/>
              </a:rPr>
              <a:t>l</a:t>
            </a:r>
            <a:r>
              <a:rPr sz="2400" spc="4" dirty="0">
                <a:latin typeface="Times New Roman"/>
                <a:cs typeface="Times New Roman"/>
              </a:rPr>
              <a:t>a</a:t>
            </a:r>
            <a:r>
              <a:rPr sz="2400" dirty="0">
                <a:latin typeface="Times New Roman"/>
                <a:cs typeface="Times New Roman"/>
              </a:rPr>
              <a:t>te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ode</a:t>
            </a:r>
            <a:endParaRPr sz="2400">
              <a:latin typeface="Times New Roman"/>
              <a:cs typeface="Times New Roman"/>
            </a:endParaRPr>
          </a:p>
        </p:txBody>
      </p:sp>
      <p:sp>
        <p:nvSpPr>
          <p:cNvPr id="12" name="object 12"/>
          <p:cNvSpPr txBox="1"/>
          <p:nvPr/>
        </p:nvSpPr>
        <p:spPr>
          <a:xfrm>
            <a:off x="2287271" y="274558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1" name="object 11"/>
          <p:cNvSpPr txBox="1"/>
          <p:nvPr/>
        </p:nvSpPr>
        <p:spPr>
          <a:xfrm>
            <a:off x="2287271" y="3578706"/>
            <a:ext cx="177829" cy="7975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0" y="4066385"/>
            <a:ext cx="6112256"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T</a:t>
            </a:r>
            <a:r>
              <a:rPr sz="2400" dirty="0">
                <a:latin typeface="Times New Roman"/>
                <a:cs typeface="Times New Roman"/>
              </a:rPr>
              <a:t>his boil</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p</a:t>
            </a:r>
            <a:r>
              <a:rPr sz="2400" spc="9" dirty="0">
                <a:latin typeface="Times New Roman"/>
                <a:cs typeface="Times New Roman"/>
              </a:rPr>
              <a:t>l</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ould be g</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utom</a:t>
            </a:r>
            <a:r>
              <a:rPr sz="2400" spc="4" dirty="0">
                <a:latin typeface="Times New Roman"/>
                <a:cs typeface="Times New Roman"/>
              </a:rPr>
              <a:t>a</a:t>
            </a:r>
            <a:r>
              <a:rPr sz="2400" dirty="0">
                <a:latin typeface="Times New Roman"/>
                <a:cs typeface="Times New Roman"/>
              </a:rPr>
              <a:t>ti</a:t>
            </a:r>
            <a:r>
              <a:rPr sz="2400" spc="4" dirty="0">
                <a:latin typeface="Times New Roman"/>
                <a:cs typeface="Times New Roman"/>
              </a:rPr>
              <a:t>ca</a:t>
            </a:r>
            <a:r>
              <a:rPr sz="2400" dirty="0">
                <a:latin typeface="Times New Roman"/>
                <a:cs typeface="Times New Roman"/>
              </a:rPr>
              <a:t>l</a:t>
            </a:r>
            <a:r>
              <a:rPr sz="2400" spc="9" dirty="0">
                <a:latin typeface="Times New Roman"/>
                <a:cs typeface="Times New Roman"/>
              </a:rPr>
              <a:t>l</a:t>
            </a:r>
            <a:r>
              <a:rPr sz="2400" dirty="0">
                <a:latin typeface="Times New Roman"/>
                <a:cs typeface="Times New Roman"/>
              </a:rPr>
              <a:t>y</a:t>
            </a:r>
            <a:endParaRPr sz="2400">
              <a:latin typeface="Times New Roman"/>
              <a:cs typeface="Times New Roman"/>
            </a:endParaRPr>
          </a:p>
        </p:txBody>
      </p:sp>
      <p:sp>
        <p:nvSpPr>
          <p:cNvPr id="9" name="object 9"/>
          <p:cNvSpPr txBox="1"/>
          <p:nvPr/>
        </p:nvSpPr>
        <p:spPr>
          <a:xfrm>
            <a:off x="8728151" y="4066385"/>
            <a:ext cx="374700"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b</a:t>
            </a:r>
            <a:r>
              <a:rPr sz="2400" dirty="0">
                <a:latin typeface="Times New Roman"/>
                <a:cs typeface="Times New Roman"/>
              </a:rPr>
              <a:t>y</a:t>
            </a:r>
            <a:endParaRPr sz="2400">
              <a:latin typeface="Times New Roman"/>
              <a:cs typeface="Times New Roman"/>
            </a:endParaRPr>
          </a:p>
        </p:txBody>
      </p:sp>
      <p:sp>
        <p:nvSpPr>
          <p:cNvPr id="8" name="object 8"/>
          <p:cNvSpPr txBox="1"/>
          <p:nvPr/>
        </p:nvSpPr>
        <p:spPr>
          <a:xfrm>
            <a:off x="9107933" y="4066385"/>
            <a:ext cx="757173"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 </a:t>
            </a:r>
            <a:r>
              <a:rPr sz="2400" spc="9" dirty="0">
                <a:latin typeface="Times New Roman"/>
                <a:cs typeface="Times New Roman"/>
              </a:rPr>
              <a:t>t</a:t>
            </a:r>
            <a:r>
              <a:rPr sz="2400" dirty="0">
                <a:latin typeface="Times New Roman"/>
                <a:cs typeface="Times New Roman"/>
              </a:rPr>
              <a:t>o</a:t>
            </a:r>
            <a:r>
              <a:rPr sz="2400" spc="-9" dirty="0">
                <a:latin typeface="Times New Roman"/>
                <a:cs typeface="Times New Roman"/>
              </a:rPr>
              <a:t>o</a:t>
            </a:r>
            <a:r>
              <a:rPr sz="2400" dirty="0">
                <a:latin typeface="Times New Roman"/>
                <a:cs typeface="Times New Roman"/>
              </a:rPr>
              <a:t>l</a:t>
            </a:r>
            <a:endParaRPr sz="2400">
              <a:latin typeface="Times New Roman"/>
              <a:cs typeface="Times New Roman"/>
            </a:endParaRPr>
          </a:p>
        </p:txBody>
      </p:sp>
      <p:sp>
        <p:nvSpPr>
          <p:cNvPr id="7" name="object 7"/>
          <p:cNvSpPr txBox="1"/>
          <p:nvPr/>
        </p:nvSpPr>
        <p:spPr>
          <a:xfrm>
            <a:off x="2611121" y="4432145"/>
            <a:ext cx="257355"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if</a:t>
            </a:r>
            <a:endParaRPr sz="2400">
              <a:latin typeface="Times New Roman"/>
              <a:cs typeface="Times New Roman"/>
            </a:endParaRPr>
          </a:p>
        </p:txBody>
      </p:sp>
      <p:sp>
        <p:nvSpPr>
          <p:cNvPr id="6" name="object 6"/>
          <p:cNvSpPr txBox="1"/>
          <p:nvPr/>
        </p:nvSpPr>
        <p:spPr>
          <a:xfrm>
            <a:off x="2873553" y="4432145"/>
            <a:ext cx="444453"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t</a:t>
            </a:r>
            <a:r>
              <a:rPr sz="2400" spc="4" dirty="0">
                <a:latin typeface="Times New Roman"/>
                <a:cs typeface="Times New Roman"/>
              </a:rPr>
              <a:t>h</a:t>
            </a:r>
            <a:r>
              <a:rPr sz="2400" dirty="0">
                <a:latin typeface="Times New Roman"/>
                <a:cs typeface="Times New Roman"/>
              </a:rPr>
              <a:t>e</a:t>
            </a:r>
            <a:endParaRPr sz="2400">
              <a:latin typeface="Times New Roman"/>
              <a:cs typeface="Times New Roman"/>
            </a:endParaRPr>
          </a:p>
        </p:txBody>
      </p:sp>
      <p:sp>
        <p:nvSpPr>
          <p:cNvPr id="5" name="object 5"/>
          <p:cNvSpPr txBox="1"/>
          <p:nvPr/>
        </p:nvSpPr>
        <p:spPr>
          <a:xfrm>
            <a:off x="3322523" y="4432145"/>
            <a:ext cx="5407912"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p</a:t>
            </a:r>
            <a:r>
              <a:rPr sz="2400" spc="9" dirty="0">
                <a:latin typeface="Times New Roman"/>
                <a:cs typeface="Times New Roman"/>
              </a:rPr>
              <a:t>r</a:t>
            </a:r>
            <a:r>
              <a:rPr sz="2400" dirty="0">
                <a:latin typeface="Times New Roman"/>
                <a:cs typeface="Times New Roman"/>
              </a:rPr>
              <a:t>ogr</a:t>
            </a:r>
            <a:r>
              <a:rPr sz="2400" spc="4" dirty="0">
                <a:latin typeface="Times New Roman"/>
                <a:cs typeface="Times New Roman"/>
              </a:rPr>
              <a:t>a</a:t>
            </a:r>
            <a:r>
              <a:rPr sz="2400" dirty="0">
                <a:latin typeface="Times New Roman"/>
                <a:cs typeface="Times New Roman"/>
              </a:rPr>
              <a:t>m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re </a:t>
            </a:r>
            <a:r>
              <a:rPr sz="2400" spc="4" dirty="0">
                <a:latin typeface="Times New Roman"/>
                <a:cs typeface="Times New Roman"/>
              </a:rPr>
              <a:t>“</a:t>
            </a:r>
            <a:r>
              <a:rPr sz="2400" dirty="0">
                <a:latin typeface="Times New Roman"/>
                <a:cs typeface="Times New Roman"/>
              </a:rPr>
              <a:t>d</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o</a:t>
            </a:r>
            <a:r>
              <a:rPr sz="2400" spc="9" dirty="0">
                <a:latin typeface="Times New Roman"/>
                <a:cs typeface="Times New Roman"/>
              </a:rPr>
              <a:t>r</a:t>
            </a:r>
            <a:r>
              <a:rPr sz="2400" spc="-4" dirty="0">
                <a:latin typeface="Times New Roman"/>
                <a:cs typeface="Times New Roman"/>
              </a:rPr>
              <a:t>a</a:t>
            </a:r>
            <a:r>
              <a:rPr sz="2400" spc="9" dirty="0">
                <a:latin typeface="Times New Roman"/>
                <a:cs typeface="Times New Roman"/>
              </a:rPr>
              <a:t>t</a:t>
            </a:r>
            <a:r>
              <a:rPr sz="2400" spc="4" dirty="0">
                <a:latin typeface="Times New Roman"/>
                <a:cs typeface="Times New Roman"/>
              </a:rPr>
              <a:t>e</a:t>
            </a:r>
            <a:r>
              <a:rPr sz="2400" spc="-9" dirty="0">
                <a:latin typeface="Times New Roman"/>
                <a:cs typeface="Times New Roman"/>
              </a:rPr>
              <a:t>d</a:t>
            </a:r>
            <a:r>
              <a:rPr sz="2400" dirty="0">
                <a:latin typeface="Times New Roman"/>
                <a:cs typeface="Times New Roman"/>
              </a:rPr>
              <a:t>” </a:t>
            </a:r>
            <a:r>
              <a:rPr sz="2400" spc="-4" dirty="0">
                <a:latin typeface="Times New Roman"/>
                <a:cs typeface="Times New Roman"/>
              </a:rPr>
              <a:t>w</a:t>
            </a:r>
            <a:r>
              <a:rPr sz="2400" dirty="0">
                <a:latin typeface="Times New Roman"/>
                <a:cs typeface="Times New Roman"/>
              </a:rPr>
              <a:t>ith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ons</a:t>
            </a:r>
            <a:endParaRPr sz="2400">
              <a:latin typeface="Times New Roman"/>
              <a:cs typeface="Times New Roman"/>
            </a:endParaRPr>
          </a:p>
        </p:txBody>
      </p:sp>
    </p:spTree>
    <p:extLst>
      <p:ext uri="{BB962C8B-B14F-4D97-AF65-F5344CB8AC3E}">
        <p14:creationId xmlns:p14="http://schemas.microsoft.com/office/powerpoint/2010/main" val="4057189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2" name="object 12"/>
          <p:cNvSpPr txBox="1"/>
          <p:nvPr/>
        </p:nvSpPr>
        <p:spPr>
          <a:xfrm>
            <a:off x="2058670" y="517293"/>
            <a:ext cx="695472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 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11" name="object 11"/>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0" y="1465426"/>
            <a:ext cx="7232952" cy="3459479"/>
          </a:xfrm>
          <a:prstGeom prst="rect">
            <a:avLst/>
          </a:prstGeom>
        </p:spPr>
        <p:txBody>
          <a:bodyPr wrap="square" lIns="0" tIns="0" rIns="0" bIns="0" rtlCol="0">
            <a:noAutofit/>
          </a:bodyPr>
          <a:lstStyle/>
          <a:p>
            <a:pPr marL="12700" marR="39873">
              <a:lnSpc>
                <a:spcPts val="2550"/>
              </a:lnSpc>
              <a:spcBef>
                <a:spcPts val="127"/>
              </a:spcBef>
            </a:pPr>
            <a:r>
              <a:rPr sz="2400" spc="-4" dirty="0">
                <a:latin typeface="Times New Roman"/>
                <a:cs typeface="Times New Roman"/>
              </a:rPr>
              <a:t>HTT</a:t>
            </a:r>
            <a:r>
              <a:rPr sz="2400" dirty="0">
                <a:latin typeface="Times New Roman"/>
                <a:cs typeface="Times New Roman"/>
              </a:rPr>
              <a:t>P </a:t>
            </a:r>
            <a:r>
              <a:rPr sz="2400" spc="9" dirty="0">
                <a:latin typeface="Times New Roman"/>
                <a:cs typeface="Times New Roman"/>
              </a:rPr>
              <a:t>i</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ca</a:t>
            </a:r>
            <a:r>
              <a:rPr sz="2400" dirty="0">
                <a:latin typeface="Times New Roman"/>
                <a:cs typeface="Times New Roman"/>
              </a:rPr>
              <a:t>tion l</a:t>
            </a:r>
            <a:r>
              <a:rPr sz="2400" spc="4" dirty="0">
                <a:latin typeface="Times New Roman"/>
                <a:cs typeface="Times New Roman"/>
              </a:rPr>
              <a:t>a</a:t>
            </a:r>
            <a:r>
              <a:rPr sz="2400" dirty="0">
                <a:latin typeface="Times New Roman"/>
                <a:cs typeface="Times New Roman"/>
              </a:rPr>
              <a:t>y</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proto</a:t>
            </a:r>
            <a:r>
              <a:rPr sz="2400" spc="4" dirty="0">
                <a:latin typeface="Times New Roman"/>
                <a:cs typeface="Times New Roman"/>
              </a:rPr>
              <a:t>c</a:t>
            </a:r>
            <a:r>
              <a:rPr sz="2400" dirty="0">
                <a:latin typeface="Times New Roman"/>
                <a:cs typeface="Times New Roman"/>
              </a:rPr>
              <a:t>ol </a:t>
            </a:r>
            <a:r>
              <a:rPr sz="2400" spc="9" dirty="0">
                <a:latin typeface="Times New Roman"/>
                <a:cs typeface="Times New Roman"/>
              </a:rPr>
              <a:t>f</a:t>
            </a:r>
            <a:r>
              <a:rPr sz="2400" spc="-9" dirty="0">
                <a:latin typeface="Times New Roman"/>
                <a:cs typeface="Times New Roman"/>
              </a:rPr>
              <a:t>u</a:t>
            </a:r>
            <a:r>
              <a:rPr sz="2400" dirty="0">
                <a:latin typeface="Times New Roman"/>
                <a:cs typeface="Times New Roman"/>
              </a:rPr>
              <a:t>n</a:t>
            </a:r>
            <a:r>
              <a:rPr sz="2400" spc="4" dirty="0">
                <a:latin typeface="Times New Roman"/>
                <a:cs typeface="Times New Roman"/>
              </a:rPr>
              <a:t>c</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ons </a:t>
            </a:r>
            <a:r>
              <a:rPr sz="2400" spc="4" dirty="0">
                <a:latin typeface="Times New Roman"/>
                <a:cs typeface="Times New Roman"/>
              </a:rPr>
              <a:t>a</a:t>
            </a:r>
            <a:r>
              <a:rPr sz="2400" dirty="0">
                <a:latin typeface="Times New Roman"/>
                <a:cs typeface="Times New Roman"/>
              </a:rPr>
              <a:t>s a</a:t>
            </a:r>
            <a:endParaRPr sz="2400">
              <a:latin typeface="Times New Roman"/>
              <a:cs typeface="Times New Roman"/>
            </a:endParaRPr>
          </a:p>
          <a:p>
            <a:pPr marL="12700" marR="278589">
              <a:lnSpc>
                <a:spcPct val="100041"/>
              </a:lnSpc>
            </a:pP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a:t>
            </a:r>
            <a:r>
              <a:rPr sz="2400" dirty="0">
                <a:latin typeface="Times New Roman"/>
                <a:cs typeface="Times New Roman"/>
              </a:rPr>
              <a:t>r</a:t>
            </a:r>
            <a:r>
              <a:rPr sz="2400" spc="4" dirty="0">
                <a:latin typeface="Times New Roman"/>
                <a:cs typeface="Times New Roman"/>
              </a:rPr>
              <a:t>es</a:t>
            </a:r>
            <a:r>
              <a:rPr sz="2400" dirty="0">
                <a:latin typeface="Times New Roman"/>
                <a:cs typeface="Times New Roman"/>
              </a:rPr>
              <a:t>pon</a:t>
            </a:r>
            <a:r>
              <a:rPr sz="2400" spc="-4" dirty="0">
                <a:latin typeface="Times New Roman"/>
                <a:cs typeface="Times New Roman"/>
              </a:rPr>
              <a:t>s</a:t>
            </a:r>
            <a:r>
              <a:rPr sz="2400" dirty="0">
                <a:latin typeface="Times New Roman"/>
                <a:cs typeface="Times New Roman"/>
              </a:rPr>
              <a:t>e p</a:t>
            </a:r>
            <a:r>
              <a:rPr sz="2400" spc="9" dirty="0">
                <a:latin typeface="Times New Roman"/>
                <a:cs typeface="Times New Roman"/>
              </a:rPr>
              <a:t>r</a:t>
            </a:r>
            <a:r>
              <a:rPr sz="2400" spc="-9" dirty="0">
                <a:latin typeface="Times New Roman"/>
                <a:cs typeface="Times New Roman"/>
              </a:rPr>
              <a:t>o</a:t>
            </a:r>
            <a:r>
              <a:rPr sz="2400" spc="9" dirty="0">
                <a:latin typeface="Times New Roman"/>
                <a:cs typeface="Times New Roman"/>
              </a:rPr>
              <a:t>t</a:t>
            </a:r>
            <a:r>
              <a:rPr sz="2400" dirty="0">
                <a:latin typeface="Times New Roman"/>
                <a:cs typeface="Times New Roman"/>
              </a:rPr>
              <a:t>o</a:t>
            </a:r>
            <a:r>
              <a:rPr sz="2400" spc="-4" dirty="0">
                <a:latin typeface="Times New Roman"/>
                <a:cs typeface="Times New Roman"/>
              </a:rPr>
              <a:t>c</a:t>
            </a:r>
            <a:r>
              <a:rPr sz="2400" spc="4" dirty="0">
                <a:latin typeface="Times New Roman"/>
                <a:cs typeface="Times New Roman"/>
              </a:rPr>
              <a:t>o</a:t>
            </a:r>
            <a:r>
              <a:rPr sz="2400" dirty="0">
                <a:latin typeface="Times New Roman"/>
                <a:cs typeface="Times New Roman"/>
              </a:rPr>
              <a:t>l in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se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c</a:t>
            </a:r>
            <a:r>
              <a:rPr sz="2400" dirty="0">
                <a:latin typeface="Times New Roman"/>
                <a:cs typeface="Times New Roman"/>
              </a:rPr>
              <a:t>o</a:t>
            </a:r>
            <a:r>
              <a:rPr sz="2400" spc="9" dirty="0">
                <a:latin typeface="Times New Roman"/>
                <a:cs typeface="Times New Roman"/>
              </a:rPr>
              <a:t>m</a:t>
            </a:r>
            <a:r>
              <a:rPr sz="2400" dirty="0">
                <a:latin typeface="Times New Roman"/>
                <a:cs typeface="Times New Roman"/>
              </a:rPr>
              <a:t>p</a:t>
            </a:r>
            <a:r>
              <a:rPr sz="2400" spc="-9" dirty="0">
                <a:latin typeface="Times New Roman"/>
                <a:cs typeface="Times New Roman"/>
              </a:rPr>
              <a:t>u</a:t>
            </a:r>
            <a:r>
              <a:rPr sz="2400" spc="9" dirty="0">
                <a:latin typeface="Times New Roman"/>
                <a:cs typeface="Times New Roman"/>
              </a:rPr>
              <a:t>t</a:t>
            </a:r>
            <a:r>
              <a:rPr sz="2400" dirty="0">
                <a:latin typeface="Times New Roman"/>
                <a:cs typeface="Times New Roman"/>
              </a:rPr>
              <a:t>ing mode</a:t>
            </a:r>
            <a:endParaRPr sz="2400">
              <a:latin typeface="Times New Roman"/>
              <a:cs typeface="Times New Roman"/>
            </a:endParaRPr>
          </a:p>
          <a:p>
            <a:pPr marL="12700" marR="94490">
              <a:lnSpc>
                <a:spcPct val="100041"/>
              </a:lnSpc>
              <a:spcBef>
                <a:spcPts val="803"/>
              </a:spcBef>
            </a:pPr>
            <a:r>
              <a:rPr sz="2400" dirty="0">
                <a:latin typeface="Times New Roman"/>
                <a:cs typeface="Times New Roman"/>
              </a:rPr>
              <a:t>A</a:t>
            </a:r>
            <a:r>
              <a:rPr sz="2400" spc="-9" dirty="0">
                <a:latin typeface="Times New Roman"/>
                <a:cs typeface="Times New Roman"/>
              </a:rPr>
              <a:t>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b</a:t>
            </a:r>
            <a:r>
              <a:rPr sz="2400" spc="9" dirty="0">
                <a:latin typeface="Times New Roman"/>
                <a:cs typeface="Times New Roman"/>
              </a:rPr>
              <a:t>r</a:t>
            </a:r>
            <a:r>
              <a:rPr sz="2400" dirty="0">
                <a:latin typeface="Times New Roman"/>
                <a:cs typeface="Times New Roman"/>
              </a:rPr>
              <a:t>o</a:t>
            </a:r>
            <a:r>
              <a:rPr sz="2400" spc="-9" dirty="0">
                <a:latin typeface="Times New Roman"/>
                <a:cs typeface="Times New Roman"/>
              </a:rPr>
              <a:t>w</a:t>
            </a:r>
            <a:r>
              <a:rPr sz="2400" spc="4" dirty="0">
                <a:latin typeface="Times New Roman"/>
                <a:cs typeface="Times New Roman"/>
              </a:rPr>
              <a:t>se</a:t>
            </a:r>
            <a:r>
              <a:rPr sz="2400" dirty="0">
                <a:latin typeface="Times New Roman"/>
                <a:cs typeface="Times New Roman"/>
              </a:rPr>
              <a:t>r, for</a:t>
            </a:r>
            <a:r>
              <a:rPr sz="2400" spc="9" dirty="0">
                <a:latin typeface="Times New Roman"/>
                <a:cs typeface="Times New Roman"/>
              </a:rPr>
              <a:t> </a:t>
            </a:r>
            <a:r>
              <a:rPr sz="2400" spc="4" dirty="0">
                <a:latin typeface="Times New Roman"/>
                <a:cs typeface="Times New Roman"/>
              </a:rPr>
              <a:t>e</a:t>
            </a:r>
            <a:r>
              <a:rPr sz="2400" dirty="0">
                <a:latin typeface="Times New Roman"/>
                <a:cs typeface="Times New Roman"/>
              </a:rPr>
              <a:t>x</a:t>
            </a:r>
            <a:r>
              <a:rPr sz="2400" spc="4" dirty="0">
                <a:latin typeface="Times New Roman"/>
                <a:cs typeface="Times New Roman"/>
              </a:rPr>
              <a:t>a</a:t>
            </a:r>
            <a:r>
              <a:rPr sz="2400" dirty="0">
                <a:latin typeface="Times New Roman"/>
                <a:cs typeface="Times New Roman"/>
              </a:rPr>
              <a:t>mpl</a:t>
            </a:r>
            <a:r>
              <a:rPr sz="2400" spc="4" dirty="0">
                <a:latin typeface="Times New Roman"/>
                <a:cs typeface="Times New Roman"/>
              </a:rPr>
              <a:t>e</a:t>
            </a:r>
            <a:r>
              <a:rPr sz="2400" dirty="0">
                <a:latin typeface="Times New Roman"/>
                <a:cs typeface="Times New Roman"/>
              </a:rPr>
              <a:t>, m</a:t>
            </a:r>
            <a:r>
              <a:rPr sz="2400" spc="4" dirty="0">
                <a:latin typeface="Times New Roman"/>
                <a:cs typeface="Times New Roman"/>
              </a:rPr>
              <a:t>a</a:t>
            </a:r>
            <a:r>
              <a:rPr sz="2400" dirty="0">
                <a:latin typeface="Times New Roman"/>
                <a:cs typeface="Times New Roman"/>
              </a:rPr>
              <a:t>y be</a:t>
            </a:r>
            <a:r>
              <a:rPr sz="2400" spc="-4" dirty="0">
                <a:latin typeface="Times New Roman"/>
                <a:cs typeface="Times New Roman"/>
              </a:rPr>
              <a:t> </a:t>
            </a:r>
            <a:r>
              <a:rPr sz="2400" spc="9" dirty="0">
                <a:latin typeface="Times New Roman"/>
                <a:cs typeface="Times New Roman"/>
              </a:rPr>
              <a:t>t</a:t>
            </a:r>
            <a:r>
              <a:rPr sz="2400" dirty="0">
                <a:latin typeface="Times New Roman"/>
                <a:cs typeface="Times New Roman"/>
              </a:rPr>
              <a:t>he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l</a:t>
            </a:r>
            <a:r>
              <a:rPr sz="2400" spc="9" dirty="0">
                <a:latin typeface="Times New Roman"/>
                <a:cs typeface="Times New Roman"/>
              </a:rPr>
              <a:t>i</a:t>
            </a:r>
            <a:r>
              <a:rPr sz="2400" spc="4" dirty="0">
                <a:latin typeface="Times New Roman"/>
                <a:cs typeface="Times New Roman"/>
              </a:rPr>
              <a:t>e</a:t>
            </a:r>
            <a:r>
              <a:rPr sz="2400" spc="-9" dirty="0">
                <a:latin typeface="Times New Roman"/>
                <a:cs typeface="Times New Roman"/>
              </a:rPr>
              <a:t>n</a:t>
            </a:r>
            <a:r>
              <a:rPr sz="2400" dirty="0">
                <a:latin typeface="Times New Roman"/>
                <a:cs typeface="Times New Roman"/>
              </a:rPr>
              <a:t>t</a:t>
            </a:r>
            <a:r>
              <a:rPr sz="2400" spc="9" dirty="0">
                <a:latin typeface="Times New Roman"/>
                <a:cs typeface="Times New Roman"/>
              </a:rPr>
              <a:t> </a:t>
            </a:r>
            <a:r>
              <a:rPr sz="2400" spc="4" dirty="0">
                <a:latin typeface="Times New Roman"/>
                <a:cs typeface="Times New Roman"/>
              </a:rPr>
              <a:t>a</a:t>
            </a:r>
            <a:r>
              <a:rPr sz="2400" spc="-9" dirty="0">
                <a:latin typeface="Times New Roman"/>
                <a:cs typeface="Times New Roman"/>
              </a:rPr>
              <a:t>n</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a</a:t>
            </a:r>
            <a:r>
              <a:rPr sz="2400" spc="-9" dirty="0">
                <a:latin typeface="Times New Roman"/>
                <a:cs typeface="Times New Roman"/>
              </a:rPr>
              <a:t>p</a:t>
            </a:r>
            <a:r>
              <a:rPr sz="2400" dirty="0">
                <a:latin typeface="Times New Roman"/>
                <a:cs typeface="Times New Roman"/>
              </a:rPr>
              <a:t>p</a:t>
            </a:r>
            <a:r>
              <a:rPr sz="2400" spc="9" dirty="0">
                <a:latin typeface="Times New Roman"/>
                <a:cs typeface="Times New Roman"/>
              </a:rPr>
              <a:t>l</a:t>
            </a:r>
            <a:r>
              <a:rPr sz="2400" dirty="0">
                <a:latin typeface="Times New Roman"/>
                <a:cs typeface="Times New Roman"/>
              </a:rPr>
              <a:t>i</a:t>
            </a:r>
            <a:r>
              <a:rPr sz="2400" spc="4" dirty="0">
                <a:latin typeface="Times New Roman"/>
                <a:cs typeface="Times New Roman"/>
              </a:rPr>
              <a:t>c</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runni</a:t>
            </a:r>
            <a:r>
              <a:rPr sz="2400" spc="4" dirty="0">
                <a:latin typeface="Times New Roman"/>
                <a:cs typeface="Times New Roman"/>
              </a:rPr>
              <a:t>n</a:t>
            </a:r>
            <a:r>
              <a:rPr sz="2400" dirty="0">
                <a:latin typeface="Times New Roman"/>
                <a:cs typeface="Times New Roman"/>
              </a:rPr>
              <a:t>g on a </a:t>
            </a:r>
            <a:r>
              <a:rPr sz="2400" spc="4" dirty="0">
                <a:latin typeface="Times New Roman"/>
                <a:cs typeface="Times New Roman"/>
              </a:rPr>
              <a:t>c</a:t>
            </a:r>
            <a:r>
              <a:rPr sz="2400" dirty="0">
                <a:latin typeface="Times New Roman"/>
                <a:cs typeface="Times New Roman"/>
              </a:rPr>
              <a:t>ompu</a:t>
            </a:r>
            <a:r>
              <a:rPr sz="2400" spc="9" dirty="0">
                <a:latin typeface="Times New Roman"/>
                <a:cs typeface="Times New Roman"/>
              </a:rPr>
              <a:t>t</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ho</a:t>
            </a:r>
            <a:r>
              <a:rPr sz="2400" spc="-4" dirty="0">
                <a:latin typeface="Times New Roman"/>
                <a:cs typeface="Times New Roman"/>
              </a:rPr>
              <a:t>s</a:t>
            </a:r>
            <a:r>
              <a:rPr sz="2400" spc="9" dirty="0">
                <a:latin typeface="Times New Roman"/>
                <a:cs typeface="Times New Roman"/>
              </a:rPr>
              <a:t>t</a:t>
            </a:r>
            <a:r>
              <a:rPr sz="2400" dirty="0">
                <a:latin typeface="Times New Roman"/>
                <a:cs typeface="Times New Roman"/>
              </a:rPr>
              <a:t>ing a</a:t>
            </a:r>
            <a:r>
              <a:rPr sz="2400" spc="-4" dirty="0">
                <a:latin typeface="Times New Roman"/>
                <a:cs typeface="Times New Roman"/>
              </a:rPr>
              <a:t> 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dirty="0">
                <a:latin typeface="Times New Roman"/>
                <a:cs typeface="Times New Roman"/>
              </a:rPr>
              <a:t>ite m</a:t>
            </a:r>
            <a:r>
              <a:rPr sz="2400" spc="4" dirty="0">
                <a:latin typeface="Times New Roman"/>
                <a:cs typeface="Times New Roman"/>
              </a:rPr>
              <a:t>a</a:t>
            </a:r>
            <a:r>
              <a:rPr sz="2400" dirty="0">
                <a:latin typeface="Times New Roman"/>
                <a:cs typeface="Times New Roman"/>
              </a:rPr>
              <a:t>y be the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a:p>
            <a:pPr marL="12700">
              <a:lnSpc>
                <a:spcPct val="100041"/>
              </a:lnSpc>
              <a:spcBef>
                <a:spcPts val="803"/>
              </a:spcBef>
            </a:pPr>
            <a:r>
              <a:rPr sz="2400" spc="-4" dirty="0">
                <a:latin typeface="Times New Roman"/>
                <a:cs typeface="Times New Roman"/>
              </a:rPr>
              <a:t>T</a:t>
            </a:r>
            <a:r>
              <a:rPr sz="2400" dirty="0">
                <a:latin typeface="Times New Roman"/>
                <a:cs typeface="Times New Roman"/>
              </a:rPr>
              <a:t>he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w</a:t>
            </a:r>
            <a:r>
              <a:rPr sz="2400" dirty="0">
                <a:latin typeface="Times New Roman"/>
                <a:cs typeface="Times New Roman"/>
              </a:rPr>
              <a:t>hi</a:t>
            </a:r>
            <a:r>
              <a:rPr sz="2400" spc="4" dirty="0">
                <a:latin typeface="Times New Roman"/>
                <a:cs typeface="Times New Roman"/>
              </a:rPr>
              <a:t>c</a:t>
            </a:r>
            <a:r>
              <a:rPr sz="2400" dirty="0">
                <a:latin typeface="Times New Roman"/>
                <a:cs typeface="Times New Roman"/>
              </a:rPr>
              <a:t>h provid</a:t>
            </a:r>
            <a:r>
              <a:rPr sz="2400" spc="4" dirty="0">
                <a:latin typeface="Times New Roman"/>
                <a:cs typeface="Times New Roman"/>
              </a:rPr>
              <a:t>e</a:t>
            </a:r>
            <a:r>
              <a:rPr sz="2400" dirty="0">
                <a:latin typeface="Times New Roman"/>
                <a:cs typeface="Times New Roman"/>
              </a:rPr>
              <a:t>s r</a:t>
            </a:r>
            <a:r>
              <a:rPr sz="2400" spc="4" dirty="0">
                <a:latin typeface="Times New Roman"/>
                <a:cs typeface="Times New Roman"/>
              </a:rPr>
              <a:t>es</a:t>
            </a:r>
            <a:r>
              <a:rPr sz="2400" spc="-9" dirty="0">
                <a:latin typeface="Times New Roman"/>
                <a:cs typeface="Times New Roman"/>
              </a:rPr>
              <a:t>o</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ce</a:t>
            </a:r>
            <a:r>
              <a:rPr sz="2400" dirty="0">
                <a:latin typeface="Times New Roman"/>
                <a:cs typeface="Times New Roman"/>
              </a:rPr>
              <a:t>s </a:t>
            </a:r>
            <a:r>
              <a:rPr sz="2400" spc="4" dirty="0">
                <a:latin typeface="Times New Roman"/>
                <a:cs typeface="Times New Roman"/>
              </a:rPr>
              <a:t>s</a:t>
            </a:r>
            <a:r>
              <a:rPr sz="2400" dirty="0">
                <a:latin typeface="Times New Roman"/>
                <a:cs typeface="Times New Roman"/>
              </a:rPr>
              <a:t>u</a:t>
            </a:r>
            <a:r>
              <a:rPr sz="2400" spc="4" dirty="0">
                <a:latin typeface="Times New Roman"/>
                <a:cs typeface="Times New Roman"/>
              </a:rPr>
              <a:t>c</a:t>
            </a:r>
            <a:r>
              <a:rPr sz="2400" dirty="0">
                <a:latin typeface="Times New Roman"/>
                <a:cs typeface="Times New Roman"/>
              </a:rPr>
              <a:t>h </a:t>
            </a:r>
            <a:r>
              <a:rPr sz="2400" spc="-4" dirty="0">
                <a:latin typeface="Times New Roman"/>
                <a:cs typeface="Times New Roman"/>
              </a:rPr>
              <a:t>a</a:t>
            </a:r>
            <a:r>
              <a:rPr sz="2400" dirty="0">
                <a:latin typeface="Times New Roman"/>
                <a:cs typeface="Times New Roman"/>
              </a:rPr>
              <a:t>s </a:t>
            </a:r>
            <a:r>
              <a:rPr sz="2400" spc="-4" dirty="0">
                <a:latin typeface="Times New Roman"/>
                <a:cs typeface="Times New Roman"/>
              </a:rPr>
              <a:t>HT</a:t>
            </a:r>
            <a:r>
              <a:rPr sz="2400" spc="4" dirty="0">
                <a:latin typeface="Times New Roman"/>
                <a:cs typeface="Times New Roman"/>
              </a:rPr>
              <a:t>M</a:t>
            </a:r>
            <a:r>
              <a:rPr sz="2400" dirty="0">
                <a:latin typeface="Times New Roman"/>
                <a:cs typeface="Times New Roman"/>
              </a:rPr>
              <a:t>L</a:t>
            </a:r>
            <a:r>
              <a:rPr sz="2400" spc="-4" dirty="0">
                <a:latin typeface="Times New Roman"/>
                <a:cs typeface="Times New Roman"/>
              </a:rPr>
              <a:t> </a:t>
            </a:r>
            <a:r>
              <a:rPr sz="2400" spc="9" dirty="0">
                <a:latin typeface="Times New Roman"/>
                <a:cs typeface="Times New Roman"/>
              </a:rPr>
              <a:t>f</a:t>
            </a:r>
            <a:r>
              <a:rPr sz="2400" dirty="0">
                <a:latin typeface="Times New Roman"/>
                <a:cs typeface="Times New Roman"/>
              </a:rPr>
              <a:t>il</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a</a:t>
            </a:r>
            <a:r>
              <a:rPr sz="2400" spc="-9" dirty="0">
                <a:latin typeface="Times New Roman"/>
                <a:cs typeface="Times New Roman"/>
              </a:rPr>
              <a:t>n</a:t>
            </a:r>
            <a:r>
              <a:rPr sz="2400" dirty="0">
                <a:latin typeface="Times New Roman"/>
                <a:cs typeface="Times New Roman"/>
              </a:rPr>
              <a:t>d o</a:t>
            </a:r>
            <a:r>
              <a:rPr sz="2400" spc="9"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c</a:t>
            </a:r>
            <a:r>
              <a:rPr sz="2400" dirty="0">
                <a:latin typeface="Times New Roman"/>
                <a:cs typeface="Times New Roman"/>
              </a:rPr>
              <a:t>ont</a:t>
            </a:r>
            <a:r>
              <a:rPr sz="2400" spc="4" dirty="0">
                <a:latin typeface="Times New Roman"/>
                <a:cs typeface="Times New Roman"/>
              </a:rPr>
              <a:t>e</a:t>
            </a:r>
            <a:r>
              <a:rPr sz="2400" dirty="0">
                <a:latin typeface="Times New Roman"/>
                <a:cs typeface="Times New Roman"/>
              </a:rPr>
              <a:t>nt, or p</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f</a:t>
            </a:r>
            <a:r>
              <a:rPr sz="2400" dirty="0">
                <a:latin typeface="Times New Roman"/>
                <a:cs typeface="Times New Roman"/>
              </a:rPr>
              <a:t>orms oth</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fun</a:t>
            </a:r>
            <a:r>
              <a:rPr sz="2400" spc="4" dirty="0">
                <a:latin typeface="Times New Roman"/>
                <a:cs typeface="Times New Roman"/>
              </a:rPr>
              <a:t>c</a:t>
            </a:r>
            <a:r>
              <a:rPr sz="2400" dirty="0">
                <a:latin typeface="Times New Roman"/>
                <a:cs typeface="Times New Roman"/>
              </a:rPr>
              <a:t>tions on b</a:t>
            </a:r>
            <a:r>
              <a:rPr sz="2400" spc="-4" dirty="0">
                <a:latin typeface="Times New Roman"/>
                <a:cs typeface="Times New Roman"/>
              </a:rPr>
              <a:t>e</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lf</a:t>
            </a:r>
            <a:r>
              <a:rPr sz="2400" spc="9" dirty="0">
                <a:latin typeface="Times New Roman"/>
                <a:cs typeface="Times New Roman"/>
              </a:rPr>
              <a:t> </a:t>
            </a:r>
            <a:r>
              <a:rPr sz="2400" dirty="0">
                <a:latin typeface="Times New Roman"/>
                <a:cs typeface="Times New Roman"/>
              </a:rPr>
              <a:t>of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p:txBody>
      </p:sp>
      <p:sp>
        <p:nvSpPr>
          <p:cNvPr id="9" name="object 9"/>
          <p:cNvSpPr txBox="1"/>
          <p:nvPr/>
        </p:nvSpPr>
        <p:spPr>
          <a:xfrm>
            <a:off x="2287271" y="264398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287271" y="384286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2287271" y="5041746"/>
            <a:ext cx="177829" cy="33019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2611120" y="5062065"/>
            <a:ext cx="866650"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p:txBody>
      </p:sp>
      <p:sp>
        <p:nvSpPr>
          <p:cNvPr id="5" name="object 5"/>
          <p:cNvSpPr txBox="1"/>
          <p:nvPr/>
        </p:nvSpPr>
        <p:spPr>
          <a:xfrm>
            <a:off x="3482848" y="5062065"/>
            <a:ext cx="4901539"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r</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urns a 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pon</a:t>
            </a:r>
            <a:r>
              <a:rPr sz="2400" spc="4" dirty="0">
                <a:latin typeface="Times New Roman"/>
                <a:cs typeface="Times New Roman"/>
              </a:rPr>
              <a:t>s</a:t>
            </a:r>
            <a:r>
              <a:rPr sz="2400" dirty="0">
                <a:latin typeface="Times New Roman"/>
                <a:cs typeface="Times New Roman"/>
              </a:rPr>
              <a:t>e m</a:t>
            </a:r>
            <a:r>
              <a:rPr sz="2400" spc="4" dirty="0">
                <a:latin typeface="Times New Roman"/>
                <a:cs typeface="Times New Roman"/>
              </a:rPr>
              <a:t>e</a:t>
            </a:r>
            <a:r>
              <a:rPr sz="2400" spc="-4" dirty="0">
                <a:latin typeface="Times New Roman"/>
                <a:cs typeface="Times New Roman"/>
              </a:rPr>
              <a:t>s</a:t>
            </a:r>
            <a:r>
              <a:rPr sz="2400" spc="4" dirty="0">
                <a:latin typeface="Times New Roman"/>
                <a:cs typeface="Times New Roman"/>
              </a:rPr>
              <a:t>sa</a:t>
            </a:r>
            <a:r>
              <a:rPr sz="2400" dirty="0">
                <a:latin typeface="Times New Roman"/>
                <a:cs typeface="Times New Roman"/>
              </a:rPr>
              <a:t>ge </a:t>
            </a:r>
            <a:r>
              <a:rPr sz="2400" spc="9" dirty="0">
                <a:latin typeface="Times New Roman"/>
                <a:cs typeface="Times New Roman"/>
              </a:rPr>
              <a:t>t</a:t>
            </a:r>
            <a:r>
              <a:rPr sz="2400" dirty="0">
                <a:latin typeface="Times New Roman"/>
                <a:cs typeface="Times New Roman"/>
              </a:rPr>
              <a:t>o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p:txBody>
      </p:sp>
    </p:spTree>
    <p:extLst>
      <p:ext uri="{BB962C8B-B14F-4D97-AF65-F5344CB8AC3E}">
        <p14:creationId xmlns:p14="http://schemas.microsoft.com/office/powerpoint/2010/main" val="1065775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3810000" y="2438400"/>
            <a:ext cx="1447800" cy="1676400"/>
          </a:xfrm>
          <a:prstGeom prst="rect">
            <a:avLst/>
          </a:prstGeom>
          <a:blipFill>
            <a:blip r:embed="rId2" cstate="print"/>
            <a:stretch>
              <a:fillRect/>
            </a:stretch>
          </a:blipFill>
        </p:spPr>
        <p:txBody>
          <a:bodyPr wrap="square" lIns="0" tIns="0" rIns="0" bIns="0" rtlCol="0">
            <a:noAutofit/>
          </a:bodyPr>
          <a:lstStyle/>
          <a:p>
            <a:endParaRPr/>
          </a:p>
        </p:txBody>
      </p:sp>
      <p:sp>
        <p:nvSpPr>
          <p:cNvPr id="11" name="object 11"/>
          <p:cNvSpPr/>
          <p:nvPr/>
        </p:nvSpPr>
        <p:spPr>
          <a:xfrm>
            <a:off x="6553200" y="4114800"/>
            <a:ext cx="1600200" cy="1600200"/>
          </a:xfrm>
          <a:prstGeom prst="rect">
            <a:avLst/>
          </a:prstGeom>
          <a:blipFill>
            <a:blip r:embed="rId3" cstate="print"/>
            <a:stretch>
              <a:fillRect/>
            </a:stretch>
          </a:blipFill>
        </p:spPr>
        <p:txBody>
          <a:bodyPr wrap="square" lIns="0" tIns="0" rIns="0" bIns="0" rtlCol="0">
            <a:noAutofit/>
          </a:bodyPr>
          <a:lstStyle/>
          <a:p>
            <a:endParaRPr/>
          </a:p>
        </p:txBody>
      </p:sp>
      <p:sp>
        <p:nvSpPr>
          <p:cNvPr id="12" name="object 12"/>
          <p:cNvSpPr/>
          <p:nvPr/>
        </p:nvSpPr>
        <p:spPr>
          <a:xfrm>
            <a:off x="4996179" y="3456940"/>
            <a:ext cx="1563370" cy="1121410"/>
          </a:xfrm>
          <a:custGeom>
            <a:avLst/>
            <a:gdLst/>
            <a:ahLst/>
            <a:cxnLst/>
            <a:rect l="l" t="t" r="r" b="b"/>
            <a:pathLst>
              <a:path w="1563370" h="1121410">
                <a:moveTo>
                  <a:pt x="5080" y="0"/>
                </a:moveTo>
                <a:lnTo>
                  <a:pt x="2540" y="3810"/>
                </a:lnTo>
                <a:lnTo>
                  <a:pt x="0" y="7620"/>
                </a:lnTo>
                <a:lnTo>
                  <a:pt x="1557020" y="1121410"/>
                </a:lnTo>
                <a:lnTo>
                  <a:pt x="1559560" y="1117600"/>
                </a:lnTo>
                <a:lnTo>
                  <a:pt x="1563370" y="1113790"/>
                </a:lnTo>
                <a:lnTo>
                  <a:pt x="5080" y="0"/>
                </a:lnTo>
                <a:close/>
              </a:path>
            </a:pathLst>
          </a:custGeom>
          <a:solidFill>
            <a:srgbClr val="000000"/>
          </a:solidFill>
        </p:spPr>
        <p:txBody>
          <a:bodyPr wrap="square" lIns="0" tIns="0" rIns="0" bIns="0" rtlCol="0">
            <a:noAutofit/>
          </a:bodyPr>
          <a:lstStyle/>
          <a:p>
            <a:endParaRPr/>
          </a:p>
        </p:txBody>
      </p:sp>
      <p:sp>
        <p:nvSpPr>
          <p:cNvPr id="13" name="object 13"/>
          <p:cNvSpPr/>
          <p:nvPr/>
        </p:nvSpPr>
        <p:spPr>
          <a:xfrm>
            <a:off x="4949190" y="3425190"/>
            <a:ext cx="83820" cy="74930"/>
          </a:xfrm>
          <a:custGeom>
            <a:avLst/>
            <a:gdLst/>
            <a:ahLst/>
            <a:cxnLst/>
            <a:rect l="l" t="t" r="r" b="b"/>
            <a:pathLst>
              <a:path w="83820" h="74930">
                <a:moveTo>
                  <a:pt x="0" y="0"/>
                </a:moveTo>
                <a:lnTo>
                  <a:pt x="39370" y="74930"/>
                </a:lnTo>
                <a:lnTo>
                  <a:pt x="83820" y="13970"/>
                </a:lnTo>
                <a:lnTo>
                  <a:pt x="0" y="0"/>
                </a:lnTo>
                <a:close/>
              </a:path>
            </a:pathLst>
          </a:custGeom>
          <a:solidFill>
            <a:srgbClr val="000000"/>
          </a:solidFill>
        </p:spPr>
        <p:txBody>
          <a:bodyPr wrap="square" lIns="0" tIns="0" rIns="0" bIns="0" rtlCol="0">
            <a:noAutofit/>
          </a:bodyPr>
          <a:lstStyle/>
          <a:p>
            <a:endParaRPr/>
          </a:p>
        </p:txBody>
      </p:sp>
      <p:sp>
        <p:nvSpPr>
          <p:cNvPr id="14" name="object 14"/>
          <p:cNvSpPr/>
          <p:nvPr/>
        </p:nvSpPr>
        <p:spPr>
          <a:xfrm>
            <a:off x="4950460" y="2739390"/>
            <a:ext cx="2241550" cy="1573530"/>
          </a:xfrm>
          <a:custGeom>
            <a:avLst/>
            <a:gdLst/>
            <a:ahLst/>
            <a:cxnLst/>
            <a:rect l="l" t="t" r="r" b="b"/>
            <a:pathLst>
              <a:path w="2241550" h="1573530">
                <a:moveTo>
                  <a:pt x="5079" y="0"/>
                </a:moveTo>
                <a:lnTo>
                  <a:pt x="2539" y="3810"/>
                </a:lnTo>
                <a:lnTo>
                  <a:pt x="0" y="7620"/>
                </a:lnTo>
                <a:lnTo>
                  <a:pt x="2236469" y="1573530"/>
                </a:lnTo>
                <a:lnTo>
                  <a:pt x="2239010" y="1569720"/>
                </a:lnTo>
                <a:lnTo>
                  <a:pt x="2241550" y="1565910"/>
                </a:lnTo>
                <a:lnTo>
                  <a:pt x="5079" y="0"/>
                </a:lnTo>
                <a:close/>
              </a:path>
            </a:pathLst>
          </a:custGeom>
          <a:solidFill>
            <a:srgbClr val="000000"/>
          </a:solidFill>
        </p:spPr>
        <p:txBody>
          <a:bodyPr wrap="square" lIns="0" tIns="0" rIns="0" bIns="0" rtlCol="0">
            <a:noAutofit/>
          </a:bodyPr>
          <a:lstStyle/>
          <a:p>
            <a:endParaRPr/>
          </a:p>
        </p:txBody>
      </p:sp>
      <p:sp>
        <p:nvSpPr>
          <p:cNvPr id="15" name="object 15"/>
          <p:cNvSpPr/>
          <p:nvPr/>
        </p:nvSpPr>
        <p:spPr>
          <a:xfrm>
            <a:off x="7155180" y="4269740"/>
            <a:ext cx="83820" cy="73660"/>
          </a:xfrm>
          <a:custGeom>
            <a:avLst/>
            <a:gdLst/>
            <a:ahLst/>
            <a:cxnLst/>
            <a:rect l="l" t="t" r="r" b="b"/>
            <a:pathLst>
              <a:path w="83820" h="73660">
                <a:moveTo>
                  <a:pt x="83820" y="73660"/>
                </a:moveTo>
                <a:lnTo>
                  <a:pt x="43180" y="0"/>
                </a:lnTo>
                <a:lnTo>
                  <a:pt x="0" y="60960"/>
                </a:lnTo>
                <a:lnTo>
                  <a:pt x="83820" y="73660"/>
                </a:lnTo>
                <a:close/>
              </a:path>
            </a:pathLst>
          </a:custGeom>
          <a:solidFill>
            <a:srgbClr val="000000"/>
          </a:solidFill>
        </p:spPr>
        <p:txBody>
          <a:bodyPr wrap="square" lIns="0" tIns="0" rIns="0" bIns="0" rtlCol="0">
            <a:noAutofit/>
          </a:bodyPr>
          <a:lstStyle/>
          <a:p>
            <a:endParaRPr/>
          </a:p>
        </p:txBody>
      </p:sp>
      <p:sp>
        <p:nvSpPr>
          <p:cNvPr id="9" name="object 9"/>
          <p:cNvSpPr txBox="1"/>
          <p:nvPr/>
        </p:nvSpPr>
        <p:spPr>
          <a:xfrm>
            <a:off x="2268221" y="663343"/>
            <a:ext cx="2530413"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a:t>
            </a:r>
            <a:endParaRPr sz="3600">
              <a:latin typeface="Times New Roman"/>
              <a:cs typeface="Times New Roman"/>
            </a:endParaRPr>
          </a:p>
        </p:txBody>
      </p:sp>
      <p:sp>
        <p:nvSpPr>
          <p:cNvPr id="8" name="object 8"/>
          <p:cNvSpPr txBox="1"/>
          <p:nvPr/>
        </p:nvSpPr>
        <p:spPr>
          <a:xfrm>
            <a:off x="4818482" y="663343"/>
            <a:ext cx="440446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7" name="object 7"/>
          <p:cNvSpPr txBox="1"/>
          <p:nvPr/>
        </p:nvSpPr>
        <p:spPr>
          <a:xfrm>
            <a:off x="3088641" y="2437450"/>
            <a:ext cx="1576911" cy="1445260"/>
          </a:xfrm>
          <a:prstGeom prst="rect">
            <a:avLst/>
          </a:prstGeom>
        </p:spPr>
        <p:txBody>
          <a:bodyPr wrap="square" lIns="0" tIns="0" rIns="0" bIns="0" rtlCol="0">
            <a:noAutofit/>
          </a:bodyPr>
          <a:lstStyle/>
          <a:p>
            <a:pPr marL="12700">
              <a:lnSpc>
                <a:spcPts val="1735"/>
              </a:lnSpc>
              <a:spcBef>
                <a:spcPts val="86"/>
              </a:spcBef>
            </a:pPr>
            <a:r>
              <a:rPr sz="1600" b="1" dirty="0">
                <a:latin typeface="Times New Roman"/>
                <a:cs typeface="Times New Roman"/>
              </a:rPr>
              <a:t>So</a:t>
            </a:r>
            <a:r>
              <a:rPr sz="1600" b="1" spc="4" dirty="0">
                <a:latin typeface="Times New Roman"/>
                <a:cs typeface="Times New Roman"/>
              </a:rPr>
              <a:t>m</a:t>
            </a:r>
            <a:r>
              <a:rPr sz="1600" b="1" dirty="0">
                <a:latin typeface="Times New Roman"/>
                <a:cs typeface="Times New Roman"/>
              </a:rPr>
              <a:t>e</a:t>
            </a:r>
            <a:r>
              <a:rPr sz="1600" b="1" spc="-9" dirty="0">
                <a:latin typeface="Times New Roman"/>
                <a:cs typeface="Times New Roman"/>
              </a:rPr>
              <a:t> W</a:t>
            </a:r>
            <a:r>
              <a:rPr sz="1600" b="1" dirty="0">
                <a:latin typeface="Times New Roman"/>
                <a:cs typeface="Times New Roman"/>
              </a:rPr>
              <a:t>eb </a:t>
            </a:r>
            <a:r>
              <a:rPr sz="1600" b="1" spc="-4" dirty="0">
                <a:latin typeface="Times New Roman"/>
                <a:cs typeface="Times New Roman"/>
              </a:rPr>
              <a:t>s</a:t>
            </a:r>
            <a:r>
              <a:rPr sz="1600" b="1" dirty="0">
                <a:latin typeface="Times New Roman"/>
                <a:cs typeface="Times New Roman"/>
              </a:rPr>
              <a:t>erver</a:t>
            </a:r>
            <a:endParaRPr sz="1600">
              <a:latin typeface="Times New Roman"/>
              <a:cs typeface="Times New Roman"/>
            </a:endParaRPr>
          </a:p>
          <a:p>
            <a:pPr marL="12700" marR="705592">
              <a:lnSpc>
                <a:spcPct val="99849"/>
              </a:lnSpc>
            </a:pPr>
            <a:r>
              <a:rPr sz="1600" b="1" dirty="0">
                <a:latin typeface="Times New Roman"/>
                <a:cs typeface="Times New Roman"/>
              </a:rPr>
              <a:t>Eg. </a:t>
            </a:r>
            <a:r>
              <a:rPr sz="1600" spc="-4" dirty="0">
                <a:latin typeface="Times New Roman"/>
                <a:cs typeface="Times New Roman"/>
              </a:rPr>
              <a:t>A</a:t>
            </a:r>
            <a:r>
              <a:rPr sz="1600" spc="9" dirty="0">
                <a:latin typeface="Times New Roman"/>
                <a:cs typeface="Times New Roman"/>
              </a:rPr>
              <a:t>p</a:t>
            </a:r>
            <a:r>
              <a:rPr sz="1600" dirty="0">
                <a:latin typeface="Times New Roman"/>
                <a:cs typeface="Times New Roman"/>
              </a:rPr>
              <a:t>pache </a:t>
            </a:r>
            <a:r>
              <a:rPr sz="1600" spc="-4" dirty="0">
                <a:latin typeface="Times New Roman"/>
                <a:cs typeface="Times New Roman"/>
              </a:rPr>
              <a:t>II</a:t>
            </a:r>
            <a:r>
              <a:rPr sz="1600" dirty="0">
                <a:latin typeface="Times New Roman"/>
                <a:cs typeface="Times New Roman"/>
              </a:rPr>
              <a:t>S </a:t>
            </a:r>
            <a:r>
              <a:rPr sz="1600" spc="-9" dirty="0">
                <a:latin typeface="Times New Roman"/>
                <a:cs typeface="Times New Roman"/>
              </a:rPr>
              <a:t>T</a:t>
            </a:r>
            <a:r>
              <a:rPr sz="1600" spc="9" dirty="0">
                <a:latin typeface="Times New Roman"/>
                <a:cs typeface="Times New Roman"/>
              </a:rPr>
              <a:t>o</a:t>
            </a:r>
            <a:r>
              <a:rPr sz="1600" spc="-14" dirty="0">
                <a:latin typeface="Times New Roman"/>
                <a:cs typeface="Times New Roman"/>
              </a:rPr>
              <a:t>m</a:t>
            </a:r>
            <a:r>
              <a:rPr sz="1600" dirty="0">
                <a:latin typeface="Times New Roman"/>
                <a:cs typeface="Times New Roman"/>
              </a:rPr>
              <a:t>cat </a:t>
            </a:r>
            <a:r>
              <a:rPr sz="1600" spc="-4" dirty="0">
                <a:latin typeface="Times New Roman"/>
                <a:cs typeface="Times New Roman"/>
              </a:rPr>
              <a:t>G</a:t>
            </a:r>
            <a:r>
              <a:rPr sz="1600" spc="4" dirty="0">
                <a:latin typeface="Times New Roman"/>
                <a:cs typeface="Times New Roman"/>
              </a:rPr>
              <a:t>l</a:t>
            </a:r>
            <a:r>
              <a:rPr sz="1600" dirty="0">
                <a:latin typeface="Times New Roman"/>
                <a:cs typeface="Times New Roman"/>
              </a:rPr>
              <a:t>a</a:t>
            </a:r>
            <a:r>
              <a:rPr sz="1600" spc="-4" dirty="0">
                <a:latin typeface="Times New Roman"/>
                <a:cs typeface="Times New Roman"/>
              </a:rPr>
              <a:t>s</a:t>
            </a:r>
            <a:r>
              <a:rPr sz="1600" dirty="0">
                <a:latin typeface="Times New Roman"/>
                <a:cs typeface="Times New Roman"/>
              </a:rPr>
              <a:t>hF</a:t>
            </a:r>
            <a:r>
              <a:rPr sz="1600" spc="-4" dirty="0">
                <a:latin typeface="Times New Roman"/>
                <a:cs typeface="Times New Roman"/>
              </a:rPr>
              <a:t>i</a:t>
            </a:r>
            <a:r>
              <a:rPr sz="1600" spc="4" dirty="0">
                <a:latin typeface="Times New Roman"/>
                <a:cs typeface="Times New Roman"/>
              </a:rPr>
              <a:t>s</a:t>
            </a:r>
            <a:r>
              <a:rPr sz="1600" dirty="0">
                <a:latin typeface="Times New Roman"/>
                <a:cs typeface="Times New Roman"/>
              </a:rPr>
              <a:t>h</a:t>
            </a:r>
            <a:endParaRPr sz="1600">
              <a:latin typeface="Times New Roman"/>
              <a:cs typeface="Times New Roman"/>
            </a:endParaRPr>
          </a:p>
        </p:txBody>
      </p:sp>
      <p:sp>
        <p:nvSpPr>
          <p:cNvPr id="6" name="object 6"/>
          <p:cNvSpPr txBox="1"/>
          <p:nvPr/>
        </p:nvSpPr>
        <p:spPr>
          <a:xfrm>
            <a:off x="5716270" y="2869251"/>
            <a:ext cx="2371548" cy="471169"/>
          </a:xfrm>
          <a:prstGeom prst="rect">
            <a:avLst/>
          </a:prstGeom>
        </p:spPr>
        <p:txBody>
          <a:bodyPr wrap="square" lIns="0" tIns="0" rIns="0" bIns="0" rtlCol="0">
            <a:noAutofit/>
          </a:bodyPr>
          <a:lstStyle/>
          <a:p>
            <a:pPr marL="12700">
              <a:lnSpc>
                <a:spcPts val="1735"/>
              </a:lnSpc>
              <a:spcBef>
                <a:spcPts val="86"/>
              </a:spcBef>
            </a:pPr>
            <a:r>
              <a:rPr sz="1600" dirty="0">
                <a:latin typeface="Times New Roman"/>
                <a:cs typeface="Times New Roman"/>
              </a:rPr>
              <a:t>2.</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dirty="0">
                <a:latin typeface="Times New Roman"/>
                <a:cs typeface="Times New Roman"/>
              </a:rPr>
              <a:t>Se</a:t>
            </a:r>
            <a:r>
              <a:rPr sz="1600" spc="-14" dirty="0">
                <a:latin typeface="Times New Roman"/>
                <a:cs typeface="Times New Roman"/>
              </a:rPr>
              <a:t>r</a:t>
            </a:r>
            <a:r>
              <a:rPr sz="1600" spc="9" dirty="0">
                <a:latin typeface="Times New Roman"/>
                <a:cs typeface="Times New Roman"/>
              </a:rPr>
              <a:t>v</a:t>
            </a:r>
            <a:r>
              <a:rPr sz="1600" spc="-9" dirty="0">
                <a:latin typeface="Times New Roman"/>
                <a:cs typeface="Times New Roman"/>
              </a:rPr>
              <a:t>e</a:t>
            </a:r>
            <a:r>
              <a:rPr sz="1600" dirty="0">
                <a:latin typeface="Times New Roman"/>
                <a:cs typeface="Times New Roman"/>
              </a:rPr>
              <a:t>r </a:t>
            </a:r>
            <a:r>
              <a:rPr sz="1600" spc="-4" dirty="0">
                <a:latin typeface="Times New Roman"/>
                <a:cs typeface="Times New Roman"/>
              </a:rPr>
              <a:t>(</a:t>
            </a:r>
            <a:r>
              <a:rPr sz="1600" spc="-9" dirty="0">
                <a:latin typeface="Times New Roman"/>
                <a:cs typeface="Times New Roman"/>
              </a:rPr>
              <a:t>E</a:t>
            </a:r>
            <a:r>
              <a:rPr sz="1600" dirty="0">
                <a:latin typeface="Times New Roman"/>
                <a:cs typeface="Times New Roman"/>
              </a:rPr>
              <a:t>g.</a:t>
            </a:r>
            <a:r>
              <a:rPr sz="1600" spc="-9" dirty="0">
                <a:latin typeface="Times New Roman"/>
                <a:cs typeface="Times New Roman"/>
              </a:rPr>
              <a:t>T</a:t>
            </a:r>
            <a:r>
              <a:rPr sz="1600" dirty="0">
                <a:latin typeface="Times New Roman"/>
                <a:cs typeface="Times New Roman"/>
              </a:rPr>
              <a:t>o</a:t>
            </a:r>
            <a:r>
              <a:rPr sz="1600" spc="-4" dirty="0">
                <a:latin typeface="Times New Roman"/>
                <a:cs typeface="Times New Roman"/>
              </a:rPr>
              <a:t>m</a:t>
            </a:r>
            <a:r>
              <a:rPr sz="1600" dirty="0">
                <a:latin typeface="Times New Roman"/>
                <a:cs typeface="Times New Roman"/>
              </a:rPr>
              <a:t>ca</a:t>
            </a:r>
            <a:r>
              <a:rPr sz="1600" spc="-4" dirty="0">
                <a:latin typeface="Times New Roman"/>
                <a:cs typeface="Times New Roman"/>
              </a:rPr>
              <a:t>t</a:t>
            </a:r>
            <a:r>
              <a:rPr sz="1600" dirty="0">
                <a:latin typeface="Times New Roman"/>
                <a:cs typeface="Times New Roman"/>
              </a:rPr>
              <a:t>)</a:t>
            </a:r>
            <a:endParaRPr sz="1600">
              <a:latin typeface="Times New Roman"/>
              <a:cs typeface="Times New Roman"/>
            </a:endParaRPr>
          </a:p>
          <a:p>
            <a:pPr marL="12700" marR="30479">
              <a:lnSpc>
                <a:spcPct val="95825"/>
              </a:lnSpc>
            </a:pPr>
            <a:r>
              <a:rPr sz="1600" spc="-4" dirty="0">
                <a:latin typeface="Times New Roman"/>
                <a:cs typeface="Times New Roman"/>
              </a:rPr>
              <a:t>r</a:t>
            </a:r>
            <a:r>
              <a:rPr sz="1600" spc="-9" dirty="0">
                <a:latin typeface="Times New Roman"/>
                <a:cs typeface="Times New Roman"/>
              </a:rPr>
              <a:t>e</a:t>
            </a:r>
            <a:r>
              <a:rPr sz="1600" spc="4" dirty="0">
                <a:latin typeface="Times New Roman"/>
                <a:cs typeface="Times New Roman"/>
              </a:rPr>
              <a:t>s</a:t>
            </a:r>
            <a:r>
              <a:rPr sz="1600" dirty="0">
                <a:latin typeface="Times New Roman"/>
                <a:cs typeface="Times New Roman"/>
              </a:rPr>
              <a:t>p</a:t>
            </a:r>
            <a:r>
              <a:rPr sz="1600" spc="9" dirty="0">
                <a:latin typeface="Times New Roman"/>
                <a:cs typeface="Times New Roman"/>
              </a:rPr>
              <a:t>o</a:t>
            </a:r>
            <a:r>
              <a:rPr sz="1600" dirty="0">
                <a:latin typeface="Times New Roman"/>
                <a:cs typeface="Times New Roman"/>
              </a:rPr>
              <a:t>nd </a:t>
            </a:r>
            <a:r>
              <a:rPr sz="1600" spc="-4" dirty="0">
                <a:latin typeface="Times New Roman"/>
                <a:cs typeface="Times New Roman"/>
              </a:rPr>
              <a:t>w</a:t>
            </a:r>
            <a:r>
              <a:rPr sz="1600" spc="4" dirty="0">
                <a:latin typeface="Times New Roman"/>
                <a:cs typeface="Times New Roman"/>
              </a:rPr>
              <a:t>i</a:t>
            </a:r>
            <a:r>
              <a:rPr sz="1600" spc="-4" dirty="0">
                <a:latin typeface="Times New Roman"/>
                <a:cs typeface="Times New Roman"/>
              </a:rPr>
              <a:t>t</a:t>
            </a:r>
            <a:r>
              <a:rPr sz="1600" dirty="0">
                <a:latin typeface="Times New Roman"/>
                <a:cs typeface="Times New Roman"/>
              </a:rPr>
              <a:t>h </a:t>
            </a:r>
            <a:r>
              <a:rPr sz="1600" spc="-4" dirty="0">
                <a:latin typeface="Times New Roman"/>
                <a:cs typeface="Times New Roman"/>
              </a:rPr>
              <a:t>t</a:t>
            </a:r>
            <a:r>
              <a:rPr sz="1600" spc="9" dirty="0">
                <a:latin typeface="Times New Roman"/>
                <a:cs typeface="Times New Roman"/>
              </a:rPr>
              <a:t>h</a:t>
            </a:r>
            <a:r>
              <a:rPr sz="1600" dirty="0">
                <a:latin typeface="Times New Roman"/>
                <a:cs typeface="Times New Roman"/>
              </a:rPr>
              <a:t>e</a:t>
            </a:r>
            <a:r>
              <a:rPr sz="1600" spc="-9" dirty="0">
                <a:latin typeface="Times New Roman"/>
                <a:cs typeface="Times New Roman"/>
              </a:rPr>
              <a:t> </a:t>
            </a:r>
            <a:r>
              <a:rPr sz="1600" spc="-4" dirty="0">
                <a:latin typeface="Times New Roman"/>
                <a:cs typeface="Times New Roman"/>
              </a:rPr>
              <a:t>r</a:t>
            </a:r>
            <a:r>
              <a:rPr sz="1600" dirty="0">
                <a:latin typeface="Times New Roman"/>
                <a:cs typeface="Times New Roman"/>
              </a:rPr>
              <a:t>eply</a:t>
            </a:r>
            <a:endParaRPr sz="1600">
              <a:latin typeface="Times New Roman"/>
              <a:cs typeface="Times New Roman"/>
            </a:endParaRPr>
          </a:p>
        </p:txBody>
      </p:sp>
      <p:sp>
        <p:nvSpPr>
          <p:cNvPr id="5" name="object 5"/>
          <p:cNvSpPr txBox="1"/>
          <p:nvPr/>
        </p:nvSpPr>
        <p:spPr>
          <a:xfrm>
            <a:off x="3958590" y="4151951"/>
            <a:ext cx="2462374" cy="957579"/>
          </a:xfrm>
          <a:prstGeom prst="rect">
            <a:avLst/>
          </a:prstGeom>
        </p:spPr>
        <p:txBody>
          <a:bodyPr wrap="square" lIns="0" tIns="0" rIns="0" bIns="0" rtlCol="0">
            <a:noAutofit/>
          </a:bodyPr>
          <a:lstStyle/>
          <a:p>
            <a:pPr marL="12700" marR="22349">
              <a:lnSpc>
                <a:spcPts val="1735"/>
              </a:lnSpc>
              <a:spcBef>
                <a:spcPts val="86"/>
              </a:spcBef>
            </a:pPr>
            <a:r>
              <a:rPr sz="1600" dirty="0">
                <a:latin typeface="Times New Roman"/>
                <a:cs typeface="Times New Roman"/>
              </a:rPr>
              <a:t>1.</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dirty="0">
                <a:latin typeface="Times New Roman"/>
                <a:cs typeface="Times New Roman"/>
              </a:rPr>
              <a:t>c</a:t>
            </a:r>
            <a:r>
              <a:rPr sz="1600" spc="-4" dirty="0">
                <a:latin typeface="Times New Roman"/>
                <a:cs typeface="Times New Roman"/>
              </a:rPr>
              <a:t>l</a:t>
            </a:r>
            <a:r>
              <a:rPr sz="1600" spc="4" dirty="0">
                <a:latin typeface="Times New Roman"/>
                <a:cs typeface="Times New Roman"/>
              </a:rPr>
              <a:t>i</a:t>
            </a:r>
            <a:r>
              <a:rPr sz="1600" spc="-9" dirty="0">
                <a:latin typeface="Times New Roman"/>
                <a:cs typeface="Times New Roman"/>
              </a:rPr>
              <a:t>e</a:t>
            </a:r>
            <a:r>
              <a:rPr sz="1600" spc="9" dirty="0">
                <a:latin typeface="Times New Roman"/>
                <a:cs typeface="Times New Roman"/>
              </a:rPr>
              <a:t>n</a:t>
            </a:r>
            <a:r>
              <a:rPr sz="1600" dirty="0">
                <a:latin typeface="Times New Roman"/>
                <a:cs typeface="Times New Roman"/>
              </a:rPr>
              <a:t>t</a:t>
            </a:r>
            <a:r>
              <a:rPr sz="1600" spc="-4" dirty="0">
                <a:latin typeface="Times New Roman"/>
                <a:cs typeface="Times New Roman"/>
              </a:rPr>
              <a:t> (</a:t>
            </a:r>
            <a:r>
              <a:rPr sz="1600" spc="-9" dirty="0">
                <a:latin typeface="Times New Roman"/>
                <a:cs typeface="Times New Roman"/>
              </a:rPr>
              <a:t>E</a:t>
            </a:r>
            <a:r>
              <a:rPr sz="1600" dirty="0">
                <a:latin typeface="Times New Roman"/>
                <a:cs typeface="Times New Roman"/>
              </a:rPr>
              <a:t>g.b</a:t>
            </a:r>
            <a:r>
              <a:rPr sz="1600" spc="-4" dirty="0">
                <a:latin typeface="Times New Roman"/>
                <a:cs typeface="Times New Roman"/>
              </a:rPr>
              <a:t>r</a:t>
            </a:r>
            <a:r>
              <a:rPr sz="1600" dirty="0">
                <a:latin typeface="Times New Roman"/>
                <a:cs typeface="Times New Roman"/>
              </a:rPr>
              <a:t>o</a:t>
            </a:r>
            <a:r>
              <a:rPr sz="1600" spc="4" dirty="0">
                <a:latin typeface="Times New Roman"/>
                <a:cs typeface="Times New Roman"/>
              </a:rPr>
              <a:t>w</a:t>
            </a:r>
            <a:r>
              <a:rPr sz="1600" spc="-4" dirty="0">
                <a:latin typeface="Times New Roman"/>
                <a:cs typeface="Times New Roman"/>
              </a:rPr>
              <a:t>s</a:t>
            </a:r>
            <a:r>
              <a:rPr sz="1600" dirty="0">
                <a:latin typeface="Times New Roman"/>
                <a:cs typeface="Times New Roman"/>
              </a:rPr>
              <a:t>e</a:t>
            </a:r>
            <a:r>
              <a:rPr sz="1600" spc="-4" dirty="0">
                <a:latin typeface="Times New Roman"/>
                <a:cs typeface="Times New Roman"/>
              </a:rPr>
              <a:t>r</a:t>
            </a:r>
            <a:r>
              <a:rPr sz="1600" dirty="0">
                <a:latin typeface="Times New Roman"/>
                <a:cs typeface="Times New Roman"/>
              </a:rPr>
              <a:t>)</a:t>
            </a:r>
            <a:endParaRPr sz="1600">
              <a:latin typeface="Times New Roman"/>
              <a:cs typeface="Times New Roman"/>
            </a:endParaRPr>
          </a:p>
          <a:p>
            <a:pPr marL="12700">
              <a:lnSpc>
                <a:spcPct val="99754"/>
              </a:lnSpc>
            </a:pPr>
            <a:r>
              <a:rPr sz="1600" spc="-4" dirty="0">
                <a:latin typeface="Times New Roman"/>
                <a:cs typeface="Times New Roman"/>
              </a:rPr>
              <a:t>s</a:t>
            </a:r>
            <a:r>
              <a:rPr sz="1600" dirty="0">
                <a:latin typeface="Times New Roman"/>
                <a:cs typeface="Times New Roman"/>
              </a:rPr>
              <a:t>e</a:t>
            </a:r>
            <a:r>
              <a:rPr sz="1600" spc="4" dirty="0">
                <a:latin typeface="Times New Roman"/>
                <a:cs typeface="Times New Roman"/>
              </a:rPr>
              <a:t>n</a:t>
            </a:r>
            <a:r>
              <a:rPr sz="1600" dirty="0">
                <a:latin typeface="Times New Roman"/>
                <a:cs typeface="Times New Roman"/>
              </a:rPr>
              <a:t>d a</a:t>
            </a:r>
            <a:r>
              <a:rPr sz="1600" spc="-9" dirty="0">
                <a:latin typeface="Times New Roman"/>
                <a:cs typeface="Times New Roman"/>
              </a:rPr>
              <a:t> </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spc="-4" dirty="0">
                <a:latin typeface="Times New Roman"/>
                <a:cs typeface="Times New Roman"/>
              </a:rPr>
              <a:t>r</a:t>
            </a:r>
            <a:r>
              <a:rPr sz="1600" dirty="0">
                <a:latin typeface="Times New Roman"/>
                <a:cs typeface="Times New Roman"/>
              </a:rPr>
              <a:t>eque</a:t>
            </a:r>
            <a:r>
              <a:rPr sz="1600" spc="4" dirty="0">
                <a:latin typeface="Times New Roman"/>
                <a:cs typeface="Times New Roman"/>
              </a:rPr>
              <a:t>s</a:t>
            </a:r>
            <a:r>
              <a:rPr sz="1600" dirty="0">
                <a:latin typeface="Times New Roman"/>
                <a:cs typeface="Times New Roman"/>
              </a:rPr>
              <a:t>t</a:t>
            </a:r>
            <a:r>
              <a:rPr sz="1600" spc="-4" dirty="0">
                <a:latin typeface="Times New Roman"/>
                <a:cs typeface="Times New Roman"/>
              </a:rPr>
              <a:t> wi</a:t>
            </a:r>
            <a:r>
              <a:rPr sz="1600" spc="4" dirty="0">
                <a:latin typeface="Times New Roman"/>
                <a:cs typeface="Times New Roman"/>
              </a:rPr>
              <a:t>t</a:t>
            </a:r>
            <a:r>
              <a:rPr sz="1600" dirty="0">
                <a:latin typeface="Times New Roman"/>
                <a:cs typeface="Times New Roman"/>
              </a:rPr>
              <a:t>h pa</a:t>
            </a:r>
            <a:r>
              <a:rPr sz="1600" spc="-4" dirty="0">
                <a:latin typeface="Times New Roman"/>
                <a:cs typeface="Times New Roman"/>
              </a:rPr>
              <a:t>rt</a:t>
            </a:r>
            <a:r>
              <a:rPr sz="1600" spc="4" dirty="0">
                <a:latin typeface="Times New Roman"/>
                <a:cs typeface="Times New Roman"/>
              </a:rPr>
              <a:t>i</a:t>
            </a:r>
            <a:r>
              <a:rPr sz="1600" dirty="0">
                <a:latin typeface="Times New Roman"/>
                <a:cs typeface="Times New Roman"/>
              </a:rPr>
              <a:t>cu</a:t>
            </a:r>
            <a:r>
              <a:rPr sz="1600" spc="-4" dirty="0">
                <a:latin typeface="Times New Roman"/>
                <a:cs typeface="Times New Roman"/>
              </a:rPr>
              <a:t>l</a:t>
            </a:r>
            <a:r>
              <a:rPr sz="1600" dirty="0">
                <a:latin typeface="Times New Roman"/>
                <a:cs typeface="Times New Roman"/>
              </a:rPr>
              <a:t>ar</a:t>
            </a:r>
            <a:r>
              <a:rPr sz="1600" spc="-4" dirty="0">
                <a:latin typeface="Times New Roman"/>
                <a:cs typeface="Times New Roman"/>
              </a:rPr>
              <a:t> </a:t>
            </a:r>
            <a:r>
              <a:rPr sz="1600" spc="-14" dirty="0">
                <a:latin typeface="Times New Roman"/>
                <a:cs typeface="Times New Roman"/>
              </a:rPr>
              <a:t>r</a:t>
            </a:r>
            <a:r>
              <a:rPr sz="1600" dirty="0">
                <a:latin typeface="Times New Roman"/>
                <a:cs typeface="Times New Roman"/>
              </a:rPr>
              <a:t>eq</a:t>
            </a:r>
            <a:r>
              <a:rPr sz="1600" spc="4" dirty="0">
                <a:latin typeface="Times New Roman"/>
                <a:cs typeface="Times New Roman"/>
              </a:rPr>
              <a:t>u</a:t>
            </a:r>
            <a:r>
              <a:rPr sz="1600" dirty="0">
                <a:latin typeface="Times New Roman"/>
                <a:cs typeface="Times New Roman"/>
              </a:rPr>
              <a:t>e</a:t>
            </a:r>
            <a:r>
              <a:rPr sz="1600" spc="-4" dirty="0">
                <a:latin typeface="Times New Roman"/>
                <a:cs typeface="Times New Roman"/>
              </a:rPr>
              <a:t>s</a:t>
            </a:r>
            <a:r>
              <a:rPr sz="1600" dirty="0">
                <a:latin typeface="Times New Roman"/>
                <a:cs typeface="Times New Roman"/>
              </a:rPr>
              <a:t>t</a:t>
            </a:r>
            <a:r>
              <a:rPr sz="1600" spc="-4" dirty="0">
                <a:latin typeface="Times New Roman"/>
                <a:cs typeface="Times New Roman"/>
              </a:rPr>
              <a:t> m</a:t>
            </a:r>
            <a:r>
              <a:rPr sz="1600" dirty="0">
                <a:latin typeface="Times New Roman"/>
                <a:cs typeface="Times New Roman"/>
              </a:rPr>
              <a:t>e</a:t>
            </a:r>
            <a:r>
              <a:rPr sz="1600" spc="-4" dirty="0">
                <a:latin typeface="Times New Roman"/>
                <a:cs typeface="Times New Roman"/>
              </a:rPr>
              <a:t>t</a:t>
            </a:r>
            <a:r>
              <a:rPr sz="1600" dirty="0">
                <a:latin typeface="Times New Roman"/>
                <a:cs typeface="Times New Roman"/>
              </a:rPr>
              <a:t>h</a:t>
            </a:r>
            <a:r>
              <a:rPr sz="1600" spc="9" dirty="0">
                <a:latin typeface="Times New Roman"/>
                <a:cs typeface="Times New Roman"/>
              </a:rPr>
              <a:t>o</a:t>
            </a:r>
            <a:r>
              <a:rPr sz="1600" dirty="0">
                <a:latin typeface="Times New Roman"/>
                <a:cs typeface="Times New Roman"/>
              </a:rPr>
              <a:t>d</a:t>
            </a:r>
            <a:r>
              <a:rPr sz="1600" spc="-4" dirty="0">
                <a:latin typeface="Times New Roman"/>
                <a:cs typeface="Times New Roman"/>
              </a:rPr>
              <a:t>(</a:t>
            </a:r>
            <a:r>
              <a:rPr sz="1600" spc="-9" dirty="0">
                <a:latin typeface="Times New Roman"/>
                <a:cs typeface="Times New Roman"/>
              </a:rPr>
              <a:t>E</a:t>
            </a:r>
            <a:r>
              <a:rPr sz="1600" dirty="0">
                <a:latin typeface="Times New Roman"/>
                <a:cs typeface="Times New Roman"/>
              </a:rPr>
              <a:t>g. </a:t>
            </a:r>
            <a:r>
              <a:rPr sz="1600" spc="-4" dirty="0">
                <a:latin typeface="Times New Roman"/>
                <a:cs typeface="Times New Roman"/>
              </a:rPr>
              <a:t>G</a:t>
            </a:r>
            <a:r>
              <a:rPr sz="1600" spc="-9" dirty="0">
                <a:latin typeface="Times New Roman"/>
                <a:cs typeface="Times New Roman"/>
              </a:rPr>
              <a:t>E</a:t>
            </a:r>
            <a:r>
              <a:rPr sz="1600" dirty="0">
                <a:latin typeface="Times New Roman"/>
                <a:cs typeface="Times New Roman"/>
              </a:rPr>
              <a:t>T)</a:t>
            </a:r>
            <a:endParaRPr sz="1600">
              <a:latin typeface="Times New Roman"/>
              <a:cs typeface="Times New Roman"/>
            </a:endParaRPr>
          </a:p>
        </p:txBody>
      </p:sp>
    </p:spTree>
    <p:extLst>
      <p:ext uri="{BB962C8B-B14F-4D97-AF65-F5344CB8AC3E}">
        <p14:creationId xmlns:p14="http://schemas.microsoft.com/office/powerpoint/2010/main" val="2487873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p:nvPr/>
        </p:nvSpPr>
        <p:spPr>
          <a:xfrm>
            <a:off x="2058670" y="517293"/>
            <a:ext cx="695472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 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17" name="object 17"/>
          <p:cNvSpPr txBox="1"/>
          <p:nvPr/>
        </p:nvSpPr>
        <p:spPr>
          <a:xfrm>
            <a:off x="2287270" y="1452288"/>
            <a:ext cx="170208" cy="75692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t>
            </a:r>
            <a:endParaRPr sz="2250">
              <a:latin typeface="Times New Roman"/>
              <a:cs typeface="Times New Roman"/>
            </a:endParaRPr>
          </a:p>
          <a:p>
            <a:pPr marL="12700">
              <a:lnSpc>
                <a:spcPct val="95825"/>
              </a:lnSpc>
              <a:spcBef>
                <a:spcPts val="771"/>
              </a:spcBef>
            </a:pPr>
            <a:r>
              <a:rPr sz="2250" dirty="0">
                <a:latin typeface="Times New Roman"/>
                <a:cs typeface="Times New Roman"/>
              </a:rPr>
              <a:t>•</a:t>
            </a:r>
            <a:endParaRPr sz="2250">
              <a:latin typeface="Times New Roman"/>
              <a:cs typeface="Times New Roman"/>
            </a:endParaRPr>
          </a:p>
        </p:txBody>
      </p:sp>
      <p:sp>
        <p:nvSpPr>
          <p:cNvPr id="16" name="object 16"/>
          <p:cNvSpPr txBox="1"/>
          <p:nvPr/>
        </p:nvSpPr>
        <p:spPr>
          <a:xfrm>
            <a:off x="2594611" y="1462449"/>
            <a:ext cx="7088347" cy="758189"/>
          </a:xfrm>
          <a:prstGeom prst="rect">
            <a:avLst/>
          </a:prstGeom>
        </p:spPr>
        <p:txBody>
          <a:bodyPr wrap="square" lIns="0" tIns="0" rIns="0" bIns="0" rtlCol="0">
            <a:noAutofit/>
          </a:bodyPr>
          <a:lstStyle/>
          <a:p>
            <a:pPr marL="12700" marR="43433">
              <a:lnSpc>
                <a:spcPts val="2420"/>
              </a:lnSpc>
              <a:spcBef>
                <a:spcPts val="121"/>
              </a:spcBef>
            </a:pPr>
            <a:r>
              <a:rPr sz="2250" dirty="0">
                <a:latin typeface="Times New Roman"/>
                <a:cs typeface="Times New Roman"/>
              </a:rPr>
              <a:t>W</a:t>
            </a:r>
            <a:r>
              <a:rPr sz="2250" spc="-14" dirty="0">
                <a:latin typeface="Times New Roman"/>
                <a:cs typeface="Times New Roman"/>
              </a:rPr>
              <a:t>e</a:t>
            </a:r>
            <a:r>
              <a:rPr sz="2250" dirty="0">
                <a:latin typeface="Times New Roman"/>
                <a:cs typeface="Times New Roman"/>
              </a:rPr>
              <a:t>b</a:t>
            </a:r>
            <a:r>
              <a:rPr sz="2250" spc="57" dirty="0">
                <a:latin typeface="Times New Roman"/>
                <a:cs typeface="Times New Roman"/>
              </a:rPr>
              <a:t> </a:t>
            </a:r>
            <a:r>
              <a:rPr sz="2250" dirty="0">
                <a:latin typeface="Times New Roman"/>
                <a:cs typeface="Times New Roman"/>
              </a:rPr>
              <a:t>se</a:t>
            </a:r>
            <a:r>
              <a:rPr sz="2250" spc="-9" dirty="0">
                <a:latin typeface="Times New Roman"/>
                <a:cs typeface="Times New Roman"/>
              </a:rPr>
              <a:t>r</a:t>
            </a:r>
            <a:r>
              <a:rPr sz="2250" dirty="0">
                <a:latin typeface="Times New Roman"/>
                <a:cs typeface="Times New Roman"/>
              </a:rPr>
              <a:t>v</a:t>
            </a:r>
            <a:r>
              <a:rPr sz="2250" spc="4" dirty="0">
                <a:latin typeface="Times New Roman"/>
                <a:cs typeface="Times New Roman"/>
              </a:rPr>
              <a:t>i</a:t>
            </a:r>
            <a:r>
              <a:rPr sz="2250" dirty="0">
                <a:latin typeface="Times New Roman"/>
                <a:cs typeface="Times New Roman"/>
              </a:rPr>
              <a:t>ces</a:t>
            </a:r>
            <a:r>
              <a:rPr sz="2250" spc="72" dirty="0">
                <a:latin typeface="Times New Roman"/>
                <a:cs typeface="Times New Roman"/>
              </a:rPr>
              <a:t> </a:t>
            </a:r>
            <a:r>
              <a:rPr sz="2250" spc="4" dirty="0">
                <a:latin typeface="Times New Roman"/>
                <a:cs typeface="Times New Roman"/>
              </a:rPr>
              <a:t>m</a:t>
            </a:r>
            <a:r>
              <a:rPr sz="2250" spc="-9" dirty="0">
                <a:latin typeface="Times New Roman"/>
                <a:cs typeface="Times New Roman"/>
              </a:rPr>
              <a:t>e</a:t>
            </a:r>
            <a:r>
              <a:rPr sz="2250" dirty="0">
                <a:latin typeface="Times New Roman"/>
                <a:cs typeface="Times New Roman"/>
              </a:rPr>
              <a:t>ssages</a:t>
            </a:r>
            <a:r>
              <a:rPr sz="2250" spc="84" dirty="0">
                <a:latin typeface="Times New Roman"/>
                <a:cs typeface="Times New Roman"/>
              </a:rPr>
              <a:t> </a:t>
            </a:r>
            <a:r>
              <a:rPr sz="2250" dirty="0">
                <a:latin typeface="Times New Roman"/>
                <a:cs typeface="Times New Roman"/>
              </a:rPr>
              <a:t>a</a:t>
            </a:r>
            <a:r>
              <a:rPr sz="2250" spc="-9" dirty="0">
                <a:latin typeface="Times New Roman"/>
                <a:cs typeface="Times New Roman"/>
              </a:rPr>
              <a:t>r</a:t>
            </a:r>
            <a:r>
              <a:rPr sz="2250" dirty="0">
                <a:latin typeface="Times New Roman"/>
                <a:cs typeface="Times New Roman"/>
              </a:rPr>
              <a:t>e</a:t>
            </a:r>
            <a:r>
              <a:rPr sz="2250" spc="37" dirty="0">
                <a:latin typeface="Times New Roman"/>
                <a:cs typeface="Times New Roman"/>
              </a:rPr>
              <a:t> </a:t>
            </a:r>
            <a:r>
              <a:rPr sz="2250" spc="-4" dirty="0">
                <a:latin typeface="Times New Roman"/>
                <a:cs typeface="Times New Roman"/>
              </a:rPr>
              <a:t>t</a:t>
            </a:r>
            <a:r>
              <a:rPr sz="2250" dirty="0">
                <a:latin typeface="Times New Roman"/>
                <a:cs typeface="Times New Roman"/>
              </a:rPr>
              <a:t>yp</a:t>
            </a:r>
            <a:r>
              <a:rPr sz="2250" spc="4" dirty="0">
                <a:latin typeface="Times New Roman"/>
                <a:cs typeface="Times New Roman"/>
              </a:rPr>
              <a:t>i</a:t>
            </a:r>
            <a:r>
              <a:rPr sz="2250" dirty="0">
                <a:latin typeface="Times New Roman"/>
                <a:cs typeface="Times New Roman"/>
              </a:rPr>
              <a:t>c</a:t>
            </a:r>
            <a:r>
              <a:rPr sz="2250" spc="-14" dirty="0">
                <a:latin typeface="Times New Roman"/>
                <a:cs typeface="Times New Roman"/>
              </a:rPr>
              <a:t>a</a:t>
            </a:r>
            <a:r>
              <a:rPr sz="2250" spc="4" dirty="0">
                <a:latin typeface="Times New Roman"/>
                <a:cs typeface="Times New Roman"/>
              </a:rPr>
              <a:t>ll</a:t>
            </a:r>
            <a:r>
              <a:rPr sz="2250" dirty="0">
                <a:latin typeface="Times New Roman"/>
                <a:cs typeface="Times New Roman"/>
              </a:rPr>
              <a:t>y</a:t>
            </a:r>
            <a:r>
              <a:rPr sz="2250" spc="83" dirty="0">
                <a:latin typeface="Times New Roman"/>
                <a:cs typeface="Times New Roman"/>
              </a:rPr>
              <a:t> </a:t>
            </a:r>
            <a:r>
              <a:rPr sz="2250" dirty="0">
                <a:latin typeface="Times New Roman"/>
                <a:cs typeface="Times New Roman"/>
              </a:rPr>
              <a:t>conveyed</a:t>
            </a:r>
            <a:r>
              <a:rPr sz="2250" spc="86" dirty="0">
                <a:latin typeface="Times New Roman"/>
                <a:cs typeface="Times New Roman"/>
              </a:rPr>
              <a:t> </a:t>
            </a:r>
            <a:r>
              <a:rPr sz="2250" dirty="0">
                <a:latin typeface="Times New Roman"/>
                <a:cs typeface="Times New Roman"/>
              </a:rPr>
              <a:t>us</a:t>
            </a:r>
            <a:r>
              <a:rPr sz="2250" spc="4" dirty="0">
                <a:latin typeface="Times New Roman"/>
                <a:cs typeface="Times New Roman"/>
              </a:rPr>
              <a:t>i</a:t>
            </a:r>
            <a:r>
              <a:rPr sz="2250" dirty="0">
                <a:latin typeface="Times New Roman"/>
                <a:cs typeface="Times New Roman"/>
              </a:rPr>
              <a:t>ng</a:t>
            </a:r>
            <a:r>
              <a:rPr sz="2250" spc="58" dirty="0">
                <a:latin typeface="Times New Roman"/>
                <a:cs typeface="Times New Roman"/>
              </a:rPr>
              <a:t> </a:t>
            </a:r>
            <a:r>
              <a:rPr sz="2250" dirty="0">
                <a:latin typeface="Times New Roman"/>
                <a:cs typeface="Times New Roman"/>
              </a:rPr>
              <a:t>HTTP</a:t>
            </a:r>
            <a:endParaRPr sz="2250">
              <a:latin typeface="Times New Roman"/>
              <a:cs typeface="Times New Roman"/>
            </a:endParaRPr>
          </a:p>
          <a:p>
            <a:pPr marL="12700">
              <a:lnSpc>
                <a:spcPct val="95825"/>
              </a:lnSpc>
              <a:spcBef>
                <a:spcPts val="781"/>
              </a:spcBef>
            </a:pPr>
            <a:r>
              <a:rPr sz="2250" spc="-4" dirty="0">
                <a:latin typeface="Times New Roman"/>
                <a:cs typeface="Times New Roman"/>
              </a:rPr>
              <a:t>H</a:t>
            </a:r>
            <a:r>
              <a:rPr sz="2250" spc="4" dirty="0">
                <a:latin typeface="Times New Roman"/>
                <a:cs typeface="Times New Roman"/>
              </a:rPr>
              <a:t>T</a:t>
            </a:r>
            <a:r>
              <a:rPr sz="2250" dirty="0">
                <a:latin typeface="Times New Roman"/>
                <a:cs typeface="Times New Roman"/>
              </a:rPr>
              <a:t>TP</a:t>
            </a:r>
            <a:r>
              <a:rPr sz="2250" spc="66" dirty="0">
                <a:latin typeface="Times New Roman"/>
                <a:cs typeface="Times New Roman"/>
              </a:rPr>
              <a:t> </a:t>
            </a:r>
            <a:r>
              <a:rPr sz="2250" spc="-9" dirty="0">
                <a:latin typeface="Times New Roman"/>
                <a:cs typeface="Times New Roman"/>
              </a:rPr>
              <a:t>d</a:t>
            </a:r>
            <a:r>
              <a:rPr sz="2250" dirty="0">
                <a:latin typeface="Times New Roman"/>
                <a:cs typeface="Times New Roman"/>
              </a:rPr>
              <a:t>ef</a:t>
            </a:r>
            <a:r>
              <a:rPr sz="2250" spc="4" dirty="0">
                <a:latin typeface="Times New Roman"/>
                <a:cs typeface="Times New Roman"/>
              </a:rPr>
              <a:t>i</a:t>
            </a:r>
            <a:r>
              <a:rPr sz="2250" dirty="0">
                <a:latin typeface="Times New Roman"/>
                <a:cs typeface="Times New Roman"/>
              </a:rPr>
              <a:t>n</a:t>
            </a:r>
            <a:r>
              <a:rPr sz="2250" spc="-9" dirty="0">
                <a:latin typeface="Times New Roman"/>
                <a:cs typeface="Times New Roman"/>
              </a:rPr>
              <a:t>e</a:t>
            </a:r>
            <a:r>
              <a:rPr sz="2250" dirty="0">
                <a:latin typeface="Times New Roman"/>
                <a:cs typeface="Times New Roman"/>
              </a:rPr>
              <a:t>s</a:t>
            </a:r>
            <a:r>
              <a:rPr sz="2250" spc="79" dirty="0">
                <a:latin typeface="Times New Roman"/>
                <a:cs typeface="Times New Roman"/>
              </a:rPr>
              <a:t> </a:t>
            </a: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dirty="0">
                <a:latin typeface="Times New Roman"/>
                <a:cs typeface="Times New Roman"/>
              </a:rPr>
              <a:t>hods</a:t>
            </a:r>
            <a:r>
              <a:rPr sz="2250" spc="81" dirty="0">
                <a:latin typeface="Times New Roman"/>
                <a:cs typeface="Times New Roman"/>
              </a:rPr>
              <a:t> </a:t>
            </a:r>
            <a:r>
              <a:rPr sz="2250" dirty="0">
                <a:latin typeface="Times New Roman"/>
                <a:cs typeface="Times New Roman"/>
              </a:rPr>
              <a:t>(so</a:t>
            </a: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spc="4" dirty="0">
                <a:latin typeface="Times New Roman"/>
                <a:cs typeface="Times New Roman"/>
              </a:rPr>
              <a:t>im</a:t>
            </a:r>
            <a:r>
              <a:rPr sz="2250" dirty="0">
                <a:latin typeface="Times New Roman"/>
                <a:cs typeface="Times New Roman"/>
              </a:rPr>
              <a:t>es</a:t>
            </a:r>
            <a:r>
              <a:rPr sz="2250" spc="103" dirty="0">
                <a:latin typeface="Times New Roman"/>
                <a:cs typeface="Times New Roman"/>
              </a:rPr>
              <a:t> </a:t>
            </a:r>
            <a:r>
              <a:rPr sz="2250" dirty="0">
                <a:latin typeface="Times New Roman"/>
                <a:cs typeface="Times New Roman"/>
              </a:rPr>
              <a:t>r</a:t>
            </a:r>
            <a:r>
              <a:rPr sz="2250" spc="-9" dirty="0">
                <a:latin typeface="Times New Roman"/>
                <a:cs typeface="Times New Roman"/>
              </a:rPr>
              <a:t>e</a:t>
            </a:r>
            <a:r>
              <a:rPr sz="2250" dirty="0">
                <a:latin typeface="Times New Roman"/>
                <a:cs typeface="Times New Roman"/>
              </a:rPr>
              <a:t>fe</a:t>
            </a:r>
            <a:r>
              <a:rPr sz="2250" spc="-9" dirty="0">
                <a:latin typeface="Times New Roman"/>
                <a:cs typeface="Times New Roman"/>
              </a:rPr>
              <a:t>r</a:t>
            </a:r>
            <a:r>
              <a:rPr sz="2250" dirty="0">
                <a:latin typeface="Times New Roman"/>
                <a:cs typeface="Times New Roman"/>
              </a:rPr>
              <a:t>red</a:t>
            </a:r>
            <a:r>
              <a:rPr sz="2250" spc="71" dirty="0">
                <a:latin typeface="Times New Roman"/>
                <a:cs typeface="Times New Roman"/>
              </a:rPr>
              <a:t> </a:t>
            </a:r>
            <a:r>
              <a:rPr sz="2250" spc="4" dirty="0">
                <a:latin typeface="Times New Roman"/>
                <a:cs typeface="Times New Roman"/>
              </a:rPr>
              <a:t>t</a:t>
            </a:r>
            <a:r>
              <a:rPr sz="2250" dirty="0">
                <a:latin typeface="Times New Roman"/>
                <a:cs typeface="Times New Roman"/>
              </a:rPr>
              <a:t>o</a:t>
            </a:r>
            <a:r>
              <a:rPr sz="2250" spc="32" dirty="0">
                <a:latin typeface="Times New Roman"/>
                <a:cs typeface="Times New Roman"/>
              </a:rPr>
              <a:t> </a:t>
            </a:r>
            <a:r>
              <a:rPr sz="2250" spc="-9" dirty="0">
                <a:latin typeface="Times New Roman"/>
                <a:cs typeface="Times New Roman"/>
              </a:rPr>
              <a:t>a</a:t>
            </a:r>
            <a:r>
              <a:rPr sz="2250" dirty="0">
                <a:latin typeface="Times New Roman"/>
                <a:cs typeface="Times New Roman"/>
              </a:rPr>
              <a:t>s</a:t>
            </a:r>
            <a:r>
              <a:rPr sz="2250" spc="33" dirty="0">
                <a:latin typeface="Times New Roman"/>
                <a:cs typeface="Times New Roman"/>
              </a:rPr>
              <a:t> </a:t>
            </a:r>
            <a:r>
              <a:rPr sz="2250" dirty="0">
                <a:latin typeface="Times New Roman"/>
                <a:cs typeface="Times New Roman"/>
              </a:rPr>
              <a:t>"verbs")</a:t>
            </a:r>
            <a:r>
              <a:rPr sz="2250" spc="74" dirty="0">
                <a:latin typeface="Times New Roman"/>
                <a:cs typeface="Times New Roman"/>
              </a:rPr>
              <a:t> </a:t>
            </a:r>
            <a:r>
              <a:rPr sz="2250" spc="4" dirty="0">
                <a:latin typeface="Times New Roman"/>
                <a:cs typeface="Times New Roman"/>
              </a:rPr>
              <a:t>t</a:t>
            </a:r>
            <a:r>
              <a:rPr sz="2250" dirty="0">
                <a:latin typeface="Times New Roman"/>
                <a:cs typeface="Times New Roman"/>
              </a:rPr>
              <a:t>o</a:t>
            </a:r>
            <a:endParaRPr sz="2250">
              <a:latin typeface="Times New Roman"/>
              <a:cs typeface="Times New Roman"/>
            </a:endParaRPr>
          </a:p>
        </p:txBody>
      </p:sp>
      <p:sp>
        <p:nvSpPr>
          <p:cNvPr id="15" name="object 15"/>
          <p:cNvSpPr txBox="1"/>
          <p:nvPr/>
        </p:nvSpPr>
        <p:spPr>
          <a:xfrm>
            <a:off x="2594610" y="2252388"/>
            <a:ext cx="5018528" cy="66167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i</a:t>
            </a:r>
            <a:r>
              <a:rPr sz="2250" spc="4" dirty="0">
                <a:latin typeface="Times New Roman"/>
                <a:cs typeface="Times New Roman"/>
              </a:rPr>
              <a:t>n</a:t>
            </a:r>
            <a:r>
              <a:rPr sz="2250" dirty="0">
                <a:latin typeface="Times New Roman"/>
                <a:cs typeface="Times New Roman"/>
              </a:rPr>
              <a:t>d</a:t>
            </a:r>
            <a:r>
              <a:rPr sz="2250" spc="-4" dirty="0">
                <a:latin typeface="Times New Roman"/>
                <a:cs typeface="Times New Roman"/>
              </a:rPr>
              <a:t>i</a:t>
            </a:r>
            <a:r>
              <a:rPr sz="2250" dirty="0">
                <a:latin typeface="Times New Roman"/>
                <a:cs typeface="Times New Roman"/>
              </a:rPr>
              <a:t>ca</a:t>
            </a:r>
            <a:r>
              <a:rPr sz="2250" spc="-9" dirty="0">
                <a:latin typeface="Times New Roman"/>
                <a:cs typeface="Times New Roman"/>
              </a:rPr>
              <a:t>t</a:t>
            </a:r>
            <a:r>
              <a:rPr sz="2250" dirty="0">
                <a:latin typeface="Times New Roman"/>
                <a:cs typeface="Times New Roman"/>
              </a:rPr>
              <a:t>e</a:t>
            </a:r>
            <a:r>
              <a:rPr sz="2250" spc="81" dirty="0">
                <a:latin typeface="Times New Roman"/>
                <a:cs typeface="Times New Roman"/>
              </a:rPr>
              <a:t> </a:t>
            </a:r>
            <a:r>
              <a:rPr sz="2250" spc="-4" dirty="0">
                <a:latin typeface="Times New Roman"/>
                <a:cs typeface="Times New Roman"/>
              </a:rPr>
              <a:t>t</a:t>
            </a:r>
            <a:r>
              <a:rPr sz="2250" dirty="0">
                <a:latin typeface="Times New Roman"/>
                <a:cs typeface="Times New Roman"/>
              </a:rPr>
              <a:t>he</a:t>
            </a:r>
            <a:r>
              <a:rPr sz="2250" spc="37" dirty="0">
                <a:latin typeface="Times New Roman"/>
                <a:cs typeface="Times New Roman"/>
              </a:rPr>
              <a:t> </a:t>
            </a:r>
            <a:r>
              <a:rPr sz="2250" dirty="0">
                <a:latin typeface="Times New Roman"/>
                <a:cs typeface="Times New Roman"/>
              </a:rPr>
              <a:t>de</a:t>
            </a:r>
            <a:r>
              <a:rPr sz="2250" spc="-9" dirty="0">
                <a:latin typeface="Times New Roman"/>
                <a:cs typeface="Times New Roman"/>
              </a:rPr>
              <a:t>s</a:t>
            </a:r>
            <a:r>
              <a:rPr sz="2250" spc="4" dirty="0">
                <a:latin typeface="Times New Roman"/>
                <a:cs typeface="Times New Roman"/>
              </a:rPr>
              <a:t>i</a:t>
            </a:r>
            <a:r>
              <a:rPr sz="2250" dirty="0">
                <a:latin typeface="Times New Roman"/>
                <a:cs typeface="Times New Roman"/>
              </a:rPr>
              <a:t>r</a:t>
            </a:r>
            <a:r>
              <a:rPr sz="2250" spc="-9" dirty="0">
                <a:latin typeface="Times New Roman"/>
                <a:cs typeface="Times New Roman"/>
              </a:rPr>
              <a:t>e</a:t>
            </a:r>
            <a:r>
              <a:rPr sz="2250" dirty="0">
                <a:latin typeface="Times New Roman"/>
                <a:cs typeface="Times New Roman"/>
              </a:rPr>
              <a:t>d</a:t>
            </a:r>
            <a:r>
              <a:rPr sz="2250" spc="79" dirty="0">
                <a:latin typeface="Times New Roman"/>
                <a:cs typeface="Times New Roman"/>
              </a:rPr>
              <a:t> </a:t>
            </a:r>
            <a:r>
              <a:rPr sz="2250" dirty="0">
                <a:latin typeface="Times New Roman"/>
                <a:cs typeface="Times New Roman"/>
              </a:rPr>
              <a:t>ac</a:t>
            </a:r>
            <a:r>
              <a:rPr sz="2250" spc="-9" dirty="0">
                <a:latin typeface="Times New Roman"/>
                <a:cs typeface="Times New Roman"/>
              </a:rPr>
              <a:t>t</a:t>
            </a:r>
            <a:r>
              <a:rPr sz="2250" spc="4" dirty="0">
                <a:latin typeface="Times New Roman"/>
                <a:cs typeface="Times New Roman"/>
              </a:rPr>
              <a:t>i</a:t>
            </a:r>
            <a:r>
              <a:rPr sz="2250" dirty="0">
                <a:latin typeface="Times New Roman"/>
                <a:cs typeface="Times New Roman"/>
              </a:rPr>
              <a:t>on</a:t>
            </a:r>
            <a:r>
              <a:rPr sz="2250" spc="59" dirty="0">
                <a:latin typeface="Times New Roman"/>
                <a:cs typeface="Times New Roman"/>
              </a:rPr>
              <a:t> </a:t>
            </a:r>
            <a:r>
              <a:rPr sz="2250" spc="4" dirty="0">
                <a:latin typeface="Times New Roman"/>
                <a:cs typeface="Times New Roman"/>
              </a:rPr>
              <a:t>t</a:t>
            </a:r>
            <a:r>
              <a:rPr sz="2250" dirty="0">
                <a:latin typeface="Times New Roman"/>
                <a:cs typeface="Times New Roman"/>
              </a:rPr>
              <a:t>o</a:t>
            </a:r>
            <a:r>
              <a:rPr sz="2250" spc="32" dirty="0">
                <a:latin typeface="Times New Roman"/>
                <a:cs typeface="Times New Roman"/>
              </a:rPr>
              <a:t> </a:t>
            </a:r>
            <a:r>
              <a:rPr sz="2250" spc="-9" dirty="0">
                <a:latin typeface="Times New Roman"/>
                <a:cs typeface="Times New Roman"/>
              </a:rPr>
              <a:t>b</a:t>
            </a:r>
            <a:r>
              <a:rPr sz="2250" dirty="0">
                <a:latin typeface="Times New Roman"/>
                <a:cs typeface="Times New Roman"/>
              </a:rPr>
              <a:t>e</a:t>
            </a:r>
            <a:r>
              <a:rPr sz="2250" spc="31" dirty="0">
                <a:latin typeface="Times New Roman"/>
                <a:cs typeface="Times New Roman"/>
              </a:rPr>
              <a:t> </a:t>
            </a:r>
            <a:r>
              <a:rPr sz="2250" dirty="0">
                <a:latin typeface="Times New Roman"/>
                <a:cs typeface="Times New Roman"/>
              </a:rPr>
              <a:t>pe</a:t>
            </a:r>
            <a:r>
              <a:rPr sz="2250" spc="-10" dirty="0">
                <a:latin typeface="Times New Roman"/>
                <a:cs typeface="Times New Roman"/>
              </a:rPr>
              <a:t>r</a:t>
            </a:r>
            <a:r>
              <a:rPr sz="2250" dirty="0">
                <a:latin typeface="Times New Roman"/>
                <a:cs typeface="Times New Roman"/>
              </a:rPr>
              <a:t>for</a:t>
            </a:r>
            <a:r>
              <a:rPr sz="2250" spc="-4" dirty="0">
                <a:latin typeface="Times New Roman"/>
                <a:cs typeface="Times New Roman"/>
              </a:rPr>
              <a:t>m</a:t>
            </a:r>
            <a:r>
              <a:rPr sz="2250" dirty="0">
                <a:latin typeface="Times New Roman"/>
                <a:cs typeface="Times New Roman"/>
              </a:rPr>
              <a:t>ed</a:t>
            </a:r>
            <a:endParaRPr sz="2250">
              <a:latin typeface="Times New Roman"/>
              <a:cs typeface="Times New Roman"/>
            </a:endParaRPr>
          </a:p>
          <a:p>
            <a:pPr marL="12700" marR="43434">
              <a:lnSpc>
                <a:spcPct val="95825"/>
              </a:lnSpc>
              <a:spcBef>
                <a:spcPts val="18"/>
              </a:spcBef>
            </a:pPr>
            <a:r>
              <a:rPr sz="2250" dirty="0">
                <a:latin typeface="Times New Roman"/>
                <a:cs typeface="Times New Roman"/>
              </a:rPr>
              <a:t>r</a:t>
            </a:r>
            <a:r>
              <a:rPr sz="2250" spc="-10" dirty="0">
                <a:latin typeface="Times New Roman"/>
                <a:cs typeface="Times New Roman"/>
              </a:rPr>
              <a:t>e</a:t>
            </a:r>
            <a:r>
              <a:rPr sz="2250" dirty="0">
                <a:latin typeface="Times New Roman"/>
                <a:cs typeface="Times New Roman"/>
              </a:rPr>
              <a:t>sour</a:t>
            </a:r>
            <a:r>
              <a:rPr sz="2250" spc="-10" dirty="0">
                <a:latin typeface="Times New Roman"/>
                <a:cs typeface="Times New Roman"/>
              </a:rPr>
              <a:t>c</a:t>
            </a:r>
            <a:r>
              <a:rPr sz="2250" dirty="0">
                <a:latin typeface="Times New Roman"/>
                <a:cs typeface="Times New Roman"/>
              </a:rPr>
              <a:t>e</a:t>
            </a:r>
            <a:endParaRPr sz="2250">
              <a:latin typeface="Times New Roman"/>
              <a:cs typeface="Times New Roman"/>
            </a:endParaRPr>
          </a:p>
        </p:txBody>
      </p:sp>
      <p:sp>
        <p:nvSpPr>
          <p:cNvPr id="14" name="object 14"/>
          <p:cNvSpPr txBox="1"/>
          <p:nvPr/>
        </p:nvSpPr>
        <p:spPr>
          <a:xfrm>
            <a:off x="7617317" y="2252388"/>
            <a:ext cx="358394"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on</a:t>
            </a:r>
            <a:endParaRPr sz="2250">
              <a:latin typeface="Times New Roman"/>
              <a:cs typeface="Times New Roman"/>
            </a:endParaRPr>
          </a:p>
        </p:txBody>
      </p:sp>
      <p:sp>
        <p:nvSpPr>
          <p:cNvPr id="13" name="object 13"/>
          <p:cNvSpPr txBox="1"/>
          <p:nvPr/>
        </p:nvSpPr>
        <p:spPr>
          <a:xfrm>
            <a:off x="7979268" y="2252388"/>
            <a:ext cx="423211"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t</a:t>
            </a:r>
            <a:r>
              <a:rPr sz="2250" dirty="0">
                <a:latin typeface="Times New Roman"/>
                <a:cs typeface="Times New Roman"/>
              </a:rPr>
              <a:t>he</a:t>
            </a:r>
            <a:endParaRPr sz="2250">
              <a:latin typeface="Times New Roman"/>
              <a:cs typeface="Times New Roman"/>
            </a:endParaRPr>
          </a:p>
        </p:txBody>
      </p:sp>
      <p:sp>
        <p:nvSpPr>
          <p:cNvPr id="12" name="object 12"/>
          <p:cNvSpPr txBox="1"/>
          <p:nvPr/>
        </p:nvSpPr>
        <p:spPr>
          <a:xfrm>
            <a:off x="8405501" y="2252388"/>
            <a:ext cx="1178383"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i</a:t>
            </a:r>
            <a:r>
              <a:rPr sz="2250" dirty="0">
                <a:latin typeface="Times New Roman"/>
                <a:cs typeface="Times New Roman"/>
              </a:rPr>
              <a:t>den</a:t>
            </a:r>
            <a:r>
              <a:rPr sz="2250" spc="-4" dirty="0">
                <a:latin typeface="Times New Roman"/>
                <a:cs typeface="Times New Roman"/>
              </a:rPr>
              <a:t>t</a:t>
            </a:r>
            <a:r>
              <a:rPr sz="2250" spc="4" dirty="0">
                <a:latin typeface="Times New Roman"/>
                <a:cs typeface="Times New Roman"/>
              </a:rPr>
              <a:t>i</a:t>
            </a:r>
            <a:r>
              <a:rPr sz="2250" spc="-10" dirty="0">
                <a:latin typeface="Times New Roman"/>
                <a:cs typeface="Times New Roman"/>
              </a:rPr>
              <a:t>f</a:t>
            </a:r>
            <a:r>
              <a:rPr sz="2250" spc="4" dirty="0">
                <a:latin typeface="Times New Roman"/>
                <a:cs typeface="Times New Roman"/>
              </a:rPr>
              <a:t>i</a:t>
            </a:r>
            <a:r>
              <a:rPr sz="2250" dirty="0">
                <a:latin typeface="Times New Roman"/>
                <a:cs typeface="Times New Roman"/>
              </a:rPr>
              <a:t>ed</a:t>
            </a:r>
            <a:endParaRPr sz="2250">
              <a:latin typeface="Times New Roman"/>
              <a:cs typeface="Times New Roman"/>
            </a:endParaRPr>
          </a:p>
        </p:txBody>
      </p:sp>
      <p:sp>
        <p:nvSpPr>
          <p:cNvPr id="11" name="object 11"/>
          <p:cNvSpPr txBox="1"/>
          <p:nvPr/>
        </p:nvSpPr>
        <p:spPr>
          <a:xfrm>
            <a:off x="2287270" y="3032168"/>
            <a:ext cx="170208"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t>
            </a:r>
            <a:endParaRPr sz="2250">
              <a:latin typeface="Times New Roman"/>
              <a:cs typeface="Times New Roman"/>
            </a:endParaRPr>
          </a:p>
        </p:txBody>
      </p:sp>
      <p:sp>
        <p:nvSpPr>
          <p:cNvPr id="10" name="object 10"/>
          <p:cNvSpPr txBox="1"/>
          <p:nvPr/>
        </p:nvSpPr>
        <p:spPr>
          <a:xfrm>
            <a:off x="2594611" y="3042328"/>
            <a:ext cx="2193627"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So</a:t>
            </a:r>
            <a:r>
              <a:rPr sz="2250" spc="4" dirty="0">
                <a:latin typeface="Times New Roman"/>
                <a:cs typeface="Times New Roman"/>
              </a:rPr>
              <a:t>m</a:t>
            </a:r>
            <a:r>
              <a:rPr sz="2250" dirty="0">
                <a:latin typeface="Times New Roman"/>
                <a:cs typeface="Times New Roman"/>
              </a:rPr>
              <a:t>e</a:t>
            </a:r>
            <a:r>
              <a:rPr sz="2250" spc="51" dirty="0">
                <a:latin typeface="Times New Roman"/>
                <a:cs typeface="Times New Roman"/>
              </a:rPr>
              <a:t> </a:t>
            </a:r>
            <a:r>
              <a:rPr sz="2250" spc="4" dirty="0">
                <a:latin typeface="Times New Roman"/>
                <a:cs typeface="Times New Roman"/>
              </a:rPr>
              <a:t>m</a:t>
            </a:r>
            <a:r>
              <a:rPr sz="2250" dirty="0">
                <a:latin typeface="Times New Roman"/>
                <a:cs typeface="Times New Roman"/>
              </a:rPr>
              <a:t>o</a:t>
            </a:r>
            <a:r>
              <a:rPr sz="2250" spc="-4" dirty="0">
                <a:latin typeface="Times New Roman"/>
                <a:cs typeface="Times New Roman"/>
              </a:rPr>
              <a:t>s</a:t>
            </a:r>
            <a:r>
              <a:rPr sz="2250" spc="4" dirty="0">
                <a:latin typeface="Times New Roman"/>
                <a:cs typeface="Times New Roman"/>
              </a:rPr>
              <a:t>tl</a:t>
            </a:r>
            <a:r>
              <a:rPr sz="2250" dirty="0">
                <a:latin typeface="Times New Roman"/>
                <a:cs typeface="Times New Roman"/>
              </a:rPr>
              <a:t>y</a:t>
            </a:r>
            <a:r>
              <a:rPr sz="2250" spc="66" dirty="0">
                <a:latin typeface="Times New Roman"/>
                <a:cs typeface="Times New Roman"/>
              </a:rPr>
              <a:t> </a:t>
            </a:r>
            <a:r>
              <a:rPr sz="2250" dirty="0">
                <a:latin typeface="Times New Roman"/>
                <a:cs typeface="Times New Roman"/>
              </a:rPr>
              <a:t>used</a:t>
            </a:r>
            <a:endParaRPr sz="2250">
              <a:latin typeface="Times New Roman"/>
              <a:cs typeface="Times New Roman"/>
            </a:endParaRPr>
          </a:p>
        </p:txBody>
      </p:sp>
      <p:sp>
        <p:nvSpPr>
          <p:cNvPr id="9" name="object 9"/>
          <p:cNvSpPr txBox="1"/>
          <p:nvPr/>
        </p:nvSpPr>
        <p:spPr>
          <a:xfrm>
            <a:off x="4864760" y="3042328"/>
            <a:ext cx="792974"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HTTP</a:t>
            </a:r>
            <a:endParaRPr sz="2250">
              <a:latin typeface="Times New Roman"/>
              <a:cs typeface="Times New Roman"/>
            </a:endParaRPr>
          </a:p>
        </p:txBody>
      </p:sp>
      <p:sp>
        <p:nvSpPr>
          <p:cNvPr id="8" name="object 8"/>
          <p:cNvSpPr txBox="1"/>
          <p:nvPr/>
        </p:nvSpPr>
        <p:spPr>
          <a:xfrm>
            <a:off x="5661630" y="3042328"/>
            <a:ext cx="1049909"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dirty="0">
                <a:latin typeface="Times New Roman"/>
                <a:cs typeface="Times New Roman"/>
              </a:rPr>
              <a:t>hods</a:t>
            </a:r>
            <a:endParaRPr sz="2250">
              <a:latin typeface="Times New Roman"/>
              <a:cs typeface="Times New Roman"/>
            </a:endParaRPr>
          </a:p>
        </p:txBody>
      </p:sp>
      <p:sp>
        <p:nvSpPr>
          <p:cNvPr id="7" name="object 7"/>
          <p:cNvSpPr txBox="1"/>
          <p:nvPr/>
        </p:nvSpPr>
        <p:spPr>
          <a:xfrm>
            <a:off x="6715048" y="3042328"/>
            <a:ext cx="422300"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are</a:t>
            </a:r>
            <a:endParaRPr sz="2250">
              <a:latin typeface="Times New Roman"/>
              <a:cs typeface="Times New Roman"/>
            </a:endParaRPr>
          </a:p>
        </p:txBody>
      </p:sp>
      <p:sp>
        <p:nvSpPr>
          <p:cNvPr id="6" name="object 6"/>
          <p:cNvSpPr txBox="1"/>
          <p:nvPr/>
        </p:nvSpPr>
        <p:spPr>
          <a:xfrm>
            <a:off x="3157220" y="3452369"/>
            <a:ext cx="166560" cy="1619250"/>
          </a:xfrm>
          <a:prstGeom prst="rect">
            <a:avLst/>
          </a:prstGeom>
        </p:spPr>
        <p:txBody>
          <a:bodyPr wrap="square" lIns="0" tIns="0" rIns="0" bIns="0" rtlCol="0">
            <a:noAutofit/>
          </a:bodyPr>
          <a:lstStyle/>
          <a:p>
            <a:pPr marL="12700">
              <a:lnSpc>
                <a:spcPts val="1845"/>
              </a:lnSpc>
              <a:spcBef>
                <a:spcPts val="92"/>
              </a:spcBef>
            </a:pPr>
            <a:r>
              <a:rPr sz="1700" dirty="0">
                <a:latin typeface="Times New Roman"/>
                <a:cs typeface="Times New Roman"/>
              </a:rPr>
              <a:t>–</a:t>
            </a:r>
            <a:endParaRPr sz="1700">
              <a:latin typeface="Times New Roman"/>
              <a:cs typeface="Times New Roman"/>
            </a:endParaRPr>
          </a:p>
          <a:p>
            <a:pPr marL="12700">
              <a:lnSpc>
                <a:spcPct val="95825"/>
              </a:lnSpc>
              <a:spcBef>
                <a:spcPts val="662"/>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p:txBody>
      </p:sp>
      <p:sp>
        <p:nvSpPr>
          <p:cNvPr id="5" name="object 5"/>
          <p:cNvSpPr txBox="1"/>
          <p:nvPr/>
        </p:nvSpPr>
        <p:spPr>
          <a:xfrm>
            <a:off x="3696970" y="3458719"/>
            <a:ext cx="869070" cy="1619250"/>
          </a:xfrm>
          <a:prstGeom prst="rect">
            <a:avLst/>
          </a:prstGeom>
        </p:spPr>
        <p:txBody>
          <a:bodyPr wrap="square" lIns="0" tIns="0" rIns="0" bIns="0" rtlCol="0">
            <a:noAutofit/>
          </a:bodyPr>
          <a:lstStyle/>
          <a:p>
            <a:pPr marL="12700" marR="24539">
              <a:lnSpc>
                <a:spcPts val="1845"/>
              </a:lnSpc>
              <a:spcBef>
                <a:spcPts val="92"/>
              </a:spcBef>
            </a:pPr>
            <a:r>
              <a:rPr sz="1700" spc="4" dirty="0">
                <a:latin typeface="Times New Roman"/>
                <a:cs typeface="Times New Roman"/>
              </a:rPr>
              <a:t>G</a:t>
            </a:r>
            <a:r>
              <a:rPr sz="1700" spc="-4" dirty="0">
                <a:latin typeface="Times New Roman"/>
                <a:cs typeface="Times New Roman"/>
              </a:rPr>
              <a:t>ET</a:t>
            </a:r>
            <a:r>
              <a:rPr sz="1700" dirty="0">
                <a:latin typeface="Times New Roman"/>
                <a:cs typeface="Times New Roman"/>
              </a:rPr>
              <a:t>,</a:t>
            </a:r>
            <a:endParaRPr sz="1700">
              <a:latin typeface="Times New Roman"/>
              <a:cs typeface="Times New Roman"/>
            </a:endParaRPr>
          </a:p>
          <a:p>
            <a:pPr marL="12700">
              <a:lnSpc>
                <a:spcPts val="2710"/>
              </a:lnSpc>
              <a:spcBef>
                <a:spcPts val="218"/>
              </a:spcBef>
            </a:pPr>
            <a:r>
              <a:rPr sz="1700" dirty="0">
                <a:latin typeface="Times New Roman"/>
                <a:cs typeface="Times New Roman"/>
              </a:rPr>
              <a:t>P</a:t>
            </a:r>
            <a:r>
              <a:rPr sz="1700" spc="-4" dirty="0">
                <a:latin typeface="Times New Roman"/>
                <a:cs typeface="Times New Roman"/>
              </a:rPr>
              <a:t>O</a:t>
            </a:r>
            <a:r>
              <a:rPr sz="1700" dirty="0">
                <a:latin typeface="Times New Roman"/>
                <a:cs typeface="Times New Roman"/>
              </a:rPr>
              <a:t>ST P</a:t>
            </a:r>
            <a:r>
              <a:rPr sz="1700" spc="-4" dirty="0">
                <a:latin typeface="Times New Roman"/>
                <a:cs typeface="Times New Roman"/>
              </a:rPr>
              <a:t>U</a:t>
            </a:r>
            <a:r>
              <a:rPr sz="1700" dirty="0">
                <a:latin typeface="Times New Roman"/>
                <a:cs typeface="Times New Roman"/>
              </a:rPr>
              <a:t>T </a:t>
            </a:r>
            <a:r>
              <a:rPr sz="1700" spc="4" dirty="0">
                <a:latin typeface="Times New Roman"/>
                <a:cs typeface="Times New Roman"/>
              </a:rPr>
              <a:t>D</a:t>
            </a:r>
            <a:r>
              <a:rPr sz="1700" spc="-4" dirty="0">
                <a:latin typeface="Times New Roman"/>
                <a:cs typeface="Times New Roman"/>
              </a:rPr>
              <a:t>EL</a:t>
            </a:r>
            <a:r>
              <a:rPr sz="1700" spc="4" dirty="0">
                <a:latin typeface="Times New Roman"/>
                <a:cs typeface="Times New Roman"/>
              </a:rPr>
              <a:t>E</a:t>
            </a:r>
            <a:r>
              <a:rPr sz="1700" spc="-4" dirty="0">
                <a:latin typeface="Times New Roman"/>
                <a:cs typeface="Times New Roman"/>
              </a:rPr>
              <a:t>T</a:t>
            </a:r>
            <a:r>
              <a:rPr sz="1700" dirty="0">
                <a:latin typeface="Times New Roman"/>
                <a:cs typeface="Times New Roman"/>
              </a:rPr>
              <a:t>E </a:t>
            </a:r>
            <a:r>
              <a:rPr sz="1700" spc="4" dirty="0">
                <a:latin typeface="Times New Roman"/>
                <a:cs typeface="Times New Roman"/>
              </a:rPr>
              <a:t>H</a:t>
            </a:r>
            <a:r>
              <a:rPr sz="1700" spc="-4" dirty="0">
                <a:latin typeface="Times New Roman"/>
                <a:cs typeface="Times New Roman"/>
              </a:rPr>
              <a:t>EA</a:t>
            </a:r>
            <a:r>
              <a:rPr sz="1700" dirty="0">
                <a:latin typeface="Times New Roman"/>
                <a:cs typeface="Times New Roman"/>
              </a:rPr>
              <a:t>D</a:t>
            </a:r>
            <a:endParaRPr sz="1700">
              <a:latin typeface="Times New Roman"/>
              <a:cs typeface="Times New Roman"/>
            </a:endParaRPr>
          </a:p>
        </p:txBody>
      </p:sp>
    </p:spTree>
    <p:extLst>
      <p:ext uri="{BB962C8B-B14F-4D97-AF65-F5344CB8AC3E}">
        <p14:creationId xmlns:p14="http://schemas.microsoft.com/office/powerpoint/2010/main" val="1358459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23"/>
          <p:cNvSpPr txBox="1"/>
          <p:nvPr/>
        </p:nvSpPr>
        <p:spPr>
          <a:xfrm>
            <a:off x="2058670" y="517293"/>
            <a:ext cx="1235220"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dirty="0">
                <a:latin typeface="Times New Roman"/>
                <a:cs typeface="Times New Roman"/>
              </a:rPr>
              <a:t>P</a:t>
            </a:r>
            <a:endParaRPr sz="3600">
              <a:latin typeface="Times New Roman"/>
              <a:cs typeface="Times New Roman"/>
            </a:endParaRPr>
          </a:p>
        </p:txBody>
      </p:sp>
      <p:sp>
        <p:nvSpPr>
          <p:cNvPr id="22" name="object 22"/>
          <p:cNvSpPr txBox="1"/>
          <p:nvPr/>
        </p:nvSpPr>
        <p:spPr>
          <a:xfrm>
            <a:off x="3314599" y="517293"/>
            <a:ext cx="1566087"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R</a:t>
            </a:r>
            <a:r>
              <a:rPr sz="3600" spc="-9" dirty="0">
                <a:latin typeface="Times New Roman"/>
                <a:cs typeface="Times New Roman"/>
              </a:rPr>
              <a:t>e</a:t>
            </a:r>
            <a:r>
              <a:rPr sz="3600" dirty="0">
                <a:latin typeface="Times New Roman"/>
                <a:cs typeface="Times New Roman"/>
              </a:rPr>
              <a:t>que</a:t>
            </a:r>
            <a:r>
              <a:rPr sz="3600" spc="4" dirty="0">
                <a:latin typeface="Times New Roman"/>
                <a:cs typeface="Times New Roman"/>
              </a:rPr>
              <a:t>s</a:t>
            </a:r>
            <a:r>
              <a:rPr sz="3600" dirty="0">
                <a:latin typeface="Times New Roman"/>
                <a:cs typeface="Times New Roman"/>
              </a:rPr>
              <a:t>t</a:t>
            </a:r>
            <a:endParaRPr sz="3600">
              <a:latin typeface="Times New Roman"/>
              <a:cs typeface="Times New Roman"/>
            </a:endParaRPr>
          </a:p>
        </p:txBody>
      </p:sp>
      <p:sp>
        <p:nvSpPr>
          <p:cNvPr id="21" name="object 21"/>
          <p:cNvSpPr txBox="1"/>
          <p:nvPr/>
        </p:nvSpPr>
        <p:spPr>
          <a:xfrm>
            <a:off x="4899711" y="517293"/>
            <a:ext cx="164205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m</a:t>
            </a:r>
            <a:r>
              <a:rPr sz="3600" spc="-9" dirty="0">
                <a:latin typeface="Times New Roman"/>
                <a:cs typeface="Times New Roman"/>
              </a:rPr>
              <a:t>e</a:t>
            </a:r>
            <a:r>
              <a:rPr sz="3600" dirty="0">
                <a:latin typeface="Times New Roman"/>
                <a:cs typeface="Times New Roman"/>
              </a:rPr>
              <a:t>thods</a:t>
            </a:r>
            <a:endParaRPr sz="3600">
              <a:latin typeface="Times New Roman"/>
              <a:cs typeface="Times New Roman"/>
            </a:endParaRPr>
          </a:p>
        </p:txBody>
      </p:sp>
      <p:sp>
        <p:nvSpPr>
          <p:cNvPr id="20" name="object 20"/>
          <p:cNvSpPr txBox="1"/>
          <p:nvPr/>
        </p:nvSpPr>
        <p:spPr>
          <a:xfrm>
            <a:off x="2287271" y="145014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9" name="object 19"/>
          <p:cNvSpPr txBox="1"/>
          <p:nvPr/>
        </p:nvSpPr>
        <p:spPr>
          <a:xfrm>
            <a:off x="2588261" y="1456496"/>
            <a:ext cx="608329" cy="671829"/>
          </a:xfrm>
          <a:prstGeom prst="rect">
            <a:avLst/>
          </a:prstGeom>
        </p:spPr>
        <p:txBody>
          <a:bodyPr wrap="square" lIns="0" tIns="0" rIns="0" bIns="0" rtlCol="0">
            <a:noAutofit/>
          </a:bodyPr>
          <a:lstStyle/>
          <a:p>
            <a:pPr marL="12700">
              <a:lnSpc>
                <a:spcPts val="2175"/>
              </a:lnSpc>
              <a:spcBef>
                <a:spcPts val="108"/>
              </a:spcBef>
            </a:pPr>
            <a:r>
              <a:rPr sz="2000" spc="5" dirty="0">
                <a:latin typeface="Times New Roman"/>
                <a:cs typeface="Times New Roman"/>
              </a:rPr>
              <a:t>G</a:t>
            </a:r>
            <a:r>
              <a:rPr sz="2000" spc="-5" dirty="0">
                <a:latin typeface="Times New Roman"/>
                <a:cs typeface="Times New Roman"/>
              </a:rPr>
              <a:t>E</a:t>
            </a:r>
            <a:r>
              <a:rPr sz="2000" dirty="0">
                <a:latin typeface="Times New Roman"/>
                <a:cs typeface="Times New Roman"/>
              </a:rPr>
              <a:t>T</a:t>
            </a:r>
            <a:endParaRPr sz="2000">
              <a:latin typeface="Times New Roman"/>
              <a:cs typeface="Times New Roman"/>
            </a:endParaRPr>
          </a:p>
          <a:p>
            <a:pPr marR="12700" algn="r">
              <a:lnSpc>
                <a:spcPct val="95825"/>
              </a:lnSpc>
              <a:spcBef>
                <a:spcPts val="641"/>
              </a:spcBef>
            </a:pPr>
            <a:r>
              <a:rPr sz="2000" dirty="0">
                <a:latin typeface="Times New Roman"/>
                <a:cs typeface="Times New Roman"/>
              </a:rPr>
              <a:t>–</a:t>
            </a:r>
            <a:endParaRPr sz="2000">
              <a:latin typeface="Times New Roman"/>
              <a:cs typeface="Times New Roman"/>
            </a:endParaRPr>
          </a:p>
        </p:txBody>
      </p:sp>
      <p:sp>
        <p:nvSpPr>
          <p:cNvPr id="18" name="object 18"/>
          <p:cNvSpPr txBox="1"/>
          <p:nvPr/>
        </p:nvSpPr>
        <p:spPr>
          <a:xfrm>
            <a:off x="3667761" y="1850196"/>
            <a:ext cx="1227491" cy="906779"/>
          </a:xfrm>
          <a:prstGeom prst="rect">
            <a:avLst/>
          </a:prstGeom>
        </p:spPr>
        <p:txBody>
          <a:bodyPr wrap="square" lIns="0" tIns="0" rIns="0" bIns="0" rtlCol="0">
            <a:noAutofit/>
          </a:bodyPr>
          <a:lstStyle/>
          <a:p>
            <a:pPr marL="12700">
              <a:lnSpc>
                <a:spcPts val="2175"/>
              </a:lnSpc>
              <a:spcBef>
                <a:spcPts val="108"/>
              </a:spcBef>
            </a:pPr>
            <a:r>
              <a:rPr sz="2000" spc="-9" dirty="0">
                <a:latin typeface="Times New Roman"/>
                <a:cs typeface="Times New Roman"/>
              </a:rPr>
              <a:t>R</a:t>
            </a:r>
            <a:r>
              <a:rPr sz="2000" spc="-4" dirty="0">
                <a:latin typeface="Times New Roman"/>
                <a:cs typeface="Times New Roman"/>
              </a:rPr>
              <a:t>e</a:t>
            </a:r>
            <a:r>
              <a:rPr sz="2000" dirty="0">
                <a:latin typeface="Times New Roman"/>
                <a:cs typeface="Times New Roman"/>
              </a:rPr>
              <a:t>qu</a:t>
            </a:r>
            <a:r>
              <a:rPr sz="2000" spc="-4" dirty="0">
                <a:latin typeface="Times New Roman"/>
                <a:cs typeface="Times New Roman"/>
              </a:rPr>
              <a:t>es</a:t>
            </a:r>
            <a:r>
              <a:rPr sz="2000" dirty="0">
                <a:latin typeface="Times New Roman"/>
                <a:cs typeface="Times New Roman"/>
              </a:rPr>
              <a:t>ts </a:t>
            </a:r>
            <a:r>
              <a:rPr sz="2000" spc="59" dirty="0">
                <a:latin typeface="Times New Roman"/>
                <a:cs typeface="Times New Roman"/>
              </a:rPr>
              <a:t> </a:t>
            </a:r>
            <a:r>
              <a:rPr sz="2000" dirty="0">
                <a:latin typeface="Times New Roman"/>
                <a:cs typeface="Times New Roman"/>
              </a:rPr>
              <a:t>a</a:t>
            </a:r>
            <a:endParaRPr sz="2000">
              <a:latin typeface="Times New Roman"/>
              <a:cs typeface="Times New Roman"/>
            </a:endParaRPr>
          </a:p>
          <a:p>
            <a:pPr marL="12700" marR="4638">
              <a:lnSpc>
                <a:spcPct val="95825"/>
              </a:lnSpc>
              <a:spcBef>
                <a:spcPts val="41"/>
              </a:spcBef>
            </a:pPr>
            <a:r>
              <a:rPr sz="2000" dirty="0">
                <a:latin typeface="Times New Roman"/>
                <a:cs typeface="Times New Roman"/>
              </a:rPr>
              <a:t>u</a:t>
            </a:r>
            <a:r>
              <a:rPr sz="2000" spc="-4" dirty="0">
                <a:latin typeface="Times New Roman"/>
                <a:cs typeface="Times New Roman"/>
              </a:rPr>
              <a:t>si</a:t>
            </a:r>
            <a:r>
              <a:rPr sz="2000" dirty="0">
                <a:latin typeface="Times New Roman"/>
                <a:cs typeface="Times New Roman"/>
              </a:rPr>
              <a:t>ng</a:t>
            </a:r>
            <a:r>
              <a:rPr sz="2000" spc="276" dirty="0">
                <a:latin typeface="Times New Roman"/>
                <a:cs typeface="Times New Roman"/>
              </a:rPr>
              <a:t> </a:t>
            </a:r>
            <a:r>
              <a:rPr sz="2000" dirty="0">
                <a:latin typeface="Times New Roman"/>
                <a:cs typeface="Times New Roman"/>
              </a:rPr>
              <a:t>GET</a:t>
            </a:r>
            <a:endParaRPr sz="2000">
              <a:latin typeface="Times New Roman"/>
              <a:cs typeface="Times New Roman"/>
            </a:endParaRPr>
          </a:p>
          <a:p>
            <a:pPr marL="12700" marR="38862">
              <a:lnSpc>
                <a:spcPct val="95825"/>
              </a:lnSpc>
              <a:spcBef>
                <a:spcPts val="150"/>
              </a:spcBef>
            </a:pPr>
            <a:r>
              <a:rPr sz="2000" spc="-5" dirty="0">
                <a:latin typeface="Times New Roman"/>
                <a:cs typeface="Times New Roman"/>
              </a:rPr>
              <a:t>e</a:t>
            </a:r>
            <a:r>
              <a:rPr sz="2000" dirty="0">
                <a:latin typeface="Times New Roman"/>
                <a:cs typeface="Times New Roman"/>
              </a:rPr>
              <a:t>ffe</a:t>
            </a:r>
            <a:r>
              <a:rPr sz="2000" spc="-15" dirty="0">
                <a:latin typeface="Times New Roman"/>
                <a:cs typeface="Times New Roman"/>
              </a:rPr>
              <a:t>c</a:t>
            </a:r>
            <a:r>
              <a:rPr sz="2000" dirty="0">
                <a:latin typeface="Times New Roman"/>
                <a:cs typeface="Times New Roman"/>
              </a:rPr>
              <a:t>t</a:t>
            </a:r>
            <a:endParaRPr sz="2000">
              <a:latin typeface="Times New Roman"/>
              <a:cs typeface="Times New Roman"/>
            </a:endParaRPr>
          </a:p>
        </p:txBody>
      </p:sp>
      <p:sp>
        <p:nvSpPr>
          <p:cNvPr id="17" name="object 17"/>
          <p:cNvSpPr txBox="1"/>
          <p:nvPr/>
        </p:nvSpPr>
        <p:spPr>
          <a:xfrm>
            <a:off x="4910307" y="1850196"/>
            <a:ext cx="5485772" cy="595629"/>
          </a:xfrm>
          <a:prstGeom prst="rect">
            <a:avLst/>
          </a:prstGeom>
        </p:spPr>
        <p:txBody>
          <a:bodyPr wrap="square" lIns="0" tIns="0" rIns="0" bIns="0" rtlCol="0">
            <a:noAutofit/>
          </a:bodyPr>
          <a:lstStyle/>
          <a:p>
            <a:pPr marL="49230" marR="219">
              <a:lnSpc>
                <a:spcPts val="2175"/>
              </a:lnSpc>
              <a:spcBef>
                <a:spcPts val="108"/>
              </a:spcBef>
            </a:pPr>
            <a:r>
              <a:rPr sz="2000" spc="9" dirty="0">
                <a:latin typeface="Times New Roman"/>
                <a:cs typeface="Times New Roman"/>
              </a:rPr>
              <a:t>r</a:t>
            </a:r>
            <a:r>
              <a:rPr sz="2000" spc="-4" dirty="0">
                <a:latin typeface="Times New Roman"/>
                <a:cs typeface="Times New Roman"/>
              </a:rPr>
              <a:t>e</a:t>
            </a:r>
            <a:r>
              <a:rPr sz="2000" dirty="0">
                <a:latin typeface="Times New Roman"/>
                <a:cs typeface="Times New Roman"/>
              </a:rPr>
              <a:t>pr</a:t>
            </a:r>
            <a:r>
              <a:rPr sz="2000" spc="-4" dirty="0">
                <a:latin typeface="Times New Roman"/>
                <a:cs typeface="Times New Roman"/>
              </a:rPr>
              <a:t>ese</a:t>
            </a:r>
            <a:r>
              <a:rPr sz="2000" dirty="0">
                <a:latin typeface="Times New Roman"/>
                <a:cs typeface="Times New Roman"/>
              </a:rPr>
              <a:t>nt</a:t>
            </a:r>
            <a:r>
              <a:rPr sz="2000" spc="-4" dirty="0">
                <a:latin typeface="Times New Roman"/>
                <a:cs typeface="Times New Roman"/>
              </a:rPr>
              <a:t>at</a:t>
            </a:r>
            <a:r>
              <a:rPr sz="2000" dirty="0">
                <a:latin typeface="Times New Roman"/>
                <a:cs typeface="Times New Roman"/>
              </a:rPr>
              <a:t>ion </a:t>
            </a:r>
            <a:r>
              <a:rPr sz="2000" spc="126" dirty="0">
                <a:latin typeface="Times New Roman"/>
                <a:cs typeface="Times New Roman"/>
              </a:rPr>
              <a:t> </a:t>
            </a:r>
            <a:r>
              <a:rPr sz="2000" dirty="0">
                <a:latin typeface="Times New Roman"/>
                <a:cs typeface="Times New Roman"/>
              </a:rPr>
              <a:t>of</a:t>
            </a:r>
            <a:r>
              <a:rPr sz="2000" spc="453" dirty="0">
                <a:latin typeface="Times New Roman"/>
                <a:cs typeface="Times New Roman"/>
              </a:rPr>
              <a:t> </a:t>
            </a:r>
            <a:r>
              <a:rPr sz="2000" dirty="0">
                <a:latin typeface="Times New Roman"/>
                <a:cs typeface="Times New Roman"/>
              </a:rPr>
              <a:t>the</a:t>
            </a:r>
            <a:r>
              <a:rPr sz="2000" spc="458" dirty="0">
                <a:latin typeface="Times New Roman"/>
                <a:cs typeface="Times New Roman"/>
              </a:rPr>
              <a:t> </a:t>
            </a:r>
            <a:r>
              <a:rPr sz="2000" spc="-4" dirty="0">
                <a:latin typeface="Times New Roman"/>
                <a:cs typeface="Times New Roman"/>
              </a:rPr>
              <a:t>s</a:t>
            </a:r>
            <a:r>
              <a:rPr sz="2000" dirty="0">
                <a:latin typeface="Times New Roman"/>
                <a:cs typeface="Times New Roman"/>
              </a:rPr>
              <a:t>p</a:t>
            </a:r>
            <a:r>
              <a:rPr sz="2000" spc="-4" dirty="0">
                <a:latin typeface="Times New Roman"/>
                <a:cs typeface="Times New Roman"/>
              </a:rPr>
              <a:t>eci</a:t>
            </a:r>
            <a:r>
              <a:rPr sz="2000" spc="9" dirty="0">
                <a:latin typeface="Times New Roman"/>
                <a:cs typeface="Times New Roman"/>
              </a:rPr>
              <a:t>f</a:t>
            </a:r>
            <a:r>
              <a:rPr sz="2000" spc="-4" dirty="0">
                <a:latin typeface="Times New Roman"/>
                <a:cs typeface="Times New Roman"/>
              </a:rPr>
              <a:t>ie</a:t>
            </a:r>
            <a:r>
              <a:rPr sz="2000" dirty="0">
                <a:latin typeface="Times New Roman"/>
                <a:cs typeface="Times New Roman"/>
              </a:rPr>
              <a:t>d </a:t>
            </a:r>
            <a:r>
              <a:rPr sz="2000" spc="54" dirty="0">
                <a:latin typeface="Times New Roman"/>
                <a:cs typeface="Times New Roman"/>
              </a:rPr>
              <a:t> </a:t>
            </a:r>
            <a:r>
              <a:rPr sz="2000" spc="9" dirty="0">
                <a:latin typeface="Times New Roman"/>
                <a:cs typeface="Times New Roman"/>
              </a:rPr>
              <a:t>r</a:t>
            </a:r>
            <a:r>
              <a:rPr sz="2000" spc="-4" dirty="0">
                <a:latin typeface="Times New Roman"/>
                <a:cs typeface="Times New Roman"/>
              </a:rPr>
              <a:t>es</a:t>
            </a:r>
            <a:r>
              <a:rPr sz="2000" dirty="0">
                <a:latin typeface="Times New Roman"/>
                <a:cs typeface="Times New Roman"/>
              </a:rPr>
              <a:t>our</a:t>
            </a:r>
            <a:r>
              <a:rPr sz="2000" spc="-4" dirty="0">
                <a:latin typeface="Times New Roman"/>
                <a:cs typeface="Times New Roman"/>
              </a:rPr>
              <a:t>ce</a:t>
            </a:r>
            <a:r>
              <a:rPr sz="2000" dirty="0">
                <a:latin typeface="Times New Roman"/>
                <a:cs typeface="Times New Roman"/>
              </a:rPr>
              <a:t>. </a:t>
            </a:r>
            <a:r>
              <a:rPr sz="2000" spc="65" dirty="0">
                <a:latin typeface="Times New Roman"/>
                <a:cs typeface="Times New Roman"/>
              </a:rPr>
              <a:t> </a:t>
            </a:r>
            <a:r>
              <a:rPr sz="2000" dirty="0">
                <a:latin typeface="Times New Roman"/>
                <a:cs typeface="Times New Roman"/>
              </a:rPr>
              <a:t>R</a:t>
            </a:r>
            <a:r>
              <a:rPr sz="2000" spc="-10" dirty="0">
                <a:latin typeface="Times New Roman"/>
                <a:cs typeface="Times New Roman"/>
              </a:rPr>
              <a:t>e</a:t>
            </a:r>
            <a:r>
              <a:rPr sz="2000" dirty="0">
                <a:latin typeface="Times New Roman"/>
                <a:cs typeface="Times New Roman"/>
              </a:rPr>
              <a:t>qu</a:t>
            </a:r>
            <a:r>
              <a:rPr sz="2000" spc="-5" dirty="0">
                <a:latin typeface="Times New Roman"/>
                <a:cs typeface="Times New Roman"/>
              </a:rPr>
              <a:t>est</a:t>
            </a:r>
            <a:r>
              <a:rPr sz="2000" dirty="0">
                <a:latin typeface="Times New Roman"/>
                <a:cs typeface="Times New Roman"/>
              </a:rPr>
              <a:t>s</a:t>
            </a:r>
            <a:endParaRPr sz="2000">
              <a:latin typeface="Times New Roman"/>
              <a:cs typeface="Times New Roman"/>
            </a:endParaRPr>
          </a:p>
          <a:p>
            <a:pPr marL="12700">
              <a:lnSpc>
                <a:spcPct val="95825"/>
              </a:lnSpc>
              <a:spcBef>
                <a:spcPts val="41"/>
              </a:spcBef>
            </a:pPr>
            <a:r>
              <a:rPr sz="2000" spc="-4" dirty="0">
                <a:latin typeface="Times New Roman"/>
                <a:cs typeface="Times New Roman"/>
              </a:rPr>
              <a:t>s</a:t>
            </a:r>
            <a:r>
              <a:rPr sz="2000" dirty="0">
                <a:latin typeface="Times New Roman"/>
                <a:cs typeface="Times New Roman"/>
              </a:rPr>
              <a:t>hould</a:t>
            </a:r>
            <a:r>
              <a:rPr sz="2000" spc="296" dirty="0">
                <a:latin typeface="Times New Roman"/>
                <a:cs typeface="Times New Roman"/>
              </a:rPr>
              <a:t> </a:t>
            </a:r>
            <a:r>
              <a:rPr sz="2000" dirty="0">
                <a:latin typeface="Times New Roman"/>
                <a:cs typeface="Times New Roman"/>
              </a:rPr>
              <a:t>only</a:t>
            </a:r>
            <a:r>
              <a:rPr sz="2000" spc="261" dirty="0">
                <a:latin typeface="Times New Roman"/>
                <a:cs typeface="Times New Roman"/>
              </a:rPr>
              <a:t> </a:t>
            </a:r>
            <a:r>
              <a:rPr sz="2000" dirty="0">
                <a:latin typeface="Times New Roman"/>
                <a:cs typeface="Times New Roman"/>
              </a:rPr>
              <a:t>r</a:t>
            </a:r>
            <a:r>
              <a:rPr sz="2000" spc="-4" dirty="0">
                <a:latin typeface="Times New Roman"/>
                <a:cs typeface="Times New Roman"/>
              </a:rPr>
              <a:t>et</a:t>
            </a:r>
            <a:r>
              <a:rPr sz="2000" spc="9" dirty="0">
                <a:latin typeface="Times New Roman"/>
                <a:cs typeface="Times New Roman"/>
              </a:rPr>
              <a:t>r</a:t>
            </a:r>
            <a:r>
              <a:rPr sz="2000" spc="-4" dirty="0">
                <a:latin typeface="Times New Roman"/>
                <a:cs typeface="Times New Roman"/>
              </a:rPr>
              <a:t>ie</a:t>
            </a:r>
            <a:r>
              <a:rPr sz="2000" dirty="0">
                <a:latin typeface="Times New Roman"/>
                <a:cs typeface="Times New Roman"/>
              </a:rPr>
              <a:t>ve</a:t>
            </a:r>
            <a:r>
              <a:rPr sz="2000" spc="321" dirty="0">
                <a:latin typeface="Times New Roman"/>
                <a:cs typeface="Times New Roman"/>
              </a:rPr>
              <a:t> </a:t>
            </a:r>
            <a:r>
              <a:rPr sz="2000" dirty="0">
                <a:latin typeface="Times New Roman"/>
                <a:cs typeface="Times New Roman"/>
              </a:rPr>
              <a:t>d</a:t>
            </a:r>
            <a:r>
              <a:rPr sz="2000" spc="-4" dirty="0">
                <a:latin typeface="Times New Roman"/>
                <a:cs typeface="Times New Roman"/>
              </a:rPr>
              <a:t>at</a:t>
            </a:r>
            <a:r>
              <a:rPr sz="2000" dirty="0">
                <a:latin typeface="Times New Roman"/>
                <a:cs typeface="Times New Roman"/>
              </a:rPr>
              <a:t>a</a:t>
            </a:r>
            <a:r>
              <a:rPr sz="2000" spc="256" dirty="0">
                <a:latin typeface="Times New Roman"/>
                <a:cs typeface="Times New Roman"/>
              </a:rPr>
              <a:t> </a:t>
            </a:r>
            <a:r>
              <a:rPr sz="2000" spc="-4" dirty="0">
                <a:latin typeface="Times New Roman"/>
                <a:cs typeface="Times New Roman"/>
              </a:rPr>
              <a:t>a</a:t>
            </a:r>
            <a:r>
              <a:rPr sz="2000" dirty="0">
                <a:latin typeface="Times New Roman"/>
                <a:cs typeface="Times New Roman"/>
              </a:rPr>
              <a:t>nd</a:t>
            </a:r>
            <a:r>
              <a:rPr sz="2000" spc="247" dirty="0">
                <a:latin typeface="Times New Roman"/>
                <a:cs typeface="Times New Roman"/>
              </a:rPr>
              <a:t> </a:t>
            </a:r>
            <a:r>
              <a:rPr sz="2000" spc="-4" dirty="0">
                <a:latin typeface="Times New Roman"/>
                <a:cs typeface="Times New Roman"/>
              </a:rPr>
              <a:t>s</a:t>
            </a:r>
            <a:r>
              <a:rPr sz="2000" dirty="0">
                <a:latin typeface="Times New Roman"/>
                <a:cs typeface="Times New Roman"/>
              </a:rPr>
              <a:t>hou</a:t>
            </a:r>
            <a:r>
              <a:rPr sz="2000" spc="-4" dirty="0">
                <a:latin typeface="Times New Roman"/>
                <a:cs typeface="Times New Roman"/>
              </a:rPr>
              <a:t>l</a:t>
            </a:r>
            <a:r>
              <a:rPr sz="2000" dirty="0">
                <a:latin typeface="Times New Roman"/>
                <a:cs typeface="Times New Roman"/>
              </a:rPr>
              <a:t>d</a:t>
            </a:r>
            <a:r>
              <a:rPr sz="2000" spc="306" dirty="0">
                <a:latin typeface="Times New Roman"/>
                <a:cs typeface="Times New Roman"/>
              </a:rPr>
              <a:t> </a:t>
            </a:r>
            <a:r>
              <a:rPr sz="2000" dirty="0">
                <a:latin typeface="Times New Roman"/>
                <a:cs typeface="Times New Roman"/>
              </a:rPr>
              <a:t>h</a:t>
            </a:r>
            <a:r>
              <a:rPr sz="2000" spc="-14" dirty="0">
                <a:latin typeface="Times New Roman"/>
                <a:cs typeface="Times New Roman"/>
              </a:rPr>
              <a:t>a</a:t>
            </a:r>
            <a:r>
              <a:rPr sz="2000" dirty="0">
                <a:latin typeface="Times New Roman"/>
                <a:cs typeface="Times New Roman"/>
              </a:rPr>
              <a:t>ve</a:t>
            </a:r>
            <a:r>
              <a:rPr sz="2000" spc="275" dirty="0">
                <a:latin typeface="Times New Roman"/>
                <a:cs typeface="Times New Roman"/>
              </a:rPr>
              <a:t> </a:t>
            </a:r>
            <a:r>
              <a:rPr sz="2000" dirty="0">
                <a:latin typeface="Times New Roman"/>
                <a:cs typeface="Times New Roman"/>
              </a:rPr>
              <a:t>no</a:t>
            </a:r>
            <a:r>
              <a:rPr sz="2000" spc="204" dirty="0">
                <a:latin typeface="Times New Roman"/>
                <a:cs typeface="Times New Roman"/>
              </a:rPr>
              <a:t> </a:t>
            </a:r>
            <a:r>
              <a:rPr sz="2000" spc="9" dirty="0">
                <a:latin typeface="Times New Roman"/>
                <a:cs typeface="Times New Roman"/>
              </a:rPr>
              <a:t>o</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e</a:t>
            </a:r>
            <a:r>
              <a:rPr sz="2000" dirty="0">
                <a:latin typeface="Times New Roman"/>
                <a:cs typeface="Times New Roman"/>
              </a:rPr>
              <a:t>r</a:t>
            </a:r>
            <a:endParaRPr sz="2000">
              <a:latin typeface="Times New Roman"/>
              <a:cs typeface="Times New Roman"/>
            </a:endParaRPr>
          </a:p>
        </p:txBody>
      </p:sp>
      <p:sp>
        <p:nvSpPr>
          <p:cNvPr id="16" name="object 16"/>
          <p:cNvSpPr txBox="1"/>
          <p:nvPr/>
        </p:nvSpPr>
        <p:spPr>
          <a:xfrm>
            <a:off x="2287271" y="287254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5" name="object 15"/>
          <p:cNvSpPr txBox="1"/>
          <p:nvPr/>
        </p:nvSpPr>
        <p:spPr>
          <a:xfrm>
            <a:off x="2588260" y="2878896"/>
            <a:ext cx="659586" cy="671829"/>
          </a:xfrm>
          <a:prstGeom prst="rect">
            <a:avLst/>
          </a:prstGeom>
        </p:spPr>
        <p:txBody>
          <a:bodyPr wrap="square" lIns="0" tIns="0" rIns="0" bIns="0" rtlCol="0">
            <a:noAutofit/>
          </a:bodyPr>
          <a:lstStyle/>
          <a:p>
            <a:pPr marR="12700" algn="r">
              <a:lnSpc>
                <a:spcPts val="2175"/>
              </a:lnSpc>
              <a:spcBef>
                <a:spcPts val="108"/>
              </a:spcBef>
            </a:pPr>
            <a:r>
              <a:rPr sz="2000" spc="5" dirty="0">
                <a:latin typeface="Times New Roman"/>
                <a:cs typeface="Times New Roman"/>
              </a:rPr>
              <a:t>P</a:t>
            </a:r>
            <a:r>
              <a:rPr sz="2000" dirty="0">
                <a:latin typeface="Times New Roman"/>
                <a:cs typeface="Times New Roman"/>
              </a:rPr>
              <a:t>O</a:t>
            </a:r>
            <a:r>
              <a:rPr sz="2000" spc="5" dirty="0">
                <a:latin typeface="Times New Roman"/>
                <a:cs typeface="Times New Roman"/>
              </a:rPr>
              <a:t>S</a:t>
            </a:r>
            <a:r>
              <a:rPr sz="2000" dirty="0">
                <a:latin typeface="Times New Roman"/>
                <a:cs typeface="Times New Roman"/>
              </a:rPr>
              <a:t>T</a:t>
            </a:r>
            <a:endParaRPr sz="2000">
              <a:latin typeface="Times New Roman"/>
              <a:cs typeface="Times New Roman"/>
            </a:endParaRPr>
          </a:p>
          <a:p>
            <a:pPr marR="63956" algn="r">
              <a:lnSpc>
                <a:spcPct val="95825"/>
              </a:lnSpc>
              <a:spcBef>
                <a:spcPts val="641"/>
              </a:spcBef>
            </a:pPr>
            <a:r>
              <a:rPr sz="2000" dirty="0">
                <a:latin typeface="Times New Roman"/>
                <a:cs typeface="Times New Roman"/>
              </a:rPr>
              <a:t>–</a:t>
            </a:r>
            <a:endParaRPr sz="2000">
              <a:latin typeface="Times New Roman"/>
              <a:cs typeface="Times New Roman"/>
            </a:endParaRPr>
          </a:p>
        </p:txBody>
      </p:sp>
      <p:sp>
        <p:nvSpPr>
          <p:cNvPr id="14" name="object 14"/>
          <p:cNvSpPr txBox="1"/>
          <p:nvPr/>
        </p:nvSpPr>
        <p:spPr>
          <a:xfrm>
            <a:off x="3667760" y="3271326"/>
            <a:ext cx="6337106" cy="596899"/>
          </a:xfrm>
          <a:prstGeom prst="rect">
            <a:avLst/>
          </a:prstGeom>
        </p:spPr>
        <p:txBody>
          <a:bodyPr wrap="square" lIns="0" tIns="0" rIns="0" bIns="0" rtlCol="0">
            <a:noAutofit/>
          </a:bodyPr>
          <a:lstStyle/>
          <a:p>
            <a:pPr marL="12700">
              <a:lnSpc>
                <a:spcPts val="2175"/>
              </a:lnSpc>
              <a:spcBef>
                <a:spcPts val="108"/>
              </a:spcBef>
            </a:pPr>
            <a:r>
              <a:rPr sz="2000" spc="4" dirty="0">
                <a:latin typeface="Times New Roman"/>
                <a:cs typeface="Times New Roman"/>
              </a:rPr>
              <a:t>S</a:t>
            </a:r>
            <a:r>
              <a:rPr sz="2000" dirty="0">
                <a:latin typeface="Times New Roman"/>
                <a:cs typeface="Times New Roman"/>
              </a:rPr>
              <a:t>ub</a:t>
            </a:r>
            <a:r>
              <a:rPr sz="2000" spc="-4" dirty="0">
                <a:latin typeface="Times New Roman"/>
                <a:cs typeface="Times New Roman"/>
              </a:rPr>
              <a:t>m</a:t>
            </a:r>
            <a:r>
              <a:rPr sz="2000" dirty="0">
                <a:latin typeface="Times New Roman"/>
                <a:cs typeface="Times New Roman"/>
              </a:rPr>
              <a:t>i</a:t>
            </a:r>
            <a:r>
              <a:rPr sz="2000" spc="-4" dirty="0">
                <a:latin typeface="Times New Roman"/>
                <a:cs typeface="Times New Roman"/>
              </a:rPr>
              <a:t>t</a:t>
            </a:r>
            <a:r>
              <a:rPr sz="2000" dirty="0">
                <a:latin typeface="Times New Roman"/>
                <a:cs typeface="Times New Roman"/>
              </a:rPr>
              <a:t>s</a:t>
            </a:r>
            <a:r>
              <a:rPr sz="2000" spc="205" dirty="0">
                <a:latin typeface="Times New Roman"/>
                <a:cs typeface="Times New Roman"/>
              </a:rPr>
              <a:t> </a:t>
            </a:r>
            <a:r>
              <a:rPr sz="2000" dirty="0">
                <a:latin typeface="Times New Roman"/>
                <a:cs typeface="Times New Roman"/>
              </a:rPr>
              <a:t>d</a:t>
            </a:r>
            <a:r>
              <a:rPr sz="2000" spc="-4" dirty="0">
                <a:latin typeface="Times New Roman"/>
                <a:cs typeface="Times New Roman"/>
              </a:rPr>
              <a:t>a</a:t>
            </a:r>
            <a:r>
              <a:rPr sz="2000" dirty="0">
                <a:latin typeface="Times New Roman"/>
                <a:cs typeface="Times New Roman"/>
              </a:rPr>
              <a:t>ta</a:t>
            </a:r>
            <a:r>
              <a:rPr sz="2000" spc="126" dirty="0">
                <a:latin typeface="Times New Roman"/>
                <a:cs typeface="Times New Roman"/>
              </a:rPr>
              <a:t> </a:t>
            </a:r>
            <a:r>
              <a:rPr sz="2000" dirty="0">
                <a:latin typeface="Times New Roman"/>
                <a:cs typeface="Times New Roman"/>
              </a:rPr>
              <a:t>to</a:t>
            </a:r>
            <a:r>
              <a:rPr sz="2000" spc="95" dirty="0">
                <a:latin typeface="Times New Roman"/>
                <a:cs typeface="Times New Roman"/>
              </a:rPr>
              <a:t> </a:t>
            </a:r>
            <a:r>
              <a:rPr sz="2000" dirty="0">
                <a:latin typeface="Times New Roman"/>
                <a:cs typeface="Times New Roman"/>
              </a:rPr>
              <a:t>be</a:t>
            </a:r>
            <a:r>
              <a:rPr sz="2000" spc="97" dirty="0">
                <a:latin typeface="Times New Roman"/>
                <a:cs typeface="Times New Roman"/>
              </a:rPr>
              <a:t> </a:t>
            </a:r>
            <a:r>
              <a:rPr sz="2000" spc="9" dirty="0">
                <a:latin typeface="Times New Roman"/>
                <a:cs typeface="Times New Roman"/>
              </a:rPr>
              <a:t>p</a:t>
            </a:r>
            <a:r>
              <a:rPr sz="2000" dirty="0">
                <a:latin typeface="Times New Roman"/>
                <a:cs typeface="Times New Roman"/>
              </a:rPr>
              <a:t>ro</a:t>
            </a:r>
            <a:r>
              <a:rPr sz="2000" spc="-4" dirty="0">
                <a:latin typeface="Times New Roman"/>
                <a:cs typeface="Times New Roman"/>
              </a:rPr>
              <a:t>cesse</a:t>
            </a:r>
            <a:r>
              <a:rPr sz="2000" dirty="0">
                <a:latin typeface="Times New Roman"/>
                <a:cs typeface="Times New Roman"/>
              </a:rPr>
              <a:t>d</a:t>
            </a:r>
            <a:r>
              <a:rPr sz="2000" spc="212" dirty="0">
                <a:latin typeface="Times New Roman"/>
                <a:cs typeface="Times New Roman"/>
              </a:rPr>
              <a:t> </a:t>
            </a:r>
            <a:r>
              <a:rPr sz="2000" dirty="0">
                <a:latin typeface="Times New Roman"/>
                <a:cs typeface="Times New Roman"/>
              </a:rPr>
              <a:t>(e.g</a:t>
            </a:r>
            <a:r>
              <a:rPr sz="2000" spc="9" dirty="0">
                <a:latin typeface="Times New Roman"/>
                <a:cs typeface="Times New Roman"/>
              </a:rPr>
              <a:t>.</a:t>
            </a:r>
            <a:r>
              <a:rPr sz="2000" dirty="0">
                <a:latin typeface="Times New Roman"/>
                <a:cs typeface="Times New Roman"/>
              </a:rPr>
              <a:t>,</a:t>
            </a:r>
            <a:r>
              <a:rPr sz="2000" spc="130" dirty="0">
                <a:latin typeface="Times New Roman"/>
                <a:cs typeface="Times New Roman"/>
              </a:rPr>
              <a:t> </a:t>
            </a:r>
            <a:r>
              <a:rPr sz="2000" spc="9" dirty="0">
                <a:latin typeface="Times New Roman"/>
                <a:cs typeface="Times New Roman"/>
              </a:rPr>
              <a:t>f</a:t>
            </a:r>
            <a:r>
              <a:rPr sz="2000" dirty="0">
                <a:latin typeface="Times New Roman"/>
                <a:cs typeface="Times New Roman"/>
              </a:rPr>
              <a:t>rom</a:t>
            </a:r>
            <a:r>
              <a:rPr sz="2000" spc="147" dirty="0">
                <a:latin typeface="Times New Roman"/>
                <a:cs typeface="Times New Roman"/>
              </a:rPr>
              <a:t> </a:t>
            </a:r>
            <a:r>
              <a:rPr sz="2000" spc="-4" dirty="0">
                <a:latin typeface="Times New Roman"/>
                <a:cs typeface="Times New Roman"/>
              </a:rPr>
              <a:t>a</a:t>
            </a:r>
            <a:r>
              <a:rPr sz="2000" dirty="0">
                <a:latin typeface="Times New Roman"/>
                <a:cs typeface="Times New Roman"/>
              </a:rPr>
              <a:t>n</a:t>
            </a:r>
            <a:r>
              <a:rPr sz="2000" spc="102" dirty="0">
                <a:latin typeface="Times New Roman"/>
                <a:cs typeface="Times New Roman"/>
              </a:rPr>
              <a:t> </a:t>
            </a:r>
            <a:r>
              <a:rPr sz="2000" spc="4" dirty="0">
                <a:latin typeface="Times New Roman"/>
                <a:cs typeface="Times New Roman"/>
              </a:rPr>
              <a:t>H</a:t>
            </a:r>
            <a:r>
              <a:rPr sz="2000" dirty="0">
                <a:latin typeface="Times New Roman"/>
                <a:cs typeface="Times New Roman"/>
              </a:rPr>
              <a:t>T</a:t>
            </a:r>
            <a:r>
              <a:rPr sz="2000" spc="-4" dirty="0">
                <a:latin typeface="Times New Roman"/>
                <a:cs typeface="Times New Roman"/>
              </a:rPr>
              <a:t>M</a:t>
            </a:r>
            <a:r>
              <a:rPr sz="2000" dirty="0">
                <a:latin typeface="Times New Roman"/>
                <a:cs typeface="Times New Roman"/>
              </a:rPr>
              <a:t>L</a:t>
            </a:r>
            <a:r>
              <a:rPr sz="2000" spc="183" dirty="0">
                <a:latin typeface="Times New Roman"/>
                <a:cs typeface="Times New Roman"/>
              </a:rPr>
              <a:t> </a:t>
            </a:r>
            <a:r>
              <a:rPr sz="2000" spc="9" dirty="0">
                <a:latin typeface="Times New Roman"/>
                <a:cs typeface="Times New Roman"/>
              </a:rPr>
              <a:t>f</a:t>
            </a:r>
            <a:r>
              <a:rPr sz="2000" dirty="0">
                <a:latin typeface="Times New Roman"/>
                <a:cs typeface="Times New Roman"/>
              </a:rPr>
              <a:t>or</a:t>
            </a:r>
            <a:r>
              <a:rPr sz="2000" spc="-4" dirty="0">
                <a:latin typeface="Times New Roman"/>
                <a:cs typeface="Times New Roman"/>
              </a:rPr>
              <a:t>m</a:t>
            </a:r>
            <a:r>
              <a:rPr sz="2000" dirty="0">
                <a:latin typeface="Times New Roman"/>
                <a:cs typeface="Times New Roman"/>
              </a:rPr>
              <a:t>)</a:t>
            </a:r>
            <a:r>
              <a:rPr sz="2000" spc="175" dirty="0">
                <a:latin typeface="Times New Roman"/>
                <a:cs typeface="Times New Roman"/>
              </a:rPr>
              <a:t> </a:t>
            </a:r>
            <a:r>
              <a:rPr sz="2000" spc="-4" dirty="0">
                <a:latin typeface="Times New Roman"/>
                <a:cs typeface="Times New Roman"/>
              </a:rPr>
              <a:t>t</a:t>
            </a:r>
            <a:r>
              <a:rPr sz="2000" dirty="0">
                <a:latin typeface="Times New Roman"/>
                <a:cs typeface="Times New Roman"/>
              </a:rPr>
              <a:t>o</a:t>
            </a:r>
            <a:endParaRPr sz="2000">
              <a:latin typeface="Times New Roman"/>
              <a:cs typeface="Times New Roman"/>
            </a:endParaRPr>
          </a:p>
          <a:p>
            <a:pPr marL="12700" marR="38861">
              <a:lnSpc>
                <a:spcPct val="95825"/>
              </a:lnSpc>
              <a:spcBef>
                <a:spcPts val="1"/>
              </a:spcBef>
            </a:pPr>
            <a:r>
              <a:rPr sz="2050" spc="-4" dirty="0">
                <a:latin typeface="Times New Roman"/>
                <a:cs typeface="Times New Roman"/>
              </a:rPr>
              <a:t>i</a:t>
            </a:r>
            <a:r>
              <a:rPr sz="2050" dirty="0">
                <a:latin typeface="Times New Roman"/>
                <a:cs typeface="Times New Roman"/>
              </a:rPr>
              <a:t>d</a:t>
            </a:r>
            <a:r>
              <a:rPr sz="2050" spc="-4" dirty="0">
                <a:latin typeface="Times New Roman"/>
                <a:cs typeface="Times New Roman"/>
              </a:rPr>
              <a:t>e</a:t>
            </a:r>
            <a:r>
              <a:rPr sz="2050" dirty="0">
                <a:latin typeface="Times New Roman"/>
                <a:cs typeface="Times New Roman"/>
              </a:rPr>
              <a:t>n</a:t>
            </a:r>
            <a:r>
              <a:rPr sz="2050" spc="-4" dirty="0">
                <a:latin typeface="Times New Roman"/>
                <a:cs typeface="Times New Roman"/>
              </a:rPr>
              <a:t>t</a:t>
            </a:r>
            <a:r>
              <a:rPr sz="2050" dirty="0">
                <a:latin typeface="Times New Roman"/>
                <a:cs typeface="Times New Roman"/>
              </a:rPr>
              <a:t>ifi</a:t>
            </a:r>
            <a:r>
              <a:rPr sz="2050" spc="-4" dirty="0">
                <a:latin typeface="Times New Roman"/>
                <a:cs typeface="Times New Roman"/>
              </a:rPr>
              <a:t>e</a:t>
            </a:r>
            <a:r>
              <a:rPr sz="2050" dirty="0">
                <a:latin typeface="Times New Roman"/>
                <a:cs typeface="Times New Roman"/>
              </a:rPr>
              <a:t>d</a:t>
            </a:r>
            <a:r>
              <a:rPr sz="2050" spc="408" dirty="0">
                <a:latin typeface="Times New Roman"/>
                <a:cs typeface="Times New Roman"/>
              </a:rPr>
              <a:t> </a:t>
            </a:r>
            <a:r>
              <a:rPr sz="2050" spc="9"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ce</a:t>
            </a:r>
            <a:r>
              <a:rPr sz="2050" dirty="0">
                <a:latin typeface="Times New Roman"/>
                <a:cs typeface="Times New Roman"/>
              </a:rPr>
              <a:t>.</a:t>
            </a:r>
            <a:r>
              <a:rPr sz="2050" spc="428"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455" dirty="0">
                <a:latin typeface="Times New Roman"/>
                <a:cs typeface="Times New Roman"/>
              </a:rPr>
              <a:t> </a:t>
            </a:r>
            <a:r>
              <a:rPr sz="2050" dirty="0">
                <a:latin typeface="Times New Roman"/>
                <a:cs typeface="Times New Roman"/>
              </a:rPr>
              <a:t>d</a:t>
            </a:r>
            <a:r>
              <a:rPr sz="2050" spc="-4" dirty="0">
                <a:latin typeface="Times New Roman"/>
                <a:cs typeface="Times New Roman"/>
              </a:rPr>
              <a:t>at</a:t>
            </a:r>
            <a:r>
              <a:rPr sz="2050" dirty="0">
                <a:latin typeface="Times New Roman"/>
                <a:cs typeface="Times New Roman"/>
              </a:rPr>
              <a:t>a</a:t>
            </a:r>
            <a:r>
              <a:rPr sz="2050" spc="453" dirty="0">
                <a:latin typeface="Times New Roman"/>
                <a:cs typeface="Times New Roman"/>
              </a:rPr>
              <a:t> </a:t>
            </a:r>
            <a:r>
              <a:rPr sz="2050" spc="-4" dirty="0">
                <a:latin typeface="Times New Roman"/>
                <a:cs typeface="Times New Roman"/>
              </a:rPr>
              <a:t>i</a:t>
            </a:r>
            <a:r>
              <a:rPr sz="2050" dirty="0">
                <a:latin typeface="Times New Roman"/>
                <a:cs typeface="Times New Roman"/>
              </a:rPr>
              <a:t>s</a:t>
            </a:r>
            <a:r>
              <a:rPr sz="2050" spc="473" dirty="0">
                <a:latin typeface="Times New Roman"/>
                <a:cs typeface="Times New Roman"/>
              </a:rPr>
              <a:t> </a:t>
            </a:r>
            <a:r>
              <a:rPr sz="2050" dirty="0">
                <a:latin typeface="Times New Roman"/>
                <a:cs typeface="Times New Roman"/>
              </a:rPr>
              <a:t>in</a:t>
            </a:r>
            <a:r>
              <a:rPr sz="2050" spc="-4" dirty="0">
                <a:latin typeface="Times New Roman"/>
                <a:cs typeface="Times New Roman"/>
              </a:rPr>
              <a:t>cl</a:t>
            </a:r>
            <a:r>
              <a:rPr sz="2050" dirty="0">
                <a:latin typeface="Times New Roman"/>
                <a:cs typeface="Times New Roman"/>
              </a:rPr>
              <a:t>ud</a:t>
            </a:r>
            <a:r>
              <a:rPr sz="2050" spc="-4" dirty="0">
                <a:latin typeface="Times New Roman"/>
                <a:cs typeface="Times New Roman"/>
              </a:rPr>
              <a:t>e</a:t>
            </a:r>
            <a:r>
              <a:rPr sz="2050" dirty="0">
                <a:latin typeface="Times New Roman"/>
                <a:cs typeface="Times New Roman"/>
              </a:rPr>
              <a:t>d</a:t>
            </a:r>
            <a:r>
              <a:rPr sz="2050" spc="416" dirty="0">
                <a:latin typeface="Times New Roman"/>
                <a:cs typeface="Times New Roman"/>
              </a:rPr>
              <a:t> </a:t>
            </a:r>
            <a:r>
              <a:rPr sz="2050" dirty="0">
                <a:latin typeface="Times New Roman"/>
                <a:cs typeface="Times New Roman"/>
              </a:rPr>
              <a:t>in</a:t>
            </a:r>
            <a:r>
              <a:rPr sz="2050" spc="471" dirty="0">
                <a:latin typeface="Times New Roman"/>
                <a:cs typeface="Times New Roman"/>
              </a:rPr>
              <a:t> </a:t>
            </a:r>
            <a:r>
              <a:rPr sz="2050" dirty="0">
                <a:latin typeface="Times New Roman"/>
                <a:cs typeface="Times New Roman"/>
              </a:rPr>
              <a:t>the</a:t>
            </a:r>
            <a:r>
              <a:rPr sz="2050" spc="452" dirty="0">
                <a:latin typeface="Times New Roman"/>
                <a:cs typeface="Times New Roman"/>
              </a:rPr>
              <a:t> </a:t>
            </a:r>
            <a:r>
              <a:rPr sz="2050" dirty="0">
                <a:latin typeface="Times New Roman"/>
                <a:cs typeface="Times New Roman"/>
              </a:rPr>
              <a:t>body</a:t>
            </a:r>
            <a:r>
              <a:rPr sz="2050" spc="446" dirty="0">
                <a:latin typeface="Times New Roman"/>
                <a:cs typeface="Times New Roman"/>
              </a:rPr>
              <a:t> </a:t>
            </a:r>
            <a:r>
              <a:rPr sz="2050" dirty="0">
                <a:latin typeface="Times New Roman"/>
                <a:cs typeface="Times New Roman"/>
              </a:rPr>
              <a:t>of</a:t>
            </a:r>
            <a:endParaRPr sz="2050">
              <a:latin typeface="Times New Roman"/>
              <a:cs typeface="Times New Roman"/>
            </a:endParaRPr>
          </a:p>
        </p:txBody>
      </p:sp>
      <p:sp>
        <p:nvSpPr>
          <p:cNvPr id="13" name="object 13"/>
          <p:cNvSpPr txBox="1"/>
          <p:nvPr/>
        </p:nvSpPr>
        <p:spPr>
          <a:xfrm>
            <a:off x="10013925" y="3271326"/>
            <a:ext cx="380041" cy="908049"/>
          </a:xfrm>
          <a:prstGeom prst="rect">
            <a:avLst/>
          </a:prstGeom>
        </p:spPr>
        <p:txBody>
          <a:bodyPr wrap="square" lIns="0" tIns="0" rIns="0" bIns="0" rtlCol="0">
            <a:noAutofit/>
          </a:bodyPr>
          <a:lstStyle/>
          <a:p>
            <a:pPr marL="12700">
              <a:lnSpc>
                <a:spcPts val="2175"/>
              </a:lnSpc>
              <a:spcBef>
                <a:spcPts val="108"/>
              </a:spcBef>
            </a:pPr>
            <a:r>
              <a:rPr sz="2000" spc="-5" dirty="0">
                <a:latin typeface="Times New Roman"/>
                <a:cs typeface="Times New Roman"/>
              </a:rPr>
              <a:t>t</a:t>
            </a:r>
            <a:r>
              <a:rPr sz="2000" dirty="0">
                <a:latin typeface="Times New Roman"/>
                <a:cs typeface="Times New Roman"/>
              </a:rPr>
              <a:t>he</a:t>
            </a:r>
            <a:endParaRPr sz="2000">
              <a:latin typeface="Times New Roman"/>
              <a:cs typeface="Times New Roman"/>
            </a:endParaRPr>
          </a:p>
          <a:p>
            <a:pPr marL="14254" marR="4323">
              <a:lnSpc>
                <a:spcPct val="99562"/>
              </a:lnSpc>
              <a:spcBef>
                <a:spcPts val="1"/>
              </a:spcBef>
            </a:pPr>
            <a:r>
              <a:rPr sz="2050" dirty="0">
                <a:latin typeface="Times New Roman"/>
                <a:cs typeface="Times New Roman"/>
              </a:rPr>
              <a:t>the the</a:t>
            </a:r>
            <a:endParaRPr sz="2050">
              <a:latin typeface="Times New Roman"/>
              <a:cs typeface="Times New Roman"/>
            </a:endParaRPr>
          </a:p>
        </p:txBody>
      </p:sp>
      <p:sp>
        <p:nvSpPr>
          <p:cNvPr id="12" name="object 12"/>
          <p:cNvSpPr txBox="1"/>
          <p:nvPr/>
        </p:nvSpPr>
        <p:spPr>
          <a:xfrm>
            <a:off x="3667760" y="3894895"/>
            <a:ext cx="6054152" cy="59563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r</a:t>
            </a:r>
            <a:r>
              <a:rPr sz="2050" spc="-4" dirty="0">
                <a:latin typeface="Times New Roman"/>
                <a:cs typeface="Times New Roman"/>
              </a:rPr>
              <a:t>e</a:t>
            </a:r>
            <a:r>
              <a:rPr sz="2050" dirty="0">
                <a:latin typeface="Times New Roman"/>
                <a:cs typeface="Times New Roman"/>
              </a:rPr>
              <a:t>qu</a:t>
            </a:r>
            <a:r>
              <a:rPr sz="2050" spc="-4" dirty="0">
                <a:latin typeface="Times New Roman"/>
                <a:cs typeface="Times New Roman"/>
              </a:rPr>
              <a:t>es</a:t>
            </a:r>
            <a:r>
              <a:rPr sz="2050" dirty="0">
                <a:latin typeface="Times New Roman"/>
                <a:cs typeface="Times New Roman"/>
              </a:rPr>
              <a:t>t.</a:t>
            </a:r>
            <a:r>
              <a:rPr sz="2050" spc="-9" dirty="0">
                <a:latin typeface="Times New Roman"/>
                <a:cs typeface="Times New Roman"/>
              </a:rPr>
              <a:t> </a:t>
            </a:r>
            <a:r>
              <a:rPr sz="2050" dirty="0">
                <a:latin typeface="Times New Roman"/>
                <a:cs typeface="Times New Roman"/>
              </a:rPr>
              <a:t>Th</a:t>
            </a:r>
            <a:r>
              <a:rPr sz="2050" spc="-4" dirty="0">
                <a:latin typeface="Times New Roman"/>
                <a:cs typeface="Times New Roman"/>
              </a:rPr>
              <a:t>i</a:t>
            </a:r>
            <a:r>
              <a:rPr sz="2050" dirty="0">
                <a:latin typeface="Times New Roman"/>
                <a:cs typeface="Times New Roman"/>
              </a:rPr>
              <a:t>s</a:t>
            </a:r>
            <a:r>
              <a:rPr sz="2050" spc="13" dirty="0">
                <a:latin typeface="Times New Roman"/>
                <a:cs typeface="Times New Roman"/>
              </a:rPr>
              <a:t> </a:t>
            </a:r>
            <a:r>
              <a:rPr sz="2050" spc="-4" dirty="0">
                <a:latin typeface="Times New Roman"/>
                <a:cs typeface="Times New Roman"/>
              </a:rPr>
              <a:t>ma</a:t>
            </a:r>
            <a:r>
              <a:rPr sz="2050" dirty="0">
                <a:latin typeface="Times New Roman"/>
                <a:cs typeface="Times New Roman"/>
              </a:rPr>
              <a:t>y</a:t>
            </a:r>
            <a:r>
              <a:rPr sz="2050" spc="9" dirty="0">
                <a:latin typeface="Times New Roman"/>
                <a:cs typeface="Times New Roman"/>
              </a:rPr>
              <a:t> r</a:t>
            </a:r>
            <a:r>
              <a:rPr sz="2050" spc="-4" dirty="0">
                <a:latin typeface="Times New Roman"/>
                <a:cs typeface="Times New Roman"/>
              </a:rPr>
              <a:t>es</a:t>
            </a:r>
            <a:r>
              <a:rPr sz="2050" dirty="0">
                <a:latin typeface="Times New Roman"/>
                <a:cs typeface="Times New Roman"/>
              </a:rPr>
              <a:t>u</a:t>
            </a:r>
            <a:r>
              <a:rPr sz="2050" spc="-4" dirty="0">
                <a:latin typeface="Times New Roman"/>
                <a:cs typeface="Times New Roman"/>
              </a:rPr>
              <a:t>l</a:t>
            </a:r>
            <a:r>
              <a:rPr sz="2050" dirty="0">
                <a:latin typeface="Times New Roman"/>
                <a:cs typeface="Times New Roman"/>
              </a:rPr>
              <a:t>t in</a:t>
            </a:r>
            <a:r>
              <a:rPr sz="2050" spc="28"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4" dirty="0">
                <a:latin typeface="Times New Roman"/>
                <a:cs typeface="Times New Roman"/>
              </a:rPr>
              <a:t> </a:t>
            </a:r>
            <a:r>
              <a:rPr sz="2050" spc="-4" dirty="0">
                <a:latin typeface="Times New Roman"/>
                <a:cs typeface="Times New Roman"/>
              </a:rPr>
              <a:t>c</a:t>
            </a:r>
            <a:r>
              <a:rPr sz="2050" dirty="0">
                <a:latin typeface="Times New Roman"/>
                <a:cs typeface="Times New Roman"/>
              </a:rPr>
              <a:t>r</a:t>
            </a:r>
            <a:r>
              <a:rPr sz="2050" spc="-4" dirty="0">
                <a:latin typeface="Times New Roman"/>
                <a:cs typeface="Times New Roman"/>
              </a:rPr>
              <a:t>ea</a:t>
            </a:r>
            <a:r>
              <a:rPr sz="2050" dirty="0">
                <a:latin typeface="Times New Roman"/>
                <a:cs typeface="Times New Roman"/>
              </a:rPr>
              <a:t>t</a:t>
            </a:r>
            <a:r>
              <a:rPr sz="2050" spc="-4" dirty="0">
                <a:latin typeface="Times New Roman"/>
                <a:cs typeface="Times New Roman"/>
              </a:rPr>
              <a:t>i</a:t>
            </a:r>
            <a:r>
              <a:rPr sz="2050" dirty="0">
                <a:latin typeface="Times New Roman"/>
                <a:cs typeface="Times New Roman"/>
              </a:rPr>
              <a:t>on</a:t>
            </a:r>
            <a:r>
              <a:rPr sz="2050" spc="-20" dirty="0">
                <a:latin typeface="Times New Roman"/>
                <a:cs typeface="Times New Roman"/>
              </a:rPr>
              <a:t> </a:t>
            </a:r>
            <a:r>
              <a:rPr sz="2050" spc="9" dirty="0">
                <a:latin typeface="Times New Roman"/>
                <a:cs typeface="Times New Roman"/>
              </a:rPr>
              <a:t>o</a:t>
            </a:r>
            <a:r>
              <a:rPr sz="2050" dirty="0">
                <a:latin typeface="Times New Roman"/>
                <a:cs typeface="Times New Roman"/>
              </a:rPr>
              <a:t>f</a:t>
            </a:r>
            <a:r>
              <a:rPr sz="2050" spc="27" dirty="0">
                <a:latin typeface="Times New Roman"/>
                <a:cs typeface="Times New Roman"/>
              </a:rPr>
              <a:t> </a:t>
            </a:r>
            <a:r>
              <a:rPr sz="2050" dirty="0">
                <a:latin typeface="Times New Roman"/>
                <a:cs typeface="Times New Roman"/>
              </a:rPr>
              <a:t>a</a:t>
            </a:r>
            <a:r>
              <a:rPr sz="2050" spc="40" dirty="0">
                <a:latin typeface="Times New Roman"/>
                <a:cs typeface="Times New Roman"/>
              </a:rPr>
              <a:t> </a:t>
            </a:r>
            <a:r>
              <a:rPr sz="2050" dirty="0">
                <a:latin typeface="Times New Roman"/>
                <a:cs typeface="Times New Roman"/>
              </a:rPr>
              <a:t>n</a:t>
            </a:r>
            <a:r>
              <a:rPr sz="2050" spc="-4" dirty="0">
                <a:latin typeface="Times New Roman"/>
                <a:cs typeface="Times New Roman"/>
              </a:rPr>
              <a:t>e</a:t>
            </a:r>
            <a:r>
              <a:rPr sz="2050" dirty="0">
                <a:latin typeface="Times New Roman"/>
                <a:cs typeface="Times New Roman"/>
              </a:rPr>
              <a:t>w</a:t>
            </a:r>
            <a:r>
              <a:rPr sz="2050" spc="10" dirty="0">
                <a:latin typeface="Times New Roman"/>
                <a:cs typeface="Times New Roman"/>
              </a:rPr>
              <a:t> </a:t>
            </a:r>
            <a:r>
              <a:rPr sz="2050" spc="9"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a:t>
            </a:r>
            <a:r>
              <a:rPr sz="2050" dirty="0">
                <a:latin typeface="Times New Roman"/>
                <a:cs typeface="Times New Roman"/>
              </a:rPr>
              <a:t>e</a:t>
            </a:r>
            <a:endParaRPr sz="2050">
              <a:latin typeface="Times New Roman"/>
              <a:cs typeface="Times New Roman"/>
            </a:endParaRPr>
          </a:p>
          <a:p>
            <a:pPr marL="12700" marR="38861">
              <a:lnSpc>
                <a:spcPct val="95825"/>
              </a:lnSpc>
            </a:pPr>
            <a:r>
              <a:rPr sz="2050" dirty="0">
                <a:latin typeface="Times New Roman"/>
                <a:cs typeface="Times New Roman"/>
              </a:rPr>
              <a:t>upd</a:t>
            </a:r>
            <a:r>
              <a:rPr sz="2050" spc="-4" dirty="0">
                <a:latin typeface="Times New Roman"/>
                <a:cs typeface="Times New Roman"/>
              </a:rPr>
              <a:t>ate</a:t>
            </a:r>
            <a:r>
              <a:rPr sz="2050" dirty="0">
                <a:latin typeface="Times New Roman"/>
                <a:cs typeface="Times New Roman"/>
              </a:rPr>
              <a:t>s</a:t>
            </a:r>
            <a:r>
              <a:rPr sz="2050" spc="-62"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e</a:t>
            </a:r>
            <a:r>
              <a:rPr sz="2050" dirty="0">
                <a:latin typeface="Times New Roman"/>
                <a:cs typeface="Times New Roman"/>
              </a:rPr>
              <a:t>x</a:t>
            </a:r>
            <a:r>
              <a:rPr sz="2050" spc="-4" dirty="0">
                <a:latin typeface="Times New Roman"/>
                <a:cs typeface="Times New Roman"/>
              </a:rPr>
              <a:t>i</a:t>
            </a:r>
            <a:r>
              <a:rPr sz="2050" spc="4" dirty="0">
                <a:latin typeface="Times New Roman"/>
                <a:cs typeface="Times New Roman"/>
              </a:rPr>
              <a:t>s</a:t>
            </a:r>
            <a:r>
              <a:rPr sz="2050" spc="-4" dirty="0">
                <a:latin typeface="Times New Roman"/>
                <a:cs typeface="Times New Roman"/>
              </a:rPr>
              <a:t>ti</a:t>
            </a:r>
            <a:r>
              <a:rPr sz="2050" dirty="0">
                <a:latin typeface="Times New Roman"/>
                <a:cs typeface="Times New Roman"/>
              </a:rPr>
              <a:t>ng</a:t>
            </a:r>
            <a:r>
              <a:rPr sz="2050" spc="-59" dirty="0">
                <a:latin typeface="Times New Roman"/>
                <a:cs typeface="Times New Roman"/>
              </a:rPr>
              <a:t> </a:t>
            </a:r>
            <a:r>
              <a:rPr sz="2050" dirty="0">
                <a:latin typeface="Times New Roman"/>
                <a:cs typeface="Times New Roman"/>
              </a:rPr>
              <a:t>r</a:t>
            </a:r>
            <a:r>
              <a:rPr sz="2050" spc="-4" dirty="0">
                <a:latin typeface="Times New Roman"/>
                <a:cs typeface="Times New Roman"/>
              </a:rPr>
              <a:t>e</a:t>
            </a:r>
            <a:r>
              <a:rPr sz="2050" spc="4" dirty="0">
                <a:latin typeface="Times New Roman"/>
                <a:cs typeface="Times New Roman"/>
              </a:rPr>
              <a:t>s</a:t>
            </a:r>
            <a:r>
              <a:rPr sz="2050" spc="-9" dirty="0">
                <a:latin typeface="Times New Roman"/>
                <a:cs typeface="Times New Roman"/>
              </a:rPr>
              <a:t>o</a:t>
            </a:r>
            <a:r>
              <a:rPr sz="2050" dirty="0">
                <a:latin typeface="Times New Roman"/>
                <a:cs typeface="Times New Roman"/>
              </a:rPr>
              <a:t>u</a:t>
            </a:r>
            <a:r>
              <a:rPr sz="2050" spc="9" dirty="0">
                <a:latin typeface="Times New Roman"/>
                <a:cs typeface="Times New Roman"/>
              </a:rPr>
              <a:t>r</a:t>
            </a:r>
            <a:r>
              <a:rPr sz="2050" spc="-4" dirty="0">
                <a:latin typeface="Times New Roman"/>
                <a:cs typeface="Times New Roman"/>
              </a:rPr>
              <a:t>ce</a:t>
            </a:r>
            <a:r>
              <a:rPr sz="2050" dirty="0">
                <a:latin typeface="Times New Roman"/>
                <a:cs typeface="Times New Roman"/>
              </a:rPr>
              <a:t>s</a:t>
            </a:r>
            <a:r>
              <a:rPr sz="2050" spc="-77" dirty="0">
                <a:latin typeface="Times New Roman"/>
                <a:cs typeface="Times New Roman"/>
              </a:rPr>
              <a:t> </a:t>
            </a:r>
            <a:r>
              <a:rPr sz="2050" dirty="0">
                <a:latin typeface="Times New Roman"/>
                <a:cs typeface="Times New Roman"/>
              </a:rPr>
              <a:t>or</a:t>
            </a:r>
            <a:r>
              <a:rPr sz="2050" spc="-12" dirty="0">
                <a:latin typeface="Times New Roman"/>
                <a:cs typeface="Times New Roman"/>
              </a:rPr>
              <a:t> </a:t>
            </a:r>
            <a:r>
              <a:rPr sz="2050" dirty="0">
                <a:latin typeface="Times New Roman"/>
                <a:cs typeface="Times New Roman"/>
              </a:rPr>
              <a:t>bo</a:t>
            </a:r>
            <a:r>
              <a:rPr sz="2050" spc="-4" dirty="0">
                <a:latin typeface="Times New Roman"/>
                <a:cs typeface="Times New Roman"/>
              </a:rPr>
              <a:t>t</a:t>
            </a:r>
            <a:r>
              <a:rPr sz="2050" dirty="0">
                <a:latin typeface="Times New Roman"/>
                <a:cs typeface="Times New Roman"/>
              </a:rPr>
              <a:t>h</a:t>
            </a:r>
            <a:endParaRPr sz="2050">
              <a:latin typeface="Times New Roman"/>
              <a:cs typeface="Times New Roman"/>
            </a:endParaRPr>
          </a:p>
        </p:txBody>
      </p:sp>
      <p:sp>
        <p:nvSpPr>
          <p:cNvPr id="11" name="object 11"/>
          <p:cNvSpPr txBox="1"/>
          <p:nvPr/>
        </p:nvSpPr>
        <p:spPr>
          <a:xfrm>
            <a:off x="9728936" y="3894895"/>
            <a:ext cx="278782" cy="284480"/>
          </a:xfrm>
          <a:prstGeom prst="rect">
            <a:avLst/>
          </a:prstGeom>
        </p:spPr>
        <p:txBody>
          <a:bodyPr wrap="square" lIns="0" tIns="0" rIns="0" bIns="0" rtlCol="0">
            <a:noAutofit/>
          </a:bodyPr>
          <a:lstStyle/>
          <a:p>
            <a:pPr marL="12700">
              <a:lnSpc>
                <a:spcPts val="2185"/>
              </a:lnSpc>
              <a:spcBef>
                <a:spcPts val="109"/>
              </a:spcBef>
            </a:pPr>
            <a:r>
              <a:rPr sz="2050" spc="-9" dirty="0">
                <a:latin typeface="Times New Roman"/>
                <a:cs typeface="Times New Roman"/>
              </a:rPr>
              <a:t>o</a:t>
            </a:r>
            <a:r>
              <a:rPr sz="2050" dirty="0">
                <a:latin typeface="Times New Roman"/>
                <a:cs typeface="Times New Roman"/>
              </a:rPr>
              <a:t>r</a:t>
            </a:r>
            <a:endParaRPr sz="2050">
              <a:latin typeface="Times New Roman"/>
              <a:cs typeface="Times New Roman"/>
            </a:endParaRPr>
          </a:p>
        </p:txBody>
      </p:sp>
      <p:sp>
        <p:nvSpPr>
          <p:cNvPr id="10" name="object 10"/>
          <p:cNvSpPr txBox="1"/>
          <p:nvPr/>
        </p:nvSpPr>
        <p:spPr>
          <a:xfrm>
            <a:off x="2287271" y="4606095"/>
            <a:ext cx="154965"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
        <p:nvSpPr>
          <p:cNvPr id="9" name="object 9"/>
          <p:cNvSpPr txBox="1"/>
          <p:nvPr/>
        </p:nvSpPr>
        <p:spPr>
          <a:xfrm>
            <a:off x="2588261" y="4612445"/>
            <a:ext cx="553881" cy="284480"/>
          </a:xfrm>
          <a:prstGeom prst="rect">
            <a:avLst/>
          </a:prstGeom>
        </p:spPr>
        <p:txBody>
          <a:bodyPr wrap="square" lIns="0" tIns="0" rIns="0" bIns="0" rtlCol="0">
            <a:noAutofit/>
          </a:bodyPr>
          <a:lstStyle/>
          <a:p>
            <a:pPr marL="12700">
              <a:lnSpc>
                <a:spcPts val="2185"/>
              </a:lnSpc>
              <a:spcBef>
                <a:spcPts val="109"/>
              </a:spcBef>
            </a:pPr>
            <a:r>
              <a:rPr sz="2050" spc="4" dirty="0">
                <a:latin typeface="Times New Roman"/>
                <a:cs typeface="Times New Roman"/>
              </a:rPr>
              <a:t>P</a:t>
            </a:r>
            <a:r>
              <a:rPr sz="2050" dirty="0">
                <a:latin typeface="Times New Roman"/>
                <a:cs typeface="Times New Roman"/>
              </a:rPr>
              <a:t>UT</a:t>
            </a:r>
            <a:endParaRPr sz="2050">
              <a:latin typeface="Times New Roman"/>
              <a:cs typeface="Times New Roman"/>
            </a:endParaRPr>
          </a:p>
        </p:txBody>
      </p:sp>
      <p:sp>
        <p:nvSpPr>
          <p:cNvPr id="8" name="object 8"/>
          <p:cNvSpPr txBox="1"/>
          <p:nvPr/>
        </p:nvSpPr>
        <p:spPr>
          <a:xfrm>
            <a:off x="2588261" y="4999795"/>
            <a:ext cx="1043283" cy="1083310"/>
          </a:xfrm>
          <a:prstGeom prst="rect">
            <a:avLst/>
          </a:prstGeom>
        </p:spPr>
        <p:txBody>
          <a:bodyPr wrap="square" lIns="0" tIns="0" rIns="0" bIns="0" rtlCol="0">
            <a:noAutofit/>
          </a:bodyPr>
          <a:lstStyle/>
          <a:p>
            <a:pPr marL="562610" marR="38862">
              <a:lnSpc>
                <a:spcPts val="2185"/>
              </a:lnSpc>
              <a:spcBef>
                <a:spcPts val="109"/>
              </a:spcBef>
            </a:pPr>
            <a:r>
              <a:rPr sz="2050" dirty="0">
                <a:latin typeface="Times New Roman"/>
                <a:cs typeface="Times New Roman"/>
              </a:rPr>
              <a:t>–</a:t>
            </a:r>
            <a:endParaRPr sz="2050">
              <a:latin typeface="Times New Roman"/>
              <a:cs typeface="Times New Roman"/>
            </a:endParaRPr>
          </a:p>
          <a:p>
            <a:pPr marL="12700">
              <a:lnSpc>
                <a:spcPct val="95825"/>
              </a:lnSpc>
              <a:spcBef>
                <a:spcPts val="773"/>
              </a:spcBef>
            </a:pPr>
            <a:r>
              <a:rPr sz="2050" spc="4" dirty="0">
                <a:latin typeface="Times New Roman"/>
                <a:cs typeface="Times New Roman"/>
              </a:rPr>
              <a:t>D</a:t>
            </a:r>
            <a:r>
              <a:rPr sz="2050" spc="-4" dirty="0">
                <a:latin typeface="Times New Roman"/>
                <a:cs typeface="Times New Roman"/>
              </a:rPr>
              <a:t>E</a:t>
            </a:r>
            <a:r>
              <a:rPr sz="2050" dirty="0">
                <a:latin typeface="Times New Roman"/>
                <a:cs typeface="Times New Roman"/>
              </a:rPr>
              <a:t>LETE</a:t>
            </a:r>
            <a:endParaRPr sz="2050">
              <a:latin typeface="Times New Roman"/>
              <a:cs typeface="Times New Roman"/>
            </a:endParaRPr>
          </a:p>
          <a:p>
            <a:pPr marL="562610" marR="38862">
              <a:lnSpc>
                <a:spcPct val="95825"/>
              </a:lnSpc>
              <a:spcBef>
                <a:spcPts val="692"/>
              </a:spcBef>
            </a:pPr>
            <a:r>
              <a:rPr sz="2050" dirty="0">
                <a:latin typeface="Times New Roman"/>
                <a:cs typeface="Times New Roman"/>
              </a:rPr>
              <a:t>–</a:t>
            </a:r>
            <a:endParaRPr sz="2050">
              <a:latin typeface="Times New Roman"/>
              <a:cs typeface="Times New Roman"/>
            </a:endParaRPr>
          </a:p>
        </p:txBody>
      </p:sp>
      <p:sp>
        <p:nvSpPr>
          <p:cNvPr id="7" name="object 7"/>
          <p:cNvSpPr txBox="1"/>
          <p:nvPr/>
        </p:nvSpPr>
        <p:spPr>
          <a:xfrm>
            <a:off x="3667760" y="5004875"/>
            <a:ext cx="4294002"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Uplo</a:t>
            </a:r>
            <a:r>
              <a:rPr sz="2050" spc="-4" dirty="0">
                <a:latin typeface="Times New Roman"/>
                <a:cs typeface="Times New Roman"/>
              </a:rPr>
              <a:t>a</a:t>
            </a:r>
            <a:r>
              <a:rPr sz="2050" dirty="0">
                <a:latin typeface="Times New Roman"/>
                <a:cs typeface="Times New Roman"/>
              </a:rPr>
              <a:t>ds</a:t>
            </a:r>
            <a:r>
              <a:rPr sz="2050" spc="-73" dirty="0">
                <a:latin typeface="Times New Roman"/>
                <a:cs typeface="Times New Roman"/>
              </a:rPr>
              <a:t> </a:t>
            </a:r>
            <a:r>
              <a:rPr sz="2050" dirty="0">
                <a:latin typeface="Times New Roman"/>
                <a:cs typeface="Times New Roman"/>
              </a:rPr>
              <a:t>a</a:t>
            </a:r>
            <a:r>
              <a:rPr sz="2050" spc="-8" dirty="0">
                <a:latin typeface="Times New Roman"/>
                <a:cs typeface="Times New Roman"/>
              </a:rPr>
              <a:t> </a:t>
            </a:r>
            <a:r>
              <a:rPr sz="2050" dirty="0">
                <a:latin typeface="Times New Roman"/>
                <a:cs typeface="Times New Roman"/>
              </a:rPr>
              <a:t>r</a:t>
            </a:r>
            <a:r>
              <a:rPr sz="2050" spc="-4" dirty="0">
                <a:latin typeface="Times New Roman"/>
                <a:cs typeface="Times New Roman"/>
              </a:rPr>
              <a:t>e</a:t>
            </a:r>
            <a:r>
              <a:rPr sz="2050" dirty="0">
                <a:latin typeface="Times New Roman"/>
                <a:cs typeface="Times New Roman"/>
              </a:rPr>
              <a:t>p</a:t>
            </a:r>
            <a:r>
              <a:rPr sz="2050" spc="9" dirty="0">
                <a:latin typeface="Times New Roman"/>
                <a:cs typeface="Times New Roman"/>
              </a:rPr>
              <a:t>r</a:t>
            </a:r>
            <a:r>
              <a:rPr sz="2050" spc="-4" dirty="0">
                <a:latin typeface="Times New Roman"/>
                <a:cs typeface="Times New Roman"/>
              </a:rPr>
              <a:t>ese</a:t>
            </a:r>
            <a:r>
              <a:rPr sz="2050" dirty="0">
                <a:latin typeface="Times New Roman"/>
                <a:cs typeface="Times New Roman"/>
              </a:rPr>
              <a:t>nt</a:t>
            </a:r>
            <a:r>
              <a:rPr sz="2050" spc="-14" dirty="0">
                <a:latin typeface="Times New Roman"/>
                <a:cs typeface="Times New Roman"/>
              </a:rPr>
              <a:t>a</a:t>
            </a:r>
            <a:r>
              <a:rPr sz="2050" dirty="0">
                <a:latin typeface="Times New Roman"/>
                <a:cs typeface="Times New Roman"/>
              </a:rPr>
              <a:t>t</a:t>
            </a:r>
            <a:r>
              <a:rPr sz="2050" spc="-4" dirty="0">
                <a:latin typeface="Times New Roman"/>
                <a:cs typeface="Times New Roman"/>
              </a:rPr>
              <a:t>i</a:t>
            </a:r>
            <a:r>
              <a:rPr sz="2050" dirty="0">
                <a:latin typeface="Times New Roman"/>
                <a:cs typeface="Times New Roman"/>
              </a:rPr>
              <a:t>on</a:t>
            </a:r>
            <a:r>
              <a:rPr sz="2050" spc="-110"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5" dirty="0">
                <a:latin typeface="Times New Roman"/>
                <a:cs typeface="Times New Roman"/>
              </a:rPr>
              <a:t> </a:t>
            </a:r>
            <a:r>
              <a:rPr sz="2050" spc="-4" dirty="0">
                <a:latin typeface="Times New Roman"/>
                <a:cs typeface="Times New Roman"/>
              </a:rPr>
              <a:t>s</a:t>
            </a:r>
            <a:r>
              <a:rPr sz="2050" dirty="0">
                <a:latin typeface="Times New Roman"/>
                <a:cs typeface="Times New Roman"/>
              </a:rPr>
              <a:t>p</a:t>
            </a:r>
            <a:r>
              <a:rPr sz="2050" spc="-4" dirty="0">
                <a:latin typeface="Times New Roman"/>
                <a:cs typeface="Times New Roman"/>
              </a:rPr>
              <a:t>ec</a:t>
            </a:r>
            <a:r>
              <a:rPr sz="2050" dirty="0">
                <a:latin typeface="Times New Roman"/>
                <a:cs typeface="Times New Roman"/>
              </a:rPr>
              <a:t>if</a:t>
            </a:r>
            <a:r>
              <a:rPr sz="2050" spc="-4" dirty="0">
                <a:latin typeface="Times New Roman"/>
                <a:cs typeface="Times New Roman"/>
              </a:rPr>
              <a:t>ie</a:t>
            </a:r>
            <a:r>
              <a:rPr sz="2050" dirty="0">
                <a:latin typeface="Times New Roman"/>
                <a:cs typeface="Times New Roman"/>
              </a:rPr>
              <a:t>d</a:t>
            </a:r>
            <a:endParaRPr sz="2050">
              <a:latin typeface="Times New Roman"/>
              <a:cs typeface="Times New Roman"/>
            </a:endParaRPr>
          </a:p>
        </p:txBody>
      </p:sp>
      <p:sp>
        <p:nvSpPr>
          <p:cNvPr id="6" name="object 6"/>
          <p:cNvSpPr txBox="1"/>
          <p:nvPr/>
        </p:nvSpPr>
        <p:spPr>
          <a:xfrm>
            <a:off x="7963306" y="5004875"/>
            <a:ext cx="1004722"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r</a:t>
            </a:r>
            <a:r>
              <a:rPr sz="2050" spc="-4" dirty="0">
                <a:latin typeface="Times New Roman"/>
                <a:cs typeface="Times New Roman"/>
              </a:rPr>
              <a:t>es</a:t>
            </a:r>
            <a:r>
              <a:rPr sz="2050" dirty="0">
                <a:latin typeface="Times New Roman"/>
                <a:cs typeface="Times New Roman"/>
              </a:rPr>
              <a:t>ou</a:t>
            </a:r>
            <a:r>
              <a:rPr sz="2050" spc="9" dirty="0">
                <a:latin typeface="Times New Roman"/>
                <a:cs typeface="Times New Roman"/>
              </a:rPr>
              <a:t>r</a:t>
            </a:r>
            <a:r>
              <a:rPr sz="2050" spc="-4" dirty="0">
                <a:latin typeface="Times New Roman"/>
                <a:cs typeface="Times New Roman"/>
              </a:rPr>
              <a:t>ce</a:t>
            </a:r>
            <a:r>
              <a:rPr sz="2050" dirty="0">
                <a:latin typeface="Times New Roman"/>
                <a:cs typeface="Times New Roman"/>
              </a:rPr>
              <a:t>.</a:t>
            </a:r>
            <a:endParaRPr sz="2050">
              <a:latin typeface="Times New Roman"/>
              <a:cs typeface="Times New Roman"/>
            </a:endParaRPr>
          </a:p>
        </p:txBody>
      </p:sp>
      <p:sp>
        <p:nvSpPr>
          <p:cNvPr id="5" name="object 5"/>
          <p:cNvSpPr txBox="1"/>
          <p:nvPr/>
        </p:nvSpPr>
        <p:spPr>
          <a:xfrm>
            <a:off x="2287271" y="5404926"/>
            <a:ext cx="154965" cy="284479"/>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
        <p:nvSpPr>
          <p:cNvPr id="4" name="object 4"/>
          <p:cNvSpPr txBox="1"/>
          <p:nvPr/>
        </p:nvSpPr>
        <p:spPr>
          <a:xfrm>
            <a:off x="3667760" y="5804976"/>
            <a:ext cx="4011838" cy="733155"/>
          </a:xfrm>
          <a:prstGeom prst="rect">
            <a:avLst/>
          </a:prstGeom>
        </p:spPr>
        <p:txBody>
          <a:bodyPr wrap="square" lIns="0" tIns="0" rIns="0" bIns="0" rtlCol="0">
            <a:noAutofit/>
          </a:bodyPr>
          <a:lstStyle/>
          <a:p>
            <a:pPr marL="12700" marR="34475">
              <a:lnSpc>
                <a:spcPts val="2185"/>
              </a:lnSpc>
              <a:spcBef>
                <a:spcPts val="109"/>
              </a:spcBef>
            </a:pPr>
            <a:r>
              <a:rPr sz="2050" dirty="0">
                <a:latin typeface="Times New Roman"/>
                <a:cs typeface="Times New Roman"/>
              </a:rPr>
              <a:t>D</a:t>
            </a:r>
            <a:r>
              <a:rPr sz="2050" spc="-4" dirty="0">
                <a:latin typeface="Times New Roman"/>
                <a:cs typeface="Times New Roman"/>
              </a:rPr>
              <a:t>e</a:t>
            </a:r>
            <a:r>
              <a:rPr sz="2050" dirty="0">
                <a:latin typeface="Times New Roman"/>
                <a:cs typeface="Times New Roman"/>
              </a:rPr>
              <a:t>l</a:t>
            </a:r>
            <a:r>
              <a:rPr sz="2050" spc="-4" dirty="0">
                <a:latin typeface="Times New Roman"/>
                <a:cs typeface="Times New Roman"/>
              </a:rPr>
              <a:t>ete</a:t>
            </a:r>
            <a:r>
              <a:rPr sz="2050" dirty="0">
                <a:latin typeface="Times New Roman"/>
                <a:cs typeface="Times New Roman"/>
              </a:rPr>
              <a:t>s</a:t>
            </a:r>
            <a:r>
              <a:rPr sz="2050" spc="-61"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5" dirty="0">
                <a:latin typeface="Times New Roman"/>
                <a:cs typeface="Times New Roman"/>
              </a:rPr>
              <a:t> </a:t>
            </a:r>
            <a:r>
              <a:rPr sz="2050" spc="-4" dirty="0">
                <a:latin typeface="Times New Roman"/>
                <a:cs typeface="Times New Roman"/>
              </a:rPr>
              <a:t>s</a:t>
            </a:r>
            <a:r>
              <a:rPr sz="2050" dirty="0">
                <a:latin typeface="Times New Roman"/>
                <a:cs typeface="Times New Roman"/>
              </a:rPr>
              <a:t>p</a:t>
            </a:r>
            <a:r>
              <a:rPr sz="2050" spc="-4" dirty="0">
                <a:latin typeface="Times New Roman"/>
                <a:cs typeface="Times New Roman"/>
              </a:rPr>
              <a:t>eci</a:t>
            </a:r>
            <a:r>
              <a:rPr sz="2050" spc="9" dirty="0">
                <a:latin typeface="Times New Roman"/>
                <a:cs typeface="Times New Roman"/>
              </a:rPr>
              <a:t>f</a:t>
            </a:r>
            <a:r>
              <a:rPr sz="2050" spc="-4" dirty="0">
                <a:latin typeface="Times New Roman"/>
                <a:cs typeface="Times New Roman"/>
              </a:rPr>
              <a:t>ie</a:t>
            </a:r>
            <a:r>
              <a:rPr sz="2050" dirty="0">
                <a:latin typeface="Times New Roman"/>
                <a:cs typeface="Times New Roman"/>
              </a:rPr>
              <a:t>d</a:t>
            </a:r>
            <a:r>
              <a:rPr sz="2050" spc="-68" dirty="0">
                <a:latin typeface="Times New Roman"/>
                <a:cs typeface="Times New Roman"/>
              </a:rPr>
              <a:t> </a:t>
            </a:r>
            <a:r>
              <a:rPr sz="2050" dirty="0">
                <a:latin typeface="Times New Roman"/>
                <a:cs typeface="Times New Roman"/>
              </a:rPr>
              <a:t>r</a:t>
            </a:r>
            <a:r>
              <a:rPr sz="2050" spc="-4" dirty="0">
                <a:latin typeface="Times New Roman"/>
                <a:cs typeface="Times New Roman"/>
              </a:rPr>
              <a:t>es</a:t>
            </a:r>
            <a:r>
              <a:rPr sz="2050" spc="9" dirty="0">
                <a:latin typeface="Times New Roman"/>
                <a:cs typeface="Times New Roman"/>
              </a:rPr>
              <a:t>o</a:t>
            </a:r>
            <a:r>
              <a:rPr sz="2050" dirty="0">
                <a:latin typeface="Times New Roman"/>
                <a:cs typeface="Times New Roman"/>
              </a:rPr>
              <a:t>ur</a:t>
            </a:r>
            <a:r>
              <a:rPr sz="2050" spc="-4" dirty="0">
                <a:latin typeface="Times New Roman"/>
                <a:cs typeface="Times New Roman"/>
              </a:rPr>
              <a:t>ce</a:t>
            </a:r>
            <a:r>
              <a:rPr sz="2050" dirty="0">
                <a:latin typeface="Times New Roman"/>
                <a:cs typeface="Times New Roman"/>
              </a:rPr>
              <a:t>.</a:t>
            </a:r>
          </a:p>
          <a:p>
            <a:pPr marL="210819">
              <a:lnSpc>
                <a:spcPct val="97900"/>
              </a:lnSpc>
              <a:spcBef>
                <a:spcPts val="1327"/>
              </a:spcBef>
            </a:pPr>
            <a:endParaRPr dirty="0">
              <a:latin typeface="Times New Roman"/>
              <a:cs typeface="Times New Roman"/>
            </a:endParaRPr>
          </a:p>
        </p:txBody>
      </p:sp>
    </p:spTree>
    <p:extLst>
      <p:ext uri="{BB962C8B-B14F-4D97-AF65-F5344CB8AC3E}">
        <p14:creationId xmlns:p14="http://schemas.microsoft.com/office/powerpoint/2010/main" val="454226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821410"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Pa</a:t>
            </a:r>
            <a:r>
              <a:rPr sz="2200" spc="4" dirty="0">
                <a:latin typeface="Times New Roman"/>
                <a:cs typeface="Times New Roman"/>
                <a:hlinkClick r:id="rId2"/>
              </a:rPr>
              <a:t>t</a:t>
            </a:r>
            <a:r>
              <a:rPr sz="2200" dirty="0">
                <a:latin typeface="Times New Roman"/>
                <a:cs typeface="Times New Roman"/>
                <a:hlinkClick r:id="rId2"/>
              </a:rPr>
              <a:t>h</a:t>
            </a:r>
            <a:endParaRPr sz="2200">
              <a:latin typeface="Times New Roman"/>
              <a:cs typeface="Times New Roman"/>
            </a:endParaRPr>
          </a:p>
        </p:txBody>
      </p:sp>
      <p:sp>
        <p:nvSpPr>
          <p:cNvPr id="7" name="object 7"/>
          <p:cNvSpPr txBox="1"/>
          <p:nvPr/>
        </p:nvSpPr>
        <p:spPr>
          <a:xfrm>
            <a:off x="3511550" y="1540474"/>
            <a:ext cx="6209880" cy="189865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4" dirty="0">
                <a:latin typeface="Times New Roman"/>
                <a:cs typeface="Times New Roman"/>
                <a:hlinkClick r:id="rId2"/>
              </a:rPr>
              <a:t>Pa</a:t>
            </a:r>
            <a:r>
              <a:rPr sz="2200" dirty="0">
                <a:latin typeface="Times New Roman"/>
                <a:cs typeface="Times New Roman"/>
                <a:hlinkClick r:id="rId2"/>
              </a:rPr>
              <a:t>th</a:t>
            </a:r>
            <a:r>
              <a:rPr sz="2200" spc="4"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n’s v</a:t>
            </a:r>
            <a:r>
              <a:rPr sz="2200" spc="-4" dirty="0">
                <a:latin typeface="Times New Roman"/>
                <a:cs typeface="Times New Roman"/>
              </a:rPr>
              <a:t>a</a:t>
            </a:r>
            <a:r>
              <a:rPr sz="2200" dirty="0">
                <a:latin typeface="Times New Roman"/>
                <a:cs typeface="Times New Roman"/>
              </a:rPr>
              <a:t>l</a:t>
            </a:r>
            <a:r>
              <a:rPr sz="2200" spc="4" dirty="0">
                <a:latin typeface="Times New Roman"/>
                <a:cs typeface="Times New Roman"/>
              </a:rPr>
              <a:t>u</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is a</a:t>
            </a:r>
            <a:r>
              <a:rPr sz="2200" spc="-4" dirty="0">
                <a:latin typeface="Times New Roman"/>
                <a:cs typeface="Times New Roman"/>
              </a:rPr>
              <a:t> </a:t>
            </a:r>
            <a:r>
              <a:rPr sz="2200" dirty="0">
                <a:latin typeface="Times New Roman"/>
                <a:cs typeface="Times New Roman"/>
              </a:rPr>
              <a:t>rel</a:t>
            </a:r>
            <a:r>
              <a:rPr sz="2200" spc="-9"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ve</a:t>
            </a:r>
            <a:r>
              <a:rPr sz="2200" spc="-4" dirty="0">
                <a:latin typeface="Times New Roman"/>
                <a:cs typeface="Times New Roman"/>
              </a:rPr>
              <a:t> </a:t>
            </a:r>
            <a:r>
              <a:rPr sz="2200" dirty="0">
                <a:latin typeface="Times New Roman"/>
                <a:cs typeface="Times New Roman"/>
              </a:rPr>
              <a:t>U</a:t>
            </a:r>
            <a:r>
              <a:rPr sz="2200" spc="-4" dirty="0">
                <a:latin typeface="Times New Roman"/>
                <a:cs typeface="Times New Roman"/>
              </a:rPr>
              <a:t>R</a:t>
            </a:r>
            <a:r>
              <a:rPr sz="2200" dirty="0">
                <a:latin typeface="Times New Roman"/>
                <a:cs typeface="Times New Roman"/>
              </a:rPr>
              <a:t>I </a:t>
            </a:r>
            <a:r>
              <a:rPr sz="2200" spc="9" dirty="0">
                <a:latin typeface="Times New Roman"/>
                <a:cs typeface="Times New Roman"/>
              </a:rPr>
              <a:t>p</a:t>
            </a:r>
            <a:r>
              <a:rPr sz="2200" spc="-4" dirty="0">
                <a:latin typeface="Times New Roman"/>
                <a:cs typeface="Times New Roman"/>
              </a:rPr>
              <a:t>a</a:t>
            </a:r>
            <a:r>
              <a:rPr sz="2200" dirty="0">
                <a:latin typeface="Times New Roman"/>
                <a:cs typeface="Times New Roman"/>
              </a:rPr>
              <a:t>th </a:t>
            </a:r>
            <a:endParaRPr sz="2200">
              <a:latin typeface="Times New Roman"/>
              <a:cs typeface="Times New Roman"/>
            </a:endParaRPr>
          </a:p>
          <a:p>
            <a:pPr marL="12700">
              <a:lnSpc>
                <a:spcPts val="2529"/>
              </a:lnSpc>
            </a:pPr>
            <a:r>
              <a:rPr sz="2200" dirty="0">
                <a:latin typeface="Times New Roman"/>
                <a:cs typeface="Times New Roman"/>
              </a:rPr>
              <a:t>in</a:t>
            </a:r>
            <a:r>
              <a:rPr sz="2200" spc="4" dirty="0">
                <a:latin typeface="Times New Roman"/>
                <a:cs typeface="Times New Roman"/>
              </a:rPr>
              <a:t>d</a:t>
            </a:r>
            <a:r>
              <a:rPr sz="2200" dirty="0">
                <a:latin typeface="Times New Roman"/>
                <a:cs typeface="Times New Roman"/>
              </a:rPr>
              <a:t>i</a:t>
            </a:r>
            <a:r>
              <a:rPr sz="2200" spc="-9" dirty="0">
                <a:latin typeface="Times New Roman"/>
                <a:cs typeface="Times New Roman"/>
              </a:rPr>
              <a:t>c</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ng</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here</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J</a:t>
            </a:r>
            <a:r>
              <a:rPr sz="2200" spc="-4" dirty="0">
                <a:latin typeface="Times New Roman"/>
                <a:cs typeface="Times New Roman"/>
              </a:rPr>
              <a:t>a</a:t>
            </a:r>
            <a:r>
              <a:rPr sz="2200" dirty="0">
                <a:latin typeface="Times New Roman"/>
                <a:cs typeface="Times New Roman"/>
              </a:rPr>
              <a:t>va </a:t>
            </a:r>
            <a:r>
              <a:rPr sz="2200" spc="-4" dirty="0">
                <a:latin typeface="Times New Roman"/>
                <a:cs typeface="Times New Roman"/>
              </a:rPr>
              <a:t>c</a:t>
            </a:r>
            <a:r>
              <a:rPr sz="2200" dirty="0">
                <a:latin typeface="Times New Roman"/>
                <a:cs typeface="Times New Roman"/>
              </a:rPr>
              <a:t>l</a:t>
            </a:r>
            <a:r>
              <a:rPr sz="2200" spc="-9" dirty="0">
                <a:latin typeface="Times New Roman"/>
                <a:cs typeface="Times New Roman"/>
              </a:rPr>
              <a:t>a</a:t>
            </a:r>
            <a:r>
              <a:rPr sz="2200" spc="-4" dirty="0">
                <a:latin typeface="Times New Roman"/>
                <a:cs typeface="Times New Roman"/>
              </a:rPr>
              <a:t>s</a:t>
            </a:r>
            <a:r>
              <a:rPr sz="2200" dirty="0">
                <a:latin typeface="Times New Roman"/>
                <a:cs typeface="Times New Roman"/>
              </a:rPr>
              <a:t>s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be host</a:t>
            </a:r>
            <a:r>
              <a:rPr sz="2200" spc="-9" dirty="0">
                <a:latin typeface="Times New Roman"/>
                <a:cs typeface="Times New Roman"/>
              </a:rPr>
              <a:t>e</a:t>
            </a:r>
            <a:r>
              <a:rPr sz="2200" dirty="0">
                <a:latin typeface="Times New Roman"/>
                <a:cs typeface="Times New Roman"/>
              </a:rPr>
              <a:t>d:</a:t>
            </a:r>
            <a:r>
              <a:rPr sz="2200" spc="4" dirty="0">
                <a:latin typeface="Times New Roman"/>
                <a:cs typeface="Times New Roman"/>
              </a:rPr>
              <a:t> </a:t>
            </a:r>
            <a:r>
              <a:rPr sz="2200" dirty="0">
                <a:latin typeface="Times New Roman"/>
                <a:cs typeface="Times New Roman"/>
              </a:rPr>
              <a:t>f</a:t>
            </a:r>
            <a:r>
              <a:rPr sz="2200" spc="9" dirty="0">
                <a:latin typeface="Times New Roman"/>
                <a:cs typeface="Times New Roman"/>
              </a:rPr>
              <a:t>o</a:t>
            </a:r>
            <a:r>
              <a:rPr sz="2200" dirty="0">
                <a:latin typeface="Times New Roman"/>
                <a:cs typeface="Times New Roman"/>
              </a:rPr>
              <a:t>r </a:t>
            </a:r>
            <a:endParaRPr sz="2200">
              <a:latin typeface="Times New Roman"/>
              <a:cs typeface="Times New Roman"/>
            </a:endParaRPr>
          </a:p>
          <a:p>
            <a:pPr marL="12700">
              <a:lnSpc>
                <a:spcPts val="2529"/>
              </a:lnSpc>
            </a:pPr>
            <a:r>
              <a:rPr sz="2200" spc="-4" dirty="0">
                <a:latin typeface="Times New Roman"/>
                <a:cs typeface="Times New Roman"/>
              </a:rPr>
              <a:t>e</a:t>
            </a:r>
            <a:r>
              <a:rPr sz="2200" dirty="0">
                <a:latin typeface="Times New Roman"/>
                <a:cs typeface="Times New Roman"/>
              </a:rPr>
              <a:t>x</a:t>
            </a:r>
            <a:r>
              <a:rPr sz="2200" spc="-4" dirty="0">
                <a:latin typeface="Times New Roman"/>
                <a:cs typeface="Times New Roman"/>
              </a:rPr>
              <a:t>a</a:t>
            </a:r>
            <a:r>
              <a:rPr sz="2200" dirty="0">
                <a:latin typeface="Times New Roman"/>
                <a:cs typeface="Times New Roman"/>
              </a:rPr>
              <a:t>mp</a:t>
            </a:r>
            <a:r>
              <a:rPr sz="2200" spc="4" dirty="0">
                <a:latin typeface="Times New Roman"/>
                <a:cs typeface="Times New Roman"/>
              </a:rPr>
              <a:t>l</a:t>
            </a:r>
            <a:r>
              <a:rPr sz="2200" spc="-4" dirty="0">
                <a:latin typeface="Times New Roman"/>
                <a:cs typeface="Times New Roman"/>
              </a:rPr>
              <a:t>e</a:t>
            </a:r>
            <a:r>
              <a:rPr sz="2200" dirty="0">
                <a:latin typeface="Times New Roman"/>
                <a:cs typeface="Times New Roman"/>
              </a:rPr>
              <a:t>, /</a:t>
            </a:r>
            <a:r>
              <a:rPr sz="2200" spc="4" dirty="0">
                <a:latin typeface="Times New Roman"/>
                <a:cs typeface="Times New Roman"/>
              </a:rPr>
              <a:t>h</a:t>
            </a:r>
            <a:r>
              <a:rPr sz="2200" spc="-4" dirty="0">
                <a:latin typeface="Times New Roman"/>
                <a:cs typeface="Times New Roman"/>
              </a:rPr>
              <a:t>e</a:t>
            </a:r>
            <a:r>
              <a:rPr sz="2200" dirty="0">
                <a:latin typeface="Times New Roman"/>
                <a:cs typeface="Times New Roman"/>
              </a:rPr>
              <a:t>ll</a:t>
            </a:r>
            <a:r>
              <a:rPr sz="2200" spc="4" dirty="0">
                <a:latin typeface="Times New Roman"/>
                <a:cs typeface="Times New Roman"/>
              </a:rPr>
              <a:t>o</a:t>
            </a:r>
            <a:r>
              <a:rPr sz="2200" spc="-9" dirty="0">
                <a:latin typeface="Times New Roman"/>
                <a:cs typeface="Times New Roman"/>
              </a:rPr>
              <a:t>w</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ld.</a:t>
            </a:r>
            <a:r>
              <a:rPr sz="2200" spc="4" dirty="0">
                <a:latin typeface="Times New Roman"/>
                <a:cs typeface="Times New Roman"/>
              </a:rPr>
              <a:t> </a:t>
            </a:r>
            <a:r>
              <a:rPr sz="2200" spc="-9" dirty="0">
                <a:latin typeface="Times New Roman"/>
                <a:cs typeface="Times New Roman"/>
              </a:rPr>
              <a:t>Y</a:t>
            </a:r>
            <a:r>
              <a:rPr sz="2200" dirty="0">
                <a:latin typeface="Times New Roman"/>
                <a:cs typeface="Times New Roman"/>
              </a:rPr>
              <a:t>ou</a:t>
            </a:r>
            <a:r>
              <a:rPr sz="2200" spc="9" dirty="0">
                <a:latin typeface="Times New Roman"/>
                <a:cs typeface="Times New Roman"/>
              </a:rPr>
              <a:t> </a:t>
            </a:r>
            <a:r>
              <a:rPr sz="2200" spc="-4" dirty="0">
                <a:latin typeface="Times New Roman"/>
                <a:cs typeface="Times New Roman"/>
              </a:rPr>
              <a:t>ca</a:t>
            </a:r>
            <a:r>
              <a:rPr sz="2200" dirty="0">
                <a:latin typeface="Times New Roman"/>
                <a:cs typeface="Times New Roman"/>
              </a:rPr>
              <a:t>n</a:t>
            </a:r>
            <a:r>
              <a:rPr sz="2200" spc="9" dirty="0">
                <a:latin typeface="Times New Roman"/>
                <a:cs typeface="Times New Roman"/>
              </a:rPr>
              <a:t> </a:t>
            </a:r>
            <a:r>
              <a:rPr sz="2200" spc="-4" dirty="0">
                <a:latin typeface="Times New Roman"/>
                <a:cs typeface="Times New Roman"/>
              </a:rPr>
              <a:t>a</a:t>
            </a:r>
            <a:r>
              <a:rPr sz="2200" dirty="0">
                <a:latin typeface="Times New Roman"/>
                <a:cs typeface="Times New Roman"/>
              </a:rPr>
              <a:t>lso </a:t>
            </a:r>
            <a:r>
              <a:rPr sz="2200" spc="-4" dirty="0">
                <a:latin typeface="Times New Roman"/>
                <a:cs typeface="Times New Roman"/>
              </a:rPr>
              <a:t>e</a:t>
            </a:r>
            <a:r>
              <a:rPr sz="2200" dirty="0">
                <a:latin typeface="Times New Roman"/>
                <a:cs typeface="Times New Roman"/>
              </a:rPr>
              <a:t>mb</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dirty="0">
                <a:latin typeface="Times New Roman"/>
                <a:cs typeface="Times New Roman"/>
              </a:rPr>
              <a:t>vari</a:t>
            </a:r>
            <a:r>
              <a:rPr sz="2200" spc="-9" dirty="0">
                <a:latin typeface="Times New Roman"/>
                <a:cs typeface="Times New Roman"/>
              </a:rPr>
              <a:t>a</a:t>
            </a:r>
            <a:r>
              <a:rPr sz="2200" spc="9" dirty="0">
                <a:latin typeface="Times New Roman"/>
                <a:cs typeface="Times New Roman"/>
              </a:rPr>
              <a:t>b</a:t>
            </a:r>
            <a:r>
              <a:rPr sz="2200" dirty="0">
                <a:latin typeface="Times New Roman"/>
                <a:cs typeface="Times New Roman"/>
              </a:rPr>
              <a:t>l</a:t>
            </a:r>
            <a:r>
              <a:rPr sz="2200" spc="-9" dirty="0">
                <a:latin typeface="Times New Roman"/>
                <a:cs typeface="Times New Roman"/>
              </a:rPr>
              <a:t>e</a:t>
            </a:r>
            <a:r>
              <a:rPr sz="2200" dirty="0">
                <a:latin typeface="Times New Roman"/>
                <a:cs typeface="Times New Roman"/>
              </a:rPr>
              <a:t>s in </a:t>
            </a:r>
            <a:endParaRPr sz="2200">
              <a:latin typeface="Times New Roman"/>
              <a:cs typeface="Times New Roman"/>
            </a:endParaRPr>
          </a:p>
          <a:p>
            <a:pPr marL="12700">
              <a:lnSpc>
                <a:spcPts val="2529"/>
              </a:lnSpc>
            </a:pPr>
            <a:r>
              <a:rPr sz="2200" dirty="0">
                <a:latin typeface="Times New Roman"/>
                <a:cs typeface="Times New Roman"/>
              </a:rPr>
              <a:t>the </a:t>
            </a:r>
            <a:r>
              <a:rPr sz="2200" spc="-9" dirty="0">
                <a:latin typeface="Times New Roman"/>
                <a:cs typeface="Times New Roman"/>
              </a:rPr>
              <a:t>U</a:t>
            </a:r>
            <a:r>
              <a:rPr sz="2200" spc="-4" dirty="0">
                <a:latin typeface="Times New Roman"/>
                <a:cs typeface="Times New Roman"/>
              </a:rPr>
              <a:t>R</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a</a:t>
            </a:r>
            <a:r>
              <a:rPr sz="2200" spc="9" dirty="0">
                <a:latin typeface="Times New Roman"/>
                <a:cs typeface="Times New Roman"/>
              </a:rPr>
              <a:t>k</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 </a:t>
            </a:r>
            <a:r>
              <a:rPr sz="2200" spc="-9" dirty="0">
                <a:latin typeface="Times New Roman"/>
                <a:cs typeface="Times New Roman"/>
              </a:rPr>
              <a:t>U</a:t>
            </a:r>
            <a:r>
              <a:rPr sz="2200" spc="-4" dirty="0">
                <a:latin typeface="Times New Roman"/>
                <a:cs typeface="Times New Roman"/>
              </a:rPr>
              <a:t>R</a:t>
            </a:r>
            <a:r>
              <a:rPr sz="2200" dirty="0">
                <a:latin typeface="Times New Roman"/>
                <a:cs typeface="Times New Roman"/>
              </a:rPr>
              <a:t>I p</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h te</a:t>
            </a:r>
            <a:r>
              <a:rPr sz="2200" spc="-9" dirty="0">
                <a:latin typeface="Times New Roman"/>
                <a:cs typeface="Times New Roman"/>
              </a:rPr>
              <a:t>m</a:t>
            </a:r>
            <a:r>
              <a:rPr sz="2200" spc="9" dirty="0">
                <a:latin typeface="Times New Roman"/>
                <a:cs typeface="Times New Roman"/>
              </a:rPr>
              <a:t>p</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t</a:t>
            </a:r>
            <a:r>
              <a:rPr sz="2200" spc="-9" dirty="0">
                <a:latin typeface="Times New Roman"/>
                <a:cs typeface="Times New Roman"/>
              </a:rPr>
              <a:t>e</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F</a:t>
            </a:r>
            <a:r>
              <a:rPr sz="2200" dirty="0">
                <a:latin typeface="Times New Roman"/>
                <a:cs typeface="Times New Roman"/>
              </a:rPr>
              <a:t>or </a:t>
            </a:r>
            <a:r>
              <a:rPr sz="2200" spc="-4" dirty="0">
                <a:latin typeface="Times New Roman"/>
                <a:cs typeface="Times New Roman"/>
              </a:rPr>
              <a:t>e</a:t>
            </a:r>
            <a:r>
              <a:rPr sz="2200" dirty="0">
                <a:latin typeface="Times New Roman"/>
                <a:cs typeface="Times New Roman"/>
              </a:rPr>
              <a:t>xa</a:t>
            </a:r>
            <a:r>
              <a:rPr sz="2200" spc="-9" dirty="0">
                <a:latin typeface="Times New Roman"/>
                <a:cs typeface="Times New Roman"/>
              </a:rPr>
              <a:t>m</a:t>
            </a:r>
            <a:r>
              <a:rPr sz="2200" dirty="0">
                <a:latin typeface="Times New Roman"/>
                <a:cs typeface="Times New Roman"/>
              </a:rPr>
              <a:t>p</a:t>
            </a:r>
            <a:r>
              <a:rPr sz="2200" spc="4" dirty="0">
                <a:latin typeface="Times New Roman"/>
                <a:cs typeface="Times New Roman"/>
              </a:rPr>
              <a:t>l</a:t>
            </a:r>
            <a:r>
              <a:rPr sz="2200" spc="-4" dirty="0">
                <a:latin typeface="Times New Roman"/>
                <a:cs typeface="Times New Roman"/>
              </a:rPr>
              <a:t>e</a:t>
            </a:r>
            <a:r>
              <a:rPr sz="2200" dirty="0">
                <a:latin typeface="Times New Roman"/>
                <a:cs typeface="Times New Roman"/>
              </a:rPr>
              <a:t>, </a:t>
            </a:r>
            <a:endParaRPr sz="2200">
              <a:latin typeface="Times New Roman"/>
              <a:cs typeface="Times New Roman"/>
            </a:endParaRPr>
          </a:p>
          <a:p>
            <a:pPr marL="12700">
              <a:lnSpc>
                <a:spcPts val="2529"/>
              </a:lnSpc>
            </a:pPr>
            <a:r>
              <a:rPr sz="2200" dirty="0">
                <a:latin typeface="Times New Roman"/>
                <a:cs typeface="Times New Roman"/>
              </a:rPr>
              <a:t>you</a:t>
            </a:r>
            <a:r>
              <a:rPr sz="2200" spc="9" dirty="0">
                <a:latin typeface="Times New Roman"/>
                <a:cs typeface="Times New Roman"/>
              </a:rPr>
              <a:t>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uld</a:t>
            </a:r>
            <a:r>
              <a:rPr sz="2200" spc="4" dirty="0">
                <a:latin typeface="Times New Roman"/>
                <a:cs typeface="Times New Roman"/>
              </a:rPr>
              <a:t> </a:t>
            </a:r>
            <a:r>
              <a:rPr sz="2200" spc="-4" dirty="0">
                <a:latin typeface="Times New Roman"/>
                <a:cs typeface="Times New Roman"/>
              </a:rPr>
              <a:t>as</a:t>
            </a:r>
            <a:r>
              <a:rPr sz="2200" dirty="0">
                <a:latin typeface="Times New Roman"/>
                <a:cs typeface="Times New Roman"/>
              </a:rPr>
              <a:t>k</a:t>
            </a:r>
            <a:r>
              <a:rPr sz="2200" spc="9" dirty="0">
                <a:latin typeface="Times New Roman"/>
                <a:cs typeface="Times New Roman"/>
              </a:rPr>
              <a:t> </a:t>
            </a:r>
            <a:r>
              <a:rPr sz="2200" dirty="0">
                <a:latin typeface="Times New Roman"/>
                <a:cs typeface="Times New Roman"/>
              </a:rPr>
              <a:t>for 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na</a:t>
            </a:r>
            <a:r>
              <a:rPr sz="2200" spc="-9" dirty="0">
                <a:latin typeface="Times New Roman"/>
                <a:cs typeface="Times New Roman"/>
              </a:rPr>
              <a:t>m</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o</a:t>
            </a:r>
            <a:r>
              <a:rPr sz="2200" dirty="0">
                <a:latin typeface="Times New Roman"/>
                <a:cs typeface="Times New Roman"/>
              </a:rPr>
              <a:t>f a u</a:t>
            </a:r>
            <a:r>
              <a:rPr sz="2200" spc="-4" dirty="0">
                <a:latin typeface="Times New Roman"/>
                <a:cs typeface="Times New Roman"/>
              </a:rPr>
              <a:t>se</a:t>
            </a:r>
            <a:r>
              <a:rPr sz="2200" dirty="0">
                <a:latin typeface="Times New Roman"/>
                <a:cs typeface="Times New Roman"/>
              </a:rPr>
              <a:t>r </a:t>
            </a: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dirty="0">
                <a:latin typeface="Times New Roman"/>
                <a:cs typeface="Times New Roman"/>
              </a:rPr>
              <a:t>p</a:t>
            </a:r>
            <a:r>
              <a:rPr sz="2200" spc="-4" dirty="0">
                <a:latin typeface="Times New Roman"/>
                <a:cs typeface="Times New Roman"/>
              </a:rPr>
              <a:t>a</a:t>
            </a:r>
            <a:r>
              <a:rPr sz="2200" dirty="0">
                <a:latin typeface="Times New Roman"/>
                <a:cs typeface="Times New Roman"/>
              </a:rPr>
              <a:t>ss</a:t>
            </a:r>
            <a:r>
              <a:rPr sz="2200" spc="-4" dirty="0">
                <a:latin typeface="Times New Roman"/>
                <a:cs typeface="Times New Roman"/>
              </a:rPr>
              <a:t> </a:t>
            </a:r>
            <a:r>
              <a:rPr sz="2200" dirty="0">
                <a:latin typeface="Times New Roman"/>
                <a:cs typeface="Times New Roman"/>
              </a:rPr>
              <a:t>it to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p</a:t>
            </a:r>
            <a:r>
              <a:rPr sz="2200" spc="9" dirty="0">
                <a:latin typeface="Times New Roman"/>
                <a:cs typeface="Times New Roman"/>
              </a:rPr>
              <a:t>p</a:t>
            </a:r>
            <a:r>
              <a:rPr sz="2200" dirty="0">
                <a:latin typeface="Times New Roman"/>
                <a:cs typeface="Times New Roman"/>
              </a:rPr>
              <a:t>li</a:t>
            </a:r>
            <a:r>
              <a:rPr sz="2200" spc="-9" dirty="0">
                <a:latin typeface="Times New Roman"/>
                <a:cs typeface="Times New Roman"/>
              </a:rPr>
              <a:t>c</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ion</a:t>
            </a:r>
            <a:r>
              <a:rPr sz="2200" spc="4" dirty="0">
                <a:latin typeface="Times New Roman"/>
                <a:cs typeface="Times New Roman"/>
              </a:rPr>
              <a:t> </a:t>
            </a:r>
            <a:r>
              <a:rPr sz="2200" spc="-4" dirty="0">
                <a:latin typeface="Times New Roman"/>
                <a:cs typeface="Times New Roman"/>
              </a:rPr>
              <a:t>a</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a v</a:t>
            </a:r>
            <a:r>
              <a:rPr sz="2200" spc="-4" dirty="0">
                <a:latin typeface="Times New Roman"/>
                <a:cs typeface="Times New Roman"/>
              </a:rPr>
              <a:t>a</a:t>
            </a:r>
            <a:r>
              <a:rPr sz="2200" spc="4" dirty="0">
                <a:latin typeface="Times New Roman"/>
                <a:cs typeface="Times New Roman"/>
              </a:rPr>
              <a:t>r</a:t>
            </a:r>
            <a:r>
              <a:rPr sz="2200" dirty="0">
                <a:latin typeface="Times New Roman"/>
                <a:cs typeface="Times New Roman"/>
              </a:rPr>
              <a:t>i</a:t>
            </a:r>
            <a:r>
              <a:rPr sz="2200" spc="-9" dirty="0">
                <a:latin typeface="Times New Roman"/>
                <a:cs typeface="Times New Roman"/>
              </a:rPr>
              <a:t>a</a:t>
            </a:r>
            <a:r>
              <a:rPr sz="2200" spc="9" dirty="0">
                <a:latin typeface="Times New Roman"/>
                <a:cs typeface="Times New Roman"/>
              </a:rPr>
              <a:t>b</a:t>
            </a:r>
            <a:r>
              <a:rPr sz="2200" dirty="0">
                <a:latin typeface="Times New Roman"/>
                <a:cs typeface="Times New Roman"/>
              </a:rPr>
              <a:t>le</a:t>
            </a:r>
            <a:r>
              <a:rPr sz="2200" spc="-9" dirty="0">
                <a:latin typeface="Times New Roman"/>
                <a:cs typeface="Times New Roman"/>
              </a:rPr>
              <a:t> </a:t>
            </a:r>
            <a:r>
              <a:rPr sz="2200" dirty="0">
                <a:latin typeface="Times New Roman"/>
                <a:cs typeface="Times New Roman"/>
              </a:rPr>
              <a:t>in</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U</a:t>
            </a:r>
            <a:r>
              <a:rPr sz="2200" dirty="0">
                <a:latin typeface="Times New Roman"/>
                <a:cs typeface="Times New Roman"/>
              </a:rPr>
              <a:t>RI: /</a:t>
            </a:r>
            <a:r>
              <a:rPr sz="2200" spc="4" dirty="0">
                <a:latin typeface="Times New Roman"/>
                <a:cs typeface="Times New Roman"/>
              </a:rPr>
              <a:t>h</a:t>
            </a:r>
            <a:r>
              <a:rPr sz="2200" spc="-4" dirty="0">
                <a:latin typeface="Times New Roman"/>
                <a:cs typeface="Times New Roman"/>
              </a:rPr>
              <a:t>e</a:t>
            </a:r>
            <a:r>
              <a:rPr sz="2200" dirty="0">
                <a:latin typeface="Times New Roman"/>
                <a:cs typeface="Times New Roman"/>
              </a:rPr>
              <a:t>ll</a:t>
            </a:r>
            <a:r>
              <a:rPr sz="2200" spc="4" dirty="0">
                <a:latin typeface="Times New Roman"/>
                <a:cs typeface="Times New Roman"/>
              </a:rPr>
              <a:t>o</a:t>
            </a:r>
            <a:r>
              <a:rPr sz="2200" spc="-9" dirty="0">
                <a:latin typeface="Times New Roman"/>
                <a:cs typeface="Times New Roman"/>
              </a:rPr>
              <a:t>w</a:t>
            </a:r>
            <a:r>
              <a:rPr sz="2200" spc="9" dirty="0">
                <a:latin typeface="Times New Roman"/>
                <a:cs typeface="Times New Roman"/>
              </a:rPr>
              <a:t>o</a:t>
            </a:r>
            <a:r>
              <a:rPr sz="2200" dirty="0">
                <a:latin typeface="Times New Roman"/>
                <a:cs typeface="Times New Roman"/>
              </a:rPr>
              <a:t>rl</a:t>
            </a:r>
            <a:r>
              <a:rPr sz="2200" spc="4" dirty="0">
                <a:latin typeface="Times New Roman"/>
                <a:cs typeface="Times New Roman"/>
              </a:rPr>
              <a:t>d</a:t>
            </a:r>
            <a:r>
              <a:rPr sz="2200" dirty="0">
                <a:latin typeface="Times New Roman"/>
                <a:cs typeface="Times New Roman"/>
              </a:rPr>
              <a:t>/</a:t>
            </a:r>
            <a:endParaRPr sz="2200">
              <a:latin typeface="Times New Roman"/>
              <a:cs typeface="Times New Roman"/>
            </a:endParaRPr>
          </a:p>
          <a:p>
            <a:pPr marL="12700" marR="35492">
              <a:lnSpc>
                <a:spcPts val="2170"/>
              </a:lnSpc>
            </a:pPr>
            <a:r>
              <a:rPr sz="3300" spc="-4" baseline="1317" dirty="0">
                <a:latin typeface="Times New Roman"/>
                <a:cs typeface="Times New Roman"/>
              </a:rPr>
              <a:t>{</a:t>
            </a:r>
            <a:r>
              <a:rPr sz="3300" spc="9" baseline="1317" dirty="0">
                <a:latin typeface="Times New Roman"/>
                <a:cs typeface="Times New Roman"/>
              </a:rPr>
              <a:t>u</a:t>
            </a:r>
            <a:r>
              <a:rPr sz="3300" spc="-4" baseline="1317" dirty="0">
                <a:latin typeface="Times New Roman"/>
                <a:cs typeface="Times New Roman"/>
              </a:rPr>
              <a:t>se</a:t>
            </a:r>
            <a:r>
              <a:rPr sz="3300" baseline="1317" dirty="0">
                <a:latin typeface="Times New Roman"/>
                <a:cs typeface="Times New Roman"/>
              </a:rPr>
              <a:t>r</a:t>
            </a:r>
            <a:r>
              <a:rPr sz="3300" spc="9" baseline="1317" dirty="0">
                <a:latin typeface="Times New Roman"/>
                <a:cs typeface="Times New Roman"/>
              </a:rPr>
              <a:t>n</a:t>
            </a:r>
            <a:r>
              <a:rPr sz="3300" spc="-4" baseline="1317" dirty="0">
                <a:latin typeface="Times New Roman"/>
                <a:cs typeface="Times New Roman"/>
              </a:rPr>
              <a:t>a</a:t>
            </a:r>
            <a:r>
              <a:rPr sz="3300" spc="-9" baseline="1317" dirty="0">
                <a:latin typeface="Times New Roman"/>
                <a:cs typeface="Times New Roman"/>
              </a:rPr>
              <a:t>m</a:t>
            </a:r>
            <a:r>
              <a:rPr sz="3300" spc="-4" baseline="1317" dirty="0">
                <a:latin typeface="Times New Roman"/>
                <a:cs typeface="Times New Roman"/>
              </a:rPr>
              <a:t>e</a:t>
            </a:r>
            <a:r>
              <a:rPr sz="3300" baseline="1317" dirty="0">
                <a:latin typeface="Times New Roman"/>
                <a:cs typeface="Times New Roman"/>
              </a:rPr>
              <a:t>}.</a:t>
            </a:r>
            <a:endParaRPr sz="2200">
              <a:latin typeface="Times New Roman"/>
              <a:cs typeface="Times New Roman"/>
            </a:endParaRPr>
          </a:p>
        </p:txBody>
      </p:sp>
      <p:sp>
        <p:nvSpPr>
          <p:cNvPr id="6" name="object 6"/>
          <p:cNvSpPr txBox="1"/>
          <p:nvPr/>
        </p:nvSpPr>
        <p:spPr>
          <a:xfrm>
            <a:off x="2273301" y="3849334"/>
            <a:ext cx="866349"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dirty="0">
                <a:latin typeface="Times New Roman"/>
                <a:cs typeface="Times New Roman"/>
                <a:hlinkClick r:id="rId3"/>
              </a:rPr>
              <a:t>G</a:t>
            </a:r>
            <a:r>
              <a:rPr sz="2200" spc="-4" dirty="0">
                <a:latin typeface="Times New Roman"/>
                <a:cs typeface="Times New Roman"/>
                <a:hlinkClick r:id="rId3"/>
              </a:rPr>
              <a:t>E</a:t>
            </a:r>
            <a:r>
              <a:rPr sz="2200" dirty="0">
                <a:latin typeface="Times New Roman"/>
                <a:cs typeface="Times New Roman"/>
                <a:hlinkClick r:id="rId3"/>
              </a:rPr>
              <a:t>T</a:t>
            </a:r>
            <a:endParaRPr sz="2200">
              <a:latin typeface="Times New Roman"/>
              <a:cs typeface="Times New Roman"/>
            </a:endParaRPr>
          </a:p>
        </p:txBody>
      </p:sp>
      <p:sp>
        <p:nvSpPr>
          <p:cNvPr id="5" name="object 5"/>
          <p:cNvSpPr txBox="1"/>
          <p:nvPr/>
        </p:nvSpPr>
        <p:spPr>
          <a:xfrm>
            <a:off x="3511551" y="3849334"/>
            <a:ext cx="620266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9" dirty="0">
                <a:latin typeface="Times New Roman"/>
                <a:cs typeface="Times New Roman"/>
                <a:hlinkClick r:id="rId3"/>
              </a:rPr>
              <a:t>G</a:t>
            </a:r>
            <a:r>
              <a:rPr sz="2200" spc="4" dirty="0">
                <a:latin typeface="Times New Roman"/>
                <a:cs typeface="Times New Roman"/>
                <a:hlinkClick r:id="rId3"/>
              </a:rPr>
              <a:t>E</a:t>
            </a:r>
            <a:r>
              <a:rPr sz="2200" dirty="0">
                <a:latin typeface="Times New Roman"/>
                <a:cs typeface="Times New Roman"/>
                <a:hlinkClick r:id="rId3"/>
              </a:rPr>
              <a:t>T</a:t>
            </a:r>
            <a:r>
              <a:rPr sz="2200"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 is a</a:t>
            </a:r>
            <a:r>
              <a:rPr sz="2200" spc="-4" dirty="0">
                <a:latin typeface="Times New Roman"/>
                <a:cs typeface="Times New Roman"/>
              </a:rPr>
              <a:t> </a:t>
            </a:r>
            <a:r>
              <a:rPr sz="2200" dirty="0">
                <a:latin typeface="Times New Roman"/>
                <a:cs typeface="Times New Roman"/>
              </a:rPr>
              <a:t>reque</a:t>
            </a:r>
            <a:r>
              <a:rPr sz="2200" spc="-4" dirty="0">
                <a:latin typeface="Times New Roman"/>
                <a:cs typeface="Times New Roman"/>
              </a:rPr>
              <a:t>s</a:t>
            </a:r>
            <a:r>
              <a:rPr sz="2200" dirty="0">
                <a:latin typeface="Times New Roman"/>
                <a:cs typeface="Times New Roman"/>
              </a:rPr>
              <a:t>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nator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9" dirty="0">
                <a:latin typeface="Times New Roman"/>
                <a:cs typeface="Times New Roman"/>
              </a:rPr>
              <a:t>G</a:t>
            </a:r>
            <a:r>
              <a:rPr sz="2200" spc="4" dirty="0">
                <a:latin typeface="Times New Roman"/>
                <a:cs typeface="Times New Roman"/>
              </a:rPr>
              <a:t>E</a:t>
            </a:r>
            <a:r>
              <a:rPr sz="2200" dirty="0">
                <a:latin typeface="Times New Roman"/>
                <a:cs typeface="Times New Roman"/>
              </a:rPr>
              <a:t>T requ</a:t>
            </a:r>
            <a:r>
              <a:rPr sz="2200" spc="-4" dirty="0">
                <a:latin typeface="Times New Roman"/>
                <a:cs typeface="Times New Roman"/>
              </a:rPr>
              <a:t>e</a:t>
            </a:r>
            <a:r>
              <a:rPr sz="2200" dirty="0">
                <a:latin typeface="Times New Roman"/>
                <a:cs typeface="Times New Roman"/>
              </a:rPr>
              <a:t>st</a:t>
            </a:r>
            <a:r>
              <a:rPr sz="2200" spc="-9"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Tree>
    <p:extLst>
      <p:ext uri="{BB962C8B-B14F-4D97-AF65-F5344CB8AC3E}">
        <p14:creationId xmlns:p14="http://schemas.microsoft.com/office/powerpoint/2010/main" val="2980083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007446"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P</a:t>
            </a:r>
            <a:r>
              <a:rPr sz="2200" dirty="0">
                <a:latin typeface="Times New Roman"/>
                <a:cs typeface="Times New Roman"/>
                <a:hlinkClick r:id="rId2"/>
              </a:rPr>
              <a:t>O</a:t>
            </a:r>
            <a:r>
              <a:rPr sz="2200" spc="-4" dirty="0">
                <a:latin typeface="Times New Roman"/>
                <a:cs typeface="Times New Roman"/>
                <a:hlinkClick r:id="rId2"/>
              </a:rPr>
              <a:t>S</a:t>
            </a:r>
            <a:r>
              <a:rPr sz="2200" dirty="0">
                <a:latin typeface="Times New Roman"/>
                <a:cs typeface="Times New Roman"/>
                <a:hlinkClick r:id="rId2"/>
              </a:rPr>
              <a:t>T</a:t>
            </a:r>
            <a:endParaRPr sz="2200">
              <a:latin typeface="Times New Roman"/>
              <a:cs typeface="Times New Roman"/>
            </a:endParaRPr>
          </a:p>
        </p:txBody>
      </p:sp>
      <p:sp>
        <p:nvSpPr>
          <p:cNvPr id="7" name="object 7"/>
          <p:cNvSpPr txBox="1"/>
          <p:nvPr/>
        </p:nvSpPr>
        <p:spPr>
          <a:xfrm>
            <a:off x="3511551" y="1540474"/>
            <a:ext cx="622222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4" dirty="0">
                <a:latin typeface="Times New Roman"/>
                <a:cs typeface="Times New Roman"/>
                <a:hlinkClick r:id="rId2"/>
              </a:rPr>
              <a:t>P</a:t>
            </a:r>
            <a:r>
              <a:rPr sz="2200" spc="-9" dirty="0">
                <a:latin typeface="Times New Roman"/>
                <a:cs typeface="Times New Roman"/>
                <a:hlinkClick r:id="rId2"/>
              </a:rPr>
              <a:t>O</a:t>
            </a:r>
            <a:r>
              <a:rPr sz="2200" spc="4" dirty="0">
                <a:latin typeface="Times New Roman"/>
                <a:cs typeface="Times New Roman"/>
                <a:hlinkClick r:id="rId2"/>
              </a:rPr>
              <a:t>S</a:t>
            </a:r>
            <a:r>
              <a:rPr sz="2200" dirty="0">
                <a:latin typeface="Times New Roman"/>
                <a:cs typeface="Times New Roman"/>
                <a:hlinkClick r:id="rId2"/>
              </a:rPr>
              <a:t>T</a:t>
            </a:r>
            <a:r>
              <a:rPr sz="2200" dirty="0">
                <a:latin typeface="Times New Roman"/>
                <a:cs typeface="Times New Roman"/>
              </a:rPr>
              <a:t> an</a:t>
            </a:r>
            <a:r>
              <a:rPr sz="2200" spc="9" dirty="0">
                <a:latin typeface="Times New Roman"/>
                <a:cs typeface="Times New Roman"/>
              </a:rPr>
              <a:t>n</a:t>
            </a:r>
            <a:r>
              <a:rPr sz="2200" dirty="0">
                <a:latin typeface="Times New Roman"/>
                <a:cs typeface="Times New Roman"/>
              </a:rPr>
              <a:t>ot</a:t>
            </a:r>
            <a:r>
              <a:rPr sz="2200" spc="-9"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on</a:t>
            </a:r>
            <a:r>
              <a:rPr sz="2200" spc="9" dirty="0">
                <a:latin typeface="Times New Roman"/>
                <a:cs typeface="Times New Roman"/>
              </a:rPr>
              <a:t> </a:t>
            </a:r>
            <a:r>
              <a:rPr sz="2200" dirty="0">
                <a:latin typeface="Times New Roman"/>
                <a:cs typeface="Times New Roman"/>
              </a:rPr>
              <a:t>is</a:t>
            </a:r>
            <a:r>
              <a:rPr sz="2200" spc="-9" dirty="0">
                <a:latin typeface="Times New Roman"/>
                <a:cs typeface="Times New Roman"/>
              </a:rPr>
              <a:t> </a:t>
            </a:r>
            <a:r>
              <a:rPr sz="2200" dirty="0">
                <a:latin typeface="Times New Roman"/>
                <a:cs typeface="Times New Roman"/>
              </a:rPr>
              <a:t>a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d</a:t>
            </a:r>
            <a:r>
              <a:rPr sz="2200" spc="-4" dirty="0">
                <a:latin typeface="Times New Roman"/>
                <a:cs typeface="Times New Roman"/>
              </a:rPr>
              <a:t>e</a:t>
            </a:r>
            <a:r>
              <a:rPr sz="2200" dirty="0">
                <a:latin typeface="Times New Roman"/>
                <a:cs typeface="Times New Roman"/>
              </a:rPr>
              <a:t>sig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4" dirty="0">
                <a:latin typeface="Times New Roman"/>
                <a:cs typeface="Times New Roman"/>
              </a:rPr>
              <a:t>P</a:t>
            </a:r>
            <a:r>
              <a:rPr sz="2200" spc="-9" dirty="0">
                <a:latin typeface="Times New Roman"/>
                <a:cs typeface="Times New Roman"/>
              </a:rPr>
              <a:t>O</a:t>
            </a:r>
            <a:r>
              <a:rPr sz="2200" spc="4" dirty="0">
                <a:latin typeface="Times New Roman"/>
                <a:cs typeface="Times New Roman"/>
              </a:rPr>
              <a:t>S</a:t>
            </a:r>
            <a:r>
              <a:rPr sz="2200" dirty="0">
                <a:latin typeface="Times New Roman"/>
                <a:cs typeface="Times New Roman"/>
              </a:rPr>
              <a:t>T </a:t>
            </a:r>
            <a:r>
              <a:rPr sz="2200" spc="4" dirty="0">
                <a:latin typeface="Times New Roman"/>
                <a:cs typeface="Times New Roman"/>
              </a:rPr>
              <a:t>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9" dirty="0">
                <a:latin typeface="Times New Roman"/>
                <a:cs typeface="Times New Roman"/>
              </a:rPr>
              <a:t>s</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
        <p:nvSpPr>
          <p:cNvPr id="6" name="object 6"/>
          <p:cNvSpPr txBox="1"/>
          <p:nvPr/>
        </p:nvSpPr>
        <p:spPr>
          <a:xfrm>
            <a:off x="2273300" y="3849334"/>
            <a:ext cx="850982"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spc="4" dirty="0">
                <a:latin typeface="Times New Roman"/>
                <a:cs typeface="Times New Roman"/>
                <a:hlinkClick r:id="rId3"/>
              </a:rPr>
              <a:t>P</a:t>
            </a:r>
            <a:r>
              <a:rPr sz="2200" spc="-9" dirty="0">
                <a:latin typeface="Times New Roman"/>
                <a:cs typeface="Times New Roman"/>
                <a:hlinkClick r:id="rId3"/>
              </a:rPr>
              <a:t>U</a:t>
            </a:r>
            <a:r>
              <a:rPr sz="2200" dirty="0">
                <a:latin typeface="Times New Roman"/>
                <a:cs typeface="Times New Roman"/>
                <a:hlinkClick r:id="rId3"/>
              </a:rPr>
              <a:t>T</a:t>
            </a:r>
            <a:endParaRPr sz="2200">
              <a:latin typeface="Times New Roman"/>
              <a:cs typeface="Times New Roman"/>
            </a:endParaRPr>
          </a:p>
        </p:txBody>
      </p:sp>
      <p:sp>
        <p:nvSpPr>
          <p:cNvPr id="5" name="object 5"/>
          <p:cNvSpPr txBox="1"/>
          <p:nvPr/>
        </p:nvSpPr>
        <p:spPr>
          <a:xfrm>
            <a:off x="3511551" y="3849334"/>
            <a:ext cx="620266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4" dirty="0">
                <a:latin typeface="Times New Roman"/>
                <a:cs typeface="Times New Roman"/>
                <a:hlinkClick r:id="rId3"/>
              </a:rPr>
              <a:t>P</a:t>
            </a:r>
            <a:r>
              <a:rPr sz="2200" spc="-9" dirty="0">
                <a:latin typeface="Times New Roman"/>
                <a:cs typeface="Times New Roman"/>
                <a:hlinkClick r:id="rId3"/>
              </a:rPr>
              <a:t>U</a:t>
            </a:r>
            <a:r>
              <a:rPr sz="2200" dirty="0">
                <a:latin typeface="Times New Roman"/>
                <a:cs typeface="Times New Roman"/>
                <a:hlinkClick r:id="rId3"/>
              </a:rPr>
              <a:t>T</a:t>
            </a:r>
            <a:r>
              <a:rPr sz="2200"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a:t>
            </a:r>
            <a:r>
              <a:rPr sz="2200" spc="4" dirty="0">
                <a:latin typeface="Times New Roman"/>
                <a:cs typeface="Times New Roman"/>
              </a:rPr>
              <a:t>t</a:t>
            </a:r>
            <a:r>
              <a:rPr sz="2200" spc="-4"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 </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a</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a:t>
            </a:r>
            <a:r>
              <a:rPr sz="2200" spc="9" dirty="0">
                <a:latin typeface="Times New Roman"/>
                <a:cs typeface="Times New Roman"/>
              </a:rPr>
              <a:t> </a:t>
            </a: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4" dirty="0">
                <a:latin typeface="Times New Roman"/>
                <a:cs typeface="Times New Roman"/>
              </a:rPr>
              <a:t>P</a:t>
            </a:r>
            <a:r>
              <a:rPr sz="2200" spc="-9" dirty="0">
                <a:latin typeface="Times New Roman"/>
                <a:cs typeface="Times New Roman"/>
              </a:rPr>
              <a:t>U</a:t>
            </a:r>
            <a:r>
              <a:rPr sz="2200" dirty="0">
                <a:latin typeface="Times New Roman"/>
                <a:cs typeface="Times New Roman"/>
              </a:rPr>
              <a:t>T 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a:t>
            </a:r>
            <a:r>
              <a:rPr sz="2200" spc="-9" dirty="0">
                <a:latin typeface="Times New Roman"/>
                <a:cs typeface="Times New Roman"/>
              </a:rPr>
              <a:t>s</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Tree>
    <p:extLst>
      <p:ext uri="{BB962C8B-B14F-4D97-AF65-F5344CB8AC3E}">
        <p14:creationId xmlns:p14="http://schemas.microsoft.com/office/powerpoint/2010/main" val="1194528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379048"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9" dirty="0">
                <a:latin typeface="Times New Roman"/>
                <a:cs typeface="Times New Roman"/>
                <a:hlinkClick r:id="rId2"/>
              </a:rPr>
              <a:t>D</a:t>
            </a:r>
            <a:r>
              <a:rPr sz="2200" spc="4" dirty="0">
                <a:latin typeface="Times New Roman"/>
                <a:cs typeface="Times New Roman"/>
                <a:hlinkClick r:id="rId2"/>
              </a:rPr>
              <a:t>E</a:t>
            </a:r>
            <a:r>
              <a:rPr sz="2200" spc="-4" dirty="0">
                <a:latin typeface="Times New Roman"/>
                <a:cs typeface="Times New Roman"/>
                <a:hlinkClick r:id="rId2"/>
              </a:rPr>
              <a:t>L</a:t>
            </a:r>
            <a:r>
              <a:rPr sz="2200" spc="4" dirty="0">
                <a:latin typeface="Times New Roman"/>
                <a:cs typeface="Times New Roman"/>
                <a:hlinkClick r:id="rId2"/>
              </a:rPr>
              <a:t>E</a:t>
            </a:r>
            <a:r>
              <a:rPr sz="2200" spc="-4" dirty="0">
                <a:latin typeface="Times New Roman"/>
                <a:cs typeface="Times New Roman"/>
                <a:hlinkClick r:id="rId2"/>
              </a:rPr>
              <a:t>T</a:t>
            </a:r>
            <a:r>
              <a:rPr sz="2200" dirty="0">
                <a:latin typeface="Times New Roman"/>
                <a:cs typeface="Times New Roman"/>
                <a:hlinkClick r:id="rId2"/>
              </a:rPr>
              <a:t>E</a:t>
            </a:r>
            <a:endParaRPr sz="2200">
              <a:latin typeface="Times New Roman"/>
              <a:cs typeface="Times New Roman"/>
            </a:endParaRPr>
          </a:p>
        </p:txBody>
      </p:sp>
      <p:sp>
        <p:nvSpPr>
          <p:cNvPr id="7" name="object 7"/>
          <p:cNvSpPr txBox="1"/>
          <p:nvPr/>
        </p:nvSpPr>
        <p:spPr>
          <a:xfrm>
            <a:off x="3666491" y="1540474"/>
            <a:ext cx="6219105" cy="1898650"/>
          </a:xfrm>
          <a:prstGeom prst="rect">
            <a:avLst/>
          </a:prstGeom>
        </p:spPr>
        <p:txBody>
          <a:bodyPr wrap="square" lIns="0" tIns="0" rIns="0" bIns="0" rtlCol="0">
            <a:noAutofit/>
          </a:bodyPr>
          <a:lstStyle/>
          <a:p>
            <a:pPr marL="12700" marR="308417">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9" dirty="0">
                <a:latin typeface="Times New Roman"/>
                <a:cs typeface="Times New Roman"/>
                <a:hlinkClick r:id="rId2"/>
              </a:rPr>
              <a:t>D</a:t>
            </a:r>
            <a:r>
              <a:rPr sz="2200" spc="4" dirty="0">
                <a:latin typeface="Times New Roman"/>
                <a:cs typeface="Times New Roman"/>
                <a:hlinkClick r:id="rId2"/>
              </a:rPr>
              <a:t>E</a:t>
            </a:r>
            <a:r>
              <a:rPr sz="2200" spc="-4" dirty="0">
                <a:latin typeface="Times New Roman"/>
                <a:cs typeface="Times New Roman"/>
                <a:hlinkClick r:id="rId2"/>
              </a:rPr>
              <a:t>L</a:t>
            </a:r>
            <a:r>
              <a:rPr sz="2200" spc="4" dirty="0">
                <a:latin typeface="Times New Roman"/>
                <a:cs typeface="Times New Roman"/>
                <a:hlinkClick r:id="rId2"/>
              </a:rPr>
              <a:t>E</a:t>
            </a:r>
            <a:r>
              <a:rPr sz="2200" spc="-4" dirty="0">
                <a:latin typeface="Times New Roman"/>
                <a:cs typeface="Times New Roman"/>
                <a:hlinkClick r:id="rId2"/>
              </a:rPr>
              <a:t>T</a:t>
            </a:r>
            <a:r>
              <a:rPr sz="2200" dirty="0">
                <a:latin typeface="Times New Roman"/>
                <a:cs typeface="Times New Roman"/>
                <a:hlinkClick r:id="rId2"/>
              </a:rPr>
              <a:t>E</a:t>
            </a:r>
            <a:r>
              <a:rPr sz="2200" dirty="0">
                <a:latin typeface="Times New Roman"/>
                <a:cs typeface="Times New Roman"/>
              </a:rPr>
              <a:t> </a:t>
            </a:r>
            <a:r>
              <a:rPr sz="2200" spc="-4" dirty="0">
                <a:latin typeface="Times New Roman"/>
                <a:cs typeface="Times New Roman"/>
              </a:rPr>
              <a:t>a</a:t>
            </a:r>
            <a:r>
              <a:rPr sz="2200" dirty="0">
                <a:latin typeface="Times New Roman"/>
                <a:cs typeface="Times New Roman"/>
              </a:rPr>
              <a:t>n</a:t>
            </a:r>
            <a:r>
              <a:rPr sz="2200" spc="9" dirty="0">
                <a:latin typeface="Times New Roman"/>
                <a:cs typeface="Times New Roman"/>
              </a:rPr>
              <a:t>n</a:t>
            </a:r>
            <a:r>
              <a:rPr sz="2200" dirty="0">
                <a:latin typeface="Times New Roman"/>
                <a:cs typeface="Times New Roman"/>
              </a:rPr>
              <a:t>otation is a</a:t>
            </a:r>
            <a:r>
              <a:rPr sz="2200" spc="-4" dirty="0">
                <a:latin typeface="Times New Roman"/>
                <a:cs typeface="Times New Roman"/>
              </a:rPr>
              <a:t> </a:t>
            </a: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 </a:t>
            </a:r>
            <a:r>
              <a:rPr sz="2200" spc="-9" dirty="0">
                <a:latin typeface="Times New Roman"/>
                <a:cs typeface="Times New Roman"/>
              </a:rPr>
              <a:t>m</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hod </a:t>
            </a:r>
            <a:endParaRPr sz="2200">
              <a:latin typeface="Times New Roman"/>
              <a:cs typeface="Times New Roman"/>
            </a:endParaRPr>
          </a:p>
          <a:p>
            <a:pPr marL="12700" marR="308417">
              <a:lnSpc>
                <a:spcPts val="2529"/>
              </a:lnSpc>
            </a:pPr>
            <a:r>
              <a:rPr sz="2200" dirty="0">
                <a:latin typeface="Times New Roman"/>
                <a:cs typeface="Times New Roman"/>
              </a:rPr>
              <a:t>de</a:t>
            </a:r>
            <a:r>
              <a:rPr sz="2200" spc="-4" dirty="0">
                <a:latin typeface="Times New Roman"/>
                <a:cs typeface="Times New Roman"/>
              </a:rPr>
              <a:t>s</a:t>
            </a:r>
            <a:r>
              <a:rPr sz="2200" dirty="0">
                <a:latin typeface="Times New Roman"/>
                <a:cs typeface="Times New Roman"/>
              </a:rPr>
              <a:t>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d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rr</a:t>
            </a:r>
            <a:r>
              <a:rPr sz="2200" spc="-4" dirty="0">
                <a:latin typeface="Times New Roman"/>
                <a:cs typeface="Times New Roman"/>
              </a:rPr>
              <a:t>e</a:t>
            </a:r>
            <a:r>
              <a:rPr sz="2200" dirty="0">
                <a:latin typeface="Times New Roman"/>
                <a:cs typeface="Times New Roman"/>
              </a:rPr>
              <a:t>sp</a:t>
            </a:r>
            <a:r>
              <a:rPr sz="2200" spc="9" dirty="0">
                <a:latin typeface="Times New Roman"/>
                <a:cs typeface="Times New Roman"/>
              </a:rPr>
              <a:t>o</a:t>
            </a:r>
            <a:r>
              <a:rPr sz="2200" dirty="0">
                <a:latin typeface="Times New Roman"/>
                <a:cs typeface="Times New Roman"/>
              </a:rPr>
              <a:t>nds to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si</a:t>
            </a:r>
            <a:r>
              <a:rPr sz="2200" spc="-9" dirty="0">
                <a:latin typeface="Times New Roman"/>
                <a:cs typeface="Times New Roman"/>
              </a:rPr>
              <a:t>m</a:t>
            </a:r>
            <a:r>
              <a:rPr sz="2200" spc="4" dirty="0">
                <a:latin typeface="Times New Roman"/>
                <a:cs typeface="Times New Roman"/>
              </a:rPr>
              <a:t>i</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rly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dirty="0">
                <a:latin typeface="Times New Roman"/>
                <a:cs typeface="Times New Roman"/>
              </a:rPr>
              <a:t>m</a:t>
            </a:r>
            <a:r>
              <a:rPr sz="2200" spc="-9" dirty="0">
                <a:latin typeface="Times New Roman"/>
                <a:cs typeface="Times New Roman"/>
              </a:rPr>
              <a:t>e</a:t>
            </a:r>
            <a:r>
              <a:rPr sz="2200" dirty="0">
                <a:latin typeface="Times New Roman"/>
                <a:cs typeface="Times New Roman"/>
              </a:rPr>
              <a:t>d </a:t>
            </a:r>
            <a:endParaRPr sz="2200">
              <a:latin typeface="Times New Roman"/>
              <a:cs typeface="Times New Roman"/>
            </a:endParaRPr>
          </a:p>
          <a:p>
            <a:pPr marL="12700" marR="308417">
              <a:lnSpc>
                <a:spcPts val="2529"/>
              </a:lnSpc>
            </a:pP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a:t>
            </a:r>
            <a:r>
              <a:rPr sz="2200" spc="4" dirty="0">
                <a:latin typeface="Times New Roman"/>
                <a:cs typeface="Times New Roman"/>
              </a:rPr>
              <a:t>d</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Ja</a:t>
            </a:r>
            <a:r>
              <a:rPr sz="2200" dirty="0">
                <a:latin typeface="Times New Roman"/>
                <a:cs typeface="Times New Roman"/>
              </a:rPr>
              <a:t>va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notat</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t</a:t>
            </a:r>
            <a:r>
              <a:rPr sz="2200" dirty="0">
                <a:latin typeface="Times New Roman"/>
                <a:cs typeface="Times New Roman"/>
              </a:rPr>
              <a:t>h t</a:t>
            </a:r>
            <a:r>
              <a:rPr sz="2200" spc="4" dirty="0">
                <a:latin typeface="Times New Roman"/>
                <a:cs typeface="Times New Roman"/>
              </a:rPr>
              <a:t>h</a:t>
            </a:r>
            <a:r>
              <a:rPr sz="2200" dirty="0">
                <a:latin typeface="Times New Roman"/>
                <a:cs typeface="Times New Roman"/>
              </a:rPr>
              <a:t>is </a:t>
            </a:r>
            <a:endParaRPr sz="2200">
              <a:latin typeface="Times New Roman"/>
              <a:cs typeface="Times New Roman"/>
            </a:endParaRPr>
          </a:p>
          <a:p>
            <a:pPr marL="12700" marR="308417">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will</a:t>
            </a:r>
            <a:r>
              <a:rPr sz="2200" spc="-4" dirty="0">
                <a:latin typeface="Times New Roman"/>
                <a:cs typeface="Times New Roman"/>
              </a:rPr>
              <a:t> </a:t>
            </a:r>
            <a:r>
              <a:rPr sz="2200" spc="9" dirty="0">
                <a:latin typeface="Times New Roman"/>
                <a:cs typeface="Times New Roman"/>
              </a:rPr>
              <a:t>p</a:t>
            </a:r>
            <a:r>
              <a:rPr sz="2200" dirty="0">
                <a:latin typeface="Times New Roman"/>
                <a:cs typeface="Times New Roman"/>
              </a:rPr>
              <a:t>r</a:t>
            </a:r>
            <a:r>
              <a:rPr sz="2200" spc="9" dirty="0">
                <a:latin typeface="Times New Roman"/>
                <a:cs typeface="Times New Roman"/>
              </a:rPr>
              <a:t>o</a:t>
            </a:r>
            <a:r>
              <a:rPr sz="2200" spc="-4" dirty="0">
                <a:latin typeface="Times New Roman"/>
                <a:cs typeface="Times New Roman"/>
              </a:rPr>
              <a:t>ces</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a:t>
            </a:r>
            <a:endParaRPr sz="2200">
              <a:latin typeface="Times New Roman"/>
              <a:cs typeface="Times New Roman"/>
            </a:endParaRPr>
          </a:p>
          <a:p>
            <a:pPr marL="12700" marR="308417">
              <a:lnSpc>
                <a:spcPts val="2529"/>
              </a:lnSpc>
            </a:pPr>
            <a:r>
              <a:rPr sz="2200" dirty="0">
                <a:latin typeface="Times New Roman"/>
                <a:cs typeface="Times New Roman"/>
              </a:rPr>
              <a:t>D</a:t>
            </a:r>
            <a:r>
              <a:rPr sz="2200" spc="-4" dirty="0">
                <a:latin typeface="Times New Roman"/>
                <a:cs typeface="Times New Roman"/>
              </a:rPr>
              <a:t>EL</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E 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es</a:t>
            </a:r>
            <a:r>
              <a:rPr sz="2200" spc="4" dirty="0">
                <a:latin typeface="Times New Roman"/>
                <a:cs typeface="Times New Roman"/>
              </a:rPr>
              <a:t>t</a:t>
            </a:r>
            <a:r>
              <a:rPr sz="2200" spc="-4"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9" dirty="0">
                <a:latin typeface="Times New Roman"/>
                <a:cs typeface="Times New Roman"/>
              </a:rPr>
              <a:t>b</a:t>
            </a:r>
            <a:r>
              <a:rPr sz="2200" spc="-4" dirty="0">
                <a:latin typeface="Times New Roman"/>
                <a:cs typeface="Times New Roman"/>
              </a:rPr>
              <a:t>e</a:t>
            </a:r>
            <a:r>
              <a:rPr sz="2200" dirty="0">
                <a:latin typeface="Times New Roman"/>
                <a:cs typeface="Times New Roman"/>
              </a:rPr>
              <a:t>havior of</a:t>
            </a:r>
            <a:r>
              <a:rPr sz="2200" spc="4" dirty="0">
                <a:latin typeface="Times New Roman"/>
                <a:cs typeface="Times New Roman"/>
              </a:rPr>
              <a:t> </a:t>
            </a:r>
            <a:r>
              <a:rPr sz="2200" dirty="0">
                <a:latin typeface="Times New Roman"/>
                <a:cs typeface="Times New Roman"/>
              </a:rPr>
              <a:t>a</a:t>
            </a:r>
            <a:r>
              <a:rPr sz="2200" spc="-4"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ou</a:t>
            </a:r>
            <a:r>
              <a:rPr sz="2200" spc="4" dirty="0">
                <a:latin typeface="Times New Roman"/>
                <a:cs typeface="Times New Roman"/>
              </a:rPr>
              <a:t>r</a:t>
            </a:r>
            <a:r>
              <a:rPr sz="2200" spc="-4" dirty="0">
                <a:latin typeface="Times New Roman"/>
                <a:cs typeface="Times New Roman"/>
              </a:rPr>
              <a:t>c</a:t>
            </a:r>
            <a:r>
              <a:rPr sz="2200" dirty="0">
                <a:latin typeface="Times New Roman"/>
                <a:cs typeface="Times New Roman"/>
              </a:rPr>
              <a:t>e</a:t>
            </a:r>
            <a:r>
              <a:rPr sz="2200" spc="-4" dirty="0">
                <a:latin typeface="Times New Roman"/>
                <a:cs typeface="Times New Roman"/>
              </a:rPr>
              <a:t> </a:t>
            </a:r>
            <a:r>
              <a:rPr sz="2200" spc="4" dirty="0">
                <a:latin typeface="Times New Roman"/>
                <a:cs typeface="Times New Roman"/>
              </a:rPr>
              <a:t>i</a:t>
            </a:r>
            <a:r>
              <a:rPr sz="2200" dirty="0">
                <a:latin typeface="Times New Roman"/>
                <a:cs typeface="Times New Roman"/>
              </a:rPr>
              <a:t>s</a:t>
            </a:r>
            <a:endParaRPr sz="2200">
              <a:latin typeface="Times New Roman"/>
              <a:cs typeface="Times New Roman"/>
            </a:endParaRPr>
          </a:p>
          <a:p>
            <a:pPr marL="12700">
              <a:lnSpc>
                <a:spcPts val="2090"/>
              </a:lnSpc>
            </a:pPr>
            <a:r>
              <a:rPr sz="2200" dirty="0">
                <a:latin typeface="Times New Roman"/>
                <a:cs typeface="Times New Roman"/>
              </a:rPr>
              <a:t>det</a:t>
            </a:r>
            <a:r>
              <a:rPr sz="2200" spc="-9" dirty="0">
                <a:latin typeface="Times New Roman"/>
                <a:cs typeface="Times New Roman"/>
              </a:rPr>
              <a:t>e</a:t>
            </a:r>
            <a:r>
              <a:rPr sz="2200" dirty="0">
                <a:latin typeface="Times New Roman"/>
                <a:cs typeface="Times New Roman"/>
              </a:rPr>
              <a:t>rmin</a:t>
            </a:r>
            <a:r>
              <a:rPr sz="2200" spc="-4" dirty="0">
                <a:latin typeface="Times New Roman"/>
                <a:cs typeface="Times New Roman"/>
              </a:rPr>
              <a:t>e</a:t>
            </a:r>
            <a:r>
              <a:rPr sz="2200" dirty="0">
                <a:latin typeface="Times New Roman"/>
                <a:cs typeface="Times New Roman"/>
              </a:rPr>
              <a:t>d by</a:t>
            </a:r>
            <a:r>
              <a:rPr sz="2200" spc="9"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a:t>
            </a:r>
            <a:r>
              <a:rPr sz="2200" spc="-9" dirty="0">
                <a:latin typeface="Times New Roman"/>
                <a:cs typeface="Times New Roman"/>
              </a:rPr>
              <a:t>m</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hod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spc="9" dirty="0">
                <a:latin typeface="Times New Roman"/>
                <a:cs typeface="Times New Roman"/>
              </a:rPr>
              <a:t>h</a:t>
            </a:r>
            <a:r>
              <a:rPr sz="2200" dirty="0">
                <a:latin typeface="Times New Roman"/>
                <a:cs typeface="Times New Roman"/>
              </a:rPr>
              <a:t>i</a:t>
            </a:r>
            <a:r>
              <a:rPr sz="2200" spc="-9" dirty="0">
                <a:latin typeface="Times New Roman"/>
                <a:cs typeface="Times New Roman"/>
              </a:rPr>
              <a:t>c</a:t>
            </a:r>
            <a:r>
              <a:rPr sz="2200" dirty="0">
                <a:latin typeface="Times New Roman"/>
                <a:cs typeface="Times New Roman"/>
              </a:rPr>
              <a:t>h</a:t>
            </a:r>
            <a:r>
              <a:rPr sz="2200" spc="9" dirty="0">
                <a:latin typeface="Times New Roman"/>
                <a:cs typeface="Times New Roman"/>
              </a:rPr>
              <a:t> </a:t>
            </a:r>
            <a:r>
              <a:rPr sz="2200" dirty="0">
                <a:latin typeface="Times New Roman"/>
                <a:cs typeface="Times New Roman"/>
              </a:rPr>
              <a:t>the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 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in</a:t>
            </a:r>
            <a:r>
              <a:rPr sz="2200" spc="4" dirty="0">
                <a:latin typeface="Times New Roman"/>
                <a:cs typeface="Times New Roman"/>
              </a:rPr>
              <a:t>g</a:t>
            </a:r>
            <a:r>
              <a:rPr sz="2200" dirty="0">
                <a:latin typeface="Times New Roman"/>
                <a:cs typeface="Times New Roman"/>
              </a:rPr>
              <a:t>.</a:t>
            </a:r>
            <a:endParaRPr sz="2200">
              <a:latin typeface="Times New Roman"/>
              <a:cs typeface="Times New Roman"/>
            </a:endParaRPr>
          </a:p>
        </p:txBody>
      </p:sp>
      <p:sp>
        <p:nvSpPr>
          <p:cNvPr id="6" name="object 6"/>
          <p:cNvSpPr txBox="1"/>
          <p:nvPr/>
        </p:nvSpPr>
        <p:spPr>
          <a:xfrm>
            <a:off x="2273301" y="3849334"/>
            <a:ext cx="1098063"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dirty="0">
                <a:latin typeface="Times New Roman"/>
                <a:cs typeface="Times New Roman"/>
                <a:hlinkClick r:id="rId3"/>
              </a:rPr>
              <a:t>H</a:t>
            </a:r>
            <a:r>
              <a:rPr sz="2200" spc="-4" dirty="0">
                <a:latin typeface="Times New Roman"/>
                <a:cs typeface="Times New Roman"/>
                <a:hlinkClick r:id="rId3"/>
              </a:rPr>
              <a:t>E</a:t>
            </a:r>
            <a:r>
              <a:rPr sz="2200" spc="-9" dirty="0">
                <a:latin typeface="Times New Roman"/>
                <a:cs typeface="Times New Roman"/>
                <a:hlinkClick r:id="rId3"/>
              </a:rPr>
              <a:t>A</a:t>
            </a:r>
            <a:r>
              <a:rPr sz="2200" dirty="0">
                <a:latin typeface="Times New Roman"/>
                <a:cs typeface="Times New Roman"/>
                <a:hlinkClick r:id="rId3"/>
              </a:rPr>
              <a:t>D</a:t>
            </a:r>
            <a:endParaRPr sz="2200">
              <a:latin typeface="Times New Roman"/>
              <a:cs typeface="Times New Roman"/>
            </a:endParaRPr>
          </a:p>
        </p:txBody>
      </p:sp>
      <p:sp>
        <p:nvSpPr>
          <p:cNvPr id="5" name="object 5"/>
          <p:cNvSpPr txBox="1"/>
          <p:nvPr/>
        </p:nvSpPr>
        <p:spPr>
          <a:xfrm>
            <a:off x="3666490" y="3849334"/>
            <a:ext cx="6182546"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9" dirty="0">
                <a:latin typeface="Times New Roman"/>
                <a:cs typeface="Times New Roman"/>
                <a:hlinkClick r:id="rId3"/>
              </a:rPr>
              <a:t>H</a:t>
            </a:r>
            <a:r>
              <a:rPr sz="2200" spc="4" dirty="0">
                <a:latin typeface="Times New Roman"/>
                <a:cs typeface="Times New Roman"/>
                <a:hlinkClick r:id="rId3"/>
              </a:rPr>
              <a:t>E</a:t>
            </a:r>
            <a:r>
              <a:rPr sz="2200" spc="-9" dirty="0">
                <a:latin typeface="Times New Roman"/>
                <a:cs typeface="Times New Roman"/>
                <a:hlinkClick r:id="rId3"/>
              </a:rPr>
              <a:t>A</a:t>
            </a:r>
            <a:r>
              <a:rPr sz="2200" dirty="0">
                <a:latin typeface="Times New Roman"/>
                <a:cs typeface="Times New Roman"/>
                <a:hlinkClick r:id="rId3"/>
              </a:rPr>
              <a:t>D</a:t>
            </a:r>
            <a:r>
              <a:rPr sz="2200" dirty="0">
                <a:latin typeface="Times New Roman"/>
                <a:cs typeface="Times New Roman"/>
              </a:rPr>
              <a:t> </a:t>
            </a:r>
            <a:r>
              <a:rPr sz="2200" spc="-4" dirty="0">
                <a:latin typeface="Times New Roman"/>
                <a:cs typeface="Times New Roman"/>
              </a:rPr>
              <a:t>a</a:t>
            </a:r>
            <a:r>
              <a:rPr sz="2200" dirty="0">
                <a:latin typeface="Times New Roman"/>
                <a:cs typeface="Times New Roman"/>
              </a:rPr>
              <a:t>n</a:t>
            </a:r>
            <a:r>
              <a:rPr sz="2200" spc="9" dirty="0">
                <a:latin typeface="Times New Roman"/>
                <a:cs typeface="Times New Roman"/>
              </a:rPr>
              <a:t>n</a:t>
            </a:r>
            <a:r>
              <a:rPr sz="2200" dirty="0">
                <a:latin typeface="Times New Roman"/>
                <a:cs typeface="Times New Roman"/>
              </a:rPr>
              <a:t>otation is a</a:t>
            </a:r>
            <a:r>
              <a:rPr sz="2200" spc="-4" dirty="0">
                <a:latin typeface="Times New Roman"/>
                <a:cs typeface="Times New Roman"/>
              </a:rPr>
              <a:t> </a:t>
            </a: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dirty="0">
                <a:latin typeface="Times New Roman"/>
                <a:cs typeface="Times New Roman"/>
              </a:rPr>
              <a:t>de</a:t>
            </a:r>
            <a:r>
              <a:rPr sz="2200" spc="-4" dirty="0">
                <a:latin typeface="Times New Roman"/>
                <a:cs typeface="Times New Roman"/>
              </a:rPr>
              <a:t>s</a:t>
            </a:r>
            <a:r>
              <a:rPr sz="2200" dirty="0">
                <a:latin typeface="Times New Roman"/>
                <a:cs typeface="Times New Roman"/>
              </a:rPr>
              <a:t>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d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rr</a:t>
            </a:r>
            <a:r>
              <a:rPr sz="2200" spc="-4" dirty="0">
                <a:latin typeface="Times New Roman"/>
                <a:cs typeface="Times New Roman"/>
              </a:rPr>
              <a:t>e</a:t>
            </a:r>
            <a:r>
              <a:rPr sz="2200" dirty="0">
                <a:latin typeface="Times New Roman"/>
                <a:cs typeface="Times New Roman"/>
              </a:rPr>
              <a:t>sp</a:t>
            </a:r>
            <a:r>
              <a:rPr sz="2200" spc="9" dirty="0">
                <a:latin typeface="Times New Roman"/>
                <a:cs typeface="Times New Roman"/>
              </a:rPr>
              <a:t>o</a:t>
            </a:r>
            <a:r>
              <a:rPr sz="2200" dirty="0">
                <a:latin typeface="Times New Roman"/>
                <a:cs typeface="Times New Roman"/>
              </a:rPr>
              <a:t>nds to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si</a:t>
            </a:r>
            <a:r>
              <a:rPr sz="2200" spc="-9" dirty="0">
                <a:latin typeface="Times New Roman"/>
                <a:cs typeface="Times New Roman"/>
              </a:rPr>
              <a:t>m</a:t>
            </a:r>
            <a:r>
              <a:rPr sz="2200" spc="4" dirty="0">
                <a:latin typeface="Times New Roman"/>
                <a:cs typeface="Times New Roman"/>
              </a:rPr>
              <a:t>i</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rly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dirty="0">
                <a:latin typeface="Times New Roman"/>
                <a:cs typeface="Times New Roman"/>
              </a:rPr>
              <a:t>m</a:t>
            </a:r>
            <a:r>
              <a:rPr sz="2200" spc="-9" dirty="0">
                <a:latin typeface="Times New Roman"/>
                <a:cs typeface="Times New Roman"/>
              </a:rPr>
              <a:t>e</a:t>
            </a:r>
            <a:r>
              <a:rPr sz="2200" dirty="0">
                <a:latin typeface="Times New Roman"/>
                <a:cs typeface="Times New Roman"/>
              </a:rPr>
              <a:t>d </a:t>
            </a:r>
            <a:endParaRPr sz="2200">
              <a:latin typeface="Times New Roman"/>
              <a:cs typeface="Times New Roman"/>
            </a:endParaRPr>
          </a:p>
          <a:p>
            <a:pPr marL="12700">
              <a:lnSpc>
                <a:spcPts val="2529"/>
              </a:lnSpc>
            </a:pP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a:t>
            </a:r>
            <a:r>
              <a:rPr sz="2200" spc="4" dirty="0">
                <a:latin typeface="Times New Roman"/>
                <a:cs typeface="Times New Roman"/>
              </a:rPr>
              <a:t>d</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Ja</a:t>
            </a:r>
            <a:r>
              <a:rPr sz="2200" dirty="0">
                <a:latin typeface="Times New Roman"/>
                <a:cs typeface="Times New Roman"/>
              </a:rPr>
              <a:t>va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notat</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t</a:t>
            </a:r>
            <a:r>
              <a:rPr sz="2200" dirty="0">
                <a:latin typeface="Times New Roman"/>
                <a:cs typeface="Times New Roman"/>
              </a:rPr>
              <a:t>h t</a:t>
            </a:r>
            <a:r>
              <a:rPr sz="2200" spc="4" dirty="0">
                <a:latin typeface="Times New Roman"/>
                <a:cs typeface="Times New Roman"/>
              </a:rPr>
              <a:t>h</a:t>
            </a:r>
            <a:r>
              <a:rPr sz="2200" dirty="0">
                <a:latin typeface="Times New Roman"/>
                <a:cs typeface="Times New Roman"/>
              </a:rPr>
              <a:t>is </a:t>
            </a:r>
            <a:endParaRPr sz="2200">
              <a:latin typeface="Times New Roman"/>
              <a:cs typeface="Times New Roman"/>
            </a:endParaRPr>
          </a:p>
          <a:p>
            <a:pPr marL="12700">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will</a:t>
            </a:r>
            <a:r>
              <a:rPr sz="2200" spc="-4" dirty="0">
                <a:latin typeface="Times New Roman"/>
                <a:cs typeface="Times New Roman"/>
              </a:rPr>
              <a:t> </a:t>
            </a:r>
            <a:r>
              <a:rPr sz="2200" spc="9" dirty="0">
                <a:latin typeface="Times New Roman"/>
                <a:cs typeface="Times New Roman"/>
              </a:rPr>
              <a:t>p</a:t>
            </a:r>
            <a:r>
              <a:rPr sz="2200" dirty="0">
                <a:latin typeface="Times New Roman"/>
                <a:cs typeface="Times New Roman"/>
              </a:rPr>
              <a:t>r</a:t>
            </a:r>
            <a:r>
              <a:rPr sz="2200" spc="9" dirty="0">
                <a:latin typeface="Times New Roman"/>
                <a:cs typeface="Times New Roman"/>
              </a:rPr>
              <a:t>o</a:t>
            </a:r>
            <a:r>
              <a:rPr sz="2200" spc="-4" dirty="0">
                <a:latin typeface="Times New Roman"/>
                <a:cs typeface="Times New Roman"/>
              </a:rPr>
              <a:t>ces</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H</a:t>
            </a:r>
            <a:r>
              <a:rPr sz="2200" spc="-4" dirty="0">
                <a:latin typeface="Times New Roman"/>
                <a:cs typeface="Times New Roman"/>
              </a:rPr>
              <a:t>E</a:t>
            </a:r>
            <a:r>
              <a:rPr sz="2200" dirty="0">
                <a:latin typeface="Times New Roman"/>
                <a:cs typeface="Times New Roman"/>
              </a:rPr>
              <a:t>AD </a:t>
            </a:r>
            <a:endParaRPr sz="2200">
              <a:latin typeface="Times New Roman"/>
              <a:cs typeface="Times New Roman"/>
            </a:endParaRPr>
          </a:p>
          <a:p>
            <a:pPr marL="12700">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a:t>
            </a:r>
            <a:r>
              <a:rPr sz="2200" spc="-9"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a:t>
            </a:r>
            <a:r>
              <a:rPr sz="2200" spc="4" dirty="0">
                <a:latin typeface="Times New Roman"/>
                <a:cs typeface="Times New Roman"/>
              </a:rPr>
              <a:t>i</a:t>
            </a:r>
            <a:r>
              <a:rPr sz="2200" dirty="0">
                <a:latin typeface="Times New Roman"/>
                <a:cs typeface="Times New Roman"/>
              </a:rPr>
              <a:t>or </a:t>
            </a:r>
            <a:r>
              <a:rPr sz="2200" spc="9" dirty="0">
                <a:latin typeface="Times New Roman"/>
                <a:cs typeface="Times New Roman"/>
              </a:rPr>
              <a:t>o</a:t>
            </a:r>
            <a:r>
              <a:rPr sz="2200" dirty="0">
                <a:latin typeface="Times New Roman"/>
                <a:cs typeface="Times New Roman"/>
              </a:rPr>
              <a:t>f a</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dirty="0">
                <a:latin typeface="Times New Roman"/>
                <a:cs typeface="Times New Roman"/>
              </a:rPr>
              <a:t>o</a:t>
            </a:r>
            <a:r>
              <a:rPr sz="2200" spc="9" dirty="0">
                <a:latin typeface="Times New Roman"/>
                <a:cs typeface="Times New Roman"/>
              </a:rPr>
              <a:t>u</a:t>
            </a:r>
            <a:r>
              <a:rPr sz="2200" dirty="0">
                <a:latin typeface="Times New Roman"/>
                <a:cs typeface="Times New Roman"/>
              </a:rPr>
              <a:t>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dirty="0">
                <a:latin typeface="Times New Roman"/>
                <a:cs typeface="Times New Roman"/>
              </a:rPr>
              <a:t>rmi</a:t>
            </a:r>
            <a:r>
              <a:rPr sz="2200" spc="4" dirty="0">
                <a:latin typeface="Times New Roman"/>
                <a:cs typeface="Times New Roman"/>
              </a:rPr>
              <a:t>n</a:t>
            </a:r>
            <a:r>
              <a:rPr sz="2200" spc="-4" dirty="0">
                <a:latin typeface="Times New Roman"/>
                <a:cs typeface="Times New Roman"/>
              </a:rPr>
              <a:t>e</a:t>
            </a:r>
            <a:r>
              <a:rPr sz="2200" dirty="0">
                <a:latin typeface="Times New Roman"/>
                <a:cs typeface="Times New Roman"/>
              </a:rPr>
              <a:t>d </a:t>
            </a:r>
            <a:r>
              <a:rPr sz="2200" spc="9" dirty="0">
                <a:latin typeface="Times New Roman"/>
                <a:cs typeface="Times New Roman"/>
              </a:rPr>
              <a:t>b</a:t>
            </a:r>
            <a:r>
              <a:rPr sz="2200" dirty="0">
                <a:latin typeface="Times New Roman"/>
                <a:cs typeface="Times New Roman"/>
              </a:rPr>
              <a:t>y </a:t>
            </a:r>
            <a:endParaRPr sz="2200">
              <a:latin typeface="Times New Roman"/>
              <a:cs typeface="Times New Roman"/>
            </a:endParaRPr>
          </a:p>
          <a:p>
            <a:pPr marL="12700">
              <a:lnSpc>
                <a:spcPts val="2529"/>
              </a:lnSpc>
            </a:pP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ethod</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spc="9" dirty="0">
                <a:latin typeface="Times New Roman"/>
                <a:cs typeface="Times New Roman"/>
              </a:rPr>
              <a:t>h</a:t>
            </a:r>
            <a:r>
              <a:rPr sz="2200" dirty="0">
                <a:latin typeface="Times New Roman"/>
                <a:cs typeface="Times New Roman"/>
              </a:rPr>
              <a:t>i</a:t>
            </a:r>
            <a:r>
              <a:rPr sz="2200" spc="-9" dirty="0">
                <a:latin typeface="Times New Roman"/>
                <a:cs typeface="Times New Roman"/>
              </a:rPr>
              <a:t>c</a:t>
            </a:r>
            <a:r>
              <a:rPr sz="2200" dirty="0">
                <a:latin typeface="Times New Roman"/>
                <a:cs typeface="Times New Roman"/>
              </a:rPr>
              <a:t>h</a:t>
            </a:r>
            <a:r>
              <a:rPr sz="2200" spc="9" dirty="0">
                <a:latin typeface="Times New Roman"/>
                <a:cs typeface="Times New Roman"/>
              </a:rPr>
              <a:t> </a:t>
            </a:r>
            <a:r>
              <a:rPr sz="2200" dirty="0">
                <a:latin typeface="Times New Roman"/>
                <a:cs typeface="Times New Roman"/>
              </a:rPr>
              <a:t>the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urce</a:t>
            </a:r>
            <a:r>
              <a:rPr sz="2200" spc="-4" dirty="0">
                <a:latin typeface="Times New Roman"/>
                <a:cs typeface="Times New Roman"/>
              </a:rPr>
              <a:t> </a:t>
            </a:r>
            <a:r>
              <a:rPr sz="2200" dirty="0">
                <a:latin typeface="Times New Roman"/>
                <a:cs typeface="Times New Roman"/>
              </a:rPr>
              <a:t>is 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in</a:t>
            </a:r>
            <a:r>
              <a:rPr sz="2200" spc="4" dirty="0">
                <a:latin typeface="Times New Roman"/>
                <a:cs typeface="Times New Roman"/>
              </a:rPr>
              <a:t>g</a:t>
            </a:r>
            <a:r>
              <a:rPr sz="2200" dirty="0">
                <a:latin typeface="Times New Roman"/>
                <a:cs typeface="Times New Roman"/>
              </a:rPr>
              <a:t>.</a:t>
            </a:r>
            <a:endParaRPr sz="2200">
              <a:latin typeface="Times New Roman"/>
              <a:cs typeface="Times New Roman"/>
            </a:endParaRPr>
          </a:p>
        </p:txBody>
      </p:sp>
    </p:spTree>
    <p:extLst>
      <p:ext uri="{BB962C8B-B14F-4D97-AF65-F5344CB8AC3E}">
        <p14:creationId xmlns:p14="http://schemas.microsoft.com/office/powerpoint/2010/main" val="4042997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0" name="object 10"/>
          <p:cNvSpPr txBox="1"/>
          <p:nvPr/>
        </p:nvSpPr>
        <p:spPr>
          <a:xfrm>
            <a:off x="2058671" y="402993"/>
            <a:ext cx="187020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a:t>
            </a:r>
            <a:endParaRPr sz="3600">
              <a:latin typeface="Times New Roman"/>
              <a:cs typeface="Times New Roman"/>
            </a:endParaRPr>
          </a:p>
        </p:txBody>
      </p:sp>
      <p:sp>
        <p:nvSpPr>
          <p:cNvPr id="9" name="object 9"/>
          <p:cNvSpPr txBox="1"/>
          <p:nvPr/>
        </p:nvSpPr>
        <p:spPr>
          <a:xfrm>
            <a:off x="3949192" y="402993"/>
            <a:ext cx="448591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487544"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C</a:t>
            </a:r>
            <a:r>
              <a:rPr sz="2200" spc="9" dirty="0">
                <a:latin typeface="Times New Roman"/>
                <a:cs typeface="Times New Roman"/>
                <a:hlinkClick r:id="rId2"/>
              </a:rPr>
              <a:t>o</a:t>
            </a:r>
            <a:r>
              <a:rPr sz="2200" dirty="0">
                <a:latin typeface="Times New Roman"/>
                <a:cs typeface="Times New Roman"/>
                <a:hlinkClick r:id="rId2"/>
              </a:rPr>
              <a:t>n</a:t>
            </a:r>
            <a:r>
              <a:rPr sz="2200" spc="-4" dirty="0">
                <a:latin typeface="Times New Roman"/>
                <a:cs typeface="Times New Roman"/>
                <a:hlinkClick r:id="rId2"/>
              </a:rPr>
              <a:t>s</a:t>
            </a:r>
            <a:r>
              <a:rPr sz="2200" spc="9" dirty="0">
                <a:latin typeface="Times New Roman"/>
                <a:cs typeface="Times New Roman"/>
                <a:hlinkClick r:id="rId2"/>
              </a:rPr>
              <a:t>u</a:t>
            </a:r>
            <a:r>
              <a:rPr sz="2200" spc="-9" dirty="0">
                <a:latin typeface="Times New Roman"/>
                <a:cs typeface="Times New Roman"/>
                <a:hlinkClick r:id="rId2"/>
              </a:rPr>
              <a:t>m</a:t>
            </a:r>
            <a:r>
              <a:rPr sz="2200" spc="-4" dirty="0">
                <a:latin typeface="Times New Roman"/>
                <a:cs typeface="Times New Roman"/>
                <a:hlinkClick r:id="rId2"/>
              </a:rPr>
              <a:t>e</a:t>
            </a:r>
            <a:r>
              <a:rPr sz="2200" dirty="0">
                <a:latin typeface="Times New Roman"/>
                <a:cs typeface="Times New Roman"/>
                <a:hlinkClick r:id="rId2"/>
              </a:rPr>
              <a:t>s</a:t>
            </a:r>
            <a:endParaRPr sz="2200">
              <a:latin typeface="Times New Roman"/>
              <a:cs typeface="Times New Roman"/>
            </a:endParaRPr>
          </a:p>
        </p:txBody>
      </p:sp>
      <p:sp>
        <p:nvSpPr>
          <p:cNvPr id="7" name="object 7"/>
          <p:cNvSpPr txBox="1"/>
          <p:nvPr/>
        </p:nvSpPr>
        <p:spPr>
          <a:xfrm>
            <a:off x="3977640" y="1540169"/>
            <a:ext cx="5843634" cy="1120139"/>
          </a:xfrm>
          <a:prstGeom prst="rect">
            <a:avLst/>
          </a:prstGeom>
        </p:spPr>
        <p:txBody>
          <a:bodyPr wrap="square" lIns="0" tIns="0" rIns="0" bIns="0" rtlCol="0">
            <a:noAutofit/>
          </a:bodyPr>
          <a:lstStyle/>
          <a:p>
            <a:pPr marL="12700">
              <a:lnSpc>
                <a:spcPts val="2140"/>
              </a:lnSpc>
              <a:spcBef>
                <a:spcPts val="277"/>
              </a:spcBef>
            </a:pPr>
            <a:r>
              <a:rPr sz="2200" spc="-4"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29" dirty="0">
                <a:latin typeface="Times New Roman"/>
                <a:cs typeface="Times New Roman"/>
              </a:rPr>
              <a:t> </a:t>
            </a:r>
            <a:r>
              <a:rPr sz="2200" spc="-5" dirty="0">
                <a:latin typeface="Times New Roman"/>
                <a:cs typeface="Times New Roman"/>
                <a:hlinkClick r:id="rId2"/>
              </a:rPr>
              <a:t>@</a:t>
            </a:r>
            <a:r>
              <a:rPr sz="2200" spc="-11" dirty="0">
                <a:latin typeface="Times New Roman"/>
                <a:cs typeface="Times New Roman"/>
                <a:hlinkClick r:id="rId2"/>
              </a:rPr>
              <a:t>C</a:t>
            </a:r>
            <a:r>
              <a:rPr sz="2200" spc="5" dirty="0">
                <a:latin typeface="Times New Roman"/>
                <a:cs typeface="Times New Roman"/>
                <a:hlinkClick r:id="rId2"/>
              </a:rPr>
              <a:t>o</a:t>
            </a:r>
            <a:r>
              <a:rPr sz="2200" spc="-5" dirty="0">
                <a:latin typeface="Times New Roman"/>
                <a:cs typeface="Times New Roman"/>
                <a:hlinkClick r:id="rId2"/>
              </a:rPr>
              <a:t>n</a:t>
            </a:r>
            <a:r>
              <a:rPr sz="2200" dirty="0">
                <a:latin typeface="Times New Roman"/>
                <a:cs typeface="Times New Roman"/>
                <a:hlinkClick r:id="rId2"/>
              </a:rPr>
              <a:t>s</a:t>
            </a:r>
            <a:r>
              <a:rPr sz="2200" spc="5" dirty="0">
                <a:latin typeface="Times New Roman"/>
                <a:cs typeface="Times New Roman"/>
                <a:hlinkClick r:id="rId2"/>
              </a:rPr>
              <a:t>u</a:t>
            </a:r>
            <a:r>
              <a:rPr sz="2200" spc="-16" dirty="0">
                <a:latin typeface="Times New Roman"/>
                <a:cs typeface="Times New Roman"/>
                <a:hlinkClick r:id="rId2"/>
              </a:rPr>
              <a:t>m</a:t>
            </a:r>
            <a:r>
              <a:rPr sz="2200" spc="-5" dirty="0">
                <a:latin typeface="Times New Roman"/>
                <a:cs typeface="Times New Roman"/>
                <a:hlinkClick r:id="rId2"/>
              </a:rPr>
              <a:t>e</a:t>
            </a:r>
            <a:r>
              <a:rPr sz="2200" dirty="0">
                <a:latin typeface="Times New Roman"/>
                <a:cs typeface="Times New Roman"/>
                <a:hlinkClick r:id="rId2"/>
              </a:rPr>
              <a:t>s</a:t>
            </a:r>
            <a:r>
              <a:rPr sz="2200" spc="64" dirty="0">
                <a:latin typeface="Times New Roman"/>
                <a:cs typeface="Times New Roman"/>
              </a:rPr>
              <a:t> </a:t>
            </a:r>
            <a:r>
              <a:rPr sz="2200" spc="-4" dirty="0">
                <a:latin typeface="Times New Roman"/>
                <a:cs typeface="Times New Roman"/>
              </a:rPr>
              <a:t>a</a:t>
            </a:r>
            <a:r>
              <a:rPr sz="2200" spc="4" dirty="0">
                <a:latin typeface="Times New Roman"/>
                <a:cs typeface="Times New Roman"/>
              </a:rPr>
              <a:t>n</a:t>
            </a:r>
            <a:r>
              <a:rPr sz="2200" spc="-4" dirty="0">
                <a:latin typeface="Times New Roman"/>
                <a:cs typeface="Times New Roman"/>
              </a:rPr>
              <a:t>n</a:t>
            </a:r>
            <a:r>
              <a:rPr sz="2200" spc="4" dirty="0">
                <a:latin typeface="Times New Roman"/>
                <a:cs typeface="Times New Roman"/>
              </a:rPr>
              <a:t>o</a:t>
            </a:r>
            <a:r>
              <a:rPr sz="2200" dirty="0">
                <a:latin typeface="Times New Roman"/>
                <a:cs typeface="Times New Roman"/>
              </a:rPr>
              <a:t>t</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spc="-4" dirty="0">
                <a:latin typeface="Times New Roman"/>
                <a:cs typeface="Times New Roman"/>
              </a:rPr>
              <a:t>o</a:t>
            </a:r>
            <a:r>
              <a:rPr sz="2200" dirty="0">
                <a:latin typeface="Times New Roman"/>
                <a:cs typeface="Times New Roman"/>
              </a:rPr>
              <a:t>n</a:t>
            </a:r>
            <a:r>
              <a:rPr sz="2200" spc="64" dirty="0">
                <a:latin typeface="Times New Roman"/>
                <a:cs typeface="Times New Roman"/>
              </a:rPr>
              <a:t> </a:t>
            </a:r>
            <a:r>
              <a:rPr sz="2200" dirty="0">
                <a:latin typeface="Times New Roman"/>
                <a:cs typeface="Times New Roman"/>
              </a:rPr>
              <a:t>is</a:t>
            </a:r>
            <a:r>
              <a:rPr sz="2200" spc="177" dirty="0">
                <a:latin typeface="Times New Roman"/>
                <a:cs typeface="Times New Roman"/>
              </a:rPr>
              <a:t> </a:t>
            </a:r>
            <a:r>
              <a:rPr sz="2200" spc="5" dirty="0">
                <a:latin typeface="Times New Roman"/>
                <a:cs typeface="Times New Roman"/>
              </a:rPr>
              <a:t>u</a:t>
            </a:r>
            <a:r>
              <a:rPr sz="2200" dirty="0">
                <a:latin typeface="Times New Roman"/>
                <a:cs typeface="Times New Roman"/>
              </a:rPr>
              <a:t>s</a:t>
            </a:r>
            <a:r>
              <a:rPr sz="2200" spc="5" dirty="0">
                <a:latin typeface="Times New Roman"/>
                <a:cs typeface="Times New Roman"/>
              </a:rPr>
              <a:t>e</a:t>
            </a:r>
            <a:r>
              <a:rPr sz="2200" dirty="0">
                <a:latin typeface="Times New Roman"/>
                <a:cs typeface="Times New Roman"/>
              </a:rPr>
              <a:t>d</a:t>
            </a:r>
            <a:r>
              <a:rPr sz="2200" spc="-7"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s</a:t>
            </a:r>
            <a:r>
              <a:rPr sz="2200" spc="4" dirty="0">
                <a:latin typeface="Times New Roman"/>
                <a:cs typeface="Times New Roman"/>
              </a:rPr>
              <a:t>p</a:t>
            </a:r>
            <a:r>
              <a:rPr sz="2200" spc="-4" dirty="0">
                <a:latin typeface="Times New Roman"/>
                <a:cs typeface="Times New Roman"/>
              </a:rPr>
              <a:t>e</a:t>
            </a:r>
            <a:r>
              <a:rPr sz="2200" spc="9" dirty="0">
                <a:latin typeface="Times New Roman"/>
                <a:cs typeface="Times New Roman"/>
              </a:rPr>
              <a:t>c</a:t>
            </a:r>
            <a:r>
              <a:rPr sz="2200" dirty="0">
                <a:latin typeface="Times New Roman"/>
                <a:cs typeface="Times New Roman"/>
              </a:rPr>
              <a:t>ify the</a:t>
            </a:r>
            <a:r>
              <a:rPr sz="2200" spc="418" dirty="0">
                <a:latin typeface="Times New Roman"/>
                <a:cs typeface="Times New Roman"/>
              </a:rPr>
              <a:t> </a:t>
            </a:r>
            <a:r>
              <a:rPr sz="2200" dirty="0">
                <a:latin typeface="Times New Roman"/>
                <a:cs typeface="Times New Roman"/>
              </a:rPr>
              <a:t>MI</a:t>
            </a:r>
            <a:r>
              <a:rPr sz="2200" spc="-14" dirty="0">
                <a:latin typeface="Times New Roman"/>
                <a:cs typeface="Times New Roman"/>
              </a:rPr>
              <a:t>M</a:t>
            </a:r>
            <a:r>
              <a:rPr sz="2200" dirty="0">
                <a:latin typeface="Times New Roman"/>
                <a:cs typeface="Times New Roman"/>
              </a:rPr>
              <a:t>E</a:t>
            </a:r>
            <a:r>
              <a:rPr sz="2200" spc="100" dirty="0">
                <a:latin typeface="Times New Roman"/>
                <a:cs typeface="Times New Roman"/>
              </a:rPr>
              <a:t> </a:t>
            </a:r>
            <a:r>
              <a:rPr sz="2200" spc="-14" dirty="0">
                <a:latin typeface="Times New Roman"/>
                <a:cs typeface="Times New Roman"/>
              </a:rPr>
              <a:t>m</a:t>
            </a:r>
            <a:r>
              <a:rPr sz="2200" spc="4" dirty="0">
                <a:latin typeface="Times New Roman"/>
                <a:cs typeface="Times New Roman"/>
              </a:rPr>
              <a:t>e</a:t>
            </a:r>
            <a:r>
              <a:rPr sz="2200" spc="-4" dirty="0">
                <a:latin typeface="Times New Roman"/>
                <a:cs typeface="Times New Roman"/>
              </a:rPr>
              <a:t>d</a:t>
            </a:r>
            <a:r>
              <a:rPr sz="2200" dirty="0">
                <a:latin typeface="Times New Roman"/>
                <a:cs typeface="Times New Roman"/>
              </a:rPr>
              <a:t>ia </a:t>
            </a:r>
            <a:r>
              <a:rPr sz="2200" spc="125" dirty="0">
                <a:latin typeface="Times New Roman"/>
                <a:cs typeface="Times New Roman"/>
              </a:rPr>
              <a:t> </a:t>
            </a:r>
            <a:r>
              <a:rPr sz="2200" dirty="0">
                <a:latin typeface="Times New Roman"/>
                <a:cs typeface="Times New Roman"/>
              </a:rPr>
              <a:t>typ</a:t>
            </a:r>
            <a:r>
              <a:rPr sz="2200" spc="-5" dirty="0">
                <a:latin typeface="Times New Roman"/>
                <a:cs typeface="Times New Roman"/>
              </a:rPr>
              <a:t>e</a:t>
            </a:r>
            <a:r>
              <a:rPr sz="2200" dirty="0">
                <a:latin typeface="Times New Roman"/>
                <a:cs typeface="Times New Roman"/>
              </a:rPr>
              <a:t>s</a:t>
            </a:r>
            <a:r>
              <a:rPr sz="2200" spc="43" dirty="0">
                <a:latin typeface="Times New Roman"/>
                <a:cs typeface="Times New Roman"/>
              </a:rPr>
              <a:t> </a:t>
            </a:r>
            <a:r>
              <a:rPr sz="2200" spc="-4" dirty="0">
                <a:latin typeface="Times New Roman"/>
                <a:cs typeface="Times New Roman"/>
              </a:rPr>
              <a:t>o</a:t>
            </a:r>
            <a:r>
              <a:rPr sz="2200" dirty="0">
                <a:latin typeface="Times New Roman"/>
                <a:cs typeface="Times New Roman"/>
              </a:rPr>
              <a:t>f</a:t>
            </a:r>
            <a:r>
              <a:rPr sz="2200" spc="85" dirty="0">
                <a:latin typeface="Times New Roman"/>
                <a:cs typeface="Times New Roman"/>
              </a:rPr>
              <a:t> </a:t>
            </a:r>
            <a:r>
              <a:rPr sz="2200" dirty="0">
                <a:latin typeface="Times New Roman"/>
                <a:cs typeface="Times New Roman"/>
              </a:rPr>
              <a:t>r</a:t>
            </a:r>
            <a:r>
              <a:rPr sz="2200" spc="-5" dirty="0">
                <a:latin typeface="Times New Roman"/>
                <a:cs typeface="Times New Roman"/>
              </a:rPr>
              <a:t>e</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e</a:t>
            </a:r>
            <a:r>
              <a:rPr sz="2200" spc="11" dirty="0">
                <a:latin typeface="Times New Roman"/>
                <a:cs typeface="Times New Roman"/>
              </a:rPr>
              <a:t>s</a:t>
            </a:r>
            <a:r>
              <a:rPr sz="2200" spc="-5" dirty="0">
                <a:latin typeface="Times New Roman"/>
                <a:cs typeface="Times New Roman"/>
              </a:rPr>
              <a:t>en</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a:t>
            </a:r>
            <a:r>
              <a:rPr sz="2200" spc="-5" dirty="0">
                <a:latin typeface="Times New Roman"/>
                <a:cs typeface="Times New Roman"/>
              </a:rPr>
              <a:t>n</a:t>
            </a:r>
            <a:r>
              <a:rPr sz="2200" dirty="0">
                <a:latin typeface="Times New Roman"/>
                <a:cs typeface="Times New Roman"/>
              </a:rPr>
              <a:t>s</a:t>
            </a:r>
            <a:r>
              <a:rPr sz="2200" spc="87" dirty="0">
                <a:latin typeface="Times New Roman"/>
                <a:cs typeface="Times New Roman"/>
              </a:rPr>
              <a:t> </a:t>
            </a:r>
            <a:r>
              <a:rPr sz="2200" dirty="0">
                <a:latin typeface="Times New Roman"/>
                <a:cs typeface="Times New Roman"/>
              </a:rPr>
              <a:t>a r</a:t>
            </a:r>
            <a:r>
              <a:rPr sz="2200" spc="5" dirty="0">
                <a:latin typeface="Times New Roman"/>
                <a:cs typeface="Times New Roman"/>
              </a:rPr>
              <a:t>e</a:t>
            </a:r>
            <a:r>
              <a:rPr sz="2200" dirty="0">
                <a:latin typeface="Times New Roman"/>
                <a:cs typeface="Times New Roman"/>
              </a:rPr>
              <a:t>s</a:t>
            </a:r>
            <a:r>
              <a:rPr sz="2200" spc="-5" dirty="0">
                <a:latin typeface="Times New Roman"/>
                <a:cs typeface="Times New Roman"/>
              </a:rPr>
              <a:t>o</a:t>
            </a:r>
            <a:r>
              <a:rPr sz="2200" spc="5" dirty="0">
                <a:latin typeface="Times New Roman"/>
                <a:cs typeface="Times New Roman"/>
              </a:rPr>
              <a:t>u</a:t>
            </a:r>
            <a:r>
              <a:rPr sz="2200" dirty="0">
                <a:latin typeface="Times New Roman"/>
                <a:cs typeface="Times New Roman"/>
              </a:rPr>
              <a:t>rce</a:t>
            </a:r>
            <a:r>
              <a:rPr sz="2200" spc="31" dirty="0">
                <a:latin typeface="Times New Roman"/>
                <a:cs typeface="Times New Roman"/>
              </a:rPr>
              <a:t> </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n</a:t>
            </a:r>
            <a:r>
              <a:rPr sz="2200" spc="546" dirty="0">
                <a:latin typeface="Times New Roman"/>
                <a:cs typeface="Times New Roman"/>
              </a:rPr>
              <a:t> </a:t>
            </a:r>
            <a:r>
              <a:rPr sz="2200" spc="11" dirty="0">
                <a:latin typeface="Times New Roman"/>
                <a:cs typeface="Times New Roman"/>
              </a:rPr>
              <a:t>c</a:t>
            </a:r>
            <a:r>
              <a:rPr sz="2200" spc="-5" dirty="0">
                <a:latin typeface="Times New Roman"/>
                <a:cs typeface="Times New Roman"/>
              </a:rPr>
              <a:t>o</a:t>
            </a:r>
            <a:r>
              <a:rPr sz="2200" spc="5" dirty="0">
                <a:latin typeface="Times New Roman"/>
                <a:cs typeface="Times New Roman"/>
              </a:rPr>
              <a:t>n</a:t>
            </a:r>
            <a:r>
              <a:rPr sz="2200" dirty="0">
                <a:latin typeface="Times New Roman"/>
                <a:cs typeface="Times New Roman"/>
              </a:rPr>
              <a:t>s</a:t>
            </a:r>
            <a:r>
              <a:rPr sz="2200" spc="-5" dirty="0">
                <a:latin typeface="Times New Roman"/>
                <a:cs typeface="Times New Roman"/>
              </a:rPr>
              <a:t>u</a:t>
            </a:r>
            <a:r>
              <a:rPr sz="2200" dirty="0">
                <a:latin typeface="Times New Roman"/>
                <a:cs typeface="Times New Roman"/>
              </a:rPr>
              <a:t>me</a:t>
            </a:r>
            <a:r>
              <a:rPr sz="2200" spc="41" dirty="0">
                <a:latin typeface="Times New Roman"/>
                <a:cs typeface="Times New Roman"/>
              </a:rPr>
              <a:t> </a:t>
            </a:r>
            <a:r>
              <a:rPr sz="2200" spc="4" dirty="0">
                <a:latin typeface="Times New Roman"/>
                <a:cs typeface="Times New Roman"/>
              </a:rPr>
              <a:t>t</a:t>
            </a:r>
            <a:r>
              <a:rPr sz="2200" spc="-4" dirty="0">
                <a:latin typeface="Times New Roman"/>
                <a:cs typeface="Times New Roman"/>
              </a:rPr>
              <a:t>ha</a:t>
            </a:r>
            <a:r>
              <a:rPr sz="2200" dirty="0">
                <a:latin typeface="Times New Roman"/>
                <a:cs typeface="Times New Roman"/>
              </a:rPr>
              <a:t>t</a:t>
            </a:r>
            <a:r>
              <a:rPr sz="2200" spc="429" dirty="0">
                <a:latin typeface="Times New Roman"/>
                <a:cs typeface="Times New Roman"/>
              </a:rPr>
              <a:t> </a:t>
            </a:r>
            <a:r>
              <a:rPr sz="2200" spc="-9" dirty="0">
                <a:latin typeface="Times New Roman"/>
                <a:cs typeface="Times New Roman"/>
              </a:rPr>
              <a:t>w</a:t>
            </a:r>
            <a:r>
              <a:rPr sz="2200" spc="4" dirty="0">
                <a:latin typeface="Times New Roman"/>
                <a:cs typeface="Times New Roman"/>
              </a:rPr>
              <a:t>e</a:t>
            </a:r>
            <a:r>
              <a:rPr sz="2200" dirty="0">
                <a:latin typeface="Times New Roman"/>
                <a:cs typeface="Times New Roman"/>
              </a:rPr>
              <a:t>re</a:t>
            </a:r>
            <a:r>
              <a:rPr sz="2200" spc="542" dirty="0">
                <a:latin typeface="Times New Roman"/>
                <a:cs typeface="Times New Roman"/>
              </a:rPr>
              <a:t> </a:t>
            </a:r>
            <a:r>
              <a:rPr sz="2200" spc="11" dirty="0">
                <a:latin typeface="Times New Roman"/>
                <a:cs typeface="Times New Roman"/>
              </a:rPr>
              <a:t>s</a:t>
            </a:r>
            <a:r>
              <a:rPr sz="2200" spc="-5" dirty="0">
                <a:latin typeface="Times New Roman"/>
                <a:cs typeface="Times New Roman"/>
              </a:rPr>
              <a:t>e</a:t>
            </a:r>
            <a:r>
              <a:rPr sz="2200" spc="5" dirty="0">
                <a:latin typeface="Times New Roman"/>
                <a:cs typeface="Times New Roman"/>
              </a:rPr>
              <a:t>n</a:t>
            </a:r>
            <a:r>
              <a:rPr sz="2200" dirty="0">
                <a:latin typeface="Times New Roman"/>
                <a:cs typeface="Times New Roman"/>
              </a:rPr>
              <a:t>t</a:t>
            </a:r>
            <a:r>
              <a:rPr sz="2200" spc="-32" dirty="0">
                <a:latin typeface="Times New Roman"/>
                <a:cs typeface="Times New Roman"/>
              </a:rPr>
              <a:t> </a:t>
            </a:r>
            <a:r>
              <a:rPr sz="2200" spc="-4" dirty="0">
                <a:latin typeface="Times New Roman"/>
                <a:cs typeface="Times New Roman"/>
              </a:rPr>
              <a:t>b</a:t>
            </a:r>
            <a:r>
              <a:rPr sz="2200" dirty="0">
                <a:latin typeface="Times New Roman"/>
                <a:cs typeface="Times New Roman"/>
              </a:rPr>
              <a:t>y</a:t>
            </a:r>
            <a:r>
              <a:rPr sz="2200" spc="190" dirty="0">
                <a:latin typeface="Times New Roman"/>
                <a:cs typeface="Times New Roman"/>
              </a:rPr>
              <a:t> </a:t>
            </a:r>
            <a:r>
              <a:rPr sz="2200" dirty="0">
                <a:latin typeface="Times New Roman"/>
                <a:cs typeface="Times New Roman"/>
              </a:rPr>
              <a:t>the c</a:t>
            </a:r>
            <a:r>
              <a:rPr sz="2200" spc="9" dirty="0">
                <a:latin typeface="Times New Roman"/>
                <a:cs typeface="Times New Roman"/>
              </a:rPr>
              <a:t>l</a:t>
            </a:r>
            <a:r>
              <a:rPr sz="2200" dirty="0">
                <a:latin typeface="Times New Roman"/>
                <a:cs typeface="Times New Roman"/>
              </a:rPr>
              <a:t>i</a:t>
            </a:r>
            <a:r>
              <a:rPr sz="2200" spc="-4" dirty="0">
                <a:latin typeface="Times New Roman"/>
                <a:cs typeface="Times New Roman"/>
              </a:rPr>
              <a:t>e</a:t>
            </a:r>
            <a:r>
              <a:rPr sz="2200" spc="4" dirty="0">
                <a:latin typeface="Times New Roman"/>
                <a:cs typeface="Times New Roman"/>
              </a:rPr>
              <a:t>n</a:t>
            </a:r>
            <a:r>
              <a:rPr sz="2200" dirty="0">
                <a:latin typeface="Times New Roman"/>
                <a:cs typeface="Times New Roman"/>
              </a:rPr>
              <a:t>t.</a:t>
            </a:r>
            <a:endParaRPr sz="2200">
              <a:latin typeface="Times New Roman"/>
              <a:cs typeface="Times New Roman"/>
            </a:endParaRPr>
          </a:p>
        </p:txBody>
      </p:sp>
      <p:sp>
        <p:nvSpPr>
          <p:cNvPr id="6" name="object 6"/>
          <p:cNvSpPr txBox="1"/>
          <p:nvPr/>
        </p:nvSpPr>
        <p:spPr>
          <a:xfrm>
            <a:off x="2273300" y="4471328"/>
            <a:ext cx="1530248" cy="304800"/>
          </a:xfrm>
          <a:prstGeom prst="rect">
            <a:avLst/>
          </a:prstGeom>
        </p:spPr>
        <p:txBody>
          <a:bodyPr wrap="square" lIns="0" tIns="0" rIns="0" bIns="0" rtlCol="0">
            <a:noAutofit/>
          </a:bodyPr>
          <a:lstStyle/>
          <a:p>
            <a:pPr marL="12700">
              <a:lnSpc>
                <a:spcPts val="2360"/>
              </a:lnSpc>
              <a:spcBef>
                <a:spcPts val="118"/>
              </a:spcBef>
            </a:pPr>
            <a:r>
              <a:rPr sz="2200" spc="-4" dirty="0">
                <a:latin typeface="Times New Roman"/>
                <a:cs typeface="Times New Roman"/>
                <a:hlinkClick r:id="rId3"/>
              </a:rPr>
              <a:t>@P</a:t>
            </a:r>
            <a:r>
              <a:rPr sz="2200" dirty="0">
                <a:latin typeface="Times New Roman"/>
                <a:cs typeface="Times New Roman"/>
                <a:hlinkClick r:id="rId3"/>
              </a:rPr>
              <a:t>r</a:t>
            </a:r>
            <a:r>
              <a:rPr sz="2200" spc="4" dirty="0">
                <a:latin typeface="Times New Roman"/>
                <a:cs typeface="Times New Roman"/>
                <a:hlinkClick r:id="rId3"/>
              </a:rPr>
              <a:t>o</a:t>
            </a:r>
            <a:r>
              <a:rPr sz="2200" spc="-4" dirty="0">
                <a:latin typeface="Times New Roman"/>
                <a:cs typeface="Times New Roman"/>
                <a:hlinkClick r:id="rId3"/>
              </a:rPr>
              <a:t>d</a:t>
            </a:r>
            <a:r>
              <a:rPr sz="2200" spc="4" dirty="0">
                <a:latin typeface="Times New Roman"/>
                <a:cs typeface="Times New Roman"/>
                <a:hlinkClick r:id="rId3"/>
              </a:rPr>
              <a:t>u</a:t>
            </a:r>
            <a:r>
              <a:rPr sz="2200" dirty="0">
                <a:latin typeface="Times New Roman"/>
                <a:cs typeface="Times New Roman"/>
                <a:hlinkClick r:id="rId3"/>
              </a:rPr>
              <a:t>c</a:t>
            </a:r>
            <a:r>
              <a:rPr sz="2200" spc="-4" dirty="0">
                <a:latin typeface="Times New Roman"/>
                <a:cs typeface="Times New Roman"/>
                <a:hlinkClick r:id="rId3"/>
              </a:rPr>
              <a:t>e</a:t>
            </a:r>
            <a:r>
              <a:rPr sz="2200" dirty="0">
                <a:latin typeface="Times New Roman"/>
                <a:cs typeface="Times New Roman"/>
                <a:hlinkClick r:id="rId3"/>
              </a:rPr>
              <a:t>s</a:t>
            </a:r>
            <a:endParaRPr sz="2200">
              <a:latin typeface="Times New Roman"/>
              <a:cs typeface="Times New Roman"/>
            </a:endParaRPr>
          </a:p>
        </p:txBody>
      </p:sp>
      <p:sp>
        <p:nvSpPr>
          <p:cNvPr id="5" name="object 5"/>
          <p:cNvSpPr txBox="1"/>
          <p:nvPr/>
        </p:nvSpPr>
        <p:spPr>
          <a:xfrm>
            <a:off x="3977640" y="4471329"/>
            <a:ext cx="5690476" cy="1120139"/>
          </a:xfrm>
          <a:prstGeom prst="rect">
            <a:avLst/>
          </a:prstGeom>
        </p:spPr>
        <p:txBody>
          <a:bodyPr wrap="square" lIns="0" tIns="0" rIns="0" bIns="0" rtlCol="0">
            <a:noAutofit/>
          </a:bodyPr>
          <a:lstStyle/>
          <a:p>
            <a:pPr marL="12700">
              <a:lnSpc>
                <a:spcPts val="2140"/>
              </a:lnSpc>
              <a:spcBef>
                <a:spcPts val="277"/>
              </a:spcBef>
            </a:pPr>
            <a:r>
              <a:rPr sz="2200" spc="-4"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29" dirty="0">
                <a:latin typeface="Times New Roman"/>
                <a:cs typeface="Times New Roman"/>
              </a:rPr>
              <a:t> </a:t>
            </a:r>
            <a:r>
              <a:rPr sz="2200" spc="-5" dirty="0">
                <a:latin typeface="Times New Roman"/>
                <a:cs typeface="Times New Roman"/>
                <a:hlinkClick r:id="rId3"/>
              </a:rPr>
              <a:t>@P</a:t>
            </a:r>
            <a:r>
              <a:rPr sz="2200" dirty="0">
                <a:latin typeface="Times New Roman"/>
                <a:cs typeface="Times New Roman"/>
                <a:hlinkClick r:id="rId3"/>
              </a:rPr>
              <a:t>r</a:t>
            </a:r>
            <a:r>
              <a:rPr sz="2200" spc="5" dirty="0">
                <a:latin typeface="Times New Roman"/>
                <a:cs typeface="Times New Roman"/>
                <a:hlinkClick r:id="rId3"/>
              </a:rPr>
              <a:t>o</a:t>
            </a:r>
            <a:r>
              <a:rPr sz="2200" spc="-5" dirty="0">
                <a:latin typeface="Times New Roman"/>
                <a:cs typeface="Times New Roman"/>
                <a:hlinkClick r:id="rId3"/>
              </a:rPr>
              <a:t>du</a:t>
            </a:r>
            <a:r>
              <a:rPr sz="2200" spc="11" dirty="0">
                <a:latin typeface="Times New Roman"/>
                <a:cs typeface="Times New Roman"/>
                <a:hlinkClick r:id="rId3"/>
              </a:rPr>
              <a:t>c</a:t>
            </a:r>
            <a:r>
              <a:rPr sz="2200" spc="-5" dirty="0">
                <a:latin typeface="Times New Roman"/>
                <a:cs typeface="Times New Roman"/>
                <a:hlinkClick r:id="rId3"/>
              </a:rPr>
              <a:t>e</a:t>
            </a:r>
            <a:r>
              <a:rPr sz="2200" dirty="0">
                <a:latin typeface="Times New Roman"/>
                <a:cs typeface="Times New Roman"/>
                <a:hlinkClick r:id="rId3"/>
              </a:rPr>
              <a:t>s</a:t>
            </a:r>
            <a:r>
              <a:rPr sz="2200" spc="299" dirty="0">
                <a:latin typeface="Times New Roman"/>
                <a:cs typeface="Times New Roman"/>
              </a:rPr>
              <a:t> </a:t>
            </a:r>
            <a:r>
              <a:rPr sz="2200" spc="-5" dirty="0">
                <a:latin typeface="Times New Roman"/>
                <a:cs typeface="Times New Roman"/>
              </a:rPr>
              <a:t>a</a:t>
            </a:r>
            <a:r>
              <a:rPr sz="2200" spc="5" dirty="0">
                <a:latin typeface="Times New Roman"/>
                <a:cs typeface="Times New Roman"/>
              </a:rPr>
              <a:t>n</a:t>
            </a:r>
            <a:r>
              <a:rPr sz="2200" spc="-5" dirty="0">
                <a:latin typeface="Times New Roman"/>
                <a:cs typeface="Times New Roman"/>
              </a:rPr>
              <a:t>no</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tion</a:t>
            </a:r>
            <a:r>
              <a:rPr sz="2200" spc="-43" dirty="0">
                <a:latin typeface="Times New Roman"/>
                <a:cs typeface="Times New Roman"/>
              </a:rPr>
              <a:t> </a:t>
            </a:r>
            <a:r>
              <a:rPr sz="2200" dirty="0">
                <a:latin typeface="Times New Roman"/>
                <a:cs typeface="Times New Roman"/>
              </a:rPr>
              <a:t>is</a:t>
            </a:r>
            <a:r>
              <a:rPr sz="2200" spc="177" dirty="0">
                <a:latin typeface="Times New Roman"/>
                <a:cs typeface="Times New Roman"/>
              </a:rPr>
              <a:t> </a:t>
            </a:r>
            <a:r>
              <a:rPr sz="2200" spc="5" dirty="0">
                <a:latin typeface="Times New Roman"/>
                <a:cs typeface="Times New Roman"/>
              </a:rPr>
              <a:t>u</a:t>
            </a:r>
            <a:r>
              <a:rPr sz="2200" dirty="0">
                <a:latin typeface="Times New Roman"/>
                <a:cs typeface="Times New Roman"/>
              </a:rPr>
              <a:t>s</a:t>
            </a:r>
            <a:r>
              <a:rPr sz="2200" spc="5" dirty="0">
                <a:latin typeface="Times New Roman"/>
                <a:cs typeface="Times New Roman"/>
              </a:rPr>
              <a:t>e</a:t>
            </a:r>
            <a:r>
              <a:rPr sz="2200" dirty="0">
                <a:latin typeface="Times New Roman"/>
                <a:cs typeface="Times New Roman"/>
              </a:rPr>
              <a:t>d</a:t>
            </a:r>
            <a:r>
              <a:rPr sz="2200" spc="-7"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s</a:t>
            </a:r>
            <a:r>
              <a:rPr sz="2200" spc="4" dirty="0">
                <a:latin typeface="Times New Roman"/>
                <a:cs typeface="Times New Roman"/>
              </a:rPr>
              <a:t>p</a:t>
            </a:r>
            <a:r>
              <a:rPr sz="2200" spc="-4" dirty="0">
                <a:latin typeface="Times New Roman"/>
                <a:cs typeface="Times New Roman"/>
              </a:rPr>
              <a:t>e</a:t>
            </a:r>
            <a:r>
              <a:rPr sz="2200" dirty="0">
                <a:latin typeface="Times New Roman"/>
                <a:cs typeface="Times New Roman"/>
              </a:rPr>
              <a:t>c</a:t>
            </a:r>
            <a:r>
              <a:rPr sz="2200" spc="9" dirty="0">
                <a:latin typeface="Times New Roman"/>
                <a:cs typeface="Times New Roman"/>
              </a:rPr>
              <a:t>i</a:t>
            </a:r>
            <a:r>
              <a:rPr sz="2200" dirty="0">
                <a:latin typeface="Times New Roman"/>
                <a:cs typeface="Times New Roman"/>
              </a:rPr>
              <a:t>fy the</a:t>
            </a:r>
            <a:r>
              <a:rPr sz="2200" spc="418" dirty="0">
                <a:latin typeface="Times New Roman"/>
                <a:cs typeface="Times New Roman"/>
              </a:rPr>
              <a:t> </a:t>
            </a:r>
            <a:r>
              <a:rPr sz="2200" dirty="0">
                <a:latin typeface="Times New Roman"/>
                <a:cs typeface="Times New Roman"/>
              </a:rPr>
              <a:t>MI</a:t>
            </a:r>
            <a:r>
              <a:rPr sz="2200" spc="-14" dirty="0">
                <a:latin typeface="Times New Roman"/>
                <a:cs typeface="Times New Roman"/>
              </a:rPr>
              <a:t>M</a:t>
            </a:r>
            <a:r>
              <a:rPr sz="2200" dirty="0">
                <a:latin typeface="Times New Roman"/>
                <a:cs typeface="Times New Roman"/>
              </a:rPr>
              <a:t>E</a:t>
            </a:r>
            <a:r>
              <a:rPr sz="2200" spc="100" dirty="0">
                <a:latin typeface="Times New Roman"/>
                <a:cs typeface="Times New Roman"/>
              </a:rPr>
              <a:t> </a:t>
            </a:r>
            <a:r>
              <a:rPr sz="2200" spc="-14" dirty="0">
                <a:latin typeface="Times New Roman"/>
                <a:cs typeface="Times New Roman"/>
              </a:rPr>
              <a:t>m</a:t>
            </a:r>
            <a:r>
              <a:rPr sz="2200" spc="4" dirty="0">
                <a:latin typeface="Times New Roman"/>
                <a:cs typeface="Times New Roman"/>
              </a:rPr>
              <a:t>e</a:t>
            </a:r>
            <a:r>
              <a:rPr sz="2200" spc="-4" dirty="0">
                <a:latin typeface="Times New Roman"/>
                <a:cs typeface="Times New Roman"/>
              </a:rPr>
              <a:t>d</a:t>
            </a:r>
            <a:r>
              <a:rPr sz="2200" dirty="0">
                <a:latin typeface="Times New Roman"/>
                <a:cs typeface="Times New Roman"/>
              </a:rPr>
              <a:t>ia </a:t>
            </a:r>
            <a:r>
              <a:rPr sz="2200" spc="125" dirty="0">
                <a:latin typeface="Times New Roman"/>
                <a:cs typeface="Times New Roman"/>
              </a:rPr>
              <a:t> </a:t>
            </a:r>
            <a:r>
              <a:rPr sz="2200" dirty="0">
                <a:latin typeface="Times New Roman"/>
                <a:cs typeface="Times New Roman"/>
              </a:rPr>
              <a:t>typ</a:t>
            </a:r>
            <a:r>
              <a:rPr sz="2200" spc="-5" dirty="0">
                <a:latin typeface="Times New Roman"/>
                <a:cs typeface="Times New Roman"/>
              </a:rPr>
              <a:t>e</a:t>
            </a:r>
            <a:r>
              <a:rPr sz="2200" dirty="0">
                <a:latin typeface="Times New Roman"/>
                <a:cs typeface="Times New Roman"/>
              </a:rPr>
              <a:t>s</a:t>
            </a:r>
            <a:r>
              <a:rPr sz="2200" spc="43" dirty="0">
                <a:latin typeface="Times New Roman"/>
                <a:cs typeface="Times New Roman"/>
              </a:rPr>
              <a:t> </a:t>
            </a:r>
            <a:r>
              <a:rPr sz="2200" spc="-4" dirty="0">
                <a:latin typeface="Times New Roman"/>
                <a:cs typeface="Times New Roman"/>
              </a:rPr>
              <a:t>o</a:t>
            </a:r>
            <a:r>
              <a:rPr sz="2200" dirty="0">
                <a:latin typeface="Times New Roman"/>
                <a:cs typeface="Times New Roman"/>
              </a:rPr>
              <a:t>f</a:t>
            </a:r>
            <a:r>
              <a:rPr sz="2200" spc="85" dirty="0">
                <a:latin typeface="Times New Roman"/>
                <a:cs typeface="Times New Roman"/>
              </a:rPr>
              <a:t> </a:t>
            </a:r>
            <a:r>
              <a:rPr sz="2200" dirty="0">
                <a:latin typeface="Times New Roman"/>
                <a:cs typeface="Times New Roman"/>
              </a:rPr>
              <a:t>r</a:t>
            </a:r>
            <a:r>
              <a:rPr sz="2200" spc="-5" dirty="0">
                <a:latin typeface="Times New Roman"/>
                <a:cs typeface="Times New Roman"/>
              </a:rPr>
              <a:t>e</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e</a:t>
            </a:r>
            <a:r>
              <a:rPr sz="2200" spc="11" dirty="0">
                <a:latin typeface="Times New Roman"/>
                <a:cs typeface="Times New Roman"/>
              </a:rPr>
              <a:t>s</a:t>
            </a:r>
            <a:r>
              <a:rPr sz="2200" spc="-5" dirty="0">
                <a:latin typeface="Times New Roman"/>
                <a:cs typeface="Times New Roman"/>
              </a:rPr>
              <a:t>en</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a:t>
            </a:r>
            <a:r>
              <a:rPr sz="2200" spc="-5" dirty="0">
                <a:latin typeface="Times New Roman"/>
                <a:cs typeface="Times New Roman"/>
              </a:rPr>
              <a:t>n</a:t>
            </a:r>
            <a:r>
              <a:rPr sz="2200" dirty="0">
                <a:latin typeface="Times New Roman"/>
                <a:cs typeface="Times New Roman"/>
              </a:rPr>
              <a:t>s</a:t>
            </a:r>
            <a:r>
              <a:rPr sz="2200" spc="87" dirty="0">
                <a:latin typeface="Times New Roman"/>
                <a:cs typeface="Times New Roman"/>
              </a:rPr>
              <a:t> </a:t>
            </a:r>
            <a:r>
              <a:rPr sz="2200" dirty="0">
                <a:latin typeface="Times New Roman"/>
                <a:cs typeface="Times New Roman"/>
              </a:rPr>
              <a:t>a r</a:t>
            </a:r>
            <a:r>
              <a:rPr sz="2200" spc="5" dirty="0">
                <a:latin typeface="Times New Roman"/>
                <a:cs typeface="Times New Roman"/>
              </a:rPr>
              <a:t>e</a:t>
            </a:r>
            <a:r>
              <a:rPr sz="2200" dirty="0">
                <a:latin typeface="Times New Roman"/>
                <a:cs typeface="Times New Roman"/>
              </a:rPr>
              <a:t>s</a:t>
            </a:r>
            <a:r>
              <a:rPr sz="2200" spc="-5" dirty="0">
                <a:latin typeface="Times New Roman"/>
                <a:cs typeface="Times New Roman"/>
              </a:rPr>
              <a:t>o</a:t>
            </a:r>
            <a:r>
              <a:rPr sz="2200" spc="5" dirty="0">
                <a:latin typeface="Times New Roman"/>
                <a:cs typeface="Times New Roman"/>
              </a:rPr>
              <a:t>u</a:t>
            </a:r>
            <a:r>
              <a:rPr sz="2200" dirty="0">
                <a:latin typeface="Times New Roman"/>
                <a:cs typeface="Times New Roman"/>
              </a:rPr>
              <a:t>rce</a:t>
            </a:r>
            <a:r>
              <a:rPr sz="2200" spc="31" dirty="0">
                <a:latin typeface="Times New Roman"/>
                <a:cs typeface="Times New Roman"/>
              </a:rPr>
              <a:t> </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n</a:t>
            </a:r>
            <a:r>
              <a:rPr sz="2200" spc="546" dirty="0">
                <a:latin typeface="Times New Roman"/>
                <a:cs typeface="Times New Roman"/>
              </a:rPr>
              <a:t> </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o</a:t>
            </a:r>
            <a:r>
              <a:rPr sz="2200" spc="5" dirty="0">
                <a:latin typeface="Times New Roman"/>
                <a:cs typeface="Times New Roman"/>
              </a:rPr>
              <a:t>d</a:t>
            </a:r>
            <a:r>
              <a:rPr sz="2200" spc="-5" dirty="0">
                <a:latin typeface="Times New Roman"/>
                <a:cs typeface="Times New Roman"/>
              </a:rPr>
              <a:t>u</a:t>
            </a:r>
            <a:r>
              <a:rPr sz="2200" spc="11" dirty="0">
                <a:latin typeface="Times New Roman"/>
                <a:cs typeface="Times New Roman"/>
              </a:rPr>
              <a:t>c</a:t>
            </a:r>
            <a:r>
              <a:rPr sz="2200" dirty="0">
                <a:latin typeface="Times New Roman"/>
                <a:cs typeface="Times New Roman"/>
              </a:rPr>
              <a:t>e</a:t>
            </a:r>
            <a:r>
              <a:rPr sz="2200" spc="58" dirty="0">
                <a:latin typeface="Times New Roman"/>
                <a:cs typeface="Times New Roman"/>
              </a:rPr>
              <a:t> </a:t>
            </a:r>
            <a:r>
              <a:rPr sz="2200" spc="4" dirty="0">
                <a:latin typeface="Times New Roman"/>
                <a:cs typeface="Times New Roman"/>
              </a:rPr>
              <a:t>a</a:t>
            </a:r>
            <a:r>
              <a:rPr sz="2200" spc="-4" dirty="0">
                <a:latin typeface="Times New Roman"/>
                <a:cs typeface="Times New Roman"/>
              </a:rPr>
              <a:t>n</a:t>
            </a:r>
            <a:r>
              <a:rPr sz="2200" dirty="0">
                <a:latin typeface="Times New Roman"/>
                <a:cs typeface="Times New Roman"/>
              </a:rPr>
              <a:t>d  s</a:t>
            </a:r>
            <a:r>
              <a:rPr sz="2200" spc="5" dirty="0">
                <a:latin typeface="Times New Roman"/>
                <a:cs typeface="Times New Roman"/>
              </a:rPr>
              <a:t>e</a:t>
            </a:r>
            <a:r>
              <a:rPr sz="2200" spc="-5" dirty="0">
                <a:latin typeface="Times New Roman"/>
                <a:cs typeface="Times New Roman"/>
              </a:rPr>
              <a:t>n</a:t>
            </a:r>
            <a:r>
              <a:rPr sz="2200" dirty="0">
                <a:latin typeface="Times New Roman"/>
                <a:cs typeface="Times New Roman"/>
              </a:rPr>
              <a:t>d</a:t>
            </a:r>
            <a:r>
              <a:rPr sz="2200" spc="-5" dirty="0">
                <a:latin typeface="Times New Roman"/>
                <a:cs typeface="Times New Roman"/>
              </a:rPr>
              <a:t> </a:t>
            </a:r>
            <a:r>
              <a:rPr sz="2200" spc="4" dirty="0">
                <a:latin typeface="Times New Roman"/>
                <a:cs typeface="Times New Roman"/>
              </a:rPr>
              <a:t>b</a:t>
            </a:r>
            <a:r>
              <a:rPr sz="2200" spc="-4" dirty="0">
                <a:latin typeface="Times New Roman"/>
                <a:cs typeface="Times New Roman"/>
              </a:rPr>
              <a:t>a</a:t>
            </a:r>
            <a:r>
              <a:rPr sz="2200" spc="9" dirty="0">
                <a:latin typeface="Times New Roman"/>
                <a:cs typeface="Times New Roman"/>
              </a:rPr>
              <a:t>c</a:t>
            </a:r>
            <a:r>
              <a:rPr sz="2200" dirty="0">
                <a:latin typeface="Times New Roman"/>
                <a:cs typeface="Times New Roman"/>
              </a:rPr>
              <a:t>k</a:t>
            </a:r>
            <a:r>
              <a:rPr sz="2200" spc="541"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the c</a:t>
            </a:r>
            <a:r>
              <a:rPr sz="2200" spc="9" dirty="0">
                <a:latin typeface="Times New Roman"/>
                <a:cs typeface="Times New Roman"/>
              </a:rPr>
              <a:t>l</a:t>
            </a:r>
            <a:r>
              <a:rPr sz="2200" dirty="0">
                <a:latin typeface="Times New Roman"/>
                <a:cs typeface="Times New Roman"/>
              </a:rPr>
              <a:t>i</a:t>
            </a:r>
            <a:r>
              <a:rPr sz="2200" spc="-4" dirty="0">
                <a:latin typeface="Times New Roman"/>
                <a:cs typeface="Times New Roman"/>
              </a:rPr>
              <a:t>e</a:t>
            </a:r>
            <a:r>
              <a:rPr sz="2200" spc="4" dirty="0">
                <a:latin typeface="Times New Roman"/>
                <a:cs typeface="Times New Roman"/>
              </a:rPr>
              <a:t>n</a:t>
            </a:r>
            <a:r>
              <a:rPr sz="2200" dirty="0">
                <a:latin typeface="Times New Roman"/>
                <a:cs typeface="Times New Roman"/>
              </a:rPr>
              <a:t>t:</a:t>
            </a:r>
            <a:r>
              <a:rPr sz="2200" spc="302" dirty="0">
                <a:latin typeface="Times New Roman"/>
                <a:cs typeface="Times New Roman"/>
              </a:rPr>
              <a:t> </a:t>
            </a:r>
            <a:r>
              <a:rPr sz="2200" dirty="0">
                <a:latin typeface="Times New Roman"/>
                <a:cs typeface="Times New Roman"/>
              </a:rPr>
              <a:t>for</a:t>
            </a:r>
            <a:r>
              <a:rPr sz="2200" spc="54" dirty="0">
                <a:latin typeface="Times New Roman"/>
                <a:cs typeface="Times New Roman"/>
              </a:rPr>
              <a:t> </a:t>
            </a:r>
            <a:r>
              <a:rPr sz="2200" spc="4" dirty="0">
                <a:latin typeface="Times New Roman"/>
                <a:cs typeface="Times New Roman"/>
              </a:rPr>
              <a:t>e</a:t>
            </a:r>
            <a:r>
              <a:rPr sz="2200" dirty="0">
                <a:latin typeface="Times New Roman"/>
                <a:cs typeface="Times New Roman"/>
              </a:rPr>
              <a:t>x</a:t>
            </a:r>
            <a:r>
              <a:rPr sz="2200" spc="-4" dirty="0">
                <a:latin typeface="Times New Roman"/>
                <a:cs typeface="Times New Roman"/>
              </a:rPr>
              <a:t>a</a:t>
            </a:r>
            <a:r>
              <a:rPr sz="2200" dirty="0">
                <a:latin typeface="Times New Roman"/>
                <a:cs typeface="Times New Roman"/>
              </a:rPr>
              <a:t>m</a:t>
            </a:r>
            <a:r>
              <a:rPr sz="2200" spc="-4" dirty="0">
                <a:latin typeface="Times New Roman"/>
                <a:cs typeface="Times New Roman"/>
              </a:rPr>
              <a:t>p</a:t>
            </a:r>
            <a:r>
              <a:rPr sz="2200" spc="9" dirty="0">
                <a:latin typeface="Times New Roman"/>
                <a:cs typeface="Times New Roman"/>
              </a:rPr>
              <a:t>l</a:t>
            </a:r>
            <a:r>
              <a:rPr sz="2200" spc="-4" dirty="0">
                <a:latin typeface="Times New Roman"/>
                <a:cs typeface="Times New Roman"/>
              </a:rPr>
              <a:t>e</a:t>
            </a:r>
            <a:r>
              <a:rPr sz="2200" dirty="0">
                <a:latin typeface="Times New Roman"/>
                <a:cs typeface="Times New Roman"/>
              </a:rPr>
              <a:t>,</a:t>
            </a:r>
            <a:r>
              <a:rPr sz="2200" spc="59" dirty="0">
                <a:latin typeface="Times New Roman"/>
                <a:cs typeface="Times New Roman"/>
              </a:rPr>
              <a:t> </a:t>
            </a:r>
            <a:r>
              <a:rPr sz="2200" dirty="0">
                <a:latin typeface="Times New Roman"/>
                <a:cs typeface="Times New Roman"/>
              </a:rPr>
              <a:t>"text</a:t>
            </a:r>
            <a:r>
              <a:rPr sz="2200" spc="4" dirty="0">
                <a:latin typeface="Times New Roman"/>
                <a:cs typeface="Times New Roman"/>
              </a:rPr>
              <a:t>/</a:t>
            </a:r>
            <a:r>
              <a:rPr sz="2200" spc="-4" dirty="0">
                <a:latin typeface="Times New Roman"/>
                <a:cs typeface="Times New Roman"/>
              </a:rPr>
              <a:t>p</a:t>
            </a:r>
            <a:r>
              <a:rPr sz="2200" dirty="0">
                <a:latin typeface="Times New Roman"/>
                <a:cs typeface="Times New Roman"/>
              </a:rPr>
              <a:t>l</a:t>
            </a:r>
            <a:r>
              <a:rPr sz="2200" spc="4" dirty="0">
                <a:latin typeface="Times New Roman"/>
                <a:cs typeface="Times New Roman"/>
              </a:rPr>
              <a:t>a</a:t>
            </a:r>
            <a:r>
              <a:rPr sz="2200" dirty="0">
                <a:latin typeface="Times New Roman"/>
                <a:cs typeface="Times New Roman"/>
              </a:rPr>
              <a:t>i</a:t>
            </a:r>
            <a:r>
              <a:rPr sz="2200" spc="-4" dirty="0">
                <a:latin typeface="Times New Roman"/>
                <a:cs typeface="Times New Roman"/>
              </a:rPr>
              <a:t>n</a:t>
            </a:r>
            <a:r>
              <a:rPr sz="2200" dirty="0">
                <a:latin typeface="Times New Roman"/>
                <a:cs typeface="Times New Roman"/>
              </a:rPr>
              <a:t>".</a:t>
            </a:r>
            <a:endParaRPr sz="2200">
              <a:latin typeface="Times New Roman"/>
              <a:cs typeface="Times New Roman"/>
            </a:endParaRPr>
          </a:p>
        </p:txBody>
      </p:sp>
    </p:spTree>
    <p:extLst>
      <p:ext uri="{BB962C8B-B14F-4D97-AF65-F5344CB8AC3E}">
        <p14:creationId xmlns:p14="http://schemas.microsoft.com/office/powerpoint/2010/main" val="42593536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76178"/>
            <a:ext cx="209501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Ex</a:t>
            </a:r>
            <a:r>
              <a:rPr sz="4400" spc="-4" dirty="0">
                <a:latin typeface="Times New Roman"/>
                <a:cs typeface="Times New Roman"/>
              </a:rPr>
              <a:t>a</a:t>
            </a:r>
            <a:r>
              <a:rPr sz="4400" dirty="0">
                <a:latin typeface="Times New Roman"/>
                <a:cs typeface="Times New Roman"/>
              </a:rPr>
              <a:t>mple</a:t>
            </a:r>
            <a:endParaRPr sz="4400">
              <a:latin typeface="Times New Roman"/>
              <a:cs typeface="Times New Roman"/>
            </a:endParaRPr>
          </a:p>
        </p:txBody>
      </p:sp>
      <p:sp>
        <p:nvSpPr>
          <p:cNvPr id="8" name="object 8"/>
          <p:cNvSpPr txBox="1"/>
          <p:nvPr/>
        </p:nvSpPr>
        <p:spPr>
          <a:xfrm>
            <a:off x="1828800" y="990600"/>
            <a:ext cx="7467600" cy="1157428"/>
          </a:xfrm>
          <a:prstGeom prst="rect">
            <a:avLst/>
          </a:prstGeom>
        </p:spPr>
        <p:txBody>
          <a:bodyPr wrap="square" lIns="0" tIns="0" rIns="0" bIns="0" rtlCol="0">
            <a:noAutofit/>
          </a:bodyPr>
          <a:lstStyle/>
          <a:p>
            <a:pPr marL="12700" marR="19715">
              <a:lnSpc>
                <a:spcPct val="95825"/>
              </a:lnSpc>
              <a:spcBef>
                <a:spcPts val="1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5" dirty="0">
                <a:latin typeface="Times New Roman"/>
                <a:cs typeface="Times New Roman"/>
              </a:rPr>
              <a:t>.</a:t>
            </a:r>
            <a:r>
              <a:rPr sz="2000" spc="-10" dirty="0">
                <a:latin typeface="Times New Roman"/>
                <a:cs typeface="Times New Roman"/>
              </a:rPr>
              <a:t>w</a:t>
            </a:r>
            <a:r>
              <a:rPr sz="2000" spc="-5" dirty="0">
                <a:latin typeface="Times New Roman"/>
                <a:cs typeface="Times New Roman"/>
              </a:rPr>
              <a:t>s</a:t>
            </a:r>
            <a:r>
              <a:rPr sz="2000" spc="5" dirty="0">
                <a:latin typeface="Times New Roman"/>
                <a:cs typeface="Times New Roman"/>
              </a:rPr>
              <a:t>.</a:t>
            </a:r>
            <a:r>
              <a:rPr sz="2000" spc="-5" dirty="0">
                <a:latin typeface="Times New Roman"/>
                <a:cs typeface="Times New Roman"/>
              </a:rPr>
              <a:t>rs</a:t>
            </a:r>
            <a:r>
              <a:rPr sz="2000" spc="5" dirty="0">
                <a:latin typeface="Times New Roman"/>
                <a:cs typeface="Times New Roman"/>
              </a:rPr>
              <a:t>.</a:t>
            </a:r>
            <a:r>
              <a:rPr sz="2000" spc="-10" dirty="0">
                <a:latin typeface="Times New Roman"/>
                <a:cs typeface="Times New Roman"/>
              </a:rPr>
              <a:t>G</a:t>
            </a:r>
            <a:r>
              <a:rPr sz="2000" spc="5" dirty="0">
                <a:latin typeface="Times New Roman"/>
                <a:cs typeface="Times New Roman"/>
              </a:rPr>
              <a:t>ET</a:t>
            </a:r>
            <a:r>
              <a:rPr sz="2000" dirty="0">
                <a:latin typeface="Times New Roman"/>
                <a:cs typeface="Times New Roman"/>
              </a:rPr>
              <a:t>;</a:t>
            </a:r>
            <a:endParaRPr sz="2000">
              <a:latin typeface="Times New Roman"/>
              <a:cs typeface="Times New Roman"/>
            </a:endParaRPr>
          </a:p>
          <a:p>
            <a:pPr marL="12700">
              <a:lnSpc>
                <a:spcPct val="95825"/>
              </a:lnSpc>
              <a:spcBef>
                <a:spcPts val="39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4" dirty="0">
                <a:latin typeface="Times New Roman"/>
                <a:cs typeface="Times New Roman"/>
              </a:rPr>
              <a:t>.</a:t>
            </a:r>
            <a:r>
              <a:rPr sz="2000" spc="-9" dirty="0">
                <a:latin typeface="Times New Roman"/>
                <a:cs typeface="Times New Roman"/>
              </a:rPr>
              <a:t>w</a:t>
            </a:r>
            <a:r>
              <a:rPr sz="2000" spc="-4" dirty="0">
                <a:latin typeface="Times New Roman"/>
                <a:cs typeface="Times New Roman"/>
              </a:rPr>
              <a:t>s</a:t>
            </a:r>
            <a:r>
              <a:rPr sz="2000" spc="4" dirty="0">
                <a:latin typeface="Times New Roman"/>
                <a:cs typeface="Times New Roman"/>
              </a:rPr>
              <a:t>.</a:t>
            </a:r>
            <a:r>
              <a:rPr sz="2000" spc="-4" dirty="0">
                <a:latin typeface="Times New Roman"/>
                <a:cs typeface="Times New Roman"/>
              </a:rPr>
              <a:t>rs</a:t>
            </a:r>
            <a:r>
              <a:rPr sz="2000" spc="4" dirty="0">
                <a:latin typeface="Times New Roman"/>
                <a:cs typeface="Times New Roman"/>
              </a:rPr>
              <a:t>.</a:t>
            </a:r>
            <a:r>
              <a:rPr sz="2000" spc="-4" dirty="0">
                <a:latin typeface="Times New Roman"/>
                <a:cs typeface="Times New Roman"/>
              </a:rPr>
              <a:t>Pr</a:t>
            </a:r>
            <a:r>
              <a:rPr sz="2000" dirty="0">
                <a:latin typeface="Times New Roman"/>
                <a:cs typeface="Times New Roman"/>
              </a:rPr>
              <a:t>odu</a:t>
            </a:r>
            <a:r>
              <a:rPr sz="2000" spc="-4" dirty="0">
                <a:latin typeface="Times New Roman"/>
                <a:cs typeface="Times New Roman"/>
              </a:rPr>
              <a:t>c</a:t>
            </a:r>
            <a:r>
              <a:rPr sz="2000" dirty="0">
                <a:latin typeface="Times New Roman"/>
                <a:cs typeface="Times New Roman"/>
              </a:rPr>
              <a:t>e</a:t>
            </a:r>
            <a:r>
              <a:rPr sz="2000" spc="-4" dirty="0">
                <a:latin typeface="Times New Roman"/>
                <a:cs typeface="Times New Roman"/>
              </a:rPr>
              <a:t>s</a:t>
            </a:r>
            <a:r>
              <a:rPr sz="2000" dirty="0">
                <a:latin typeface="Times New Roman"/>
                <a:cs typeface="Times New Roman"/>
              </a:rPr>
              <a:t>;</a:t>
            </a:r>
            <a:endParaRPr sz="2000">
              <a:latin typeface="Times New Roman"/>
              <a:cs typeface="Times New Roman"/>
            </a:endParaRPr>
          </a:p>
          <a:p>
            <a:pPr marL="12700" marR="19715">
              <a:lnSpc>
                <a:spcPct val="95825"/>
              </a:lnSpc>
              <a:spcBef>
                <a:spcPts val="39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5" dirty="0">
                <a:latin typeface="Times New Roman"/>
                <a:cs typeface="Times New Roman"/>
              </a:rPr>
              <a:t>.</a:t>
            </a:r>
            <a:r>
              <a:rPr sz="2000" spc="-10" dirty="0">
                <a:latin typeface="Times New Roman"/>
                <a:cs typeface="Times New Roman"/>
              </a:rPr>
              <a:t>w</a:t>
            </a:r>
            <a:r>
              <a:rPr sz="2000" spc="-5" dirty="0">
                <a:latin typeface="Times New Roman"/>
                <a:cs typeface="Times New Roman"/>
              </a:rPr>
              <a:t>s</a:t>
            </a:r>
            <a:r>
              <a:rPr sz="2000" spc="5" dirty="0">
                <a:latin typeface="Times New Roman"/>
                <a:cs typeface="Times New Roman"/>
              </a:rPr>
              <a:t>.</a:t>
            </a:r>
            <a:r>
              <a:rPr sz="2000" spc="-5" dirty="0">
                <a:latin typeface="Times New Roman"/>
                <a:cs typeface="Times New Roman"/>
              </a:rPr>
              <a:t>rs</a:t>
            </a:r>
            <a:r>
              <a:rPr sz="2000" spc="5" dirty="0">
                <a:latin typeface="Times New Roman"/>
                <a:cs typeface="Times New Roman"/>
              </a:rPr>
              <a:t>.</a:t>
            </a:r>
            <a:r>
              <a:rPr sz="2000" spc="-5" dirty="0">
                <a:latin typeface="Times New Roman"/>
                <a:cs typeface="Times New Roman"/>
              </a:rPr>
              <a:t>P</a:t>
            </a:r>
            <a:r>
              <a:rPr sz="2000" dirty="0">
                <a:latin typeface="Times New Roman"/>
                <a:cs typeface="Times New Roman"/>
              </a:rPr>
              <a:t>ath;</a:t>
            </a:r>
            <a:endParaRPr sz="2000">
              <a:latin typeface="Times New Roman"/>
              <a:cs typeface="Times New Roman"/>
            </a:endParaRPr>
          </a:p>
        </p:txBody>
      </p:sp>
      <p:sp>
        <p:nvSpPr>
          <p:cNvPr id="7" name="object 7"/>
          <p:cNvSpPr txBox="1"/>
          <p:nvPr/>
        </p:nvSpPr>
        <p:spPr>
          <a:xfrm>
            <a:off x="1905000" y="2057400"/>
            <a:ext cx="8001000" cy="1219200"/>
          </a:xfrm>
          <a:prstGeom prst="rect">
            <a:avLst/>
          </a:prstGeom>
        </p:spPr>
        <p:txBody>
          <a:bodyPr wrap="square" lIns="0" tIns="0" rIns="0" bIns="0" rtlCol="0">
            <a:noAutofit/>
          </a:bodyPr>
          <a:lstStyle/>
          <a:p>
            <a:pPr marL="12700">
              <a:lnSpc>
                <a:spcPct val="95825"/>
              </a:lnSpc>
              <a:spcBef>
                <a:spcPts val="15"/>
              </a:spcBef>
            </a:pPr>
            <a:r>
              <a:rPr dirty="0">
                <a:latin typeface="Times New Roman"/>
                <a:cs typeface="Times New Roman"/>
              </a:rPr>
              <a:t>//</a:t>
            </a:r>
            <a:r>
              <a:rPr spc="39" dirty="0">
                <a:latin typeface="Times New Roman"/>
                <a:cs typeface="Times New Roman"/>
              </a:rPr>
              <a:t> </a:t>
            </a:r>
            <a:r>
              <a:rPr spc="-4" dirty="0">
                <a:latin typeface="Times New Roman"/>
                <a:cs typeface="Times New Roman"/>
              </a:rPr>
              <a:t>T</a:t>
            </a:r>
            <a:r>
              <a:rPr dirty="0">
                <a:latin typeface="Times New Roman"/>
                <a:cs typeface="Times New Roman"/>
              </a:rPr>
              <a:t>he</a:t>
            </a:r>
            <a:r>
              <a:rPr spc="70" dirty="0">
                <a:latin typeface="Times New Roman"/>
                <a:cs typeface="Times New Roman"/>
              </a:rPr>
              <a:t> </a:t>
            </a:r>
            <a:r>
              <a:rPr spc="-4" dirty="0">
                <a:latin typeface="Times New Roman"/>
                <a:cs typeface="Times New Roman"/>
              </a:rPr>
              <a:t>J</a:t>
            </a:r>
            <a:r>
              <a:rPr dirty="0">
                <a:latin typeface="Times New Roman"/>
                <a:cs typeface="Times New Roman"/>
              </a:rPr>
              <a:t>ava</a:t>
            </a:r>
            <a:r>
              <a:rPr spc="78" dirty="0">
                <a:latin typeface="Times New Roman"/>
                <a:cs typeface="Times New Roman"/>
              </a:rPr>
              <a:t> </a:t>
            </a:r>
            <a:r>
              <a:rPr dirty="0">
                <a:latin typeface="Times New Roman"/>
                <a:cs typeface="Times New Roman"/>
              </a:rPr>
              <a:t>cl</a:t>
            </a:r>
            <a:r>
              <a:rPr spc="9" dirty="0">
                <a:latin typeface="Times New Roman"/>
                <a:cs typeface="Times New Roman"/>
              </a:rPr>
              <a:t>a</a:t>
            </a:r>
            <a:r>
              <a:rPr spc="-4" dirty="0">
                <a:latin typeface="Times New Roman"/>
                <a:cs typeface="Times New Roman"/>
              </a:rPr>
              <a:t>s</a:t>
            </a:r>
            <a:r>
              <a:rPr dirty="0">
                <a:latin typeface="Times New Roman"/>
                <a:cs typeface="Times New Roman"/>
              </a:rPr>
              <a:t>s</a:t>
            </a:r>
            <a:r>
              <a:rPr spc="69" dirty="0">
                <a:latin typeface="Times New Roman"/>
                <a:cs typeface="Times New Roman"/>
              </a:rPr>
              <a:t> </a:t>
            </a:r>
            <a:r>
              <a:rPr spc="-9" dirty="0">
                <a:latin typeface="Times New Roman"/>
                <a:cs typeface="Times New Roman"/>
              </a:rPr>
              <a:t>w</a:t>
            </a:r>
            <a:r>
              <a:rPr spc="9" dirty="0">
                <a:latin typeface="Times New Roman"/>
                <a:cs typeface="Times New Roman"/>
              </a:rPr>
              <a:t>il</a:t>
            </a:r>
            <a:r>
              <a:rPr dirty="0">
                <a:latin typeface="Times New Roman"/>
                <a:cs typeface="Times New Roman"/>
              </a:rPr>
              <a:t>l</a:t>
            </a:r>
            <a:r>
              <a:rPr spc="70" dirty="0">
                <a:latin typeface="Times New Roman"/>
                <a:cs typeface="Times New Roman"/>
              </a:rPr>
              <a:t> </a:t>
            </a:r>
            <a:r>
              <a:rPr dirty="0">
                <a:latin typeface="Times New Roman"/>
                <a:cs typeface="Times New Roman"/>
              </a:rPr>
              <a:t>be</a:t>
            </a:r>
            <a:r>
              <a:rPr spc="38" dirty="0">
                <a:latin typeface="Times New Roman"/>
                <a:cs typeface="Times New Roman"/>
              </a:rPr>
              <a:t> </a:t>
            </a:r>
            <a:r>
              <a:rPr dirty="0">
                <a:latin typeface="Times New Roman"/>
                <a:cs typeface="Times New Roman"/>
              </a:rPr>
              <a:t>ho</a:t>
            </a:r>
            <a:r>
              <a:rPr spc="-4" dirty="0">
                <a:latin typeface="Times New Roman"/>
                <a:cs typeface="Times New Roman"/>
              </a:rPr>
              <a:t>s</a:t>
            </a:r>
            <a:r>
              <a:rPr spc="9" dirty="0">
                <a:latin typeface="Times New Roman"/>
                <a:cs typeface="Times New Roman"/>
              </a:rPr>
              <a:t>t</a:t>
            </a:r>
            <a:r>
              <a:rPr dirty="0">
                <a:latin typeface="Times New Roman"/>
                <a:cs typeface="Times New Roman"/>
              </a:rPr>
              <a:t>ed</a:t>
            </a:r>
            <a:r>
              <a:rPr spc="108" dirty="0">
                <a:latin typeface="Times New Roman"/>
                <a:cs typeface="Times New Roman"/>
              </a:rPr>
              <a:t> </a:t>
            </a:r>
            <a:r>
              <a:rPr spc="-4" dirty="0">
                <a:latin typeface="Times New Roman"/>
                <a:cs typeface="Times New Roman"/>
              </a:rPr>
              <a:t>a</a:t>
            </a:r>
            <a:r>
              <a:rPr dirty="0">
                <a:latin typeface="Times New Roman"/>
                <a:cs typeface="Times New Roman"/>
              </a:rPr>
              <a:t>t</a:t>
            </a:r>
            <a:r>
              <a:rPr spc="45" dirty="0">
                <a:latin typeface="Times New Roman"/>
                <a:cs typeface="Times New Roman"/>
              </a:rPr>
              <a:t> </a:t>
            </a:r>
            <a:r>
              <a:rPr dirty="0">
                <a:latin typeface="Times New Roman"/>
                <a:cs typeface="Times New Roman"/>
              </a:rPr>
              <a:t>the</a:t>
            </a:r>
            <a:r>
              <a:rPr spc="58" dirty="0">
                <a:latin typeface="Times New Roman"/>
                <a:cs typeface="Times New Roman"/>
              </a:rPr>
              <a:t> </a:t>
            </a:r>
            <a:r>
              <a:rPr spc="-9" dirty="0">
                <a:latin typeface="Times New Roman"/>
                <a:cs typeface="Times New Roman"/>
              </a:rPr>
              <a:t>U</a:t>
            </a:r>
            <a:r>
              <a:rPr dirty="0">
                <a:latin typeface="Times New Roman"/>
                <a:cs typeface="Times New Roman"/>
              </a:rPr>
              <a:t>RI</a:t>
            </a:r>
            <a:r>
              <a:rPr spc="71" dirty="0">
                <a:latin typeface="Times New Roman"/>
                <a:cs typeface="Times New Roman"/>
              </a:rPr>
              <a:t> </a:t>
            </a:r>
            <a:r>
              <a:rPr dirty="0">
                <a:latin typeface="Times New Roman"/>
                <a:cs typeface="Times New Roman"/>
              </a:rPr>
              <a:t>path</a:t>
            </a:r>
            <a:r>
              <a:rPr spc="76" dirty="0">
                <a:latin typeface="Times New Roman"/>
                <a:cs typeface="Times New Roman"/>
              </a:rPr>
              <a:t> </a:t>
            </a:r>
            <a:r>
              <a:rPr spc="-5" dirty="0">
                <a:latin typeface="Times New Roman"/>
                <a:cs typeface="Times New Roman"/>
              </a:rPr>
              <a:t>"</a:t>
            </a:r>
            <a:r>
              <a:rPr dirty="0">
                <a:latin typeface="Times New Roman"/>
                <a:cs typeface="Times New Roman"/>
              </a:rPr>
              <a:t>/h</a:t>
            </a:r>
            <a:r>
              <a:rPr spc="10" dirty="0">
                <a:latin typeface="Times New Roman"/>
                <a:cs typeface="Times New Roman"/>
              </a:rPr>
              <a:t>e</a:t>
            </a:r>
            <a:r>
              <a:rPr dirty="0">
                <a:latin typeface="Times New Roman"/>
                <a:cs typeface="Times New Roman"/>
              </a:rPr>
              <a:t>llo</a:t>
            </a:r>
            <a:r>
              <a:rPr spc="-10" dirty="0">
                <a:latin typeface="Times New Roman"/>
                <a:cs typeface="Times New Roman"/>
              </a:rPr>
              <a:t>w</a:t>
            </a:r>
            <a:r>
              <a:rPr dirty="0">
                <a:latin typeface="Times New Roman"/>
                <a:cs typeface="Times New Roman"/>
              </a:rPr>
              <a:t>o</a:t>
            </a:r>
            <a:r>
              <a:rPr spc="-5" dirty="0">
                <a:latin typeface="Times New Roman"/>
                <a:cs typeface="Times New Roman"/>
              </a:rPr>
              <a:t>r</a:t>
            </a:r>
            <a:r>
              <a:rPr dirty="0">
                <a:latin typeface="Times New Roman"/>
                <a:cs typeface="Times New Roman"/>
              </a:rPr>
              <a:t>ld"</a:t>
            </a:r>
            <a:endParaRPr>
              <a:latin typeface="Times New Roman"/>
              <a:cs typeface="Times New Roman"/>
            </a:endParaRPr>
          </a:p>
          <a:p>
            <a:pPr marL="12700" marR="17906">
              <a:lnSpc>
                <a:spcPct val="95825"/>
              </a:lnSpc>
              <a:spcBef>
                <a:spcPts val="395"/>
              </a:spcBef>
            </a:pPr>
            <a:r>
              <a:rPr spc="-4" dirty="0">
                <a:latin typeface="Times New Roman"/>
                <a:cs typeface="Times New Roman"/>
                <a:hlinkClick r:id="rId2"/>
              </a:rPr>
              <a:t>@P</a:t>
            </a:r>
            <a:r>
              <a:rPr dirty="0">
                <a:latin typeface="Times New Roman"/>
                <a:cs typeface="Times New Roman"/>
                <a:hlinkClick r:id="rId2"/>
              </a:rPr>
              <a:t>ath</a:t>
            </a:r>
            <a:r>
              <a:rPr spc="-4" dirty="0">
                <a:latin typeface="Times New Roman"/>
                <a:cs typeface="Times New Roman"/>
              </a:rPr>
              <a:t>(</a:t>
            </a:r>
            <a:r>
              <a:rPr spc="4" dirty="0">
                <a:latin typeface="Times New Roman"/>
                <a:cs typeface="Times New Roman"/>
              </a:rPr>
              <a:t>"</a:t>
            </a:r>
            <a:r>
              <a:rPr dirty="0">
                <a:latin typeface="Times New Roman"/>
                <a:cs typeface="Times New Roman"/>
              </a:rPr>
              <a:t>/hel</a:t>
            </a:r>
            <a:r>
              <a:rPr spc="4" dirty="0">
                <a:latin typeface="Times New Roman"/>
                <a:cs typeface="Times New Roman"/>
              </a:rPr>
              <a:t>l</a:t>
            </a:r>
            <a:r>
              <a:rPr dirty="0">
                <a:latin typeface="Times New Roman"/>
                <a:cs typeface="Times New Roman"/>
              </a:rPr>
              <a:t>o</a:t>
            </a:r>
            <a:r>
              <a:rPr spc="-9" dirty="0">
                <a:latin typeface="Times New Roman"/>
                <a:cs typeface="Times New Roman"/>
              </a:rPr>
              <a:t>w</a:t>
            </a:r>
            <a:r>
              <a:rPr dirty="0">
                <a:latin typeface="Times New Roman"/>
                <a:cs typeface="Times New Roman"/>
              </a:rPr>
              <a:t>o</a:t>
            </a:r>
            <a:r>
              <a:rPr spc="-4" dirty="0">
                <a:latin typeface="Times New Roman"/>
                <a:cs typeface="Times New Roman"/>
              </a:rPr>
              <a:t>r</a:t>
            </a:r>
            <a:r>
              <a:rPr dirty="0">
                <a:latin typeface="Times New Roman"/>
                <a:cs typeface="Times New Roman"/>
              </a:rPr>
              <a:t>ld</a:t>
            </a:r>
            <a:r>
              <a:rPr spc="-4" dirty="0">
                <a:latin typeface="Times New Roman"/>
                <a:cs typeface="Times New Roman"/>
              </a:rPr>
              <a:t>"</a:t>
            </a:r>
            <a:r>
              <a:rPr dirty="0">
                <a:latin typeface="Times New Roman"/>
                <a:cs typeface="Times New Roman"/>
              </a:rPr>
              <a:t>)</a:t>
            </a:r>
            <a:endParaRPr>
              <a:latin typeface="Times New Roman"/>
              <a:cs typeface="Times New Roman"/>
            </a:endParaRPr>
          </a:p>
          <a:p>
            <a:pPr marL="12700" marR="17906">
              <a:lnSpc>
                <a:spcPct val="95825"/>
              </a:lnSpc>
              <a:spcBef>
                <a:spcPts val="405"/>
              </a:spcBef>
            </a:pPr>
            <a:r>
              <a:rPr dirty="0">
                <a:latin typeface="Times New Roman"/>
                <a:cs typeface="Times New Roman"/>
              </a:rPr>
              <a:t>pu</a:t>
            </a:r>
            <a:r>
              <a:rPr spc="-9" dirty="0">
                <a:latin typeface="Times New Roman"/>
                <a:cs typeface="Times New Roman"/>
              </a:rPr>
              <a:t>b</a:t>
            </a:r>
            <a:r>
              <a:rPr spc="9" dirty="0">
                <a:latin typeface="Times New Roman"/>
                <a:cs typeface="Times New Roman"/>
              </a:rPr>
              <a:t>l</a:t>
            </a:r>
            <a:r>
              <a:rPr dirty="0">
                <a:latin typeface="Times New Roman"/>
                <a:cs typeface="Times New Roman"/>
              </a:rPr>
              <a:t>ic</a:t>
            </a:r>
            <a:r>
              <a:rPr spc="104" dirty="0">
                <a:latin typeface="Times New Roman"/>
                <a:cs typeface="Times New Roman"/>
              </a:rPr>
              <a:t> </a:t>
            </a:r>
            <a:r>
              <a:rPr dirty="0">
                <a:latin typeface="Times New Roman"/>
                <a:cs typeface="Times New Roman"/>
              </a:rPr>
              <a:t>c</a:t>
            </a:r>
            <a:r>
              <a:rPr spc="9" dirty="0">
                <a:latin typeface="Times New Roman"/>
                <a:cs typeface="Times New Roman"/>
              </a:rPr>
              <a:t>l</a:t>
            </a:r>
            <a:r>
              <a:rPr dirty="0">
                <a:latin typeface="Times New Roman"/>
                <a:cs typeface="Times New Roman"/>
              </a:rPr>
              <a:t>a</a:t>
            </a:r>
            <a:r>
              <a:rPr spc="-4" dirty="0">
                <a:latin typeface="Times New Roman"/>
                <a:cs typeface="Times New Roman"/>
              </a:rPr>
              <a:t>s</a:t>
            </a:r>
            <a:r>
              <a:rPr dirty="0">
                <a:latin typeface="Times New Roman"/>
                <a:cs typeface="Times New Roman"/>
              </a:rPr>
              <a:t>s</a:t>
            </a:r>
            <a:r>
              <a:rPr spc="79" dirty="0">
                <a:latin typeface="Times New Roman"/>
                <a:cs typeface="Times New Roman"/>
              </a:rPr>
              <a:t> </a:t>
            </a:r>
            <a:r>
              <a:rPr spc="-10" dirty="0">
                <a:latin typeface="Times New Roman"/>
                <a:cs typeface="Times New Roman"/>
              </a:rPr>
              <a:t>H</a:t>
            </a:r>
            <a:r>
              <a:rPr dirty="0">
                <a:latin typeface="Times New Roman"/>
                <a:cs typeface="Times New Roman"/>
              </a:rPr>
              <a:t>el</a:t>
            </a:r>
            <a:r>
              <a:rPr spc="5" dirty="0">
                <a:latin typeface="Times New Roman"/>
                <a:cs typeface="Times New Roman"/>
              </a:rPr>
              <a:t>l</a:t>
            </a:r>
            <a:r>
              <a:rPr spc="-10" dirty="0">
                <a:latin typeface="Times New Roman"/>
                <a:cs typeface="Times New Roman"/>
              </a:rPr>
              <a:t>o</a:t>
            </a:r>
            <a:r>
              <a:rPr dirty="0">
                <a:latin typeface="Times New Roman"/>
                <a:cs typeface="Times New Roman"/>
              </a:rPr>
              <a:t>Wo</a:t>
            </a:r>
            <a:r>
              <a:rPr spc="-5" dirty="0">
                <a:latin typeface="Times New Roman"/>
                <a:cs typeface="Times New Roman"/>
              </a:rPr>
              <a:t>r</a:t>
            </a:r>
            <a:r>
              <a:rPr spc="10" dirty="0">
                <a:latin typeface="Times New Roman"/>
                <a:cs typeface="Times New Roman"/>
              </a:rPr>
              <a:t>l</a:t>
            </a:r>
            <a:r>
              <a:rPr spc="-10" dirty="0">
                <a:latin typeface="Times New Roman"/>
                <a:cs typeface="Times New Roman"/>
              </a:rPr>
              <a:t>d</a:t>
            </a:r>
            <a:r>
              <a:rPr dirty="0">
                <a:latin typeface="Times New Roman"/>
                <a:cs typeface="Times New Roman"/>
              </a:rPr>
              <a:t>Re</a:t>
            </a:r>
            <a:r>
              <a:rPr spc="-5" dirty="0">
                <a:latin typeface="Times New Roman"/>
                <a:cs typeface="Times New Roman"/>
              </a:rPr>
              <a:t>s</a:t>
            </a:r>
            <a:r>
              <a:rPr dirty="0">
                <a:latin typeface="Times New Roman"/>
                <a:cs typeface="Times New Roman"/>
              </a:rPr>
              <a:t>o</a:t>
            </a:r>
            <a:r>
              <a:rPr spc="-10" dirty="0">
                <a:latin typeface="Times New Roman"/>
                <a:cs typeface="Times New Roman"/>
              </a:rPr>
              <a:t>u</a:t>
            </a:r>
            <a:r>
              <a:rPr spc="-5" dirty="0">
                <a:latin typeface="Times New Roman"/>
                <a:cs typeface="Times New Roman"/>
              </a:rPr>
              <a:t>r</a:t>
            </a:r>
            <a:r>
              <a:rPr spc="10" dirty="0">
                <a:latin typeface="Times New Roman"/>
                <a:cs typeface="Times New Roman"/>
              </a:rPr>
              <a:t>c</a:t>
            </a:r>
            <a:r>
              <a:rPr dirty="0">
                <a:latin typeface="Times New Roman"/>
                <a:cs typeface="Times New Roman"/>
              </a:rPr>
              <a:t>e</a:t>
            </a:r>
            <a:r>
              <a:rPr spc="-2" dirty="0">
                <a:latin typeface="Times New Roman"/>
                <a:cs typeface="Times New Roman"/>
              </a:rPr>
              <a:t> </a:t>
            </a:r>
            <a:r>
              <a:rPr dirty="0">
                <a:latin typeface="Times New Roman"/>
                <a:cs typeface="Times New Roman"/>
              </a:rPr>
              <a:t>{</a:t>
            </a:r>
            <a:endParaRPr>
              <a:latin typeface="Times New Roman"/>
              <a:cs typeface="Times New Roman"/>
            </a:endParaRPr>
          </a:p>
        </p:txBody>
      </p:sp>
      <p:sp>
        <p:nvSpPr>
          <p:cNvPr id="6" name="object 6"/>
          <p:cNvSpPr txBox="1"/>
          <p:nvPr/>
        </p:nvSpPr>
        <p:spPr>
          <a:xfrm>
            <a:off x="1828800" y="3246578"/>
            <a:ext cx="8839200" cy="2773222"/>
          </a:xfrm>
          <a:prstGeom prst="rect">
            <a:avLst/>
          </a:prstGeom>
        </p:spPr>
        <p:txBody>
          <a:bodyPr wrap="square" lIns="0" tIns="0" rIns="0" bIns="0" rtlCol="0">
            <a:noAutofit/>
          </a:bodyPr>
          <a:lstStyle/>
          <a:p>
            <a:pPr marL="12700" marR="17907">
              <a:lnSpc>
                <a:spcPct val="95825"/>
              </a:lnSpc>
              <a:spcBef>
                <a:spcPts val="15"/>
              </a:spcBef>
            </a:pPr>
            <a:r>
              <a:rPr sz="2000" dirty="0">
                <a:latin typeface="Times New Roman"/>
                <a:cs typeface="Times New Roman"/>
              </a:rPr>
              <a:t>//</a:t>
            </a:r>
            <a:r>
              <a:rPr sz="2000" spc="39"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70" dirty="0">
                <a:latin typeface="Times New Roman"/>
                <a:cs typeface="Times New Roman"/>
              </a:rPr>
              <a:t> </a:t>
            </a:r>
            <a:r>
              <a:rPr sz="2000" spc="-4" dirty="0">
                <a:latin typeface="Times New Roman"/>
                <a:cs typeface="Times New Roman"/>
              </a:rPr>
              <a:t>J</a:t>
            </a:r>
            <a:r>
              <a:rPr sz="2000" dirty="0">
                <a:latin typeface="Times New Roman"/>
                <a:cs typeface="Times New Roman"/>
              </a:rPr>
              <a:t>ava</a:t>
            </a:r>
            <a:r>
              <a:rPr sz="2000" spc="78" dirty="0">
                <a:latin typeface="Times New Roman"/>
                <a:cs typeface="Times New Roman"/>
              </a:rPr>
              <a:t> </a:t>
            </a:r>
            <a:r>
              <a:rPr sz="2000" dirty="0">
                <a:latin typeface="Times New Roman"/>
                <a:cs typeface="Times New Roman"/>
              </a:rPr>
              <a:t>me</a:t>
            </a:r>
            <a:r>
              <a:rPr sz="2000" spc="9" dirty="0">
                <a:latin typeface="Times New Roman"/>
                <a:cs typeface="Times New Roman"/>
              </a:rPr>
              <a:t>t</a:t>
            </a:r>
            <a:r>
              <a:rPr sz="2000" dirty="0">
                <a:latin typeface="Times New Roman"/>
                <a:cs typeface="Times New Roman"/>
              </a:rPr>
              <a:t>h</a:t>
            </a:r>
            <a:r>
              <a:rPr sz="2000" spc="-9" dirty="0">
                <a:latin typeface="Times New Roman"/>
                <a:cs typeface="Times New Roman"/>
              </a:rPr>
              <a:t>o</a:t>
            </a:r>
            <a:r>
              <a:rPr sz="2000" dirty="0">
                <a:latin typeface="Times New Roman"/>
                <a:cs typeface="Times New Roman"/>
              </a:rPr>
              <a:t>d</a:t>
            </a:r>
            <a:r>
              <a:rPr sz="2000" spc="122" dirty="0">
                <a:latin typeface="Times New Roman"/>
                <a:cs typeface="Times New Roman"/>
              </a:rPr>
              <a:t> </a:t>
            </a:r>
            <a:r>
              <a:rPr sz="2000" spc="-9" dirty="0">
                <a:latin typeface="Times New Roman"/>
                <a:cs typeface="Times New Roman"/>
              </a:rPr>
              <a:t>w</a:t>
            </a:r>
            <a:r>
              <a:rPr sz="2000" spc="9" dirty="0">
                <a:latin typeface="Times New Roman"/>
                <a:cs typeface="Times New Roman"/>
              </a:rPr>
              <a:t>i</a:t>
            </a:r>
            <a:r>
              <a:rPr sz="2000" dirty="0">
                <a:latin typeface="Times New Roman"/>
                <a:cs typeface="Times New Roman"/>
              </a:rPr>
              <a:t>ll</a:t>
            </a:r>
            <a:r>
              <a:rPr sz="2000" spc="80" dirty="0">
                <a:latin typeface="Times New Roman"/>
                <a:cs typeface="Times New Roman"/>
              </a:rPr>
              <a:t> </a:t>
            </a:r>
            <a:r>
              <a:rPr sz="2000" spc="-9" dirty="0">
                <a:latin typeface="Times New Roman"/>
                <a:cs typeface="Times New Roman"/>
              </a:rPr>
              <a:t>p</a:t>
            </a:r>
            <a:r>
              <a:rPr sz="2000" spc="4" dirty="0">
                <a:latin typeface="Times New Roman"/>
                <a:cs typeface="Times New Roman"/>
              </a:rPr>
              <a:t>r</a:t>
            </a:r>
            <a:r>
              <a:rPr sz="2000" spc="-9" dirty="0">
                <a:latin typeface="Times New Roman"/>
                <a:cs typeface="Times New Roman"/>
              </a:rPr>
              <a:t>o</a:t>
            </a:r>
            <a:r>
              <a:rPr sz="2000" dirty="0">
                <a:latin typeface="Times New Roman"/>
                <a:cs typeface="Times New Roman"/>
              </a:rPr>
              <a:t>ce</a:t>
            </a:r>
            <a:r>
              <a:rPr sz="2000" spc="-4" dirty="0">
                <a:latin typeface="Times New Roman"/>
                <a:cs typeface="Times New Roman"/>
              </a:rPr>
              <a:t>s</a:t>
            </a:r>
            <a:r>
              <a:rPr sz="2000" dirty="0">
                <a:latin typeface="Times New Roman"/>
                <a:cs typeface="Times New Roman"/>
              </a:rPr>
              <a:t>s</a:t>
            </a:r>
            <a:r>
              <a:rPr sz="2000" spc="117" dirty="0">
                <a:latin typeface="Times New Roman"/>
                <a:cs typeface="Times New Roman"/>
              </a:rPr>
              <a:t> </a:t>
            </a:r>
            <a:r>
              <a:rPr sz="2000" spc="-9" dirty="0">
                <a:latin typeface="Times New Roman"/>
                <a:cs typeface="Times New Roman"/>
              </a:rPr>
              <a:t>H</a:t>
            </a:r>
            <a:r>
              <a:rPr sz="2000" spc="4" dirty="0">
                <a:latin typeface="Times New Roman"/>
                <a:cs typeface="Times New Roman"/>
              </a:rPr>
              <a:t>TT</a:t>
            </a:r>
            <a:r>
              <a:rPr sz="2000" dirty="0">
                <a:latin typeface="Times New Roman"/>
                <a:cs typeface="Times New Roman"/>
              </a:rPr>
              <a:t>P</a:t>
            </a:r>
            <a:r>
              <a:rPr sz="2000" spc="89" dirty="0">
                <a:latin typeface="Times New Roman"/>
                <a:cs typeface="Times New Roman"/>
              </a:rPr>
              <a:t> </a:t>
            </a:r>
            <a:r>
              <a:rPr sz="2000" spc="-9" dirty="0">
                <a:latin typeface="Times New Roman"/>
                <a:cs typeface="Times New Roman"/>
              </a:rPr>
              <a:t>G</a:t>
            </a:r>
            <a:r>
              <a:rPr sz="2000" spc="4" dirty="0">
                <a:latin typeface="Times New Roman"/>
                <a:cs typeface="Times New Roman"/>
              </a:rPr>
              <a:t>E</a:t>
            </a:r>
            <a:r>
              <a:rPr sz="2000" dirty="0">
                <a:latin typeface="Times New Roman"/>
                <a:cs typeface="Times New Roman"/>
              </a:rPr>
              <a:t>T</a:t>
            </a:r>
            <a:r>
              <a:rPr sz="2000" spc="89" dirty="0">
                <a:latin typeface="Times New Roman"/>
                <a:cs typeface="Times New Roman"/>
              </a:rPr>
              <a:t> </a:t>
            </a:r>
            <a:r>
              <a:rPr sz="2000" spc="-4" dirty="0">
                <a:latin typeface="Times New Roman"/>
                <a:cs typeface="Times New Roman"/>
              </a:rPr>
              <a:t>r</a:t>
            </a:r>
            <a:r>
              <a:rPr sz="2000" dirty="0">
                <a:latin typeface="Times New Roman"/>
                <a:cs typeface="Times New Roman"/>
              </a:rPr>
              <a:t>eque</a:t>
            </a:r>
            <a:r>
              <a:rPr sz="2000" spc="-4" dirty="0">
                <a:latin typeface="Times New Roman"/>
                <a:cs typeface="Times New Roman"/>
              </a:rPr>
              <a:t>s</a:t>
            </a:r>
            <a:r>
              <a:rPr sz="2000" dirty="0">
                <a:latin typeface="Times New Roman"/>
                <a:cs typeface="Times New Roman"/>
              </a:rPr>
              <a:t>ts</a:t>
            </a:r>
          </a:p>
          <a:p>
            <a:pPr marL="12700" marR="17907">
              <a:lnSpc>
                <a:spcPct val="95825"/>
              </a:lnSpc>
              <a:spcBef>
                <a:spcPts val="395"/>
              </a:spcBef>
            </a:pPr>
            <a:r>
              <a:rPr sz="2000" spc="4" dirty="0">
                <a:latin typeface="Times New Roman"/>
                <a:cs typeface="Times New Roman"/>
                <a:hlinkClick r:id="rId3"/>
              </a:rPr>
              <a:t>@</a:t>
            </a:r>
            <a:r>
              <a:rPr sz="2000" spc="-9" dirty="0">
                <a:latin typeface="Times New Roman"/>
                <a:cs typeface="Times New Roman"/>
                <a:hlinkClick r:id="rId3"/>
              </a:rPr>
              <a:t>G</a:t>
            </a:r>
            <a:r>
              <a:rPr sz="2000" spc="-4" dirty="0">
                <a:latin typeface="Times New Roman"/>
                <a:cs typeface="Times New Roman"/>
                <a:hlinkClick r:id="rId3"/>
              </a:rPr>
              <a:t>E</a:t>
            </a:r>
            <a:r>
              <a:rPr sz="2000" dirty="0">
                <a:latin typeface="Times New Roman"/>
                <a:cs typeface="Times New Roman"/>
                <a:hlinkClick r:id="rId3"/>
              </a:rPr>
              <a:t>T</a:t>
            </a:r>
            <a:endParaRPr sz="2000" dirty="0">
              <a:latin typeface="Times New Roman"/>
              <a:cs typeface="Times New Roman"/>
            </a:endParaRPr>
          </a:p>
          <a:p>
            <a:pPr marL="12700">
              <a:lnSpc>
                <a:spcPct val="95825"/>
              </a:lnSpc>
              <a:spcBef>
                <a:spcPts val="395"/>
              </a:spcBef>
            </a:pPr>
            <a:r>
              <a:rPr sz="2000" dirty="0">
                <a:latin typeface="Times New Roman"/>
                <a:cs typeface="Times New Roman"/>
              </a:rPr>
              <a:t>//</a:t>
            </a:r>
            <a:r>
              <a:rPr sz="2000" spc="39"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70" dirty="0">
                <a:latin typeface="Times New Roman"/>
                <a:cs typeface="Times New Roman"/>
              </a:rPr>
              <a:t> </a:t>
            </a:r>
            <a:r>
              <a:rPr sz="2000" spc="-4" dirty="0">
                <a:latin typeface="Times New Roman"/>
                <a:cs typeface="Times New Roman"/>
              </a:rPr>
              <a:t>J</a:t>
            </a:r>
            <a:r>
              <a:rPr sz="2000" dirty="0">
                <a:latin typeface="Times New Roman"/>
                <a:cs typeface="Times New Roman"/>
              </a:rPr>
              <a:t>ava</a:t>
            </a:r>
            <a:r>
              <a:rPr sz="2000" spc="78" dirty="0">
                <a:latin typeface="Times New Roman"/>
                <a:cs typeface="Times New Roman"/>
              </a:rPr>
              <a:t> </a:t>
            </a:r>
            <a:r>
              <a:rPr sz="2000" dirty="0">
                <a:latin typeface="Times New Roman"/>
                <a:cs typeface="Times New Roman"/>
              </a:rPr>
              <a:t>me</a:t>
            </a:r>
            <a:r>
              <a:rPr sz="2000" spc="9" dirty="0">
                <a:latin typeface="Times New Roman"/>
                <a:cs typeface="Times New Roman"/>
              </a:rPr>
              <a:t>t</a:t>
            </a:r>
            <a:r>
              <a:rPr sz="2000" dirty="0">
                <a:latin typeface="Times New Roman"/>
                <a:cs typeface="Times New Roman"/>
              </a:rPr>
              <a:t>h</a:t>
            </a:r>
            <a:r>
              <a:rPr sz="2000" spc="-9" dirty="0">
                <a:latin typeface="Times New Roman"/>
                <a:cs typeface="Times New Roman"/>
              </a:rPr>
              <a:t>o</a:t>
            </a:r>
            <a:r>
              <a:rPr sz="2000" dirty="0">
                <a:latin typeface="Times New Roman"/>
                <a:cs typeface="Times New Roman"/>
              </a:rPr>
              <a:t>d</a:t>
            </a:r>
            <a:r>
              <a:rPr sz="2000" spc="122" dirty="0">
                <a:latin typeface="Times New Roman"/>
                <a:cs typeface="Times New Roman"/>
              </a:rPr>
              <a:t> </a:t>
            </a:r>
            <a:r>
              <a:rPr sz="2000" spc="-9" dirty="0">
                <a:latin typeface="Times New Roman"/>
                <a:cs typeface="Times New Roman"/>
              </a:rPr>
              <a:t>w</a:t>
            </a:r>
            <a:r>
              <a:rPr sz="2000" spc="9" dirty="0">
                <a:latin typeface="Times New Roman"/>
                <a:cs typeface="Times New Roman"/>
              </a:rPr>
              <a:t>i</a:t>
            </a:r>
            <a:r>
              <a:rPr sz="2000" dirty="0">
                <a:latin typeface="Times New Roman"/>
                <a:cs typeface="Times New Roman"/>
              </a:rPr>
              <a:t>ll</a:t>
            </a:r>
            <a:r>
              <a:rPr sz="2000" spc="80" dirty="0">
                <a:latin typeface="Times New Roman"/>
                <a:cs typeface="Times New Roman"/>
              </a:rPr>
              <a:t> </a:t>
            </a:r>
            <a:r>
              <a:rPr sz="2800" spc="-9" dirty="0">
                <a:latin typeface="Times New Roman"/>
                <a:cs typeface="Times New Roman"/>
              </a:rPr>
              <a:t>p</a:t>
            </a:r>
            <a:r>
              <a:rPr sz="2800" spc="4" dirty="0">
                <a:latin typeface="Times New Roman"/>
                <a:cs typeface="Times New Roman"/>
              </a:rPr>
              <a:t>r</a:t>
            </a:r>
            <a:r>
              <a:rPr sz="2800" spc="-9" dirty="0">
                <a:latin typeface="Times New Roman"/>
                <a:cs typeface="Times New Roman"/>
              </a:rPr>
              <a:t>o</a:t>
            </a:r>
            <a:r>
              <a:rPr sz="2800" dirty="0">
                <a:latin typeface="Times New Roman"/>
                <a:cs typeface="Times New Roman"/>
              </a:rPr>
              <a:t>duce</a:t>
            </a:r>
            <a:r>
              <a:rPr sz="2000" spc="130" dirty="0">
                <a:latin typeface="Times New Roman"/>
                <a:cs typeface="Times New Roman"/>
              </a:rPr>
              <a:t> </a:t>
            </a:r>
            <a:r>
              <a:rPr sz="2000" dirty="0">
                <a:latin typeface="Times New Roman"/>
                <a:cs typeface="Times New Roman"/>
              </a:rPr>
              <a:t>content</a:t>
            </a:r>
            <a:r>
              <a:rPr sz="2000" spc="120" dirty="0">
                <a:latin typeface="Times New Roman"/>
                <a:cs typeface="Times New Roman"/>
              </a:rPr>
              <a:t> </a:t>
            </a:r>
            <a:r>
              <a:rPr sz="2000" spc="9" dirty="0">
                <a:latin typeface="Times New Roman"/>
                <a:cs typeface="Times New Roman"/>
              </a:rPr>
              <a:t>i</a:t>
            </a:r>
            <a:r>
              <a:rPr sz="2000" spc="-9" dirty="0">
                <a:latin typeface="Times New Roman"/>
                <a:cs typeface="Times New Roman"/>
              </a:rPr>
              <a:t>d</a:t>
            </a:r>
            <a:r>
              <a:rPr sz="2000" dirty="0">
                <a:latin typeface="Times New Roman"/>
                <a:cs typeface="Times New Roman"/>
              </a:rPr>
              <a:t>ent</a:t>
            </a:r>
            <a:r>
              <a:rPr sz="2000" spc="4" dirty="0">
                <a:latin typeface="Times New Roman"/>
                <a:cs typeface="Times New Roman"/>
              </a:rPr>
              <a:t>i</a:t>
            </a:r>
            <a:r>
              <a:rPr sz="2000" spc="-4" dirty="0">
                <a:latin typeface="Times New Roman"/>
                <a:cs typeface="Times New Roman"/>
              </a:rPr>
              <a:t>f</a:t>
            </a:r>
            <a:r>
              <a:rPr sz="2000" spc="9" dirty="0">
                <a:latin typeface="Times New Roman"/>
                <a:cs typeface="Times New Roman"/>
              </a:rPr>
              <a:t>i</a:t>
            </a:r>
            <a:r>
              <a:rPr sz="2000" dirty="0">
                <a:latin typeface="Times New Roman"/>
                <a:cs typeface="Times New Roman"/>
              </a:rPr>
              <a:t>ed</a:t>
            </a:r>
            <a:r>
              <a:rPr sz="2000" spc="142" dirty="0">
                <a:latin typeface="Times New Roman"/>
                <a:cs typeface="Times New Roman"/>
              </a:rPr>
              <a:t> </a:t>
            </a:r>
            <a:r>
              <a:rPr sz="2000" dirty="0">
                <a:latin typeface="Times New Roman"/>
                <a:cs typeface="Times New Roman"/>
              </a:rPr>
              <a:t>by</a:t>
            </a:r>
            <a:r>
              <a:rPr sz="2000" spc="50" dirty="0">
                <a:latin typeface="Times New Roman"/>
                <a:cs typeface="Times New Roman"/>
              </a:rPr>
              <a:t> </a:t>
            </a:r>
            <a:r>
              <a:rPr sz="2000" dirty="0">
                <a:latin typeface="Times New Roman"/>
                <a:cs typeface="Times New Roman"/>
              </a:rPr>
              <a:t>the</a:t>
            </a:r>
            <a:r>
              <a:rPr sz="2000" spc="58" dirty="0">
                <a:latin typeface="Times New Roman"/>
                <a:cs typeface="Times New Roman"/>
              </a:rPr>
              <a:t> </a:t>
            </a:r>
            <a:r>
              <a:rPr sz="2000" spc="-4" dirty="0">
                <a:latin typeface="Times New Roman"/>
                <a:cs typeface="Times New Roman"/>
              </a:rPr>
              <a:t>MIM</a:t>
            </a:r>
            <a:r>
              <a:rPr sz="2000" dirty="0">
                <a:latin typeface="Times New Roman"/>
                <a:cs typeface="Times New Roman"/>
              </a:rPr>
              <a:t>E</a:t>
            </a:r>
            <a:r>
              <a:rPr sz="2000" spc="117" dirty="0">
                <a:latin typeface="Times New Roman"/>
                <a:cs typeface="Times New Roman"/>
              </a:rPr>
              <a:t> </a:t>
            </a:r>
            <a:r>
              <a:rPr sz="2000" spc="-14" dirty="0">
                <a:latin typeface="Times New Roman"/>
                <a:cs typeface="Times New Roman"/>
              </a:rPr>
              <a:t>M</a:t>
            </a:r>
            <a:r>
              <a:rPr sz="2000" dirty="0">
                <a:latin typeface="Times New Roman"/>
                <a:cs typeface="Times New Roman"/>
              </a:rPr>
              <a:t>edia</a:t>
            </a:r>
          </a:p>
          <a:p>
            <a:pPr marL="12700" marR="17907">
              <a:lnSpc>
                <a:spcPct val="95825"/>
              </a:lnSpc>
              <a:spcBef>
                <a:spcPts val="345"/>
              </a:spcBef>
            </a:pPr>
            <a:r>
              <a:rPr sz="2000" dirty="0">
                <a:latin typeface="Times New Roman"/>
                <a:cs typeface="Times New Roman"/>
              </a:rPr>
              <a:t>//</a:t>
            </a:r>
            <a:r>
              <a:rPr sz="2000" spc="4" dirty="0">
                <a:latin typeface="Times New Roman"/>
                <a:cs typeface="Times New Roman"/>
              </a:rPr>
              <a:t> </a:t>
            </a:r>
            <a:r>
              <a:rPr sz="2000" dirty="0">
                <a:latin typeface="Times New Roman"/>
                <a:cs typeface="Times New Roman"/>
              </a:rPr>
              <a:t>type</a:t>
            </a:r>
            <a:r>
              <a:rPr sz="2000" spc="-11" dirty="0">
                <a:latin typeface="Times New Roman"/>
                <a:cs typeface="Times New Roman"/>
              </a:rPr>
              <a:t> </a:t>
            </a:r>
            <a:r>
              <a:rPr sz="2000" spc="-4" dirty="0">
                <a:latin typeface="Times New Roman"/>
                <a:cs typeface="Times New Roman"/>
              </a:rPr>
              <a:t>"</a:t>
            </a:r>
            <a:r>
              <a:rPr sz="2000" spc="9" dirty="0">
                <a:latin typeface="Times New Roman"/>
                <a:cs typeface="Times New Roman"/>
              </a:rPr>
              <a:t>t</a:t>
            </a:r>
            <a:r>
              <a:rPr sz="2000" dirty="0">
                <a:latin typeface="Times New Roman"/>
                <a:cs typeface="Times New Roman"/>
              </a:rPr>
              <a:t>ext/pl</a:t>
            </a:r>
            <a:r>
              <a:rPr sz="2000" spc="9" dirty="0">
                <a:latin typeface="Times New Roman"/>
                <a:cs typeface="Times New Roman"/>
              </a:rPr>
              <a:t>a</a:t>
            </a:r>
            <a:r>
              <a:rPr sz="2000" dirty="0">
                <a:latin typeface="Times New Roman"/>
                <a:cs typeface="Times New Roman"/>
              </a:rPr>
              <a:t>in"</a:t>
            </a:r>
          </a:p>
          <a:p>
            <a:pPr marL="12700" marR="17907">
              <a:lnSpc>
                <a:spcPct val="95825"/>
              </a:lnSpc>
              <a:spcBef>
                <a:spcPts val="335"/>
              </a:spcBef>
            </a:pPr>
            <a:r>
              <a:rPr sz="2000" spc="4" dirty="0">
                <a:latin typeface="Times New Roman"/>
                <a:cs typeface="Times New Roman"/>
                <a:hlinkClick r:id="rId4"/>
              </a:rPr>
              <a:t>@</a:t>
            </a:r>
            <a:r>
              <a:rPr sz="2000" spc="-9" dirty="0">
                <a:latin typeface="Times New Roman"/>
                <a:cs typeface="Times New Roman"/>
                <a:hlinkClick r:id="rId4"/>
              </a:rPr>
              <a:t>P</a:t>
            </a:r>
            <a:r>
              <a:rPr sz="2000" spc="-4" dirty="0">
                <a:latin typeface="Times New Roman"/>
                <a:cs typeface="Times New Roman"/>
                <a:hlinkClick r:id="rId4"/>
              </a:rPr>
              <a:t>r</a:t>
            </a:r>
            <a:r>
              <a:rPr sz="2000" dirty="0">
                <a:latin typeface="Times New Roman"/>
                <a:cs typeface="Times New Roman"/>
                <a:hlinkClick r:id="rId4"/>
              </a:rPr>
              <a:t>oduce</a:t>
            </a:r>
            <a:r>
              <a:rPr sz="2000" spc="-4" dirty="0">
                <a:latin typeface="Times New Roman"/>
                <a:cs typeface="Times New Roman"/>
                <a:hlinkClick r:id="rId4"/>
              </a:rPr>
              <a:t>s</a:t>
            </a:r>
            <a:r>
              <a:rPr sz="2000" spc="-4" dirty="0">
                <a:latin typeface="Times New Roman"/>
                <a:cs typeface="Times New Roman"/>
              </a:rPr>
              <a:t>("</a:t>
            </a:r>
            <a:r>
              <a:rPr sz="2000" spc="9" dirty="0">
                <a:latin typeface="Times New Roman"/>
                <a:cs typeface="Times New Roman"/>
              </a:rPr>
              <a:t>t</a:t>
            </a:r>
            <a:r>
              <a:rPr sz="2000" dirty="0">
                <a:latin typeface="Times New Roman"/>
                <a:cs typeface="Times New Roman"/>
              </a:rPr>
              <a:t>e</a:t>
            </a:r>
            <a:r>
              <a:rPr sz="2000" spc="-9" dirty="0">
                <a:latin typeface="Times New Roman"/>
                <a:cs typeface="Times New Roman"/>
              </a:rPr>
              <a:t>x</a:t>
            </a:r>
            <a:r>
              <a:rPr sz="2000" spc="9" dirty="0">
                <a:latin typeface="Times New Roman"/>
                <a:cs typeface="Times New Roman"/>
              </a:rPr>
              <a:t>t</a:t>
            </a:r>
            <a:r>
              <a:rPr sz="2000" dirty="0">
                <a:latin typeface="Times New Roman"/>
                <a:cs typeface="Times New Roman"/>
              </a:rPr>
              <a:t>/p</a:t>
            </a:r>
            <a:r>
              <a:rPr sz="2000" spc="4" dirty="0">
                <a:latin typeface="Times New Roman"/>
                <a:cs typeface="Times New Roman"/>
              </a:rPr>
              <a:t>l</a:t>
            </a:r>
            <a:r>
              <a:rPr sz="2000" spc="-4" dirty="0">
                <a:latin typeface="Times New Roman"/>
                <a:cs typeface="Times New Roman"/>
              </a:rPr>
              <a:t>a</a:t>
            </a:r>
            <a:r>
              <a:rPr sz="2000" spc="9" dirty="0">
                <a:latin typeface="Times New Roman"/>
                <a:cs typeface="Times New Roman"/>
              </a:rPr>
              <a:t>i</a:t>
            </a:r>
            <a:r>
              <a:rPr sz="2000" dirty="0">
                <a:latin typeface="Times New Roman"/>
                <a:cs typeface="Times New Roman"/>
              </a:rPr>
              <a:t>n</a:t>
            </a:r>
            <a:r>
              <a:rPr sz="2000" spc="-4" dirty="0">
                <a:latin typeface="Times New Roman"/>
                <a:cs typeface="Times New Roman"/>
              </a:rPr>
              <a:t>"</a:t>
            </a:r>
            <a:r>
              <a:rPr sz="2000" dirty="0">
                <a:latin typeface="Times New Roman"/>
                <a:cs typeface="Times New Roman"/>
              </a:rPr>
              <a:t>)</a:t>
            </a:r>
          </a:p>
          <a:p>
            <a:pPr marL="12700" marR="17907">
              <a:lnSpc>
                <a:spcPct val="95825"/>
              </a:lnSpc>
              <a:spcBef>
                <a:spcPts val="345"/>
              </a:spcBef>
            </a:pPr>
            <a:r>
              <a:rPr sz="2000" dirty="0">
                <a:latin typeface="Times New Roman"/>
                <a:cs typeface="Times New Roman"/>
              </a:rPr>
              <a:t>pu</a:t>
            </a:r>
            <a:r>
              <a:rPr sz="2000" spc="-9" dirty="0">
                <a:latin typeface="Times New Roman"/>
                <a:cs typeface="Times New Roman"/>
              </a:rPr>
              <a:t>b</a:t>
            </a:r>
            <a:r>
              <a:rPr sz="2000" spc="9" dirty="0">
                <a:latin typeface="Times New Roman"/>
                <a:cs typeface="Times New Roman"/>
              </a:rPr>
              <a:t>l</a:t>
            </a:r>
            <a:r>
              <a:rPr sz="2000" dirty="0">
                <a:latin typeface="Times New Roman"/>
                <a:cs typeface="Times New Roman"/>
              </a:rPr>
              <a:t>ic</a:t>
            </a:r>
            <a:r>
              <a:rPr sz="2000" spc="-32" dirty="0">
                <a:latin typeface="Times New Roman"/>
                <a:cs typeface="Times New Roman"/>
              </a:rPr>
              <a:t> </a:t>
            </a:r>
            <a:r>
              <a:rPr sz="2000" spc="-4" dirty="0">
                <a:latin typeface="Times New Roman"/>
                <a:cs typeface="Times New Roman"/>
              </a:rPr>
              <a:t>S</a:t>
            </a:r>
            <a:r>
              <a:rPr sz="2000" dirty="0">
                <a:latin typeface="Times New Roman"/>
                <a:cs typeface="Times New Roman"/>
              </a:rPr>
              <a:t>t</a:t>
            </a:r>
            <a:r>
              <a:rPr sz="2000" spc="4" dirty="0">
                <a:latin typeface="Times New Roman"/>
                <a:cs typeface="Times New Roman"/>
              </a:rPr>
              <a:t>r</a:t>
            </a:r>
            <a:r>
              <a:rPr sz="2000" dirty="0">
                <a:latin typeface="Times New Roman"/>
                <a:cs typeface="Times New Roman"/>
              </a:rPr>
              <a:t>ing</a:t>
            </a:r>
            <a:r>
              <a:rPr sz="2000" spc="-28" dirty="0">
                <a:latin typeface="Times New Roman"/>
                <a:cs typeface="Times New Roman"/>
              </a:rPr>
              <a:t> </a:t>
            </a:r>
            <a:r>
              <a:rPr sz="2000" spc="-9" dirty="0">
                <a:latin typeface="Times New Roman"/>
                <a:cs typeface="Times New Roman"/>
              </a:rPr>
              <a:t>g</a:t>
            </a:r>
            <a:r>
              <a:rPr sz="2000" dirty="0">
                <a:latin typeface="Times New Roman"/>
                <a:cs typeface="Times New Roman"/>
              </a:rPr>
              <a:t>e</a:t>
            </a:r>
            <a:r>
              <a:rPr sz="2000" spc="9" dirty="0">
                <a:latin typeface="Times New Roman"/>
                <a:cs typeface="Times New Roman"/>
              </a:rPr>
              <a:t>t</a:t>
            </a:r>
            <a:r>
              <a:rPr sz="2000" spc="-4" dirty="0">
                <a:latin typeface="Times New Roman"/>
                <a:cs typeface="Times New Roman"/>
              </a:rPr>
              <a:t>C</a:t>
            </a:r>
            <a:r>
              <a:rPr sz="2000" dirty="0">
                <a:latin typeface="Times New Roman"/>
                <a:cs typeface="Times New Roman"/>
              </a:rPr>
              <a:t>l</a:t>
            </a:r>
            <a:r>
              <a:rPr sz="2000" spc="4" dirty="0">
                <a:latin typeface="Times New Roman"/>
                <a:cs typeface="Times New Roman"/>
              </a:rPr>
              <a:t>i</a:t>
            </a:r>
            <a:r>
              <a:rPr sz="2000" dirty="0">
                <a:latin typeface="Times New Roman"/>
                <a:cs typeface="Times New Roman"/>
              </a:rPr>
              <a:t>ched</a:t>
            </a:r>
            <a:r>
              <a:rPr sz="2000" spc="-14" dirty="0">
                <a:latin typeface="Times New Roman"/>
                <a:cs typeface="Times New Roman"/>
              </a:rPr>
              <a:t>M</a:t>
            </a:r>
            <a:r>
              <a:rPr sz="2000" dirty="0">
                <a:latin typeface="Times New Roman"/>
                <a:cs typeface="Times New Roman"/>
              </a:rPr>
              <a:t>e</a:t>
            </a:r>
            <a:r>
              <a:rPr sz="2000" spc="-4" dirty="0">
                <a:latin typeface="Times New Roman"/>
                <a:cs typeface="Times New Roman"/>
              </a:rPr>
              <a:t>ss</a:t>
            </a:r>
            <a:r>
              <a:rPr sz="2000" dirty="0">
                <a:latin typeface="Times New Roman"/>
                <a:cs typeface="Times New Roman"/>
              </a:rPr>
              <a:t>age</a:t>
            </a:r>
            <a:r>
              <a:rPr sz="2000" spc="-4" dirty="0">
                <a:latin typeface="Times New Roman"/>
                <a:cs typeface="Times New Roman"/>
              </a:rPr>
              <a:t>(</a:t>
            </a:r>
            <a:r>
              <a:rPr sz="2000" dirty="0">
                <a:latin typeface="Times New Roman"/>
                <a:cs typeface="Times New Roman"/>
              </a:rPr>
              <a:t>)</a:t>
            </a:r>
            <a:r>
              <a:rPr sz="2000" spc="53" dirty="0">
                <a:latin typeface="Times New Roman"/>
                <a:cs typeface="Times New Roman"/>
              </a:rPr>
              <a:t> </a:t>
            </a:r>
            <a:r>
              <a:rPr sz="2000" dirty="0">
                <a:latin typeface="Times New Roman"/>
                <a:cs typeface="Times New Roman"/>
              </a:rPr>
              <a:t>{</a:t>
            </a:r>
          </a:p>
          <a:p>
            <a:pPr marL="134620" marR="1498414">
              <a:lnSpc>
                <a:spcPts val="1092"/>
              </a:lnSpc>
              <a:spcBef>
                <a:spcPts val="335"/>
              </a:spcBef>
            </a:pPr>
            <a:r>
              <a:rPr sz="2000" dirty="0">
                <a:latin typeface="Times New Roman"/>
                <a:cs typeface="Times New Roman"/>
              </a:rPr>
              <a:t>//</a:t>
            </a:r>
            <a:r>
              <a:rPr sz="2000" spc="4" dirty="0">
                <a:latin typeface="Times New Roman"/>
                <a:cs typeface="Times New Roman"/>
              </a:rPr>
              <a:t> </a:t>
            </a:r>
            <a:r>
              <a:rPr sz="2000" spc="-4" dirty="0">
                <a:latin typeface="Times New Roman"/>
                <a:cs typeface="Times New Roman"/>
              </a:rPr>
              <a:t>R</a:t>
            </a:r>
            <a:r>
              <a:rPr sz="2000" dirty="0">
                <a:latin typeface="Times New Roman"/>
                <a:cs typeface="Times New Roman"/>
              </a:rPr>
              <a:t>etu</a:t>
            </a:r>
            <a:r>
              <a:rPr sz="2000" spc="4" dirty="0">
                <a:latin typeface="Times New Roman"/>
                <a:cs typeface="Times New Roman"/>
              </a:rPr>
              <a:t>r</a:t>
            </a:r>
            <a:r>
              <a:rPr sz="2000" dirty="0">
                <a:latin typeface="Times New Roman"/>
                <a:cs typeface="Times New Roman"/>
              </a:rPr>
              <a:t>n</a:t>
            </a:r>
            <a:r>
              <a:rPr sz="2000" spc="-40" dirty="0">
                <a:latin typeface="Times New Roman"/>
                <a:cs typeface="Times New Roman"/>
              </a:rPr>
              <a:t> </a:t>
            </a:r>
            <a:r>
              <a:rPr sz="2000" spc="-4" dirty="0">
                <a:latin typeface="Times New Roman"/>
                <a:cs typeface="Times New Roman"/>
              </a:rPr>
              <a:t>s</a:t>
            </a:r>
            <a:r>
              <a:rPr sz="2000" dirty="0">
                <a:latin typeface="Times New Roman"/>
                <a:cs typeface="Times New Roman"/>
              </a:rPr>
              <a:t>ome</a:t>
            </a:r>
            <a:r>
              <a:rPr sz="2000" spc="-18" dirty="0">
                <a:latin typeface="Times New Roman"/>
                <a:cs typeface="Times New Roman"/>
              </a:rPr>
              <a:t> </a:t>
            </a:r>
            <a:r>
              <a:rPr sz="2000" dirty="0">
                <a:latin typeface="Times New Roman"/>
                <a:cs typeface="Times New Roman"/>
              </a:rPr>
              <a:t>c</a:t>
            </a:r>
            <a:r>
              <a:rPr sz="2000" spc="9" dirty="0">
                <a:latin typeface="Times New Roman"/>
                <a:cs typeface="Times New Roman"/>
              </a:rPr>
              <a:t>l</a:t>
            </a:r>
            <a:r>
              <a:rPr sz="2000" dirty="0">
                <a:latin typeface="Times New Roman"/>
                <a:cs typeface="Times New Roman"/>
              </a:rPr>
              <a:t>iched</a:t>
            </a:r>
            <a:r>
              <a:rPr sz="2000" spc="-32" dirty="0">
                <a:latin typeface="Times New Roman"/>
                <a:cs typeface="Times New Roman"/>
              </a:rPr>
              <a:t> </a:t>
            </a:r>
            <a:r>
              <a:rPr sz="2000" dirty="0">
                <a:latin typeface="Times New Roman"/>
                <a:cs typeface="Times New Roman"/>
              </a:rPr>
              <a:t>textual</a:t>
            </a:r>
            <a:r>
              <a:rPr sz="2000" spc="-15" dirty="0">
                <a:latin typeface="Times New Roman"/>
                <a:cs typeface="Times New Roman"/>
              </a:rPr>
              <a:t> </a:t>
            </a:r>
            <a:r>
              <a:rPr sz="2000" dirty="0">
                <a:latin typeface="Times New Roman"/>
                <a:cs typeface="Times New Roman"/>
              </a:rPr>
              <a:t>c</a:t>
            </a:r>
            <a:r>
              <a:rPr sz="2000" spc="-9" dirty="0">
                <a:latin typeface="Times New Roman"/>
                <a:cs typeface="Times New Roman"/>
              </a:rPr>
              <a:t>o</a:t>
            </a:r>
            <a:r>
              <a:rPr sz="2000" dirty="0">
                <a:latin typeface="Times New Roman"/>
                <a:cs typeface="Times New Roman"/>
              </a:rPr>
              <a:t>ntent </a:t>
            </a:r>
          </a:p>
          <a:p>
            <a:pPr marL="134620" marR="1498414">
              <a:lnSpc>
                <a:spcPts val="1092"/>
              </a:lnSpc>
              <a:spcBef>
                <a:spcPts val="337"/>
              </a:spcBef>
            </a:pPr>
            <a:r>
              <a:rPr sz="2000" spc="-4" dirty="0">
                <a:latin typeface="Times New Roman"/>
                <a:cs typeface="Times New Roman"/>
              </a:rPr>
              <a:t>r</a:t>
            </a:r>
            <a:r>
              <a:rPr sz="2000" dirty="0">
                <a:latin typeface="Times New Roman"/>
                <a:cs typeface="Times New Roman"/>
              </a:rPr>
              <a:t>etu</a:t>
            </a:r>
            <a:r>
              <a:rPr sz="2000" spc="4" dirty="0">
                <a:latin typeface="Times New Roman"/>
                <a:cs typeface="Times New Roman"/>
              </a:rPr>
              <a:t>r</a:t>
            </a:r>
            <a:r>
              <a:rPr sz="2000" dirty="0">
                <a:latin typeface="Times New Roman"/>
                <a:cs typeface="Times New Roman"/>
              </a:rPr>
              <a:t>n</a:t>
            </a:r>
            <a:r>
              <a:rPr sz="2000" spc="-40" dirty="0">
                <a:latin typeface="Times New Roman"/>
                <a:cs typeface="Times New Roman"/>
              </a:rPr>
              <a:t> </a:t>
            </a:r>
            <a:r>
              <a:rPr sz="2000" spc="4" dirty="0">
                <a:latin typeface="Times New Roman"/>
                <a:cs typeface="Times New Roman"/>
              </a:rPr>
              <a:t>"</a:t>
            </a:r>
            <a:r>
              <a:rPr sz="2000" spc="-9" dirty="0">
                <a:latin typeface="Times New Roman"/>
                <a:cs typeface="Times New Roman"/>
              </a:rPr>
              <a:t>H</a:t>
            </a:r>
            <a:r>
              <a:rPr sz="2000" dirty="0">
                <a:latin typeface="Times New Roman"/>
                <a:cs typeface="Times New Roman"/>
              </a:rPr>
              <a:t>el</a:t>
            </a:r>
            <a:r>
              <a:rPr sz="2000" spc="4" dirty="0">
                <a:latin typeface="Times New Roman"/>
                <a:cs typeface="Times New Roman"/>
              </a:rPr>
              <a:t>l</a:t>
            </a:r>
            <a:r>
              <a:rPr sz="2000" dirty="0">
                <a:latin typeface="Times New Roman"/>
                <a:cs typeface="Times New Roman"/>
              </a:rPr>
              <a:t>o</a:t>
            </a:r>
            <a:r>
              <a:rPr sz="2000" spc="-50" dirty="0">
                <a:latin typeface="Times New Roman"/>
                <a:cs typeface="Times New Roman"/>
              </a:rPr>
              <a:t> </a:t>
            </a:r>
            <a:r>
              <a:rPr sz="2000" dirty="0">
                <a:latin typeface="Times New Roman"/>
                <a:cs typeface="Times New Roman"/>
              </a:rPr>
              <a:t>Wo</a:t>
            </a:r>
            <a:r>
              <a:rPr sz="2000" spc="-4" dirty="0">
                <a:latin typeface="Times New Roman"/>
                <a:cs typeface="Times New Roman"/>
              </a:rPr>
              <a:t>r</a:t>
            </a:r>
            <a:r>
              <a:rPr sz="2000" spc="9" dirty="0">
                <a:latin typeface="Times New Roman"/>
                <a:cs typeface="Times New Roman"/>
              </a:rPr>
              <a:t>l</a:t>
            </a:r>
            <a:r>
              <a:rPr sz="2000" dirty="0">
                <a:latin typeface="Times New Roman"/>
                <a:cs typeface="Times New Roman"/>
              </a:rPr>
              <a:t>d</a:t>
            </a:r>
            <a:r>
              <a:rPr sz="2000" spc="-4" dirty="0">
                <a:latin typeface="Times New Roman"/>
                <a:cs typeface="Times New Roman"/>
              </a:rPr>
              <a:t>"</a:t>
            </a:r>
            <a:r>
              <a:rPr sz="2000" dirty="0">
                <a:latin typeface="Times New Roman"/>
                <a:cs typeface="Times New Roman"/>
              </a:rPr>
              <a:t>;</a:t>
            </a:r>
          </a:p>
          <a:p>
            <a:pPr marL="12700" marR="17907">
              <a:lnSpc>
                <a:spcPct val="95825"/>
              </a:lnSpc>
              <a:spcBef>
                <a:spcPts val="347"/>
              </a:spcBef>
            </a:pPr>
            <a:r>
              <a:rPr sz="2000" dirty="0">
                <a:latin typeface="Times New Roman"/>
                <a:cs typeface="Times New Roman"/>
              </a:rPr>
              <a:t>}</a:t>
            </a:r>
            <a:endParaRPr lang="en-US" sz="2000" dirty="0">
              <a:latin typeface="Times New Roman"/>
              <a:cs typeface="Times New Roman"/>
            </a:endParaRPr>
          </a:p>
          <a:p>
            <a:pPr marL="12700" marR="17907">
              <a:lnSpc>
                <a:spcPct val="95825"/>
              </a:lnSpc>
              <a:spcBef>
                <a:spcPts val="347"/>
              </a:spcBef>
            </a:pPr>
            <a:r>
              <a:rPr lang="en-US" sz="2000" dirty="0">
                <a:latin typeface="Times New Roman"/>
                <a:cs typeface="Times New Roman"/>
              </a:rPr>
              <a:t>}</a:t>
            </a:r>
            <a:endParaRPr sz="2000" dirty="0">
              <a:latin typeface="Times New Roman"/>
              <a:cs typeface="Times New Roman"/>
            </a:endParaRPr>
          </a:p>
        </p:txBody>
      </p:sp>
    </p:spTree>
    <p:extLst>
      <p:ext uri="{BB962C8B-B14F-4D97-AF65-F5344CB8AC3E}">
        <p14:creationId xmlns:p14="http://schemas.microsoft.com/office/powerpoint/2010/main" val="303748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4" name="object 14"/>
          <p:cNvSpPr txBox="1"/>
          <p:nvPr/>
        </p:nvSpPr>
        <p:spPr>
          <a:xfrm>
            <a:off x="2058670" y="476178"/>
            <a:ext cx="633760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hlinkClick r:id="rId2"/>
              </a:rPr>
              <a:t>The @P</a:t>
            </a:r>
            <a:r>
              <a:rPr sz="4400" spc="-9" dirty="0">
                <a:latin typeface="Times New Roman"/>
                <a:cs typeface="Times New Roman"/>
                <a:hlinkClick r:id="rId2"/>
              </a:rPr>
              <a:t>r</a:t>
            </a:r>
            <a:r>
              <a:rPr sz="4400" spc="4" dirty="0">
                <a:latin typeface="Times New Roman"/>
                <a:cs typeface="Times New Roman"/>
                <a:hlinkClick r:id="rId2"/>
              </a:rPr>
              <a:t>odu</a:t>
            </a:r>
            <a:r>
              <a:rPr sz="4400" dirty="0">
                <a:latin typeface="Times New Roman"/>
                <a:cs typeface="Times New Roman"/>
                <a:hlinkClick r:id="rId2"/>
              </a:rPr>
              <a:t>c</a:t>
            </a:r>
            <a:r>
              <a:rPr sz="4400" spc="-4" dirty="0">
                <a:latin typeface="Times New Roman"/>
                <a:cs typeface="Times New Roman"/>
                <a:hlinkClick r:id="rId2"/>
              </a:rPr>
              <a:t>e</a:t>
            </a:r>
            <a:r>
              <a:rPr sz="4400" dirty="0">
                <a:latin typeface="Times New Roman"/>
                <a:cs typeface="Times New Roman"/>
                <a:hlinkClick r:id="rId2"/>
              </a:rPr>
              <a:t>s</a:t>
            </a:r>
            <a:r>
              <a:rPr sz="4400" dirty="0">
                <a:latin typeface="Times New Roman"/>
                <a:cs typeface="Times New Roman"/>
              </a:rPr>
              <a:t> A</a:t>
            </a:r>
            <a:r>
              <a:rPr sz="4400" spc="4" dirty="0">
                <a:latin typeface="Times New Roman"/>
                <a:cs typeface="Times New Roman"/>
              </a:rPr>
              <a:t>n</a:t>
            </a:r>
            <a:r>
              <a:rPr sz="4400" dirty="0">
                <a:latin typeface="Times New Roman"/>
                <a:cs typeface="Times New Roman"/>
              </a:rPr>
              <a:t>n</a:t>
            </a:r>
            <a:r>
              <a:rPr sz="4400" spc="4" dirty="0">
                <a:latin typeface="Times New Roman"/>
                <a:cs typeface="Times New Roman"/>
              </a:rPr>
              <a:t>ot</a:t>
            </a:r>
            <a:r>
              <a:rPr sz="4400" dirty="0">
                <a:latin typeface="Times New Roman"/>
                <a:cs typeface="Times New Roman"/>
              </a:rPr>
              <a:t>ation</a:t>
            </a:r>
            <a:endParaRPr sz="4400">
              <a:latin typeface="Times New Roman"/>
              <a:cs typeface="Times New Roman"/>
            </a:endParaRPr>
          </a:p>
        </p:txBody>
      </p:sp>
      <p:sp>
        <p:nvSpPr>
          <p:cNvPr id="13" name="object 13"/>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2" name="object 12"/>
          <p:cNvSpPr txBox="1"/>
          <p:nvPr/>
        </p:nvSpPr>
        <p:spPr>
          <a:xfrm>
            <a:off x="2611121" y="1465425"/>
            <a:ext cx="7272629" cy="2727960"/>
          </a:xfrm>
          <a:prstGeom prst="rect">
            <a:avLst/>
          </a:prstGeom>
        </p:spPr>
        <p:txBody>
          <a:bodyPr wrap="square" lIns="0" tIns="0" rIns="0" bIns="0" rtlCol="0">
            <a:noAutofit/>
          </a:bodyPr>
          <a:lstStyle/>
          <a:p>
            <a:pPr marL="12700" marR="45720">
              <a:lnSpc>
                <a:spcPts val="2550"/>
              </a:lnSpc>
              <a:spcBef>
                <a:spcPts val="127"/>
              </a:spcBef>
            </a:pPr>
            <a:r>
              <a:rPr sz="2400" spc="-4" dirty="0">
                <a:latin typeface="Times New Roman"/>
                <a:cs typeface="Times New Roman"/>
              </a:rPr>
              <a:t>T</a:t>
            </a:r>
            <a:r>
              <a:rPr sz="2400" dirty="0">
                <a:latin typeface="Times New Roman"/>
                <a:cs typeface="Times New Roman"/>
                <a:hlinkClick r:id="rId2"/>
              </a:rPr>
              <a:t>he @</a:t>
            </a:r>
            <a:r>
              <a:rPr sz="2400" spc="-4" dirty="0">
                <a:latin typeface="Times New Roman"/>
                <a:cs typeface="Times New Roman"/>
                <a:hlinkClick r:id="rId2"/>
              </a:rPr>
              <a:t>P</a:t>
            </a:r>
            <a:r>
              <a:rPr sz="2400" dirty="0">
                <a:latin typeface="Times New Roman"/>
                <a:cs typeface="Times New Roman"/>
                <a:hlinkClick r:id="rId2"/>
              </a:rPr>
              <a:t>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is u</a:t>
            </a:r>
            <a:r>
              <a:rPr sz="2400" spc="4" dirty="0">
                <a:latin typeface="Times New Roman"/>
                <a:cs typeface="Times New Roman"/>
              </a:rPr>
              <a:t>se</a:t>
            </a:r>
            <a:r>
              <a:rPr sz="2400" dirty="0">
                <a:latin typeface="Times New Roman"/>
                <a:cs typeface="Times New Roman"/>
              </a:rPr>
              <a:t>d to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spc="9" dirty="0">
                <a:latin typeface="Times New Roman"/>
                <a:cs typeface="Times New Roman"/>
              </a:rPr>
              <a:t>i</a:t>
            </a:r>
            <a:r>
              <a:rPr sz="2400" dirty="0">
                <a:latin typeface="Times New Roman"/>
                <a:cs typeface="Times New Roman"/>
              </a:rPr>
              <a:t>fy the </a:t>
            </a:r>
            <a:r>
              <a:rPr sz="2400" spc="4" dirty="0">
                <a:latin typeface="Times New Roman"/>
                <a:cs typeface="Times New Roman"/>
              </a:rPr>
              <a:t>M</a:t>
            </a:r>
            <a:r>
              <a:rPr sz="2400" dirty="0">
                <a:latin typeface="Times New Roman"/>
                <a:cs typeface="Times New Roman"/>
              </a:rPr>
              <a:t>I</a:t>
            </a:r>
            <a:r>
              <a:rPr sz="2400" spc="4" dirty="0">
                <a:latin typeface="Times New Roman"/>
                <a:cs typeface="Times New Roman"/>
              </a:rPr>
              <a:t>M</a:t>
            </a:r>
            <a:r>
              <a:rPr sz="2400" dirty="0">
                <a:latin typeface="Times New Roman"/>
                <a:cs typeface="Times New Roman"/>
              </a:rPr>
              <a:t>E</a:t>
            </a:r>
            <a:endParaRPr sz="2400">
              <a:latin typeface="Times New Roman"/>
              <a:cs typeface="Times New Roman"/>
            </a:endParaRPr>
          </a:p>
          <a:p>
            <a:pPr marL="12700" marR="45720">
              <a:lnSpc>
                <a:spcPct val="95825"/>
              </a:lnSpc>
            </a:pP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dia typ</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se</a:t>
            </a:r>
            <a:r>
              <a:rPr sz="2400" dirty="0">
                <a:latin typeface="Times New Roman"/>
                <a:cs typeface="Times New Roman"/>
              </a:rPr>
              <a:t>nd b</a:t>
            </a:r>
            <a:r>
              <a:rPr sz="2400" spc="4" dirty="0">
                <a:latin typeface="Times New Roman"/>
                <a:cs typeface="Times New Roman"/>
              </a:rPr>
              <a:t>a</a:t>
            </a:r>
            <a:r>
              <a:rPr sz="2400" spc="-4" dirty="0">
                <a:latin typeface="Times New Roman"/>
                <a:cs typeface="Times New Roman"/>
              </a:rPr>
              <a:t>c</a:t>
            </a:r>
            <a:r>
              <a:rPr sz="2400" dirty="0">
                <a:latin typeface="Times New Roman"/>
                <a:cs typeface="Times New Roman"/>
              </a:rPr>
              <a:t>k </a:t>
            </a:r>
            <a:r>
              <a:rPr sz="2400" spc="9" dirty="0">
                <a:latin typeface="Times New Roman"/>
                <a:cs typeface="Times New Roman"/>
              </a:rPr>
              <a:t>t</a:t>
            </a:r>
            <a:r>
              <a:rPr sz="2400" dirty="0">
                <a:latin typeface="Times New Roman"/>
                <a:cs typeface="Times New Roman"/>
              </a:rPr>
              <a:t>o the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l</a:t>
            </a:r>
            <a:r>
              <a:rPr sz="2400" spc="9" dirty="0">
                <a:latin typeface="Times New Roman"/>
                <a:cs typeface="Times New Roman"/>
              </a:rPr>
              <a:t>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a:p>
            <a:pPr marL="12700" marR="175571">
              <a:lnSpc>
                <a:spcPct val="100041"/>
              </a:lnSpc>
              <a:spcBef>
                <a:spcPts val="920"/>
              </a:spcBef>
            </a:pPr>
            <a:r>
              <a:rPr sz="2400" dirty="0">
                <a:latin typeface="Times New Roman"/>
                <a:cs typeface="Times New Roman"/>
              </a:rPr>
              <a:t>If</a:t>
            </a:r>
            <a:r>
              <a:rPr sz="2400" spc="4" dirty="0">
                <a:latin typeface="Times New Roman"/>
                <a:cs typeface="Times New Roman"/>
              </a:rPr>
              <a:t> </a:t>
            </a:r>
            <a:r>
              <a:rPr sz="2400" spc="-9" dirty="0">
                <a:latin typeface="Times New Roman"/>
                <a:cs typeface="Times New Roman"/>
                <a:hlinkClick r:id="rId2"/>
              </a:rPr>
              <a:t>@</a:t>
            </a:r>
            <a:r>
              <a:rPr sz="2400" dirty="0">
                <a:latin typeface="Times New Roman"/>
                <a:cs typeface="Times New Roman"/>
                <a:hlinkClick r:id="rId2"/>
              </a:rPr>
              <a:t>Produ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is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 the </a:t>
            </a:r>
            <a:r>
              <a:rPr sz="2400" spc="4" dirty="0">
                <a:latin typeface="Times New Roman"/>
                <a:cs typeface="Times New Roman"/>
              </a:rPr>
              <a:t>c</a:t>
            </a:r>
            <a:r>
              <a:rPr sz="2400" dirty="0">
                <a:latin typeface="Times New Roman"/>
                <a:cs typeface="Times New Roman"/>
              </a:rPr>
              <a:t>l</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s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l, </a:t>
            </a:r>
            <a:r>
              <a:rPr sz="2400" spc="4" dirty="0">
                <a:latin typeface="Times New Roman"/>
                <a:cs typeface="Times New Roman"/>
              </a:rPr>
              <a:t>a</a:t>
            </a:r>
            <a:r>
              <a:rPr sz="2400" dirty="0">
                <a:latin typeface="Times New Roman"/>
                <a:cs typeface="Times New Roman"/>
              </a:rPr>
              <a:t>ll the m</a:t>
            </a:r>
            <a:r>
              <a:rPr sz="2400" spc="4" dirty="0">
                <a:latin typeface="Times New Roman"/>
                <a:cs typeface="Times New Roman"/>
              </a:rPr>
              <a:t>e</a:t>
            </a:r>
            <a:r>
              <a:rPr sz="2400" dirty="0">
                <a:latin typeface="Times New Roman"/>
                <a:cs typeface="Times New Roman"/>
              </a:rPr>
              <a:t>thods in a 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o</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c</a:t>
            </a:r>
            <a:r>
              <a:rPr sz="2400" dirty="0">
                <a:latin typeface="Times New Roman"/>
                <a:cs typeface="Times New Roman"/>
              </a:rPr>
              <a:t>e </a:t>
            </a:r>
            <a:r>
              <a:rPr sz="2400" spc="-4" dirty="0">
                <a:latin typeface="Times New Roman"/>
                <a:cs typeface="Times New Roman"/>
              </a:rPr>
              <a:t>c</a:t>
            </a:r>
            <a:r>
              <a:rPr sz="2400" spc="4" dirty="0">
                <a:latin typeface="Times New Roman"/>
                <a:cs typeface="Times New Roman"/>
              </a:rPr>
              <a:t>a</a:t>
            </a:r>
            <a:r>
              <a:rPr sz="2400" dirty="0">
                <a:latin typeface="Times New Roman"/>
                <a:cs typeface="Times New Roman"/>
              </a:rPr>
              <a:t>n pro</a:t>
            </a:r>
            <a:r>
              <a:rPr sz="2400" spc="4" dirty="0">
                <a:latin typeface="Times New Roman"/>
                <a:cs typeface="Times New Roman"/>
              </a:rPr>
              <a:t>d</a:t>
            </a:r>
            <a:r>
              <a:rPr sz="2400" spc="-9" dirty="0">
                <a:latin typeface="Times New Roman"/>
                <a:cs typeface="Times New Roman"/>
              </a:rPr>
              <a:t>u</a:t>
            </a:r>
            <a:r>
              <a:rPr sz="2400" spc="4" dirty="0">
                <a:latin typeface="Times New Roman"/>
                <a:cs typeface="Times New Roman"/>
              </a:rPr>
              <a:t>c</a:t>
            </a:r>
            <a:r>
              <a:rPr sz="2400" dirty="0">
                <a:latin typeface="Times New Roman"/>
                <a:cs typeface="Times New Roman"/>
              </a:rPr>
              <a:t>e the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M</a:t>
            </a:r>
            <a:r>
              <a:rPr sz="2400" spc="9" dirty="0">
                <a:latin typeface="Times New Roman"/>
                <a:cs typeface="Times New Roman"/>
              </a:rPr>
              <a:t>I</a:t>
            </a:r>
            <a:r>
              <a:rPr sz="2400" spc="-4" dirty="0">
                <a:latin typeface="Times New Roman"/>
                <a:cs typeface="Times New Roman"/>
              </a:rPr>
              <a:t>M</a:t>
            </a:r>
            <a:r>
              <a:rPr sz="2400" dirty="0">
                <a:latin typeface="Times New Roman"/>
                <a:cs typeface="Times New Roman"/>
              </a:rPr>
              <a:t>E typ</a:t>
            </a:r>
            <a:r>
              <a:rPr sz="2400" spc="4" dirty="0">
                <a:latin typeface="Times New Roman"/>
                <a:cs typeface="Times New Roman"/>
              </a:rPr>
              <a:t>e</a:t>
            </a:r>
            <a:r>
              <a:rPr sz="2400" dirty="0">
                <a:latin typeface="Times New Roman"/>
                <a:cs typeface="Times New Roman"/>
              </a:rPr>
              <a:t>s </a:t>
            </a:r>
            <a:r>
              <a:rPr sz="2400" spc="-9" dirty="0">
                <a:latin typeface="Times New Roman"/>
                <a:cs typeface="Times New Roman"/>
              </a:rPr>
              <a:t>b</a:t>
            </a:r>
            <a:r>
              <a:rPr sz="2400" dirty="0">
                <a:latin typeface="Times New Roman"/>
                <a:cs typeface="Times New Roman"/>
              </a:rPr>
              <a:t>y d</a:t>
            </a:r>
            <a:r>
              <a:rPr sz="2400" spc="-4" dirty="0">
                <a:latin typeface="Times New Roman"/>
                <a:cs typeface="Times New Roman"/>
              </a:rPr>
              <a:t>e</a:t>
            </a:r>
            <a:r>
              <a:rPr sz="2400" spc="9" dirty="0">
                <a:latin typeface="Times New Roman"/>
                <a:cs typeface="Times New Roman"/>
              </a:rPr>
              <a:t>f</a:t>
            </a:r>
            <a:r>
              <a:rPr sz="2400" spc="4" dirty="0">
                <a:latin typeface="Times New Roman"/>
                <a:cs typeface="Times New Roman"/>
              </a:rPr>
              <a:t>a</a:t>
            </a:r>
            <a:r>
              <a:rPr sz="2400" dirty="0">
                <a:latin typeface="Times New Roman"/>
                <a:cs typeface="Times New Roman"/>
              </a:rPr>
              <a:t>ult</a:t>
            </a:r>
            <a:endParaRPr sz="2400">
              <a:latin typeface="Times New Roman"/>
              <a:cs typeface="Times New Roman"/>
            </a:endParaRPr>
          </a:p>
          <a:p>
            <a:pPr marL="12700">
              <a:lnSpc>
                <a:spcPct val="95825"/>
              </a:lnSpc>
              <a:spcBef>
                <a:spcPts val="803"/>
              </a:spcBef>
            </a:pPr>
            <a:r>
              <a:rPr sz="2400" dirty="0">
                <a:latin typeface="Times New Roman"/>
                <a:cs typeface="Times New Roman"/>
              </a:rPr>
              <a:t>If</a:t>
            </a:r>
            <a:r>
              <a:rPr sz="2400" spc="4" dirty="0">
                <a:latin typeface="Times New Roman"/>
                <a:cs typeface="Times New Roman"/>
              </a:rPr>
              <a:t> </a:t>
            </a:r>
            <a:r>
              <a:rPr sz="2400" spc="-4" dirty="0">
                <a:latin typeface="Times New Roman"/>
                <a:cs typeface="Times New Roman"/>
              </a:rPr>
              <a:t>a</a:t>
            </a:r>
            <a:r>
              <a:rPr sz="2400" dirty="0">
                <a:latin typeface="Times New Roman"/>
                <a:cs typeface="Times New Roman"/>
              </a:rPr>
              <a:t>ppl</a:t>
            </a:r>
            <a:r>
              <a:rPr sz="2400" spc="9" dirty="0">
                <a:latin typeface="Times New Roman"/>
                <a:cs typeface="Times New Roman"/>
              </a:rPr>
              <a:t>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the m</a:t>
            </a:r>
            <a:r>
              <a:rPr sz="2400" spc="4" dirty="0">
                <a:latin typeface="Times New Roman"/>
                <a:cs typeface="Times New Roman"/>
              </a:rPr>
              <a:t>e</a:t>
            </a:r>
            <a:r>
              <a:rPr sz="2400" dirty="0">
                <a:latin typeface="Times New Roman"/>
                <a:cs typeface="Times New Roman"/>
              </a:rPr>
              <a:t>thod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 the </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n</a:t>
            </a:r>
            <a:r>
              <a:rPr sz="2400" dirty="0">
                <a:latin typeface="Times New Roman"/>
                <a:cs typeface="Times New Roman"/>
              </a:rPr>
              <a:t>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ov</a:t>
            </a:r>
            <a:r>
              <a:rPr sz="2400" spc="4" dirty="0">
                <a:latin typeface="Times New Roman"/>
                <a:cs typeface="Times New Roman"/>
              </a:rPr>
              <a:t>e</a:t>
            </a:r>
            <a:r>
              <a:rPr sz="2400" dirty="0">
                <a:latin typeface="Times New Roman"/>
                <a:cs typeface="Times New Roman"/>
              </a:rPr>
              <a:t>rr</a:t>
            </a:r>
            <a:r>
              <a:rPr sz="2400" spc="9" dirty="0">
                <a:latin typeface="Times New Roman"/>
                <a:cs typeface="Times New Roman"/>
              </a:rPr>
              <a:t>i</a:t>
            </a:r>
            <a:r>
              <a:rPr sz="2400" dirty="0">
                <a:latin typeface="Times New Roman"/>
                <a:cs typeface="Times New Roman"/>
              </a:rPr>
              <a:t>d</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ny</a:t>
            </a:r>
            <a:endParaRPr sz="2400">
              <a:latin typeface="Times New Roman"/>
              <a:cs typeface="Times New Roman"/>
            </a:endParaRPr>
          </a:p>
          <a:p>
            <a:pPr marL="12700" marR="45720">
              <a:lnSpc>
                <a:spcPct val="95825"/>
              </a:lnSpc>
              <a:spcBef>
                <a:spcPts val="120"/>
              </a:spcBef>
            </a:pPr>
            <a:r>
              <a:rPr sz="2400" dirty="0">
                <a:latin typeface="Times New Roman"/>
                <a:cs typeface="Times New Roman"/>
                <a:hlinkClick r:id="rId2"/>
              </a:rPr>
              <a:t>@</a:t>
            </a:r>
            <a:r>
              <a:rPr sz="2400" spc="-4" dirty="0">
                <a:latin typeface="Times New Roman"/>
                <a:cs typeface="Times New Roman"/>
                <a:hlinkClick r:id="rId2"/>
              </a:rPr>
              <a:t>P</a:t>
            </a:r>
            <a:r>
              <a:rPr sz="2400" dirty="0">
                <a:latin typeface="Times New Roman"/>
                <a:cs typeface="Times New Roman"/>
                <a:hlinkClick r:id="rId2"/>
              </a:rPr>
              <a:t>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a:t>
            </a:r>
            <a:r>
              <a:rPr sz="2400" spc="-9" dirty="0">
                <a:latin typeface="Times New Roman"/>
                <a:cs typeface="Times New Roman"/>
              </a:rPr>
              <a:t>n</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 the </a:t>
            </a:r>
            <a:r>
              <a:rPr sz="2400" spc="4" dirty="0">
                <a:latin typeface="Times New Roman"/>
                <a:cs typeface="Times New Roman"/>
              </a:rPr>
              <a:t>c</a:t>
            </a:r>
            <a:r>
              <a:rPr sz="2400" dirty="0">
                <a:latin typeface="Times New Roman"/>
                <a:cs typeface="Times New Roman"/>
              </a:rPr>
              <a:t>l</a:t>
            </a:r>
            <a:r>
              <a:rPr sz="2400" spc="4" dirty="0">
                <a:latin typeface="Times New Roman"/>
                <a:cs typeface="Times New Roman"/>
              </a:rPr>
              <a:t>as</a:t>
            </a:r>
            <a:r>
              <a:rPr sz="2400" dirty="0">
                <a:latin typeface="Times New Roman"/>
                <a:cs typeface="Times New Roman"/>
              </a:rPr>
              <a:t>s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l</a:t>
            </a:r>
            <a:endParaRPr sz="2400">
              <a:latin typeface="Times New Roman"/>
              <a:cs typeface="Times New Roman"/>
            </a:endParaRPr>
          </a:p>
        </p:txBody>
      </p:sp>
      <p:sp>
        <p:nvSpPr>
          <p:cNvPr id="11" name="object 11"/>
          <p:cNvSpPr txBox="1"/>
          <p:nvPr/>
        </p:nvSpPr>
        <p:spPr>
          <a:xfrm>
            <a:off x="2287271" y="2278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287271" y="3477106"/>
            <a:ext cx="177829" cy="33019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2287271" y="4310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611120" y="4330546"/>
            <a:ext cx="6254246" cy="6959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If</a:t>
            </a:r>
            <a:r>
              <a:rPr sz="2400" spc="4" dirty="0">
                <a:latin typeface="Times New Roman"/>
                <a:cs typeface="Times New Roman"/>
              </a:rPr>
              <a:t> </a:t>
            </a:r>
            <a:r>
              <a:rPr sz="2400" spc="-9" dirty="0">
                <a:latin typeface="Times New Roman"/>
                <a:cs typeface="Times New Roman"/>
              </a:rPr>
              <a:t>n</a:t>
            </a:r>
            <a:r>
              <a:rPr sz="2400" dirty="0">
                <a:latin typeface="Times New Roman"/>
                <a:cs typeface="Times New Roman"/>
              </a:rPr>
              <a:t>o </a:t>
            </a: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hods in a </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ou</a:t>
            </a:r>
            <a:r>
              <a:rPr sz="2400" spc="9" dirty="0">
                <a:latin typeface="Times New Roman"/>
                <a:cs typeface="Times New Roman"/>
              </a:rPr>
              <a:t>r</a:t>
            </a:r>
            <a:r>
              <a:rPr sz="2400" spc="-4" dirty="0">
                <a:latin typeface="Times New Roman"/>
                <a:cs typeface="Times New Roman"/>
              </a:rPr>
              <a:t>c</a:t>
            </a:r>
            <a:r>
              <a:rPr sz="2400" dirty="0">
                <a:latin typeface="Times New Roman"/>
                <a:cs typeface="Times New Roman"/>
              </a:rPr>
              <a:t>e </a:t>
            </a:r>
            <a:r>
              <a:rPr sz="2400" spc="4" dirty="0">
                <a:latin typeface="Times New Roman"/>
                <a:cs typeface="Times New Roman"/>
              </a:rPr>
              <a:t>a</a:t>
            </a:r>
            <a:r>
              <a:rPr sz="2400" dirty="0">
                <a:latin typeface="Times New Roman"/>
                <a:cs typeface="Times New Roman"/>
              </a:rPr>
              <a:t>re </a:t>
            </a:r>
            <a:r>
              <a:rPr sz="2400" spc="4" dirty="0">
                <a:latin typeface="Times New Roman"/>
                <a:cs typeface="Times New Roman"/>
              </a:rPr>
              <a:t>a</a:t>
            </a:r>
            <a:r>
              <a:rPr sz="2400" dirty="0">
                <a:latin typeface="Times New Roman"/>
                <a:cs typeface="Times New Roman"/>
              </a:rPr>
              <a:t>ble to pr</a:t>
            </a:r>
            <a:r>
              <a:rPr sz="2400" spc="4" dirty="0">
                <a:latin typeface="Times New Roman"/>
                <a:cs typeface="Times New Roman"/>
              </a:rPr>
              <a:t>o</a:t>
            </a:r>
            <a:r>
              <a:rPr sz="2400" spc="-9" dirty="0">
                <a:latin typeface="Times New Roman"/>
                <a:cs typeface="Times New Roman"/>
              </a:rPr>
              <a:t>d</a:t>
            </a:r>
            <a:r>
              <a:rPr sz="2400" dirty="0">
                <a:latin typeface="Times New Roman"/>
                <a:cs typeface="Times New Roman"/>
              </a:rPr>
              <a:t>u</a:t>
            </a:r>
            <a:r>
              <a:rPr sz="2400" spc="4" dirty="0">
                <a:latin typeface="Times New Roman"/>
                <a:cs typeface="Times New Roman"/>
              </a:rPr>
              <a:t>c</a:t>
            </a:r>
            <a:r>
              <a:rPr sz="2400" dirty="0">
                <a:latin typeface="Times New Roman"/>
                <a:cs typeface="Times New Roman"/>
              </a:rPr>
              <a:t>e the</a:t>
            </a:r>
            <a:endParaRPr sz="2400">
              <a:latin typeface="Times New Roman"/>
              <a:cs typeface="Times New Roman"/>
            </a:endParaRPr>
          </a:p>
          <a:p>
            <a:pPr marL="12700" marR="9353">
              <a:lnSpc>
                <a:spcPct val="95825"/>
              </a:lnSpc>
            </a:pPr>
            <a:r>
              <a:rPr sz="2400" dirty="0">
                <a:latin typeface="Times New Roman"/>
                <a:cs typeface="Times New Roman"/>
              </a:rPr>
              <a:t>type in a </a:t>
            </a:r>
            <a:r>
              <a:rPr sz="2400" spc="-4" dirty="0">
                <a:latin typeface="Times New Roman"/>
                <a:cs typeface="Times New Roman"/>
              </a:rPr>
              <a:t>c</a:t>
            </a:r>
            <a:r>
              <a:rPr sz="2400" spc="9" dirty="0">
                <a:latin typeface="Times New Roman"/>
                <a:cs typeface="Times New Roman"/>
              </a:rPr>
              <a:t>l</a:t>
            </a:r>
            <a:r>
              <a:rPr sz="2400" dirty="0">
                <a:latin typeface="Times New Roman"/>
                <a:cs typeface="Times New Roman"/>
              </a:rPr>
              <a:t>i</a:t>
            </a:r>
            <a:r>
              <a:rPr sz="2400" spc="4" dirty="0">
                <a:latin typeface="Times New Roman"/>
                <a:cs typeface="Times New Roman"/>
              </a:rPr>
              <a:t>e</a:t>
            </a:r>
            <a:r>
              <a:rPr sz="2400" dirty="0">
                <a:latin typeface="Times New Roman"/>
                <a:cs typeface="Times New Roman"/>
              </a:rPr>
              <a:t>nt 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spc="9" dirty="0">
                <a:latin typeface="Times New Roman"/>
                <a:cs typeface="Times New Roman"/>
              </a:rPr>
              <a:t>t</a:t>
            </a:r>
            <a:r>
              <a:rPr sz="2400" dirty="0">
                <a:latin typeface="Times New Roman"/>
                <a:cs typeface="Times New Roman"/>
              </a:rPr>
              <a:t>, the </a:t>
            </a: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spc="9" dirty="0">
                <a:latin typeface="Times New Roman"/>
                <a:cs typeface="Times New Roman"/>
              </a:rPr>
              <a:t>r</a:t>
            </a:r>
            <a:r>
              <a:rPr sz="2400" spc="-9" dirty="0">
                <a:latin typeface="Times New Roman"/>
                <a:cs typeface="Times New Roman"/>
              </a:rPr>
              <a:t>u</a:t>
            </a:r>
            <a:r>
              <a:rPr sz="2400" spc="4" dirty="0">
                <a:latin typeface="Times New Roman"/>
                <a:cs typeface="Times New Roman"/>
              </a:rPr>
              <a:t>n</a:t>
            </a:r>
            <a:r>
              <a:rPr sz="2400" dirty="0">
                <a:latin typeface="Times New Roman"/>
                <a:cs typeface="Times New Roman"/>
              </a:rPr>
              <a:t>time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nds</a:t>
            </a:r>
            <a:endParaRPr sz="2400">
              <a:latin typeface="Times New Roman"/>
              <a:cs typeface="Times New Roman"/>
            </a:endParaRPr>
          </a:p>
        </p:txBody>
      </p:sp>
      <p:sp>
        <p:nvSpPr>
          <p:cNvPr id="7" name="object 7"/>
          <p:cNvSpPr txBox="1"/>
          <p:nvPr/>
        </p:nvSpPr>
        <p:spPr>
          <a:xfrm>
            <a:off x="8861653" y="4330546"/>
            <a:ext cx="1010208" cy="695959"/>
          </a:xfrm>
          <a:prstGeom prst="rect">
            <a:avLst/>
          </a:prstGeom>
        </p:spPr>
        <p:txBody>
          <a:bodyPr wrap="square" lIns="0" tIns="0" rIns="0" bIns="0" rtlCol="0">
            <a:noAutofit/>
          </a:bodyPr>
          <a:lstStyle/>
          <a:p>
            <a:pPr marL="21844" marR="45720">
              <a:lnSpc>
                <a:spcPts val="2550"/>
              </a:lnSpc>
              <a:spcBef>
                <a:spcPts val="127"/>
              </a:spcBef>
            </a:pPr>
            <a:r>
              <a:rPr sz="2400" spc="4" dirty="0">
                <a:latin typeface="Times New Roman"/>
                <a:cs typeface="Times New Roman"/>
              </a:rPr>
              <a:t>M</a:t>
            </a:r>
            <a:r>
              <a:rPr sz="2400" dirty="0">
                <a:latin typeface="Times New Roman"/>
                <a:cs typeface="Times New Roman"/>
              </a:rPr>
              <a:t>I</a:t>
            </a:r>
            <a:r>
              <a:rPr sz="2400" spc="4" dirty="0">
                <a:latin typeface="Times New Roman"/>
                <a:cs typeface="Times New Roman"/>
              </a:rPr>
              <a:t>M</a:t>
            </a:r>
            <a:r>
              <a:rPr sz="2400" dirty="0">
                <a:latin typeface="Times New Roman"/>
                <a:cs typeface="Times New Roman"/>
              </a:rPr>
              <a:t>E</a:t>
            </a:r>
            <a:endParaRPr sz="2400">
              <a:latin typeface="Times New Roman"/>
              <a:cs typeface="Times New Roman"/>
            </a:endParaRPr>
          </a:p>
          <a:p>
            <a:pPr marL="12700">
              <a:lnSpc>
                <a:spcPct val="95825"/>
              </a:lnSpc>
            </a:pPr>
            <a:r>
              <a:rPr sz="2400" dirty="0">
                <a:latin typeface="Times New Roman"/>
                <a:cs typeface="Times New Roman"/>
              </a:rPr>
              <a:t>b</a:t>
            </a:r>
            <a:r>
              <a:rPr sz="2400" spc="4" dirty="0">
                <a:latin typeface="Times New Roman"/>
                <a:cs typeface="Times New Roman"/>
              </a:rPr>
              <a:t>ac</a:t>
            </a:r>
            <a:r>
              <a:rPr sz="2400" dirty="0">
                <a:latin typeface="Times New Roman"/>
                <a:cs typeface="Times New Roman"/>
              </a:rPr>
              <a:t>k </a:t>
            </a:r>
            <a:r>
              <a:rPr sz="2400" spc="-4" dirty="0">
                <a:latin typeface="Times New Roman"/>
                <a:cs typeface="Times New Roman"/>
              </a:rPr>
              <a:t>a</a:t>
            </a:r>
            <a:r>
              <a:rPr sz="2400" dirty="0">
                <a:latin typeface="Times New Roman"/>
                <a:cs typeface="Times New Roman"/>
              </a:rPr>
              <a:t>n</a:t>
            </a:r>
            <a:endParaRPr sz="2400">
              <a:latin typeface="Times New Roman"/>
              <a:cs typeface="Times New Roman"/>
            </a:endParaRPr>
          </a:p>
        </p:txBody>
      </p:sp>
      <p:sp>
        <p:nvSpPr>
          <p:cNvPr id="6" name="object 6"/>
          <p:cNvSpPr txBox="1"/>
          <p:nvPr/>
        </p:nvSpPr>
        <p:spPr>
          <a:xfrm>
            <a:off x="2611120" y="5062065"/>
            <a:ext cx="831032"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HTT</a:t>
            </a:r>
            <a:r>
              <a:rPr sz="2400" dirty="0">
                <a:latin typeface="Times New Roman"/>
                <a:cs typeface="Times New Roman"/>
              </a:rPr>
              <a:t>P</a:t>
            </a:r>
            <a:endParaRPr sz="2400">
              <a:latin typeface="Times New Roman"/>
              <a:cs typeface="Times New Roman"/>
            </a:endParaRPr>
          </a:p>
        </p:txBody>
      </p:sp>
      <p:sp>
        <p:nvSpPr>
          <p:cNvPr id="5" name="object 5"/>
          <p:cNvSpPr txBox="1"/>
          <p:nvPr/>
        </p:nvSpPr>
        <p:spPr>
          <a:xfrm>
            <a:off x="3446577" y="5062065"/>
            <a:ext cx="3526639"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a:t>
            </a:r>
            <a:r>
              <a:rPr sz="2400" dirty="0">
                <a:latin typeface="Times New Roman"/>
                <a:cs typeface="Times New Roman"/>
              </a:rPr>
              <a:t>406 </a:t>
            </a:r>
            <a:r>
              <a:rPr sz="2400" spc="-4" dirty="0">
                <a:latin typeface="Times New Roman"/>
                <a:cs typeface="Times New Roman"/>
              </a:rPr>
              <a:t>N</a:t>
            </a:r>
            <a:r>
              <a:rPr sz="2400" dirty="0">
                <a:latin typeface="Times New Roman"/>
                <a:cs typeface="Times New Roman"/>
              </a:rPr>
              <a:t>ot </a:t>
            </a:r>
            <a:r>
              <a:rPr sz="2400" spc="-4" dirty="0">
                <a:latin typeface="Times New Roman"/>
                <a:cs typeface="Times New Roman"/>
              </a:rPr>
              <a:t>A</a:t>
            </a:r>
            <a:r>
              <a:rPr sz="2400" spc="4" dirty="0">
                <a:latin typeface="Times New Roman"/>
                <a:cs typeface="Times New Roman"/>
              </a:rPr>
              <a:t>cc</a:t>
            </a:r>
            <a:r>
              <a:rPr sz="2400" spc="-4" dirty="0">
                <a:latin typeface="Times New Roman"/>
                <a:cs typeface="Times New Roman"/>
              </a:rPr>
              <a:t>e</a:t>
            </a:r>
            <a:r>
              <a:rPr sz="2400" dirty="0">
                <a:latin typeface="Times New Roman"/>
                <a:cs typeface="Times New Roman"/>
              </a:rPr>
              <a:t>p</a:t>
            </a:r>
            <a:r>
              <a:rPr sz="2400" spc="9" dirty="0">
                <a:latin typeface="Times New Roman"/>
                <a:cs typeface="Times New Roman"/>
              </a:rPr>
              <a:t>t</a:t>
            </a:r>
            <a:r>
              <a:rPr sz="2400" spc="-4" dirty="0">
                <a:latin typeface="Times New Roman"/>
                <a:cs typeface="Times New Roman"/>
              </a:rPr>
              <a:t>a</a:t>
            </a:r>
            <a:r>
              <a:rPr sz="2400" spc="4" dirty="0">
                <a:latin typeface="Times New Roman"/>
                <a:cs typeface="Times New Roman"/>
              </a:rPr>
              <a:t>b</a:t>
            </a:r>
            <a:r>
              <a:rPr sz="2400" dirty="0">
                <a:latin typeface="Times New Roman"/>
                <a:cs typeface="Times New Roman"/>
              </a:rPr>
              <a:t>l</a:t>
            </a:r>
            <a:r>
              <a:rPr sz="2400" spc="-4" dirty="0">
                <a:latin typeface="Times New Roman"/>
                <a:cs typeface="Times New Roman"/>
              </a:rPr>
              <a:t>e</a:t>
            </a:r>
            <a:r>
              <a:rPr sz="2400" dirty="0">
                <a:latin typeface="Times New Roman"/>
                <a:cs typeface="Times New Roman"/>
              </a:rPr>
              <a:t>” </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r</a:t>
            </a:r>
            <a:r>
              <a:rPr sz="2400" dirty="0">
                <a:latin typeface="Times New Roman"/>
                <a:cs typeface="Times New Roman"/>
              </a:rPr>
              <a:t>or.</a:t>
            </a:r>
            <a:endParaRPr sz="2400">
              <a:latin typeface="Times New Roman"/>
              <a:cs typeface="Times New Roman"/>
            </a:endParaRPr>
          </a:p>
        </p:txBody>
      </p:sp>
    </p:spTree>
    <p:extLst>
      <p:ext uri="{BB962C8B-B14F-4D97-AF65-F5344CB8AC3E}">
        <p14:creationId xmlns:p14="http://schemas.microsoft.com/office/powerpoint/2010/main" val="2452235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3600"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dirty="0">
              <a:solidFill>
                <a:schemeClr val="tx1">
                  <a:lumMod val="65000"/>
                  <a:lumOff val="35000"/>
                </a:schemeClr>
              </a:solidFill>
              <a:effectLst>
                <a:outerShdw blurRad="63500" algn="ctr" rotWithShape="0">
                  <a:prstClr val="black">
                    <a:alpha val="14000"/>
                  </a:prstClr>
                </a:outerShdw>
              </a:effectLst>
            </a:endParaRPr>
          </a:p>
        </p:txBody>
      </p:sp>
      <p:sp>
        <p:nvSpPr>
          <p:cNvPr id="18435" name="Content Placeholder 2"/>
          <p:cNvSpPr>
            <a:spLocks noGrp="1"/>
          </p:cNvSpPr>
          <p:nvPr>
            <p:ph idx="1"/>
          </p:nvPr>
        </p:nvSpPr>
        <p:spPr/>
        <p:txBody>
          <a:bodyPr/>
          <a:lstStyle/>
          <a:p>
            <a:endParaRPr lang="en-US" altLang="en-US" sz="2000"/>
          </a:p>
          <a:p>
            <a:r>
              <a:rPr lang="en-US" altLang="en-US" sz="2000"/>
              <a:t>WS-BPEL is an OASIS standard for service orchestration</a:t>
            </a:r>
            <a:br>
              <a:rPr lang="en-US" altLang="en-US" sz="2000"/>
            </a:br>
            <a:endParaRPr lang="en-US" altLang="en-US" sz="2000"/>
          </a:p>
          <a:p>
            <a:r>
              <a:rPr lang="en-US" altLang="en-US" sz="2000">
                <a:solidFill>
                  <a:srgbClr val="000000"/>
                </a:solidFill>
              </a:rPr>
              <a:t>BPEL is a comprehensive workflow definition execution language specified in XML.</a:t>
            </a:r>
          </a:p>
          <a:p>
            <a:endParaRPr lang="en-US" altLang="en-US" sz="2000">
              <a:solidFill>
                <a:srgbClr val="000000"/>
              </a:solidFill>
            </a:endParaRPr>
          </a:p>
          <a:p>
            <a:r>
              <a:rPr lang="en-US" altLang="en-US" sz="2000">
                <a:solidFill>
                  <a:srgbClr val="000000"/>
                </a:solidFill>
              </a:rPr>
              <a:t>It can be thought of as a programming language but is more likely to be automatically generated from workflow diagrams.</a:t>
            </a:r>
          </a:p>
          <a:p>
            <a:endParaRPr lang="en-US" smtClean="0"/>
          </a:p>
        </p:txBody>
      </p:sp>
    </p:spTree>
    <p:extLst>
      <p:ext uri="{BB962C8B-B14F-4D97-AF65-F5344CB8AC3E}">
        <p14:creationId xmlns:p14="http://schemas.microsoft.com/office/powerpoint/2010/main" val="33188699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3600"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dirty="0">
              <a:solidFill>
                <a:schemeClr val="tx1">
                  <a:lumMod val="65000"/>
                  <a:lumOff val="35000"/>
                </a:schemeClr>
              </a:solidFill>
              <a:effectLst>
                <a:outerShdw blurRad="63500" algn="ctr" rotWithShape="0">
                  <a:prstClr val="black">
                    <a:alpha val="14000"/>
                  </a:prstClr>
                </a:outerShdw>
              </a:effectLst>
            </a:endParaRPr>
          </a:p>
        </p:txBody>
      </p:sp>
      <p:pic>
        <p:nvPicPr>
          <p:cNvPr id="19459" name="Picture 6" descr="bpel_process"/>
          <p:cNvPicPr>
            <a:picLocks noGrp="1" noChangeAspect="1" noChangeArrowheads="1"/>
          </p:cNvPicPr>
          <p:nvPr>
            <p:ph idx="1"/>
          </p:nvPr>
        </p:nvPicPr>
        <p:blipFill>
          <a:blip r:embed="rId2"/>
          <a:srcRect/>
          <a:stretch>
            <a:fillRect/>
          </a:stretch>
        </p:blipFill>
        <p:spPr>
          <a:xfrm>
            <a:off x="2971800" y="1676401"/>
            <a:ext cx="5943600" cy="4683125"/>
          </a:xfrm>
          <a:noFill/>
        </p:spPr>
      </p:pic>
    </p:spTree>
    <p:extLst>
      <p:ext uri="{BB962C8B-B14F-4D97-AF65-F5344CB8AC3E}">
        <p14:creationId xmlns:p14="http://schemas.microsoft.com/office/powerpoint/2010/main" val="92313664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BPEL Commands</a:t>
            </a:r>
            <a:endParaRPr lang="en-US" sz="4000"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lnSpcReduction="10000"/>
          </a:bodyPr>
          <a:lstStyle/>
          <a:p>
            <a:pPr marL="419100" indent="-419100">
              <a:defRPr/>
            </a:pPr>
            <a:r>
              <a:rPr lang="en-US" altLang="en-US" sz="2000" dirty="0">
                <a:solidFill>
                  <a:srgbClr val="000000"/>
                </a:solidFill>
              </a:rPr>
              <a:t>Following are some commands of BPEL.</a:t>
            </a:r>
          </a:p>
          <a:p>
            <a:pPr marL="838200" lvl="1" indent="-381000">
              <a:defRPr/>
            </a:pPr>
            <a:r>
              <a:rPr lang="en-US" altLang="en-US" sz="1800" dirty="0">
                <a:solidFill>
                  <a:srgbClr val="000000"/>
                </a:solidFill>
              </a:rPr>
              <a:t>Invoke an operation of a web service. </a:t>
            </a:r>
            <a:r>
              <a:rPr lang="en-US" altLang="en-US" sz="1800" dirty="0">
                <a:solidFill>
                  <a:srgbClr val="1D04DA"/>
                </a:solidFill>
              </a:rPr>
              <a:t>&lt;invoke&gt;</a:t>
            </a:r>
            <a:r>
              <a:rPr lang="en-US" altLang="en-US" sz="1800" dirty="0">
                <a:solidFill>
                  <a:srgbClr val="000000"/>
                </a:solidFill>
              </a:rPr>
              <a:t>	</a:t>
            </a:r>
          </a:p>
          <a:p>
            <a:pPr marL="838200" lvl="1" indent="-381000">
              <a:defRPr/>
            </a:pPr>
            <a:r>
              <a:rPr lang="en-US" altLang="en-US" sz="1800" dirty="0">
                <a:solidFill>
                  <a:srgbClr val="000000"/>
                </a:solidFill>
              </a:rPr>
              <a:t>Wait for an external message. </a:t>
            </a:r>
            <a:r>
              <a:rPr lang="en-US" altLang="en-US" sz="1800" dirty="0">
                <a:solidFill>
                  <a:srgbClr val="1D04DA"/>
                </a:solidFill>
              </a:rPr>
              <a:t>&lt;receive&gt;</a:t>
            </a:r>
          </a:p>
          <a:p>
            <a:pPr marL="838200" lvl="1" indent="-381000">
              <a:defRPr/>
            </a:pPr>
            <a:r>
              <a:rPr lang="en-US" altLang="en-US" sz="1800" dirty="0">
                <a:solidFill>
                  <a:srgbClr val="000000"/>
                </a:solidFill>
              </a:rPr>
              <a:t>Generate a response for input. </a:t>
            </a:r>
            <a:r>
              <a:rPr lang="en-US" altLang="en-US" sz="1800" dirty="0">
                <a:solidFill>
                  <a:srgbClr val="1D04DA"/>
                </a:solidFill>
              </a:rPr>
              <a:t>&lt;reply&gt;</a:t>
            </a:r>
          </a:p>
          <a:p>
            <a:pPr marL="838200" lvl="1" indent="-381000">
              <a:defRPr/>
            </a:pPr>
            <a:r>
              <a:rPr lang="en-US" altLang="en-US" sz="1800" dirty="0">
                <a:solidFill>
                  <a:srgbClr val="000000"/>
                </a:solidFill>
              </a:rPr>
              <a:t>Wait for some time. </a:t>
            </a:r>
            <a:r>
              <a:rPr lang="en-US" altLang="en-US" sz="1800" dirty="0">
                <a:solidFill>
                  <a:srgbClr val="1D04DA"/>
                </a:solidFill>
              </a:rPr>
              <a:t>&lt;wait&gt;</a:t>
            </a:r>
          </a:p>
          <a:p>
            <a:pPr marL="838200" lvl="1" indent="-381000">
              <a:defRPr/>
            </a:pPr>
            <a:r>
              <a:rPr lang="en-US" altLang="en-US" sz="1800" dirty="0">
                <a:solidFill>
                  <a:srgbClr val="000000"/>
                </a:solidFill>
              </a:rPr>
              <a:t>Copy data between locations. </a:t>
            </a:r>
            <a:r>
              <a:rPr lang="en-US" altLang="en-US" sz="1800" dirty="0">
                <a:solidFill>
                  <a:srgbClr val="1D04DA"/>
                </a:solidFill>
              </a:rPr>
              <a:t>&lt;assign&gt;</a:t>
            </a:r>
          </a:p>
          <a:p>
            <a:pPr marL="838200" lvl="1" indent="-381000">
              <a:defRPr/>
            </a:pPr>
            <a:r>
              <a:rPr lang="en-US" altLang="en-US" sz="1800" dirty="0">
                <a:solidFill>
                  <a:srgbClr val="000000"/>
                </a:solidFill>
              </a:rPr>
              <a:t>Indicate that an error occurred or something went wrong. </a:t>
            </a:r>
            <a:r>
              <a:rPr lang="en-US" altLang="en-US" sz="1800" dirty="0">
                <a:solidFill>
                  <a:srgbClr val="1D04DA"/>
                </a:solidFill>
              </a:rPr>
              <a:t>&lt;throw&gt;</a:t>
            </a:r>
          </a:p>
          <a:p>
            <a:pPr marL="838200" lvl="1" indent="-381000">
              <a:defRPr/>
            </a:pPr>
            <a:r>
              <a:rPr lang="en-US" altLang="en-US" sz="1800" dirty="0">
                <a:solidFill>
                  <a:srgbClr val="000000"/>
                </a:solidFill>
              </a:rPr>
              <a:t>Terminate the entire service instance. </a:t>
            </a:r>
            <a:r>
              <a:rPr lang="en-US" altLang="en-US" sz="1800" dirty="0">
                <a:solidFill>
                  <a:srgbClr val="1D04DA"/>
                </a:solidFill>
              </a:rPr>
              <a:t>&lt;terminate&gt;</a:t>
            </a:r>
          </a:p>
          <a:p>
            <a:pPr marL="838200" lvl="1" indent="-381000">
              <a:defRPr/>
            </a:pPr>
            <a:r>
              <a:rPr lang="en-US" altLang="en-US" sz="1800" dirty="0">
                <a:solidFill>
                  <a:srgbClr val="000000"/>
                </a:solidFill>
              </a:rPr>
              <a:t>Define a sequence of steps. </a:t>
            </a:r>
            <a:r>
              <a:rPr lang="en-US" altLang="en-US" sz="1800" dirty="0">
                <a:solidFill>
                  <a:srgbClr val="1D04DA"/>
                </a:solidFill>
              </a:rPr>
              <a:t>&lt;sequence&gt;</a:t>
            </a:r>
          </a:p>
          <a:p>
            <a:pPr marL="838200" lvl="1" indent="-381000">
              <a:defRPr/>
            </a:pPr>
            <a:r>
              <a:rPr lang="en-US" altLang="en-US" sz="1800" dirty="0">
                <a:solidFill>
                  <a:srgbClr val="000000"/>
                </a:solidFill>
              </a:rPr>
              <a:t>Branch using a case statement. </a:t>
            </a:r>
            <a:r>
              <a:rPr lang="en-US" altLang="en-US" sz="1800" dirty="0">
                <a:solidFill>
                  <a:srgbClr val="1D04DA"/>
                </a:solidFill>
              </a:rPr>
              <a:t>&lt;switch&gt;</a:t>
            </a:r>
          </a:p>
          <a:p>
            <a:pPr marL="838200" lvl="1" indent="-381000">
              <a:defRPr/>
            </a:pPr>
            <a:r>
              <a:rPr lang="en-US" altLang="en-US" sz="1800" dirty="0">
                <a:solidFill>
                  <a:srgbClr val="000000"/>
                </a:solidFill>
              </a:rPr>
              <a:t>Define a loop. </a:t>
            </a:r>
            <a:r>
              <a:rPr lang="en-US" altLang="en-US" sz="1800" dirty="0">
                <a:solidFill>
                  <a:srgbClr val="1D04DA"/>
                </a:solidFill>
              </a:rPr>
              <a:t>&lt;while&gt;</a:t>
            </a:r>
          </a:p>
          <a:p>
            <a:pPr marL="838200" lvl="1" indent="-381000">
              <a:defRPr/>
            </a:pPr>
            <a:r>
              <a:rPr lang="en-US" altLang="en-US" sz="1800" dirty="0">
                <a:solidFill>
                  <a:srgbClr val="000000"/>
                </a:solidFill>
              </a:rPr>
              <a:t>Execute one alternative. </a:t>
            </a:r>
            <a:r>
              <a:rPr lang="en-US" altLang="en-US" sz="1800" dirty="0">
                <a:solidFill>
                  <a:srgbClr val="1D04DA"/>
                </a:solidFill>
              </a:rPr>
              <a:t>&lt;pick&gt;</a:t>
            </a:r>
          </a:p>
          <a:p>
            <a:pPr marL="838200" lvl="1" indent="-381000">
              <a:defRPr/>
            </a:pPr>
            <a:r>
              <a:rPr lang="en-US" altLang="en-US" sz="1800" dirty="0">
                <a:solidFill>
                  <a:srgbClr val="000000"/>
                </a:solidFill>
              </a:rPr>
              <a:t>Execute in parallel. </a:t>
            </a:r>
            <a:r>
              <a:rPr lang="en-US" altLang="en-US" sz="1800" dirty="0">
                <a:solidFill>
                  <a:srgbClr val="1D04DA"/>
                </a:solidFill>
              </a:rPr>
              <a:t>&lt;flow&gt;</a:t>
            </a:r>
          </a:p>
          <a:p>
            <a:pPr>
              <a:defRPr/>
            </a:pPr>
            <a:endParaRPr lang="en-US" dirty="0"/>
          </a:p>
        </p:txBody>
      </p:sp>
    </p:spTree>
    <p:extLst>
      <p:ext uri="{BB962C8B-B14F-4D97-AF65-F5344CB8AC3E}">
        <p14:creationId xmlns:p14="http://schemas.microsoft.com/office/powerpoint/2010/main" val="8272491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Business Process Management Notation</a:t>
            </a:r>
            <a:endParaRPr lang="en-US" sz="4000" dirty="0">
              <a:solidFill>
                <a:schemeClr val="tx1">
                  <a:lumMod val="65000"/>
                  <a:lumOff val="35000"/>
                </a:schemeClr>
              </a:solidFill>
              <a:effectLst>
                <a:outerShdw blurRad="63500" algn="ctr" rotWithShape="0">
                  <a:prstClr val="black">
                    <a:alpha val="14000"/>
                  </a:prstClr>
                </a:outerShdw>
              </a:effectLst>
            </a:endParaRPr>
          </a:p>
        </p:txBody>
      </p:sp>
      <p:pic>
        <p:nvPicPr>
          <p:cNvPr id="21507" name="Picture 4" descr="bpmn_elements"/>
          <p:cNvPicPr>
            <a:picLocks noGrp="1" noChangeAspect="1" noChangeArrowheads="1"/>
          </p:cNvPicPr>
          <p:nvPr>
            <p:ph idx="1"/>
          </p:nvPr>
        </p:nvPicPr>
        <p:blipFill>
          <a:blip r:embed="rId2"/>
          <a:stretch>
            <a:fillRect/>
          </a:stretch>
        </p:blipFill>
        <p:spPr>
          <a:xfrm>
            <a:off x="3714750" y="2177256"/>
            <a:ext cx="4762500" cy="3371850"/>
          </a:xfrm>
          <a:noFill/>
        </p:spPr>
      </p:pic>
    </p:spTree>
    <p:extLst>
      <p:ext uri="{BB962C8B-B14F-4D97-AF65-F5344CB8AC3E}">
        <p14:creationId xmlns:p14="http://schemas.microsoft.com/office/powerpoint/2010/main" val="31303808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dirty="0">
                <a:solidFill>
                  <a:schemeClr val="tx1">
                    <a:lumMod val="65000"/>
                    <a:lumOff val="35000"/>
                  </a:schemeClr>
                </a:solidFill>
                <a:effectLst>
                  <a:outerShdw blurRad="63500" algn="ctr" rotWithShape="0">
                    <a:prstClr val="black">
                      <a:alpha val="14000"/>
                    </a:prstClr>
                  </a:outerShdw>
                </a:effectLst>
              </a:rPr>
              <a:t>Enterprise Service Bus (ESB</a:t>
            </a:r>
            <a:r>
              <a:rPr lang="en-US" altLang="en-US" dirty="0" smtClean="0">
                <a:solidFill>
                  <a:schemeClr val="tx1">
                    <a:lumMod val="65000"/>
                    <a:lumOff val="35000"/>
                  </a:schemeClr>
                </a:solidFill>
                <a:effectLst>
                  <a:outerShdw blurRad="63500" algn="ctr" rotWithShape="0">
                    <a:prstClr val="black">
                      <a:alpha val="14000"/>
                    </a:prstClr>
                  </a:outerShdw>
                </a:effectLst>
              </a:rPr>
              <a:t>)</a:t>
            </a:r>
            <a:endParaRPr lang="en-US" dirty="0"/>
          </a:p>
        </p:txBody>
      </p:sp>
      <p:sp>
        <p:nvSpPr>
          <p:cNvPr id="22531" name="Content Placeholder 2"/>
          <p:cNvSpPr>
            <a:spLocks noGrp="1"/>
          </p:cNvSpPr>
          <p:nvPr>
            <p:ph idx="1"/>
          </p:nvPr>
        </p:nvSpPr>
        <p:spPr/>
        <p:txBody>
          <a:bodyPr/>
          <a:lstStyle/>
          <a:p>
            <a:pPr algn="just"/>
            <a:r>
              <a:rPr lang="en-US" altLang="en-US" sz="2000"/>
              <a:t>In computing, an </a:t>
            </a:r>
            <a:r>
              <a:rPr lang="en-US" altLang="en-US" sz="2000">
                <a:solidFill>
                  <a:srgbClr val="1D04DA"/>
                </a:solidFill>
              </a:rPr>
              <a:t>enterprise service bus </a:t>
            </a:r>
            <a:r>
              <a:rPr lang="en-US" altLang="en-US" sz="2000"/>
              <a:t>(ESB) consists of a </a:t>
            </a:r>
            <a:r>
              <a:rPr lang="en-US" altLang="en-US" sz="2000">
                <a:solidFill>
                  <a:srgbClr val="1D04DA"/>
                </a:solidFill>
              </a:rPr>
              <a:t>software architecture construct</a:t>
            </a:r>
            <a:r>
              <a:rPr lang="en-US" altLang="en-US" sz="2000"/>
              <a:t> which provides </a:t>
            </a:r>
            <a:r>
              <a:rPr lang="en-US" altLang="en-US" sz="2000">
                <a:solidFill>
                  <a:srgbClr val="1D04DA"/>
                </a:solidFill>
              </a:rPr>
              <a:t>fundamental services</a:t>
            </a:r>
            <a:r>
              <a:rPr lang="en-US" altLang="en-US" sz="2000"/>
              <a:t> for complex architectures via an </a:t>
            </a:r>
            <a:r>
              <a:rPr lang="en-US" altLang="en-US" sz="2000">
                <a:solidFill>
                  <a:srgbClr val="1D04DA"/>
                </a:solidFill>
              </a:rPr>
              <a:t>event-driven and standards-based  </a:t>
            </a:r>
            <a:r>
              <a:rPr lang="en-US" altLang="en-US" sz="2000"/>
              <a:t>(the bus) - Wikipedia </a:t>
            </a:r>
          </a:p>
          <a:p>
            <a:endParaRPr lang="en-US" smtClean="0"/>
          </a:p>
        </p:txBody>
      </p:sp>
      <p:pic>
        <p:nvPicPr>
          <p:cNvPr id="22532" name="Picture 4" descr="bpel_process_in_esb_context"/>
          <p:cNvPicPr>
            <a:picLocks noChangeAspect="1" noChangeArrowheads="1"/>
          </p:cNvPicPr>
          <p:nvPr/>
        </p:nvPicPr>
        <p:blipFill>
          <a:blip r:embed="rId2"/>
          <a:srcRect/>
          <a:stretch>
            <a:fillRect/>
          </a:stretch>
        </p:blipFill>
        <p:spPr bwMode="auto">
          <a:xfrm>
            <a:off x="3124200" y="2971800"/>
            <a:ext cx="6192838" cy="3581400"/>
          </a:xfrm>
          <a:prstGeom prst="rect">
            <a:avLst/>
          </a:prstGeom>
          <a:noFill/>
          <a:ln w="9525">
            <a:noFill/>
            <a:miter lim="800000"/>
            <a:headEnd/>
            <a:tailEnd/>
          </a:ln>
        </p:spPr>
      </p:pic>
    </p:spTree>
    <p:extLst>
      <p:ext uri="{BB962C8B-B14F-4D97-AF65-F5344CB8AC3E}">
        <p14:creationId xmlns:p14="http://schemas.microsoft.com/office/powerpoint/2010/main" val="17279328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dirty="0">
                <a:solidFill>
                  <a:schemeClr val="tx1">
                    <a:lumMod val="65000"/>
                    <a:lumOff val="35000"/>
                  </a:schemeClr>
                </a:solidFill>
                <a:effectLst>
                  <a:outerShdw blurRad="63500" algn="ctr" rotWithShape="0">
                    <a:prstClr val="black">
                      <a:alpha val="14000"/>
                    </a:prstClr>
                  </a:outerShdw>
                </a:effectLst>
              </a:rPr>
              <a:t>Enterprise Service Bus (ESB)</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23555" name="Content Placeholder 2"/>
          <p:cNvSpPr>
            <a:spLocks noGrp="1"/>
          </p:cNvSpPr>
          <p:nvPr>
            <p:ph idx="1"/>
          </p:nvPr>
        </p:nvSpPr>
        <p:spPr/>
        <p:txBody>
          <a:bodyPr/>
          <a:lstStyle/>
          <a:p>
            <a:pPr algn="just"/>
            <a:r>
              <a:rPr lang="en-US" altLang="en-US" sz="2000"/>
              <a:t>The idea of an ESB is that many components can connect in a standardized way and then communicate over the bus with any other component.</a:t>
            </a:r>
          </a:p>
          <a:p>
            <a:pPr algn="just"/>
            <a:endParaRPr lang="en-US" altLang="en-US" sz="2000"/>
          </a:p>
          <a:p>
            <a:pPr algn="just"/>
            <a:r>
              <a:rPr lang="en-US" altLang="en-US" sz="2000"/>
              <a:t>Standardized (usually WSDL/XML based) messages are exchanged on that bus. </a:t>
            </a:r>
          </a:p>
          <a:p>
            <a:pPr algn="just"/>
            <a:endParaRPr lang="en-US" altLang="en-US" sz="2000"/>
          </a:p>
          <a:p>
            <a:pPr algn="just"/>
            <a:r>
              <a:rPr lang="en-US" altLang="en-US" sz="2000"/>
              <a:t>Set of adapters act as gateways between a protocol like e.g. SOAP over HTTP, email, FTP and RMI  </a:t>
            </a:r>
          </a:p>
          <a:p>
            <a:endParaRPr lang="en-US" smtClean="0"/>
          </a:p>
        </p:txBody>
      </p:sp>
    </p:spTree>
    <p:extLst>
      <p:ext uri="{BB962C8B-B14F-4D97-AF65-F5344CB8AC3E}">
        <p14:creationId xmlns:p14="http://schemas.microsoft.com/office/powerpoint/2010/main" val="2547427563"/>
      </p:ext>
    </p:extLst>
  </p:cSld>
  <p:clrMapOvr>
    <a:masterClrMapping/>
  </p:clrMapOvr>
  <p:timing>
    <p:tnLst>
      <p:par>
        <p:cTn id="1" dur="indefinite" restart="never" nodeType="tmRoot"/>
      </p:par>
    </p:tnLst>
  </p:timing>
</p:sld>
</file>

<file path=ppt/theme/theme1.xml><?xml version="1.0" encoding="utf-8"?>
<a:theme xmlns:a="http://schemas.openxmlformats.org/drawingml/2006/main" name="Moodle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odleppt" id="{7C2CE67A-C12E-4D75-8B9A-9455ABD197FF}" vid="{6055F633-C468-48D4-B7CE-658405F0B5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TotalTime>
  <Words>3128</Words>
  <Application>Microsoft Office PowerPoint</Application>
  <PresentationFormat>Widescreen</PresentationFormat>
  <Paragraphs>515</Paragraphs>
  <Slides>54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Times New Roman</vt:lpstr>
      <vt:lpstr>Webdings</vt:lpstr>
      <vt:lpstr>Wingdings</vt:lpstr>
      <vt:lpstr>Moodleppt</vt:lpstr>
      <vt:lpstr>Introduction to SOAP, WSDL &amp; Web Services</vt:lpstr>
      <vt:lpstr>What is SOAP</vt:lpstr>
      <vt:lpstr>Why is SOAP</vt:lpstr>
      <vt:lpstr>How SOAP works</vt:lpstr>
      <vt:lpstr>Structure of a SOAP Message</vt:lpstr>
      <vt:lpstr>SOAP Header</vt:lpstr>
      <vt:lpstr>SOAP Body</vt:lpstr>
      <vt:lpstr>Introduction to WSDL</vt:lpstr>
      <vt:lpstr>What is WSDL?</vt:lpstr>
      <vt:lpstr>The WSDL Document Structure </vt:lpstr>
      <vt:lpstr>WSDL Types </vt:lpstr>
      <vt:lpstr>WSDL Messages </vt:lpstr>
      <vt:lpstr>WSDL Port</vt:lpstr>
      <vt:lpstr>One-Way Operation </vt:lpstr>
      <vt:lpstr>Request-Response Operation </vt:lpstr>
      <vt:lpstr>WSDL Binding</vt:lpstr>
      <vt:lpstr>Introduction to Web Services</vt:lpstr>
      <vt:lpstr>Web Services</vt:lpstr>
      <vt:lpstr>Web-based Services &amp; Web Services</vt:lpstr>
      <vt:lpstr>Web Service (W3C Definition)</vt:lpstr>
      <vt:lpstr>Web Service</vt:lpstr>
      <vt:lpstr>Web Service Architecture</vt:lpstr>
      <vt:lpstr>Benefits of Web Services </vt:lpstr>
      <vt:lpstr>Benefits of Web Services</vt:lpstr>
      <vt:lpstr>PowerPoint Presentation</vt:lpstr>
      <vt:lpstr>PowerPoint Presentation</vt:lpstr>
      <vt:lpstr>Importance of Service-Oriented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Service Business Process Execution Language (WS-BPEL)</vt:lpstr>
      <vt:lpstr>Web Service Business Process Execution Language (WS-BPEL)</vt:lpstr>
      <vt:lpstr>BPEL Commands</vt:lpstr>
      <vt:lpstr>Business Process Management Notation</vt:lpstr>
      <vt:lpstr>Enterprise Service Bus (ESB)</vt:lpstr>
      <vt:lpstr>Enterprise Service Bus (ESB)</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SOAP, WSDL &amp; Web Services</dc:title>
  <dc:creator>Acer</dc:creator>
  <cp:lastModifiedBy>Admin</cp:lastModifiedBy>
  <cp:revision>5</cp:revision>
  <dcterms:created xsi:type="dcterms:W3CDTF">2014-11-25T00:12:33Z</dcterms:created>
  <dcterms:modified xsi:type="dcterms:W3CDTF">2019-01-26T03:46:25Z</dcterms:modified>
</cp:coreProperties>
</file>