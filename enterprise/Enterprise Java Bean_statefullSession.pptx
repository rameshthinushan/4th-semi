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1/26/2019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dirty="0" smtClean="0"/>
              <a:t>Enterprise Java Bean</a:t>
            </a:r>
            <a:br>
              <a:rPr lang="en-US" sz="4400" dirty="0" smtClean="0"/>
            </a:br>
            <a:r>
              <a:rPr lang="en-US" sz="4400" dirty="0" smtClean="0"/>
              <a:t>State full Session</a:t>
            </a:r>
            <a:endParaRPr lang="en-US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mtClean="0"/>
              <a:t>EEnterprise Architecture</a:t>
            </a:r>
            <a:endParaRPr lang="en-US" dirty="0" smtClean="0"/>
          </a:p>
          <a:p>
            <a:r>
              <a:rPr lang="en-US" dirty="0" err="1" smtClean="0"/>
              <a:t>Hndit</a:t>
            </a:r>
            <a:r>
              <a:rPr lang="en-US" dirty="0" smtClean="0"/>
              <a:t> 2 year 2 semester </a:t>
            </a:r>
          </a:p>
          <a:p>
            <a:r>
              <a:rPr lang="en-US" dirty="0" err="1" smtClean="0"/>
              <a:t>sliate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575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22860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237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22860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051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22860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304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Include method signatures in local interface - </a:t>
            </a:r>
            <a:r>
              <a:rPr lang="en-US" dirty="0"/>
              <a:t>@Override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public void </a:t>
            </a:r>
            <a:r>
              <a:rPr lang="en-US" dirty="0" err="1"/>
              <a:t>addProduct</a:t>
            </a:r>
            <a:r>
              <a:rPr lang="en-US" dirty="0"/>
              <a:t>(Product product){</a:t>
            </a:r>
          </a:p>
          <a:p>
            <a:r>
              <a:rPr lang="en-US" dirty="0"/>
              <a:t>    </a:t>
            </a:r>
            <a:r>
              <a:rPr lang="en-US" dirty="0" err="1"/>
              <a:t>products.add</a:t>
            </a:r>
            <a:r>
              <a:rPr lang="en-US" dirty="0"/>
              <a:t>(product);</a:t>
            </a:r>
          </a:p>
          <a:p>
            <a:r>
              <a:rPr lang="en-US" dirty="0"/>
              <a:t>  }</a:t>
            </a:r>
          </a:p>
          <a:p>
            <a:r>
              <a:rPr lang="en-US" dirty="0"/>
              <a:t>  </a:t>
            </a:r>
          </a:p>
          <a:p>
            <a:r>
              <a:rPr lang="en-US" dirty="0"/>
              <a:t>  @Override</a:t>
            </a:r>
          </a:p>
          <a:p>
            <a:r>
              <a:rPr lang="en-US" dirty="0"/>
              <a:t>  @</a:t>
            </a:r>
            <a:r>
              <a:rPr lang="en-US" dirty="0" err="1"/>
              <a:t>TransactionAttribute</a:t>
            </a:r>
            <a:r>
              <a:rPr lang="en-US" dirty="0"/>
              <a:t>(</a:t>
            </a:r>
            <a:r>
              <a:rPr lang="en-US" dirty="0" err="1"/>
              <a:t>TransactionAttributeType.REQUIRED</a:t>
            </a:r>
            <a:r>
              <a:rPr lang="en-US" dirty="0"/>
              <a:t>)</a:t>
            </a:r>
          </a:p>
          <a:p>
            <a:r>
              <a:rPr lang="en-US" dirty="0"/>
              <a:t>  public void </a:t>
            </a:r>
            <a:r>
              <a:rPr lang="en-US" dirty="0" err="1"/>
              <a:t>completePurchase</a:t>
            </a:r>
            <a:r>
              <a:rPr lang="en-US" dirty="0"/>
              <a:t>(){</a:t>
            </a:r>
          </a:p>
          <a:p>
            <a:r>
              <a:rPr lang="en-US" dirty="0"/>
              <a:t>    for(Product </a:t>
            </a:r>
            <a:r>
              <a:rPr lang="en-US" dirty="0" err="1"/>
              <a:t>product</a:t>
            </a:r>
            <a:r>
              <a:rPr lang="en-US" dirty="0"/>
              <a:t> : products){</a:t>
            </a:r>
          </a:p>
          <a:p>
            <a:r>
              <a:rPr lang="en-US" dirty="0"/>
              <a:t>      </a:t>
            </a:r>
            <a:r>
              <a:rPr lang="en-US" dirty="0" err="1"/>
              <a:t>em.persist</a:t>
            </a:r>
            <a:r>
              <a:rPr lang="en-US" dirty="0"/>
              <a:t>(product);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35547" t="47321" r="22601" b="41742"/>
          <a:stretch/>
        </p:blipFill>
        <p:spPr>
          <a:xfrm>
            <a:off x="6874328" y="5490975"/>
            <a:ext cx="4082144" cy="800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9409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22860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88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726" t="6472" r="7535" b="25228"/>
          <a:stretch/>
        </p:blipFill>
        <p:spPr>
          <a:xfrm>
            <a:off x="1159328" y="244930"/>
            <a:ext cx="8948057" cy="4996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756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</a:t>
            </a:r>
            <a:r>
              <a:rPr lang="en-US" dirty="0" err="1" smtClean="0"/>
              <a:t>servelet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r="68137"/>
          <a:stretch/>
        </p:blipFill>
        <p:spPr>
          <a:xfrm>
            <a:off x="1219199" y="-228600"/>
            <a:ext cx="3107871" cy="7315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3"/>
          <a:srcRect r="39342"/>
          <a:stretch/>
        </p:blipFill>
        <p:spPr>
          <a:xfrm>
            <a:off x="5660572" y="-228600"/>
            <a:ext cx="5916386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476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22860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4919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-228600"/>
            <a:ext cx="97536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598428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40</TotalTime>
  <Words>54</Words>
  <Application>Microsoft Office PowerPoint</Application>
  <PresentationFormat>Widescreen</PresentationFormat>
  <Paragraphs>15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Gill Sans MT</vt:lpstr>
      <vt:lpstr>Impact</vt:lpstr>
      <vt:lpstr>Badge</vt:lpstr>
      <vt:lpstr>Enterprise Java Bean State full Session</vt:lpstr>
      <vt:lpstr>PowerPoint Presentation</vt:lpstr>
      <vt:lpstr>PowerPoint Presentation</vt:lpstr>
      <vt:lpstr>PowerPoint Presentation</vt:lpstr>
      <vt:lpstr>Include method signatures in local interface - @Override</vt:lpstr>
      <vt:lpstr>PowerPoint Presentation</vt:lpstr>
      <vt:lpstr>PowerPoint Presentation</vt:lpstr>
      <vt:lpstr>Create servelet 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</cp:revision>
  <dcterms:created xsi:type="dcterms:W3CDTF">2018-02-08T07:03:47Z</dcterms:created>
  <dcterms:modified xsi:type="dcterms:W3CDTF">2019-01-26T03:50:39Z</dcterms:modified>
</cp:coreProperties>
</file>